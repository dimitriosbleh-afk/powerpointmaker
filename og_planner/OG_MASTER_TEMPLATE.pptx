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image/png" Extension="png"/>
  <Default ContentType="application/vnd.openxmlformats-officedocument.obfuscatedFont" Extension="odttf"/>
  <Default ContentType="application/vnd.openxmlformats-package.relationships+xml" Extension="rels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218.xml"/>
  <Override ContentType="application/vnd.openxmlformats-officedocument.presentationml.slideLayout+xml" PartName="/ppt/slideLayouts/slideLayout307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37.xml"/>
  <Override ContentType="application/vnd.openxmlformats-officedocument.presentationml.slideLayout+xml" PartName="/ppt/slideLayouts/slideLayout129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137.xml"/>
  <Override ContentType="application/vnd.openxmlformats-officedocument.presentationml.slideLayout+xml" PartName="/ppt/slideLayouts/slideLayout226.xml"/>
  <Override ContentType="application/vnd.openxmlformats-officedocument.presentationml.slideLayout+xml" PartName="/ppt/slideLayouts/slideLayout96.xml"/>
  <Override ContentType="application/vnd.openxmlformats-officedocument.presentationml.slideLayout+xml" PartName="/ppt/slideLayouts/slideLayout269.xml"/>
  <Override ContentType="application/vnd.openxmlformats-officedocument.presentationml.slideLayout+xml" PartName="/ppt/slideLayouts/slideLayout285.xml"/>
  <Override ContentType="application/vnd.openxmlformats-officedocument.presentationml.slideLayout+xml" PartName="/ppt/slideLayouts/slideLayout110.xml"/>
  <Override ContentType="application/vnd.openxmlformats-officedocument.presentationml.slideLayout+xml" PartName="/ppt/slideLayouts/slideLayout153.xml"/>
  <Override ContentType="application/vnd.openxmlformats-officedocument.presentationml.slideLayout+xml" PartName="/ppt/slideLayouts/slideLayout61.xml"/>
  <Override ContentType="application/vnd.openxmlformats-officedocument.presentationml.slideLayout+xml" PartName="/ppt/slideLayouts/slideLayout250.xml"/>
  <Override ContentType="application/vnd.openxmlformats-officedocument.presentationml.slideLayout+xml" PartName="/ppt/slideLayouts/slideLayout145.xml"/>
  <Override ContentType="application/vnd.openxmlformats-officedocument.presentationml.slideLayout+xml" PartName="/ppt/slideLayouts/slideLayout277.xml"/>
  <Override ContentType="application/vnd.openxmlformats-officedocument.presentationml.slideLayout+xml" PartName="/ppt/slideLayouts/slideLayout196.xml"/>
  <Override ContentType="application/vnd.openxmlformats-officedocument.presentationml.slideLayout+xml" PartName="/ppt/slideLayouts/slideLayout234.xml"/>
  <Override ContentType="application/vnd.openxmlformats-officedocument.presentationml.slideLayout+xml" PartName="/ppt/slideLayouts/slideLayout102.xml"/>
  <Override ContentType="application/vnd.openxmlformats-officedocument.presentationml.slideLayout+xml" PartName="/ppt/slideLayouts/slideLayout188.xml"/>
  <Override ContentType="application/vnd.openxmlformats-officedocument.presentationml.slideLayout+xml" PartName="/ppt/slideLayouts/slideLayout242.xml"/>
  <Override ContentType="application/vnd.openxmlformats-officedocument.presentationml.slideLayout+xml" PartName="/ppt/slideLayouts/slideLayout165.xml"/>
  <Override ContentType="application/vnd.openxmlformats-officedocument.presentationml.slideLayout+xml" PartName="/ppt/slideLayouts/slideLayout262.xml"/>
  <Override ContentType="application/vnd.openxmlformats-officedocument.presentationml.slideLayout+xml" PartName="/ppt/slideLayouts/slideLayout65.xml"/>
  <Override ContentType="application/vnd.openxmlformats-officedocument.presentationml.slideLayout+xml" PartName="/ppt/slideLayouts/slideLayout289.xml"/>
  <Override ContentType="application/vnd.openxmlformats-officedocument.presentationml.slideLayout+xml" PartName="/ppt/slideLayouts/slideLayout300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293.xml"/>
  <Override ContentType="application/vnd.openxmlformats-officedocument.presentationml.slideLayout+xml" PartName="/ppt/slideLayouts/slideLayout122.xml"/>
  <Override ContentType="application/vnd.openxmlformats-officedocument.presentationml.slideLayout+xml" PartName="/ppt/slideLayouts/slideLayout49.xml"/>
  <Override ContentType="application/vnd.openxmlformats-officedocument.presentationml.slideLayout+xml" PartName="/ppt/slideLayouts/slideLayout117.xml"/>
  <Override ContentType="application/vnd.openxmlformats-officedocument.presentationml.slideLayout+xml" PartName="/ppt/slideLayouts/slideLayout53.xml"/>
  <Override ContentType="application/vnd.openxmlformats-officedocument.presentationml.slideLayout+xml" PartName="/ppt/slideLayouts/slideLayout181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257.xml"/>
  <Override ContentType="application/vnd.openxmlformats-officedocument.presentationml.slideLayout+xml" PartName="/ppt/slideLayouts/slideLayout41.xml"/>
  <Override ContentType="application/vnd.openxmlformats-officedocument.presentationml.slideLayout+xml" PartName="/ppt/slideLayouts/slideLayout84.xml"/>
  <Override ContentType="application/vnd.openxmlformats-officedocument.presentationml.slideLayout+xml" PartName="/ppt/slideLayouts/slideLayout214.xml"/>
  <Override ContentType="application/vnd.openxmlformats-officedocument.presentationml.slideLayout+xml" PartName="/ppt/slideLayouts/slideLayout92.xml"/>
  <Override ContentType="application/vnd.openxmlformats-officedocument.presentationml.slideLayout+xml" PartName="/ppt/slideLayouts/slideLayout150.xml"/>
  <Override ContentType="application/vnd.openxmlformats-officedocument.presentationml.slideLayout+xml" PartName="/ppt/slideLayouts/slideLayout193.xml"/>
  <Override ContentType="application/vnd.openxmlformats-officedocument.presentationml.slideLayout+xml" PartName="/ppt/slideLayouts/slideLayout185.xml"/>
  <Override ContentType="application/vnd.openxmlformats-officedocument.presentationml.slideLayout+xml" PartName="/ppt/slideLayouts/slideLayout133.xml"/>
  <Override ContentType="application/vnd.openxmlformats-officedocument.presentationml.slideLayout+xml" PartName="/ppt/slideLayouts/slideLayout176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34.xml"/>
  <Override ContentType="application/vnd.openxmlformats-officedocument.presentationml.slideLayout+xml" PartName="/ppt/slideLayouts/slideLayout149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106.xml"/>
  <Override ContentType="application/vnd.openxmlformats-officedocument.presentationml.slideLayout+xml" PartName="/ppt/slideLayouts/slideLayout238.xml"/>
  <Override ContentType="application/vnd.openxmlformats-officedocument.presentationml.slideLayout+xml" PartName="/ppt/slideLayouts/slideLayout77.xml"/>
  <Override ContentType="application/vnd.openxmlformats-officedocument.presentationml.slideLayout+xml" PartName="/ppt/slideLayouts/slideLayout28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73.xml"/>
  <Override ContentType="application/vnd.openxmlformats-officedocument.presentationml.slideLayout+xml" PartName="/ppt/slideLayouts/slideLayout56.xml"/>
  <Override ContentType="application/vnd.openxmlformats-officedocument.presentationml.slideLayout+xml" PartName="/ppt/slideLayouts/slideLayout81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57.xml"/>
  <Override ContentType="application/vnd.openxmlformats-officedocument.presentationml.slideLayout+xml" PartName="/ppt/slideLayouts/slideLayout69.xml"/>
  <Override ContentType="application/vnd.openxmlformats-officedocument.presentationml.slideLayout+xml" PartName="/ppt/slideLayouts/slideLayout114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304.xml"/>
  <Override ContentType="application/vnd.openxmlformats-officedocument.presentationml.slideLayout+xml" PartName="/ppt/slideLayouts/slideLayout161.xml"/>
  <Override ContentType="application/vnd.openxmlformats-officedocument.presentationml.slideLayout+xml" PartName="/ppt/slideLayouts/slideLayout172.xml"/>
  <Override ContentType="application/vnd.openxmlformats-officedocument.presentationml.slideLayout+xml" PartName="/ppt/slideLayouts/slideLayout266.xml"/>
  <Override ContentType="application/vnd.openxmlformats-officedocument.presentationml.slideLayout+xml" PartName="/ppt/slideLayouts/slideLayout206.xml"/>
  <Override ContentType="application/vnd.openxmlformats-officedocument.presentationml.slideLayout+xml" PartName="/ppt/slideLayouts/slideLayout223.xml"/>
  <Override ContentType="application/vnd.openxmlformats-officedocument.presentationml.slideLayout+xml" PartName="/ppt/slideLayouts/slideLayout142.xml"/>
  <Override ContentType="application/vnd.openxmlformats-officedocument.presentationml.slideLayout+xml" PartName="/ppt/slideLayouts/slideLayout249.xml"/>
  <Override ContentType="application/vnd.openxmlformats-officedocument.presentationml.slideLayout+xml" PartName="/ppt/slideLayouts/slideLayout125.xml"/>
  <Override ContentType="application/vnd.openxmlformats-officedocument.presentationml.slideLayout+xml" PartName="/ppt/slideLayouts/slideLayout88.xml"/>
  <Override ContentType="application/vnd.openxmlformats-officedocument.presentationml.slideLayout+xml" PartName="/ppt/slideLayouts/slideLayout168.xml"/>
  <Override ContentType="application/vnd.openxmlformats-officedocument.presentationml.slideLayout+xml" PartName="/ppt/slideLayouts/slideLayout210.xml"/>
  <Override ContentType="application/vnd.openxmlformats-officedocument.presentationml.slideLayout+xml" PartName="/ppt/slideLayouts/slideLayout270.xml"/>
  <Override ContentType="application/vnd.openxmlformats-officedocument.presentationml.slideLayout+xml" PartName="/ppt/slideLayouts/slideLayout45.xml"/>
  <Override ContentType="application/vnd.openxmlformats-officedocument.presentationml.slideLayout+xml" PartName="/ppt/slideLayouts/slideLayout253.xml"/>
  <Override ContentType="application/vnd.openxmlformats-officedocument.presentationml.slideLayout+xml" PartName="/ppt/slideLayouts/slideLayout296.xml"/>
  <Override ContentType="application/vnd.openxmlformats-officedocument.presentationml.slideLayout+xml" PartName="/ppt/slideLayouts/slideLayout189.xml"/>
  <Override ContentType="application/vnd.openxmlformats-officedocument.presentationml.slideLayout+xml" PartName="/ppt/slideLayouts/slideLayout278.xml"/>
  <Override ContentType="application/vnd.openxmlformats-officedocument.presentationml.slideLayout+xml" PartName="/ppt/slideLayouts/slideLayout62.xml"/>
  <Override ContentType="application/vnd.openxmlformats-officedocument.presentationml.slideLayout+xml" PartName="/ppt/slideLayouts/slideLayout146.xml"/>
  <Override ContentType="application/vnd.openxmlformats-officedocument.presentationml.slideLayout+xml" PartName="/ppt/slideLayouts/slideLayout103.xml"/>
  <Override ContentType="application/vnd.openxmlformats-officedocument.presentationml.slideLayout+xml" PartName="/ppt/slideLayouts/slideLayout235.xml"/>
  <Override ContentType="application/vnd.openxmlformats-officedocument.presentationml.slideLayout+xml" PartName="/ppt/slideLayouts/slideLayout46.xml"/>
  <Override ContentType="application/vnd.openxmlformats-officedocument.presentationml.slideLayout+xml" PartName="/ppt/slideLayouts/slideLayout89.xml"/>
  <Override ContentType="application/vnd.openxmlformats-officedocument.presentationml.slideLayout+xml" PartName="/ppt/slideLayouts/slideLayout219.xml"/>
  <Override ContentType="application/vnd.openxmlformats-officedocument.presentationml.slideLayout+xml" PartName="/ppt/slideLayouts/slideLayout70.xml"/>
  <Override ContentType="application/vnd.openxmlformats-officedocument.presentationml.slideLayout+xml" PartName="/ppt/slideLayouts/slideLayout217.xml"/>
  <Override ContentType="application/vnd.openxmlformats-officedocument.presentationml.slideLayout+xml" PartName="/ppt/slideLayouts/slideLayout128.xml"/>
  <Override ContentType="application/vnd.openxmlformats-officedocument.presentationml.slideLayout+xml" PartName="/ppt/slideLayouts/slideLayout225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80.xml"/>
  <Override ContentType="application/vnd.openxmlformats-officedocument.presentationml.slideLayout+xml" PartName="/ppt/slideLayouts/slideLayout52.xml"/>
  <Override ContentType="application/vnd.openxmlformats-officedocument.presentationml.slideLayout+xml" PartName="/ppt/slideLayouts/slideLayout95.xml"/>
  <Override ContentType="application/vnd.openxmlformats-officedocument.presentationml.slideLayout+xml" PartName="/ppt/slideLayouts/slideLayout162.xml"/>
  <Override ContentType="application/vnd.openxmlformats-officedocument.presentationml.slideLayout+xml" PartName="/ppt/slideLayouts/slideLayout64.xml"/>
  <Override ContentType="application/vnd.openxmlformats-officedocument.presentationml.slideLayout+xml" PartName="/ppt/slideLayouts/slideLayout251.xml"/>
  <Override ContentType="application/vnd.openxmlformats-officedocument.presentationml.slideLayout+xml" PartName="/ppt/slideLayouts/slideLayout99.xml"/>
  <Override ContentType="application/vnd.openxmlformats-officedocument.presentationml.slideLayout+xml" PartName="/ppt/slideLayouts/slideLayout268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294.xml"/>
  <Override ContentType="application/vnd.openxmlformats-officedocument.presentationml.slideLayout+xml" PartName="/ppt/slideLayouts/slideLayout152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8.xml"/>
  <Override ContentType="application/vnd.openxmlformats-officedocument.presentationml.slideLayout+xml" PartName="/ppt/slideLayouts/slideLayout195.xml"/>
  <Override ContentType="application/vnd.openxmlformats-officedocument.presentationml.slideLayout+xml" PartName="/ppt/slideLayouts/slideLayout288.xml"/>
  <Override ContentType="application/vnd.openxmlformats-officedocument.presentationml.slideLayout+xml" PartName="/ppt/slideLayouts/slideLayout245.xml"/>
  <Override ContentType="application/vnd.openxmlformats-officedocument.presentationml.slideLayout+xml" PartName="/ppt/slideLayouts/slideLayout85.xml"/>
  <Override ContentType="application/vnd.openxmlformats-officedocument.presentationml.slideLayout+xml" PartName="/ppt/slideLayouts/slideLayout202.xml"/>
  <Override ContentType="application/vnd.openxmlformats-officedocument.presentationml.slideLayout+xml" PartName="/ppt/slideLayouts/slideLayout177.xml"/>
  <Override ContentType="application/vnd.openxmlformats-officedocument.presentationml.slideLayout+xml" PartName="/ppt/slideLayouts/slideLayout79.xml"/>
  <Override ContentType="application/vnd.openxmlformats-officedocument.presentationml.slideLayout+xml" PartName="/ppt/slideLayouts/slideLayout134.xml"/>
  <Override ContentType="application/vnd.openxmlformats-officedocument.presentationml.slideLayout+xml" PartName="/ppt/slideLayouts/slideLayout36.xml"/>
  <Override ContentType="application/vnd.openxmlformats-officedocument.presentationml.slideLayout+xml" PartName="/ppt/slideLayouts/slideLayout231.xml"/>
  <Override ContentType="application/vnd.openxmlformats-officedocument.presentationml.slideLayout+xml" PartName="/ppt/slideLayouts/slideLayout274.xml"/>
  <Override ContentType="application/vnd.openxmlformats-officedocument.presentationml.slideLayout+xml" PartName="/ppt/slideLayouts/slideLayout273.xml"/>
  <Override ContentType="application/vnd.openxmlformats-officedocument.presentationml.slideLayout+xml" PartName="/ppt/slideLayouts/slideLayout184.xml"/>
  <Override ContentType="application/vnd.openxmlformats-officedocument.presentationml.slideLayout+xml" PartName="/ppt/slideLayouts/slideLayout230.xml"/>
  <Override ContentType="application/vnd.openxmlformats-officedocument.presentationml.slideLayout+xml" PartName="/ppt/slideLayouts/slideLayout141.xml"/>
  <Override ContentType="application/vnd.openxmlformats-officedocument.presentationml.slideLayout+xml" PartName="/ppt/slideLayouts/slideLayout23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7.xml"/>
  <Override ContentType="application/vnd.openxmlformats-officedocument.presentationml.slideLayout+xml" PartName="/ppt/slideLayouts/slideLayout107.xml"/>
  <Override ContentType="application/vnd.openxmlformats-officedocument.presentationml.slideLayout+xml" PartName="/ppt/slideLayouts/slideLayout299.xml"/>
  <Override ContentType="application/vnd.openxmlformats-officedocument.presentationml.slideLayout+xml" PartName="/ppt/slideLayouts/slideLayout256.xml"/>
  <Override ContentType="application/vnd.openxmlformats-officedocument.presentationml.slideLayout+xml" PartName="/ppt/slideLayouts/slideLayout124.xml"/>
  <Override ContentType="application/vnd.openxmlformats-officedocument.presentationml.slideLayout+xml" PartName="/ppt/slideLayouts/slideLayout213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74.xml"/>
  <Override ContentType="application/vnd.openxmlformats-officedocument.presentationml.slideLayout+xml" PartName="/ppt/slideLayouts/slideLayout42.xml"/>
  <Override ContentType="application/vnd.openxmlformats-officedocument.presentationml.slideLayout+xml" PartName="/ppt/slideLayouts/slideLayout91.xml"/>
  <Override ContentType="application/vnd.openxmlformats-officedocument.presentationml.slideLayout+xml" PartName="/ppt/slideLayouts/slideLayout220.xml"/>
  <Override ContentType="application/vnd.openxmlformats-officedocument.presentationml.slideLayout+xml" PartName="/ppt/slideLayouts/slideLayout263.xml"/>
  <Override ContentType="application/vnd.openxmlformats-officedocument.presentationml.slideLayout+xml" PartName="/ppt/slideLayouts/slideLayout68.xml"/>
  <Override ContentType="application/vnd.openxmlformats-officedocument.presentationml.slideLayout+xml" PartName="/ppt/slideLayouts/slideLayout203.xml"/>
  <Override ContentType="application/vnd.openxmlformats-officedocument.presentationml.slideLayout+xml" PartName="/ppt/slideLayouts/slideLayout246.xml"/>
  <Override ContentType="application/vnd.openxmlformats-officedocument.presentationml.slideLayout+xml" PartName="/ppt/slideLayouts/slideLayout290.xml"/>
  <Override ContentType="application/vnd.openxmlformats-officedocument.presentationml.slideLayout+xml" PartName="/ppt/slideLayouts/slideLayout229.xml"/>
  <Override ContentType="application/vnd.openxmlformats-officedocument.presentationml.slideLayout+xml" PartName="/ppt/slideLayouts/slideLayout190.xml"/>
  <Override ContentType="application/vnd.openxmlformats-officedocument.presentationml.slideLayout+xml" PartName="/ppt/slideLayouts/slideLayout224.xml"/>
  <Override ContentType="application/vnd.openxmlformats-officedocument.presentationml.slideLayout+xml" PartName="/ppt/slideLayouts/slideLayout267.xml"/>
  <Override ContentType="application/vnd.openxmlformats-officedocument.presentationml.slideLayout+xml" PartName="/ppt/slideLayouts/slideLayout284.xml"/>
  <Override ContentType="application/vnd.openxmlformats-officedocument.presentationml.slideLayout+xml" PartName="/ppt/slideLayouts/slideLayout207.xml"/>
  <Override ContentType="application/vnd.openxmlformats-officedocument.presentationml.slideLayout+xml" PartName="/ppt/slideLayouts/slideLayout130.xml"/>
  <Override ContentType="application/vnd.openxmlformats-officedocument.presentationml.slideLayout+xml" PartName="/ppt/slideLayouts/slideLayout113.xml"/>
  <Override ContentType="application/vnd.openxmlformats-officedocument.presentationml.slideLayout+xml" PartName="/ppt/slideLayouts/slideLayout57.xml"/>
  <Override ContentType="application/vnd.openxmlformats-officedocument.presentationml.slideLayout+xml" PartName="/ppt/slideLayouts/slideLayout241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80.xml"/>
  <Override ContentType="application/vnd.openxmlformats-officedocument.presentationml.slideLayout+xml" PartName="/ppt/slideLayouts/slideLayout139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63.xml"/>
  <Override ContentType="application/vnd.openxmlformats-officedocument.presentationml.slideLayout+xml" PartName="/ppt/slideLayouts/slideLayout303.xml"/>
  <Override ContentType="application/vnd.openxmlformats-officedocument.presentationml.slideLayout+xml" PartName="/ppt/slideLayouts/slideLayout156.xml"/>
  <Override ContentType="application/vnd.openxmlformats-officedocument.presentationml.slideLayout+xml" PartName="/ppt/slideLayouts/slideLayout199.xml"/>
  <Override ContentType="application/vnd.openxmlformats-officedocument.presentationml.slideLayout+xml" PartName="/ppt/slideLayouts/slideLayout173.xml"/>
  <Override ContentType="application/vnd.openxmlformats-officedocument.presentationml.slideLayout+xml" PartName="/ppt/slideLayouts/slideLayout171.xml"/>
  <Override ContentType="application/vnd.openxmlformats-officedocument.presentationml.slideLayout+xml" PartName="/ppt/slideLayouts/slideLayout260.xml"/>
  <Override ContentType="application/vnd.openxmlformats-officedocument.presentationml.slideLayout+xml" PartName="/ppt/slideLayouts/slideLayout198.xml"/>
  <Override ContentType="application/vnd.openxmlformats-officedocument.presentationml.slideLayout+xml" PartName="/ppt/slideLayouts/slideLayout252.xml"/>
  <Override ContentType="application/vnd.openxmlformats-officedocument.presentationml.slideLayout+xml" PartName="/ppt/slideLayouts/slideLayout120.xml"/>
  <Override ContentType="application/vnd.openxmlformats-officedocument.presentationml.slideLayout+xml" PartName="/ppt/slideLayouts/slideLayout163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95.xml"/>
  <Override ContentType="application/vnd.openxmlformats-officedocument.presentationml.slideLayout+xml" PartName="/ppt/slideLayouts/slideLayout55.xml"/>
  <Override ContentType="application/vnd.openxmlformats-officedocument.presentationml.slideLayout+xml" PartName="/ppt/slideLayouts/slideLayout98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19.xml"/>
  <Override ContentType="application/vnd.openxmlformats-officedocument.presentationml.slideLayout+xml" PartName="/ppt/slideLayouts/slideLayout305.xml"/>
  <Override ContentType="application/vnd.openxmlformats-officedocument.presentationml.slideLayout+xml" PartName="/ppt/slideLayouts/slideLayout47.xml"/>
  <Override ContentType="application/vnd.openxmlformats-officedocument.presentationml.slideLayout+xml" PartName="/ppt/slideLayouts/slideLayout216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259.xml"/>
  <Override ContentType="application/vnd.openxmlformats-officedocument.presentationml.slideLayout+xml" PartName="/ppt/slideLayouts/slideLayout78.xml"/>
  <Override ContentType="application/vnd.openxmlformats-officedocument.presentationml.slideLayout+xml" PartName="/ppt/slideLayouts/slideLayout232.xml"/>
  <Override ContentType="application/vnd.openxmlformats-officedocument.presentationml.slideLayout+xml" PartName="/ppt/slideLayouts/slideLayout275.xml"/>
  <Override ContentType="application/vnd.openxmlformats-officedocument.presentationml.slideLayout+xml" PartName="/ppt/slideLayouts/slideLayout208.xml"/>
  <Override ContentType="application/vnd.openxmlformats-officedocument.presentationml.slideLayout+xml" PartName="/ppt/slideLayouts/slideLayout35.xml"/>
  <Override ContentType="application/vnd.openxmlformats-officedocument.presentationml.slideLayout+xml" PartName="/ppt/slideLayouts/slideLayout178.xml"/>
  <Override ContentType="application/vnd.openxmlformats-officedocument.presentationml.slideLayout+xml" PartName="/ppt/slideLayouts/slideLayout228.xml"/>
  <Override ContentType="application/vnd.openxmlformats-officedocument.presentationml.slideLayout+xml" PartName="/ppt/slideLayouts/slideLayout135.xml"/>
  <Override ContentType="application/vnd.openxmlformats-officedocument.presentationml.slideLayout+xml" PartName="/ppt/slideLayouts/slideLayout280.xml"/>
  <Override ContentType="application/vnd.openxmlformats-officedocument.presentationml.slideLayout+xml" PartName="/ppt/slideLayouts/slideLayout104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147.xml"/>
  <Override ContentType="application/vnd.openxmlformats-officedocument.presentationml.slideLayout+xml" PartName="/ppt/slideLayouts/slideLayout291.xml"/>
  <Override ContentType="application/vnd.openxmlformats-officedocument.presentationml.slideLayout+xml" PartName="/ppt/slideLayouts/slideLayout194.xml"/>
  <Override ContentType="application/vnd.openxmlformats-officedocument.presentationml.slideLayout+xml" PartName="/ppt/slideLayouts/slideLayout287.xml"/>
  <Override ContentType="application/vnd.openxmlformats-officedocument.presentationml.slideLayout+xml" PartName="/ppt/slideLayouts/slideLayout71.xml"/>
  <Override ContentType="application/vnd.openxmlformats-officedocument.presentationml.slideLayout+xml" PartName="/ppt/slideLayouts/slideLayout151.xml"/>
  <Override ContentType="application/vnd.openxmlformats-officedocument.presentationml.slideLayout+xml" PartName="/ppt/slideLayouts/slideLayout244.xml"/>
  <Override ContentType="application/vnd.openxmlformats-officedocument.presentationml.slideLayout+xml" PartName="/ppt/slideLayouts/slideLayout201.xml"/>
  <Override ContentType="application/vnd.openxmlformats-officedocument.presentationml.slideLayout+xml" PartName="/ppt/slideLayouts/slideLayout302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59.xml"/>
  <Override ContentType="application/vnd.openxmlformats-officedocument.presentationml.slideLayout+xml" PartName="/ppt/slideLayouts/slideLayout67.xml"/>
  <Override ContentType="application/vnd.openxmlformats-officedocument.presentationml.slideLayout+xml" PartName="/ppt/slideLayouts/slideLayout116.xml"/>
  <Override ContentType="application/vnd.openxmlformats-officedocument.presentationml.slideLayout+xml" PartName="/ppt/slideLayouts/slideLayout221.xml"/>
  <Override ContentType="application/vnd.openxmlformats-officedocument.presentationml.slideLayout+xml" PartName="/ppt/slideLayouts/slideLayout83.xml"/>
  <Override ContentType="application/vnd.openxmlformats-officedocument.presentationml.slideLayout+xml" PartName="/ppt/slideLayouts/slideLayout40.xml"/>
  <Override ContentType="application/vnd.openxmlformats-officedocument.presentationml.slideLayout+xml" PartName="/ppt/slideLayouts/slideLayout204.xml"/>
  <Override ContentType="application/vnd.openxmlformats-officedocument.presentationml.slideLayout+xml" PartName="/ppt/slideLayouts/slideLayout212.xml"/>
  <Override ContentType="application/vnd.openxmlformats-officedocument.presentationml.slideLayout+xml" PartName="/ppt/slideLayouts/slideLayout183.xml"/>
  <Override ContentType="application/vnd.openxmlformats-officedocument.presentationml.slideLayout+xml" PartName="/ppt/slideLayouts/slideLayout298.xml"/>
  <Override ContentType="application/vnd.openxmlformats-officedocument.presentationml.slideLayout+xml" PartName="/ppt/slideLayouts/slideLayout166.xml"/>
  <Override ContentType="application/vnd.openxmlformats-officedocument.presentationml.slideLayout+xml" PartName="/ppt/slideLayouts/slideLayout247.xml"/>
  <Override ContentType="application/vnd.openxmlformats-officedocument.presentationml.slideLayout+xml" PartName="/ppt/slideLayouts/slideLayout272.xml"/>
  <Override ContentType="application/vnd.openxmlformats-officedocument.presentationml.slideLayout+xml" PartName="/ppt/slideLayouts/slideLayout140.xml"/>
  <Override ContentType="application/vnd.openxmlformats-officedocument.presentationml.slideLayout+xml" PartName="/ppt/slideLayouts/slideLayout264.xml"/>
  <Override ContentType="application/vnd.openxmlformats-officedocument.presentationml.slideLayout+xml" PartName="/ppt/slideLayouts/slideLayout90.xml"/>
  <Override ContentType="application/vnd.openxmlformats-officedocument.presentationml.slideLayout+xml" PartName="/ppt/slideLayouts/slideLayout123.xml"/>
  <Override ContentType="application/vnd.openxmlformats-officedocument.presentationml.slideLayout+xml" PartName="/ppt/slideLayouts/slideLayout86.xml"/>
  <Override ContentType="application/vnd.openxmlformats-officedocument.presentationml.slideLayout+xml" PartName="/ppt/slideLayouts/slideLayout255.xml"/>
  <Override ContentType="application/vnd.openxmlformats-officedocument.presentationml.slideLayout+xml" PartName="/ppt/slideLayouts/slideLayout127.xml"/>
  <Override ContentType="application/vnd.openxmlformats-officedocument.presentationml.slideLayout+xml" PartName="/ppt/slideLayouts/slideLayout43.xml"/>
  <Override ContentType="application/vnd.openxmlformats-officedocument.presentationml.slideLayout+xml" PartName="/ppt/slideLayouts/slideLayout51.xml"/>
  <Override ContentType="application/vnd.openxmlformats-officedocument.presentationml.slideLayout+xml" PartName="/ppt/slideLayouts/slideLayout94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174.xml"/>
  <Override ContentType="application/vnd.openxmlformats-officedocument.presentationml.slideLayout+xml" PartName="/ppt/slideLayouts/slideLayout39.xml"/>
  <Override ContentType="application/vnd.openxmlformats-officedocument.presentationml.slideLayout+xml" PartName="/ppt/slideLayouts/slideLayout144.xml"/>
  <Override ContentType="application/vnd.openxmlformats-officedocument.presentationml.slideLayout+xml" PartName="/ppt/slideLayouts/slideLayout131.xml"/>
  <Override ContentType="application/vnd.openxmlformats-officedocument.presentationml.slideLayout+xml" PartName="/ppt/slideLayouts/slideLayout187.xml"/>
  <Override ContentType="application/vnd.openxmlformats-officedocument.presentationml.slideLayout+xml" PartName="/ppt/slideLayouts/slideLayout236.xml"/>
  <Override ContentType="application/vnd.openxmlformats-officedocument.presentationml.slideLayout+xml" PartName="/ppt/slideLayouts/slideLayout191.xml"/>
  <Override ContentType="application/vnd.openxmlformats-officedocument.presentationml.slideLayout+xml" PartName="/ppt/slideLayouts/slideLayout279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155.xml"/>
  <Override ContentType="application/vnd.openxmlformats-officedocument.presentationml.slideLayout+xml" PartName="/ppt/slideLayouts/slideLayout58.xml"/>
  <Override ContentType="application/vnd.openxmlformats-officedocument.presentationml.slideLayout+xml" PartName="/ppt/slideLayouts/slideLayout24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83.xml"/>
  <Override ContentType="application/vnd.openxmlformats-officedocument.presentationml.slideLayout+xml" PartName="/ppt/slideLayouts/slideLayout112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75.xml"/>
  <Override ContentType="application/vnd.openxmlformats-officedocument.presentationml.slideLayout+xml" PartName="/ppt/slideLayouts/slideLayout108.xml"/>
  <Override ContentType="application/vnd.openxmlformats-officedocument.presentationml.slideLayout+xml" PartName="/ppt/slideLayouts/slideLayout138.xml"/>
  <Override ContentType="application/vnd.openxmlformats-officedocument.presentationml.slideLayout+xml" PartName="/ppt/slideLayouts/slideLayout32.xml"/>
  <Override ContentType="application/vnd.openxmlformats-officedocument.presentationml.slideLayout+xml" PartName="/ppt/slideLayouts/slideLayout200.xml"/>
  <Override ContentType="application/vnd.openxmlformats-officedocument.presentationml.slideLayout+xml" PartName="/ppt/slideLayouts/slideLayout243.xml"/>
  <Override ContentType="application/vnd.openxmlformats-officedocument.presentationml.slideLayout+xml" PartName="/ppt/slideLayouts/slideLayout97.xml"/>
  <Override ContentType="application/vnd.openxmlformats-officedocument.presentationml.slideLayout+xml" PartName="/ppt/slideLayouts/slideLayout111.xml"/>
  <Override ContentType="application/vnd.openxmlformats-officedocument.presentationml.slideLayout+xml" PartName="/ppt/slideLayouts/slideLayout286.xml"/>
  <Override ContentType="application/vnd.openxmlformats-officedocument.presentationml.slideLayout+xml" PartName="/ppt/slideLayouts/slideLayout5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54.xml"/>
  <Override ContentType="application/vnd.openxmlformats-officedocument.presentationml.slideLayout+xml" PartName="/ppt/slideLayouts/slideLayout197.xml"/>
  <Override ContentType="application/vnd.openxmlformats-officedocument.presentationml.slideLayout+xml" PartName="/ppt/slideLayouts/slideLayout306.xml"/>
  <Override ContentType="application/vnd.openxmlformats-officedocument.presentationml.slideLayout+xml" PartName="/ppt/slideLayouts/slideLayout38.xml"/>
  <Override ContentType="application/vnd.openxmlformats-officedocument.presentationml.slideLayout+xml" PartName="/ppt/slideLayouts/slideLayout170.xml"/>
  <Override ContentType="application/vnd.openxmlformats-officedocument.presentationml.slideLayout+xml" PartName="/ppt/slideLayouts/slideLayout101.xml"/>
  <Override ContentType="application/vnd.openxmlformats-officedocument.presentationml.slideLayout+xml" PartName="/ppt/slideLayouts/slideLayout233.xml"/>
  <Override ContentType="application/vnd.openxmlformats-officedocument.presentationml.slideLayout+xml" PartName="/ppt/slideLayouts/slideLayout179.xml"/>
  <Override ContentType="application/vnd.openxmlformats-officedocument.presentationml.slideLayout+xml" PartName="/ppt/slideLayouts/slideLayout60.xml"/>
  <Override ContentType="application/vnd.openxmlformats-officedocument.presentationml.slideLayout+xml" PartName="/ppt/slideLayouts/slideLayout136.xml"/>
  <Override ContentType="application/vnd.openxmlformats-officedocument.presentationml.slideLayout+xml" PartName="/ppt/slideLayouts/slideLayout292.xml"/>
  <Override ContentType="application/vnd.openxmlformats-officedocument.presentationml.slideLayout+xml" PartName="/ppt/slideLayouts/slideLayout105.xml"/>
  <Override ContentType="application/vnd.openxmlformats-officedocument.presentationml.slideLayout+xml" PartName="/ppt/slideLayouts/slideLayout182.xml"/>
  <Override ContentType="application/vnd.openxmlformats-officedocument.presentationml.slideLayout+xml" PartName="/ppt/slideLayouts/slideLayout215.xml"/>
  <Override ContentType="application/vnd.openxmlformats-officedocument.presentationml.slideLayout+xml" PartName="/ppt/slideLayouts/slideLayout276.xml"/>
  <Override ContentType="application/vnd.openxmlformats-officedocument.presentationml.slideLayout+xml" PartName="/ppt/slideLayouts/slideLayout258.xml"/>
  <Override ContentType="application/vnd.openxmlformats-officedocument.presentationml.slideLayout+xml" PartName="/ppt/slideLayouts/slideLayout148.xml"/>
  <Override ContentType="application/vnd.openxmlformats-officedocument.presentationml.slideLayout+xml" PartName="/ppt/slideLayouts/slideLayout48.xml"/>
  <Override ContentType="application/vnd.openxmlformats-officedocument.presentationml.slideLayout+xml" PartName="/ppt/slideLayouts/slideLayout72.xml"/>
  <Override ContentType="application/vnd.openxmlformats-officedocument.presentationml.slideLayout+xml" PartName="/ppt/slideLayouts/slideLayout261.xml"/>
  <Override ContentType="application/vnd.openxmlformats-officedocument.presentationml.slideLayout+xml" PartName="/ppt/slideLayouts/slideLayout164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66.xml"/>
  <Override ContentType="application/vnd.openxmlformats-officedocument.presentationml.slideLayout+xml" PartName="/ppt/slideLayouts/slideLayout209.xml"/>
  <Override ContentType="application/vnd.openxmlformats-officedocument.presentationml.slideLayout+xml" PartName="/ppt/slideLayouts/slideLayout227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121.xml"/>
  <Override ContentType="application/vnd.openxmlformats-officedocument.presentationml.slideLayout+xml" PartName="/ppt/slideLayouts/slideLayout248.xml"/>
  <Override ContentType="application/vnd.openxmlformats-officedocument.presentationml.slideLayout+xml" PartName="/ppt/slideLayouts/slideLayout205.xml"/>
  <Override ContentType="application/vnd.openxmlformats-officedocument.presentationml.slideLayout+xml" PartName="/ppt/slideLayouts/slideLayout222.xml"/>
  <Override ContentType="application/vnd.openxmlformats-officedocument.presentationml.slideLayout+xml" PartName="/ppt/slideLayouts/slideLayout282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76.xml"/>
  <Override ContentType="application/vnd.openxmlformats-officedocument.presentationml.slideLayout+xml" PartName="/ppt/slideLayouts/slideLayout265.xml"/>
  <Override ContentType="application/vnd.openxmlformats-officedocument.presentationml.slideLayout+xml" PartName="/ppt/slideLayouts/slideLayout59.xml"/>
  <Override ContentType="application/vnd.openxmlformats-officedocument.presentationml.slideLayout+xml" PartName="/ppt/slideLayouts/slideLayout33.xml"/>
  <Override ContentType="application/vnd.openxmlformats-officedocument.presentationml.slideLayout+xml" PartName="/ppt/slideLayouts/slideLayout109.xml"/>
  <Override ContentType="application/vnd.openxmlformats-officedocument.presentationml.slideLayout+xml" PartName="/ppt/slideLayouts/slideLayout158.xml"/>
  <Override ContentType="application/vnd.openxmlformats-officedocument.presentationml.slideLayout+xml" PartName="/ppt/slideLayouts/slideLayout115.xml"/>
  <Override ContentType="application/vnd.openxmlformats-officedocument.presentationml.slideLayout+xml" PartName="/ppt/slideLayouts/slideLayout301.xml"/>
  <Override ContentType="application/vnd.openxmlformats-officedocument.presentationml.slideLayout+xml" PartName="/ppt/slideLayouts/slideLayout192.xml"/>
  <Override ContentType="application/vnd.openxmlformats-officedocument.presentationml.slideLayout+xml" PartName="/ppt/slideLayouts/slideLayout82.xml"/>
  <Override ContentType="application/vnd.openxmlformats-officedocument.presentationml.slideLayout+xml" PartName="/ppt/slideLayouts/slideLayout132.xml"/>
  <Override ContentType="application/vnd.openxmlformats-officedocument.presentationml.slideLayout+xml" PartName="/ppt/slideLayouts/slideLayout175.xml"/>
  <Override ContentType="application/vnd.openxmlformats-officedocument.presentationml.slideLayout+xml" PartName="/ppt/slideLayouts/slideLayout297.xml"/>
  <Override ContentType="application/vnd.openxmlformats-officedocument.presentationml.slideLayout+xml" PartName="/ppt/slideLayouts/slideLayout211.xml"/>
  <Override ContentType="application/vnd.openxmlformats-officedocument.presentationml.slideLayout+xml" PartName="/ppt/slideLayouts/slideLayout100.xml"/>
  <Override ContentType="application/vnd.openxmlformats-officedocument.presentationml.slideLayout+xml" PartName="/ppt/slideLayouts/slideLayout237.xml"/>
  <Override ContentType="application/vnd.openxmlformats-officedocument.presentationml.slideLayout+xml" PartName="/ppt/slideLayouts/slideLayout143.xml"/>
  <Override ContentType="application/vnd.openxmlformats-officedocument.presentationml.slideLayout+xml" PartName="/ppt/slideLayouts/slideLayout271.xml"/>
  <Override ContentType="application/vnd.openxmlformats-officedocument.presentationml.slideLayout+xml" PartName="/ppt/slideLayouts/slideLayout126.xml"/>
  <Override ContentType="application/vnd.openxmlformats-officedocument.presentationml.slideLayout+xml" PartName="/ppt/slideLayouts/slideLayout87.xml"/>
  <Override ContentType="application/vnd.openxmlformats-officedocument.presentationml.slideLayout+xml" PartName="/ppt/slideLayouts/slideLayout254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50.xml"/>
  <Override ContentType="application/vnd.openxmlformats-officedocument.presentationml.slideLayout+xml" PartName="/ppt/slideLayouts/slideLayout44.xml"/>
  <Override ContentType="application/vnd.openxmlformats-officedocument.presentationml.slideLayout+xml" PartName="/ppt/slideLayouts/slideLayout169.xml"/>
  <Override ContentType="application/vnd.openxmlformats-officedocument.presentationml.slideLayout+xml" PartName="/ppt/slideLayouts/slideLayout93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86.xml"/>
  <Override ContentType="application/vnd.openxmlformats-officedocument.presentationml.slideLayout+xml" PartName="/ppt/slideLayouts/slideLayout160.xml"/>
  <Override ContentType="application/vnd.openxmlformats-officedocument.presentationml.slideMaster+xml" PartName="/ppt/slideMasters/slideMaster3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Master+xml" PartName="/ppt/slideMasters/slideMaster4.xml"/>
  <Override ContentType="application/vnd.openxmlformats-officedocument.presentationml.slideMaster+xml" PartName="/ppt/slideMasters/slideMaster5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6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theme+xml" PartName="/ppt/theme/theme4.xml"/>
  <Override ContentType="application/vnd.openxmlformats-officedocument.theme+xml" PartName="/ppt/theme/theme5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955" r:id="rId5"/>
    <p:sldMasterId id="2147483956" r:id="rId6"/>
    <p:sldMasterId id="2147483957" r:id="rId7"/>
    <p:sldMasterId id="2147483958" r:id="rId8"/>
    <p:sldMasterId id="2147483959" r:id="rId9"/>
  </p:sldMasterIdLst>
  <p:notesMasterIdLst>
    <p:notesMasterId r:id="rId10"/>
  </p:notesMasterIdLst>
  <p:sldIdLst>
    <p:sldId id="256" r:id="rId11"/>
    <p:sldId id="257" r:id="rId12"/>
    <p:sldId id="258" r:id="rId13"/>
    <p:sldId id="259" r:id="rId14"/>
    <p:sldId id="260" r:id="rId15"/>
    <p:sldId id="261" r:id="rId16"/>
    <p:sldId id="262" r:id="rId17"/>
    <p:sldId id="263" r:id="rId18"/>
    <p:sldId id="264" r:id="rId19"/>
    <p:sldId id="265" r:id="rId20"/>
    <p:sldId id="266" r:id="rId21"/>
    <p:sldId id="267" r:id="rId22"/>
    <p:sldId id="268" r:id="rId23"/>
    <p:sldId id="269" r:id="rId24"/>
    <p:sldId id="270" r:id="rId25"/>
    <p:sldId id="271" r:id="rId26"/>
    <p:sldId id="272" r:id="rId27"/>
    <p:sldId id="273" r:id="rId28"/>
    <p:sldId id="274" r:id="rId29"/>
    <p:sldId id="275" r:id="rId30"/>
    <p:sldId id="276" r:id="rId31"/>
    <p:sldId id="277" r:id="rId32"/>
    <p:sldId id="278" r:id="rId33"/>
    <p:sldId id="279" r:id="rId34"/>
    <p:sldId id="280" r:id="rId35"/>
    <p:sldId id="281" r:id="rId36"/>
    <p:sldId id="282" r:id="rId37"/>
    <p:sldId id="283" r:id="rId38"/>
    <p:sldId id="284" r:id="rId39"/>
    <p:sldId id="285" r:id="rId40"/>
    <p:sldId id="286" r:id="rId41"/>
    <p:sldId id="287" r:id="rId42"/>
  </p:sldIdLst>
  <p:sldSz cy="5143500" cx="9144000"/>
  <p:notesSz cx="6858000" cy="9144000"/>
  <p:embeddedFontLst>
    <p:embeddedFont>
      <p:font typeface="Raleway SemiBold"/>
      <p:regular r:id="rId43"/>
      <p:bold r:id="rId44"/>
      <p:italic r:id="rId45"/>
      <p:boldItalic r:id="rId46"/>
    </p:embeddedFont>
    <p:embeddedFont>
      <p:font typeface="Raleway"/>
      <p:regular r:id="rId47"/>
      <p:bold r:id="rId48"/>
      <p:italic r:id="rId49"/>
      <p:boldItalic r:id="rId50"/>
    </p:embeddedFont>
    <p:embeddedFont>
      <p:font typeface="Montserrat SemiBold"/>
      <p:regular r:id="rId51"/>
      <p:bold r:id="rId52"/>
      <p:italic r:id="rId53"/>
      <p:boldItalic r:id="rId54"/>
    </p:embeddedFont>
    <p:embeddedFont>
      <p:font typeface="Gloria Hallelujah"/>
      <p:regular r:id="rId55"/>
    </p:embeddedFont>
    <p:embeddedFont>
      <p:font typeface="Poppins"/>
      <p:regular r:id="rId56"/>
      <p:bold r:id="rId57"/>
      <p:italic r:id="rId58"/>
      <p:boldItalic r:id="rId59"/>
    </p:embeddedFont>
    <p:embeddedFont>
      <p:font typeface="Montserrat Medium"/>
      <p:regular r:id="rId60"/>
      <p:bold r:id="rId61"/>
      <p:italic r:id="rId62"/>
      <p:boldItalic r:id="rId63"/>
    </p:embeddedFont>
    <p:embeddedFont>
      <p:font typeface="Lexend"/>
      <p:regular r:id="rId64"/>
      <p:bold r:id="rId65"/>
    </p:embeddedFont>
    <p:embeddedFont>
      <p:font typeface="Be Vietnam Pro"/>
      <p:regular r:id="rId66"/>
      <p:bold r:id="rId67"/>
      <p:italic r:id="rId68"/>
      <p:boldItalic r:id="rId69"/>
    </p:embeddedFont>
    <p:embeddedFont>
      <p:font typeface="Fira Sans Extra Condensed"/>
      <p:regular r:id="rId70"/>
      <p:bold r:id="rId71"/>
      <p:italic r:id="rId72"/>
      <p:boldItalic r:id="rId73"/>
    </p:embeddedFont>
    <p:embeddedFont>
      <p:font typeface="Luckiest Guy"/>
      <p:regular r:id="rId74"/>
    </p:embeddedFont>
    <p:embeddedFont>
      <p:font typeface="Century Gothic"/>
      <p:regular r:id="rId75"/>
      <p:bold r:id="rId76"/>
      <p:italic r:id="rId77"/>
      <p:boldItalic r:id="rId78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1620">
          <p15:clr>
            <a:srgbClr val="747775"/>
          </p15:clr>
        </p15:guide>
        <p15:guide id="2" pos="2880">
          <p15:clr>
            <a:srgbClr val="747775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441604F3-9C80-4188-92E6-868CB0B18B4D}">
  <a:tblStyle styleId="{441604F3-9C80-4188-92E6-868CB0B18B4D}" styleName="Table_0">
    <a:wholeTbl>
      <a:tcTxStyle b="off" i="off">
        <a:font>
          <a:latin typeface="Arial"/>
          <a:ea typeface="Arial"/>
          <a:cs typeface="Arial"/>
        </a:font>
        <a:schemeClr val="dk1"/>
      </a:tcTxStyle>
      <a:tcStyle>
        <a:tcBdr>
          <a:left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insideV>
        </a:tcBdr>
        <a:fill>
          <a:solidFill>
            <a:srgbClr val="E7EBF3"/>
          </a:solidFill>
        </a:fill>
      </a:tcStyle>
    </a:wholeTbl>
    <a:band1H>
      <a:tcTxStyle/>
      <a:tcStyle>
        <a:fill>
          <a:solidFill>
            <a:srgbClr val="CBD4E5"/>
          </a:solidFill>
        </a:fill>
      </a:tcStyle>
    </a:band1H>
    <a:band2H>
      <a:tcTxStyle/>
    </a:band2H>
    <a:band1V>
      <a:tcTxStyle/>
      <a:tcStyle>
        <a:fill>
          <a:solidFill>
            <a:srgbClr val="CBD4E5"/>
          </a:solidFill>
        </a:fill>
      </a:tcStyle>
    </a:band1V>
    <a:band2V>
      <a:tcTxStyle/>
    </a:band2V>
    <a:lastCol>
      <a:tcTxStyle b="on" i="off">
        <a:font>
          <a:latin typeface="Arial"/>
          <a:ea typeface="Arial"/>
          <a:cs typeface="Arial"/>
        </a:font>
        <a:schemeClr val="lt1"/>
      </a:tcTxStyle>
      <a:tcStyle>
        <a:fill>
          <a:solidFill>
            <a:schemeClr val="accent1"/>
          </a:solidFill>
        </a:fill>
      </a:tcStyle>
    </a:lastCol>
    <a:firstCol>
      <a:tcTxStyle b="on" i="off">
        <a:font>
          <a:latin typeface="Arial"/>
          <a:ea typeface="Arial"/>
          <a:cs typeface="Arial"/>
        </a:font>
        <a:schemeClr val="lt1"/>
      </a:tcTxStyle>
      <a:tcStyle>
        <a:fill>
          <a:solidFill>
            <a:schemeClr val="accent1"/>
          </a:solidFill>
        </a:fill>
      </a:tcStyle>
    </a:firstCol>
    <a:lastRow>
      <a:tcTxStyle b="on" i="off">
        <a:font>
          <a:latin typeface="Arial"/>
          <a:ea typeface="Arial"/>
          <a:cs typeface="Arial"/>
        </a:font>
        <a:schemeClr val="lt1"/>
      </a:tcTxStyle>
      <a:tcStyle>
        <a:tcBdr>
          <a:top>
            <a:ln cap="flat" cmpd="sng" w="381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top>
        </a:tcBdr>
        <a:fill>
          <a:solidFill>
            <a:schemeClr val="accent1"/>
          </a:solidFill>
        </a:fill>
      </a:tcStyle>
    </a:lastRow>
    <a:seCell>
      <a:tcTxStyle/>
    </a:seCell>
    <a:swCell>
      <a:tcTxStyle/>
    </a:swCell>
    <a:firstRow>
      <a:tcTxStyle b="on" i="off">
        <a:font>
          <a:latin typeface="Arial"/>
          <a:ea typeface="Arial"/>
          <a:cs typeface="Arial"/>
        </a:font>
        <a:schemeClr val="lt1"/>
      </a:tcTxStyle>
      <a:tcStyle>
        <a:tcBdr>
          <a:bottom>
            <a:ln cap="flat" cmpd="sng" w="381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bottom>
        </a:tcBdr>
        <a:fill>
          <a:solidFill>
            <a:schemeClr val="accent1"/>
          </a:solidFill>
        </a:fill>
      </a:tcStyle>
    </a:firstRow>
    <a:neCell>
      <a:tcTxStyle/>
    </a:neCell>
    <a:nwCell>
      <a:tcTxStyle/>
    </a:nwCell>
  </a:tblStyle>
  <a:tblStyle styleId="{6FAB5060-691C-455F-93F7-43A02E71D594}" styleName="Table_1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1620" orient="horz"/>
        <p:guide pos="2880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0.xml"/><Relationship Id="rId42" Type="http://schemas.openxmlformats.org/officeDocument/2006/relationships/slide" Target="slides/slide32.xml"/><Relationship Id="rId41" Type="http://schemas.openxmlformats.org/officeDocument/2006/relationships/slide" Target="slides/slide31.xml"/><Relationship Id="rId44" Type="http://schemas.openxmlformats.org/officeDocument/2006/relationships/font" Target="fonts/RalewaySemiBold-bold.fntdata"/><Relationship Id="rId43" Type="http://schemas.openxmlformats.org/officeDocument/2006/relationships/font" Target="fonts/RalewaySemiBold-regular.fntdata"/><Relationship Id="rId46" Type="http://schemas.openxmlformats.org/officeDocument/2006/relationships/font" Target="fonts/RalewaySemiBold-boldItalic.fntdata"/><Relationship Id="rId45" Type="http://schemas.openxmlformats.org/officeDocument/2006/relationships/font" Target="fonts/RalewaySemiBold-italic.fntdata"/><Relationship Id="rId1" Type="http://schemas.openxmlformats.org/officeDocument/2006/relationships/theme" Target="theme/theme3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tableStyles" Target="tableStyles.xml"/><Relationship Id="rId9" Type="http://schemas.openxmlformats.org/officeDocument/2006/relationships/slideMaster" Target="slideMasters/slideMaster5.xml"/><Relationship Id="rId48" Type="http://schemas.openxmlformats.org/officeDocument/2006/relationships/font" Target="fonts/Raleway-bold.fntdata"/><Relationship Id="rId47" Type="http://schemas.openxmlformats.org/officeDocument/2006/relationships/font" Target="fonts/Raleway-regular.fntdata"/><Relationship Id="rId49" Type="http://schemas.openxmlformats.org/officeDocument/2006/relationships/font" Target="fonts/Raleway-italic.fntdata"/><Relationship Id="rId5" Type="http://schemas.openxmlformats.org/officeDocument/2006/relationships/slideMaster" Target="slideMasters/slideMaster1.xml"/><Relationship Id="rId6" Type="http://schemas.openxmlformats.org/officeDocument/2006/relationships/slideMaster" Target="slideMasters/slideMaster2.xml"/><Relationship Id="rId7" Type="http://schemas.openxmlformats.org/officeDocument/2006/relationships/slideMaster" Target="slideMasters/slideMaster3.xml"/><Relationship Id="rId8" Type="http://schemas.openxmlformats.org/officeDocument/2006/relationships/slideMaster" Target="slideMasters/slideMaster4.xml"/><Relationship Id="rId73" Type="http://schemas.openxmlformats.org/officeDocument/2006/relationships/font" Target="fonts/FiraSansExtraCondensed-boldItalic.fntdata"/><Relationship Id="rId72" Type="http://schemas.openxmlformats.org/officeDocument/2006/relationships/font" Target="fonts/FiraSansExtraCondensed-italic.fntdata"/><Relationship Id="rId31" Type="http://schemas.openxmlformats.org/officeDocument/2006/relationships/slide" Target="slides/slide21.xml"/><Relationship Id="rId75" Type="http://schemas.openxmlformats.org/officeDocument/2006/relationships/font" Target="fonts/CenturyGothic-regular.fntdata"/><Relationship Id="rId30" Type="http://schemas.openxmlformats.org/officeDocument/2006/relationships/slide" Target="slides/slide20.xml"/><Relationship Id="rId74" Type="http://schemas.openxmlformats.org/officeDocument/2006/relationships/font" Target="fonts/LuckiestGuy-regular.fntdata"/><Relationship Id="rId33" Type="http://schemas.openxmlformats.org/officeDocument/2006/relationships/slide" Target="slides/slide23.xml"/><Relationship Id="rId77" Type="http://schemas.openxmlformats.org/officeDocument/2006/relationships/font" Target="fonts/CenturyGothic-italic.fntdata"/><Relationship Id="rId32" Type="http://schemas.openxmlformats.org/officeDocument/2006/relationships/slide" Target="slides/slide22.xml"/><Relationship Id="rId76" Type="http://schemas.openxmlformats.org/officeDocument/2006/relationships/font" Target="fonts/CenturyGothic-bold.fntdata"/><Relationship Id="rId35" Type="http://schemas.openxmlformats.org/officeDocument/2006/relationships/slide" Target="slides/slide25.xml"/><Relationship Id="rId34" Type="http://schemas.openxmlformats.org/officeDocument/2006/relationships/slide" Target="slides/slide24.xml"/><Relationship Id="rId78" Type="http://schemas.openxmlformats.org/officeDocument/2006/relationships/font" Target="fonts/CenturyGothic-boldItalic.fntdata"/><Relationship Id="rId71" Type="http://schemas.openxmlformats.org/officeDocument/2006/relationships/font" Target="fonts/FiraSansExtraCondensed-bold.fntdata"/><Relationship Id="rId70" Type="http://schemas.openxmlformats.org/officeDocument/2006/relationships/font" Target="fonts/FiraSansExtraCondensed-regular.fntdata"/><Relationship Id="rId37" Type="http://schemas.openxmlformats.org/officeDocument/2006/relationships/slide" Target="slides/slide27.xml"/><Relationship Id="rId36" Type="http://schemas.openxmlformats.org/officeDocument/2006/relationships/slide" Target="slides/slide26.xml"/><Relationship Id="rId39" Type="http://schemas.openxmlformats.org/officeDocument/2006/relationships/slide" Target="slides/slide29.xml"/><Relationship Id="rId38" Type="http://schemas.openxmlformats.org/officeDocument/2006/relationships/slide" Target="slides/slide28.xml"/><Relationship Id="rId62" Type="http://schemas.openxmlformats.org/officeDocument/2006/relationships/font" Target="fonts/MontserratMedium-italic.fntdata"/><Relationship Id="rId61" Type="http://schemas.openxmlformats.org/officeDocument/2006/relationships/font" Target="fonts/MontserratMedium-bold.fntdata"/><Relationship Id="rId20" Type="http://schemas.openxmlformats.org/officeDocument/2006/relationships/slide" Target="slides/slide10.xml"/><Relationship Id="rId64" Type="http://schemas.openxmlformats.org/officeDocument/2006/relationships/font" Target="fonts/Lexend-regular.fntdata"/><Relationship Id="rId63" Type="http://schemas.openxmlformats.org/officeDocument/2006/relationships/font" Target="fonts/MontserratMedium-boldItalic.fntdata"/><Relationship Id="rId22" Type="http://schemas.openxmlformats.org/officeDocument/2006/relationships/slide" Target="slides/slide12.xml"/><Relationship Id="rId66" Type="http://schemas.openxmlformats.org/officeDocument/2006/relationships/font" Target="fonts/BeVietnamPro-regular.fntdata"/><Relationship Id="rId21" Type="http://schemas.openxmlformats.org/officeDocument/2006/relationships/slide" Target="slides/slide11.xml"/><Relationship Id="rId65" Type="http://schemas.openxmlformats.org/officeDocument/2006/relationships/font" Target="fonts/Lexend-bold.fntdata"/><Relationship Id="rId24" Type="http://schemas.openxmlformats.org/officeDocument/2006/relationships/slide" Target="slides/slide14.xml"/><Relationship Id="rId68" Type="http://schemas.openxmlformats.org/officeDocument/2006/relationships/font" Target="fonts/BeVietnamPro-italic.fntdata"/><Relationship Id="rId23" Type="http://schemas.openxmlformats.org/officeDocument/2006/relationships/slide" Target="slides/slide13.xml"/><Relationship Id="rId67" Type="http://schemas.openxmlformats.org/officeDocument/2006/relationships/font" Target="fonts/BeVietnamPro-bold.fntdata"/><Relationship Id="rId60" Type="http://schemas.openxmlformats.org/officeDocument/2006/relationships/font" Target="fonts/MontserratMedium-regular.fntdata"/><Relationship Id="rId26" Type="http://schemas.openxmlformats.org/officeDocument/2006/relationships/slide" Target="slides/slide16.xml"/><Relationship Id="rId25" Type="http://schemas.openxmlformats.org/officeDocument/2006/relationships/slide" Target="slides/slide15.xml"/><Relationship Id="rId69" Type="http://schemas.openxmlformats.org/officeDocument/2006/relationships/font" Target="fonts/BeVietnamPro-boldItalic.fntdata"/><Relationship Id="rId28" Type="http://schemas.openxmlformats.org/officeDocument/2006/relationships/slide" Target="slides/slide18.xml"/><Relationship Id="rId27" Type="http://schemas.openxmlformats.org/officeDocument/2006/relationships/slide" Target="slides/slide17.xml"/><Relationship Id="rId29" Type="http://schemas.openxmlformats.org/officeDocument/2006/relationships/slide" Target="slides/slide19.xml"/><Relationship Id="rId51" Type="http://schemas.openxmlformats.org/officeDocument/2006/relationships/font" Target="fonts/MontserratSemiBold-regular.fntdata"/><Relationship Id="rId50" Type="http://schemas.openxmlformats.org/officeDocument/2006/relationships/font" Target="fonts/Raleway-boldItalic.fntdata"/><Relationship Id="rId53" Type="http://schemas.openxmlformats.org/officeDocument/2006/relationships/font" Target="fonts/MontserratSemiBold-italic.fntdata"/><Relationship Id="rId52" Type="http://schemas.openxmlformats.org/officeDocument/2006/relationships/font" Target="fonts/MontserratSemiBold-bold.fntdata"/><Relationship Id="rId11" Type="http://schemas.openxmlformats.org/officeDocument/2006/relationships/slide" Target="slides/slide1.xml"/><Relationship Id="rId55" Type="http://schemas.openxmlformats.org/officeDocument/2006/relationships/font" Target="fonts/GloriaHallelujah-regular.fntdata"/><Relationship Id="rId10" Type="http://schemas.openxmlformats.org/officeDocument/2006/relationships/notesMaster" Target="notesMasters/notesMaster1.xml"/><Relationship Id="rId54" Type="http://schemas.openxmlformats.org/officeDocument/2006/relationships/font" Target="fonts/MontserratSemiBold-boldItalic.fntdata"/><Relationship Id="rId13" Type="http://schemas.openxmlformats.org/officeDocument/2006/relationships/slide" Target="slides/slide3.xml"/><Relationship Id="rId57" Type="http://schemas.openxmlformats.org/officeDocument/2006/relationships/font" Target="fonts/Poppins-bold.fntdata"/><Relationship Id="rId12" Type="http://schemas.openxmlformats.org/officeDocument/2006/relationships/slide" Target="slides/slide2.xml"/><Relationship Id="rId56" Type="http://schemas.openxmlformats.org/officeDocument/2006/relationships/font" Target="fonts/Poppins-regular.fntdata"/><Relationship Id="rId15" Type="http://schemas.openxmlformats.org/officeDocument/2006/relationships/slide" Target="slides/slide5.xml"/><Relationship Id="rId59" Type="http://schemas.openxmlformats.org/officeDocument/2006/relationships/font" Target="fonts/Poppins-boldItalic.fntdata"/><Relationship Id="rId14" Type="http://schemas.openxmlformats.org/officeDocument/2006/relationships/slide" Target="slides/slide4.xml"/><Relationship Id="rId58" Type="http://schemas.openxmlformats.org/officeDocument/2006/relationships/font" Target="fonts/Poppins-italic.fntdata"/><Relationship Id="rId17" Type="http://schemas.openxmlformats.org/officeDocument/2006/relationships/slide" Target="slides/slide7.xml"/><Relationship Id="rId16" Type="http://schemas.openxmlformats.org/officeDocument/2006/relationships/slide" Target="slides/slide6.xml"/><Relationship Id="rId19" Type="http://schemas.openxmlformats.org/officeDocument/2006/relationships/slide" Target="slides/slide9.xml"/><Relationship Id="rId18" Type="http://schemas.openxmlformats.org/officeDocument/2006/relationships/slide" Target="slides/slide8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340" name="Shape 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1" name="Google Shape;6341;p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42" name="Google Shape;6342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402" name="Shape 6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03" name="Google Shape;6403;g3e725750a49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04" name="Google Shape;6404;g3e725750a49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Monday - New Morphology , Reviewed learned word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Tuesday - Review Morphology, New learned word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Wed - New Morphology , Reviewed learned word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Thursday - Review Morphology, New learned word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Friday - review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416" name="Shape 6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17" name="Google Shape;6417;g343377d3233_0_0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418" name="Google Shape;6418;g343377d3233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286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/>
              <a:t>Sound Deck Drills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rabicPeriod"/>
            </a:pPr>
            <a:r>
              <a:rPr lang="en"/>
              <a:t>Teacher shows card and the class/group says the sound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rabicPeriod"/>
            </a:pPr>
            <a:r>
              <a:rPr lang="en"/>
              <a:t>Teacher shows the card and calls no a student to give the sound; class repeats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rabicPeriod"/>
            </a:pPr>
            <a:r>
              <a:rPr lang="en"/>
              <a:t>Random: teacher shows the sound and calls on a student to give the sound; the teacher calls on another student and asks for the sound, and so on. NOTE: do not do this order or tables or rows because students only pay attention their own word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rabicPeriod"/>
            </a:pPr>
            <a:r>
              <a:rPr lang="en"/>
              <a:t>Kinesthetic: Teacher shows card, the class traces on the table as they say the sound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rabicPeriod"/>
            </a:pPr>
            <a:r>
              <a:rPr lang="en"/>
              <a:t>Working Memory: Teacher hows card and asks for a specific group of student who meet the criteria to give the sound. Examples include:</a:t>
            </a:r>
            <a:endParaRPr/>
          </a:p>
          <a:p>
            <a:pPr indent="-298450" lvl="1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lphaLcPeriod"/>
            </a:pPr>
            <a:r>
              <a:rPr lang="en"/>
              <a:t>If you like soccer, give the sound</a:t>
            </a:r>
            <a:endParaRPr/>
          </a:p>
          <a:p>
            <a:pPr indent="-298450" lvl="1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lphaLcPeriod"/>
            </a:pPr>
            <a:r>
              <a:rPr lang="en"/>
              <a:t>If your birthday is in January, give the sound</a:t>
            </a:r>
            <a:endParaRPr/>
          </a:p>
          <a:p>
            <a:pPr indent="-298450" lvl="1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lphaLcPeriod"/>
            </a:pPr>
            <a:r>
              <a:rPr lang="en"/>
              <a:t>If you are wearing something blue, give the sound etc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rabicPeriod"/>
            </a:pPr>
            <a:r>
              <a:rPr lang="en"/>
              <a:t>Gross Motor: Have students do some gross motor activities:</a:t>
            </a:r>
            <a:endParaRPr/>
          </a:p>
          <a:p>
            <a:pPr indent="-298450" lvl="1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lphaLcPeriod"/>
            </a:pPr>
            <a:r>
              <a:rPr lang="en"/>
              <a:t>Stand up and give the sound</a:t>
            </a:r>
            <a:endParaRPr/>
          </a:p>
          <a:p>
            <a:pPr indent="-298450" lvl="1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lphaLcPeriod"/>
            </a:pPr>
            <a:r>
              <a:rPr lang="en"/>
              <a:t>Raise your left hand and give the sound</a:t>
            </a:r>
            <a:endParaRPr/>
          </a:p>
          <a:p>
            <a:pPr indent="-298450" lvl="1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lphaLcPeriod"/>
            </a:pPr>
            <a:r>
              <a:rPr lang="en"/>
              <a:t>Jump on the spot and give the sound</a:t>
            </a:r>
            <a:endParaRPr/>
          </a:p>
          <a:p>
            <a:pPr indent="-298450" lvl="1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lphaLcPeriod"/>
            </a:pPr>
            <a:r>
              <a:rPr lang="en"/>
              <a:t>Touch you right ear and say the sound</a:t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424" name="Shape 6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25" name="Google Shape;6425;g37d5ab6d789_0_3197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426" name="Google Shape;6426;g37d5ab6d789_0_31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>
                <a:solidFill>
                  <a:schemeClr val="dk1"/>
                </a:solidFill>
              </a:rPr>
              <a:t>Root</a:t>
            </a:r>
            <a:r>
              <a:rPr b="1" lang="en">
                <a:solidFill>
                  <a:schemeClr val="dk1"/>
                </a:solidFill>
              </a:rPr>
              <a:t> - </a:t>
            </a:r>
            <a:br>
              <a:rPr b="1" lang="en">
                <a:solidFill>
                  <a:schemeClr val="dk1"/>
                </a:solidFill>
              </a:rPr>
            </a:br>
            <a:r>
              <a:rPr b="1" lang="en">
                <a:solidFill>
                  <a:schemeClr val="dk1"/>
                </a:solidFill>
              </a:rPr>
              <a:t>Keyword:</a:t>
            </a:r>
            <a:r>
              <a:rPr lang="en">
                <a:solidFill>
                  <a:schemeClr val="dk1"/>
                </a:solidFill>
              </a:rPr>
              <a:t> </a:t>
            </a:r>
            <a:br>
              <a:rPr lang="en">
                <a:solidFill>
                  <a:schemeClr val="dk1"/>
                </a:solidFill>
              </a:rPr>
            </a:br>
            <a:r>
              <a:rPr b="1" lang="en">
                <a:solidFill>
                  <a:schemeClr val="dk1"/>
                </a:solidFill>
              </a:rPr>
              <a:t>Meaning: </a:t>
            </a:r>
            <a:endParaRPr b="1">
              <a:solidFill>
                <a:schemeClr val="dk1"/>
              </a:solidFill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432" name="Shape 6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33" name="Google Shape;6433;g37d5ab6d789_0_3211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434" name="Google Shape;6434;g37d5ab6d789_0_32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>
                <a:solidFill>
                  <a:schemeClr val="dk1"/>
                </a:solidFill>
              </a:rPr>
              <a:t>Prefix - </a:t>
            </a:r>
            <a:br>
              <a:rPr b="1" lang="en">
                <a:solidFill>
                  <a:schemeClr val="dk1"/>
                </a:solidFill>
              </a:rPr>
            </a:br>
            <a:r>
              <a:rPr b="1" lang="en">
                <a:solidFill>
                  <a:schemeClr val="dk1"/>
                </a:solidFill>
              </a:rPr>
              <a:t>Keyword:</a:t>
            </a:r>
            <a:r>
              <a:rPr lang="en">
                <a:solidFill>
                  <a:schemeClr val="dk1"/>
                </a:solidFill>
              </a:rPr>
              <a:t> </a:t>
            </a:r>
            <a:br>
              <a:rPr lang="en">
                <a:solidFill>
                  <a:schemeClr val="dk1"/>
                </a:solidFill>
              </a:rPr>
            </a:br>
            <a:r>
              <a:rPr b="1" lang="en">
                <a:solidFill>
                  <a:schemeClr val="dk1"/>
                </a:solidFill>
              </a:rPr>
              <a:t>Meaning: </a:t>
            </a:r>
            <a:endParaRPr>
              <a:solidFill>
                <a:schemeClr val="dk1"/>
              </a:solidFill>
            </a:endParaRPr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440" name="Shape 64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41" name="Google Shape;6441;g37d5ab6d789_0_3232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442" name="Google Shape;6442;g37d5ab6d789_0_32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>
                <a:solidFill>
                  <a:schemeClr val="dk1"/>
                </a:solidFill>
              </a:rPr>
              <a:t>Suffix</a:t>
            </a:r>
            <a:r>
              <a:rPr b="1" lang="en">
                <a:solidFill>
                  <a:schemeClr val="dk1"/>
                </a:solidFill>
              </a:rPr>
              <a:t> - </a:t>
            </a:r>
            <a:br>
              <a:rPr b="1" lang="en">
                <a:solidFill>
                  <a:schemeClr val="dk1"/>
                </a:solidFill>
              </a:rPr>
            </a:br>
            <a:r>
              <a:rPr b="1" lang="en">
                <a:solidFill>
                  <a:schemeClr val="dk1"/>
                </a:solidFill>
              </a:rPr>
              <a:t>Keyword:</a:t>
            </a:r>
            <a:r>
              <a:rPr lang="en">
                <a:solidFill>
                  <a:schemeClr val="dk1"/>
                </a:solidFill>
              </a:rPr>
              <a:t> </a:t>
            </a:r>
            <a:br>
              <a:rPr lang="en">
                <a:solidFill>
                  <a:schemeClr val="dk1"/>
                </a:solidFill>
              </a:rPr>
            </a:br>
            <a:r>
              <a:rPr b="1" lang="en">
                <a:solidFill>
                  <a:schemeClr val="dk1"/>
                </a:solidFill>
              </a:rPr>
              <a:t>Meaning: </a:t>
            </a:r>
            <a:endParaRPr b="1">
              <a:solidFill>
                <a:schemeClr val="dk1"/>
              </a:solidFill>
            </a:endParaRP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448" name="Shape 6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49" name="Google Shape;6449;g343377d3233_0_79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450" name="Google Shape;6450;g343377d3233_0_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/>
              <a:t>WORDS TO READ: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en"/>
              <a:t>After the student decode, teacher asks students if there are words they do not know and discuss meaning. 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en"/>
              <a:t>Repeat read to increase fluency and automaticity e.g. read row 2 and 5 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en"/>
              <a:t>For older students ask questions regarding: vocabulary, synonym, antonym, parts of speech, words with multiple meanings, analogies, categories etc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456" name="Shape 6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7" name="Google Shape;6457;g343377d3233_0_86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458" name="Google Shape;6458;g343377d3233_0_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8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>
                <a:solidFill>
                  <a:schemeClr val="dk1"/>
                </a:solidFill>
              </a:rPr>
              <a:t>Grammar &amp; Word Study Questions With Answers</a:t>
            </a:r>
            <a:endParaRPr b="1"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Which word is a </a:t>
            </a:r>
            <a:r>
              <a:rPr b="1" lang="en">
                <a:solidFill>
                  <a:schemeClr val="dk1"/>
                </a:solidFill>
              </a:rPr>
              <a:t>verb</a:t>
            </a:r>
            <a:r>
              <a:rPr lang="en">
                <a:solidFill>
                  <a:schemeClr val="dk1"/>
                </a:solidFill>
              </a:rPr>
              <a:t> meaning “to control by rules”?</a:t>
            </a:r>
            <a:br>
              <a:rPr lang="en">
                <a:solidFill>
                  <a:schemeClr val="dk1"/>
                </a:solidFill>
              </a:rPr>
            </a:br>
            <a:r>
              <a:rPr b="1" lang="en">
                <a:solidFill>
                  <a:schemeClr val="dk1"/>
                </a:solidFill>
              </a:rPr>
              <a:t>Answer:</a:t>
            </a:r>
            <a:r>
              <a:rPr lang="en">
                <a:solidFill>
                  <a:schemeClr val="dk1"/>
                </a:solidFill>
              </a:rPr>
              <a:t> regulate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Which word is an </a:t>
            </a:r>
            <a:r>
              <a:rPr b="1" lang="en">
                <a:solidFill>
                  <a:schemeClr val="dk1"/>
                </a:solidFill>
              </a:rPr>
              <a:t>adjective</a:t>
            </a:r>
            <a:r>
              <a:rPr lang="en">
                <a:solidFill>
                  <a:schemeClr val="dk1"/>
                </a:solidFill>
              </a:rPr>
              <a:t> describing something that bends easily?</a:t>
            </a:r>
            <a:br>
              <a:rPr lang="en">
                <a:solidFill>
                  <a:schemeClr val="dk1"/>
                </a:solidFill>
              </a:rPr>
            </a:br>
            <a:r>
              <a:rPr b="1" lang="en">
                <a:solidFill>
                  <a:schemeClr val="dk1"/>
                </a:solidFill>
              </a:rPr>
              <a:t>Answer:</a:t>
            </a:r>
            <a:r>
              <a:rPr lang="en">
                <a:solidFill>
                  <a:schemeClr val="dk1"/>
                </a:solidFill>
              </a:rPr>
              <a:t> flexible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Which word is a </a:t>
            </a:r>
            <a:r>
              <a:rPr b="1" lang="en">
                <a:solidFill>
                  <a:schemeClr val="dk1"/>
                </a:solidFill>
              </a:rPr>
              <a:t>noun</a:t>
            </a:r>
            <a:r>
              <a:rPr lang="en">
                <a:solidFill>
                  <a:schemeClr val="dk1"/>
                </a:solidFill>
              </a:rPr>
              <a:t> that names a person who helps someone?</a:t>
            </a:r>
            <a:br>
              <a:rPr lang="en">
                <a:solidFill>
                  <a:schemeClr val="dk1"/>
                </a:solidFill>
              </a:rPr>
            </a:br>
            <a:r>
              <a:rPr b="1" lang="en">
                <a:solidFill>
                  <a:schemeClr val="dk1"/>
                </a:solidFill>
              </a:rPr>
              <a:t>Answer:</a:t>
            </a:r>
            <a:r>
              <a:rPr lang="en">
                <a:solidFill>
                  <a:schemeClr val="dk1"/>
                </a:solidFill>
              </a:rPr>
              <a:t> assistant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Which word contains the root </a:t>
            </a:r>
            <a:r>
              <a:rPr b="1" lang="en">
                <a:solidFill>
                  <a:schemeClr val="dk1"/>
                </a:solidFill>
              </a:rPr>
              <a:t>ped/pod</a:t>
            </a:r>
            <a:r>
              <a:rPr lang="en">
                <a:solidFill>
                  <a:schemeClr val="dk1"/>
                </a:solidFill>
              </a:rPr>
              <a:t> meaning “foot”?</a:t>
            </a:r>
            <a:br>
              <a:rPr lang="en">
                <a:solidFill>
                  <a:schemeClr val="dk1"/>
                </a:solidFill>
              </a:rPr>
            </a:br>
            <a:r>
              <a:rPr b="1" lang="en">
                <a:solidFill>
                  <a:schemeClr val="dk1"/>
                </a:solidFill>
              </a:rPr>
              <a:t>Answer:</a:t>
            </a:r>
            <a:r>
              <a:rPr lang="en">
                <a:solidFill>
                  <a:schemeClr val="dk1"/>
                </a:solidFill>
              </a:rPr>
              <a:t> pedestrian or podiatrist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Which word contains the suffix </a:t>
            </a:r>
            <a:r>
              <a:rPr b="1" lang="en">
                <a:solidFill>
                  <a:schemeClr val="dk1"/>
                </a:solidFill>
              </a:rPr>
              <a:t>-cy</a:t>
            </a:r>
            <a:r>
              <a:rPr lang="en">
                <a:solidFill>
                  <a:schemeClr val="dk1"/>
                </a:solidFill>
              </a:rPr>
              <a:t> meaning “state or condition”?</a:t>
            </a:r>
            <a:br>
              <a:rPr lang="en">
                <a:solidFill>
                  <a:schemeClr val="dk1"/>
                </a:solidFill>
              </a:rPr>
            </a:br>
            <a:r>
              <a:rPr b="1" lang="en">
                <a:solidFill>
                  <a:schemeClr val="dk1"/>
                </a:solidFill>
              </a:rPr>
              <a:t>Answer:</a:t>
            </a:r>
            <a:r>
              <a:rPr lang="en">
                <a:solidFill>
                  <a:schemeClr val="dk1"/>
                </a:solidFill>
              </a:rPr>
              <a:t> literacy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Which word could be used as an </a:t>
            </a:r>
            <a:r>
              <a:rPr b="1" lang="en">
                <a:solidFill>
                  <a:schemeClr val="dk1"/>
                </a:solidFill>
              </a:rPr>
              <a:t>adjective</a:t>
            </a:r>
            <a:r>
              <a:rPr lang="en">
                <a:solidFill>
                  <a:schemeClr val="dk1"/>
                </a:solidFill>
              </a:rPr>
              <a:t> in this sentence: </a:t>
            </a:r>
            <a:r>
              <a:rPr i="1" lang="en">
                <a:solidFill>
                  <a:schemeClr val="dk1"/>
                </a:solidFill>
              </a:rPr>
              <a:t>The ___ student solved the problem quickly.</a:t>
            </a:r>
            <a:br>
              <a:rPr i="1" lang="en">
                <a:solidFill>
                  <a:schemeClr val="dk1"/>
                </a:solidFill>
              </a:rPr>
            </a:br>
            <a:r>
              <a:rPr b="1" lang="en">
                <a:solidFill>
                  <a:schemeClr val="dk1"/>
                </a:solidFill>
              </a:rPr>
              <a:t>Answer:</a:t>
            </a:r>
            <a:r>
              <a:rPr lang="en">
                <a:solidFill>
                  <a:schemeClr val="dk1"/>
                </a:solidFill>
              </a:rPr>
              <a:t> ordinary or flexible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Which word contains the root </a:t>
            </a:r>
            <a:r>
              <a:rPr b="1" lang="en">
                <a:solidFill>
                  <a:schemeClr val="dk1"/>
                </a:solidFill>
              </a:rPr>
              <a:t>capt/capit</a:t>
            </a:r>
            <a:r>
              <a:rPr lang="en">
                <a:solidFill>
                  <a:schemeClr val="dk1"/>
                </a:solidFill>
              </a:rPr>
              <a:t> meaning “head” or “leader”?</a:t>
            </a:r>
            <a:br>
              <a:rPr lang="en">
                <a:solidFill>
                  <a:schemeClr val="dk1"/>
                </a:solidFill>
              </a:rPr>
            </a:br>
            <a:r>
              <a:rPr b="1" lang="en">
                <a:solidFill>
                  <a:schemeClr val="dk1"/>
                </a:solidFill>
              </a:rPr>
              <a:t>Answer:</a:t>
            </a:r>
            <a:r>
              <a:rPr lang="en">
                <a:solidFill>
                  <a:schemeClr val="dk1"/>
                </a:solidFill>
              </a:rPr>
              <a:t> captain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Which word has the root </a:t>
            </a:r>
            <a:r>
              <a:rPr b="1" lang="en">
                <a:solidFill>
                  <a:schemeClr val="dk1"/>
                </a:solidFill>
              </a:rPr>
              <a:t>flect/flex</a:t>
            </a:r>
            <a:r>
              <a:rPr lang="en">
                <a:solidFill>
                  <a:schemeClr val="dk1"/>
                </a:solidFill>
              </a:rPr>
              <a:t> meaning “bend”?</a:t>
            </a:r>
            <a:br>
              <a:rPr lang="en">
                <a:solidFill>
                  <a:schemeClr val="dk1"/>
                </a:solidFill>
              </a:rPr>
            </a:br>
            <a:r>
              <a:rPr b="1" lang="en">
                <a:solidFill>
                  <a:schemeClr val="dk1"/>
                </a:solidFill>
              </a:rPr>
              <a:t>Answer:</a:t>
            </a:r>
            <a:r>
              <a:rPr lang="en">
                <a:solidFill>
                  <a:schemeClr val="dk1"/>
                </a:solidFill>
              </a:rPr>
              <a:t> flexible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Which word is an example of a </a:t>
            </a:r>
            <a:r>
              <a:rPr b="1" lang="en">
                <a:solidFill>
                  <a:schemeClr val="dk1"/>
                </a:solidFill>
              </a:rPr>
              <a:t>compound word</a:t>
            </a:r>
            <a:r>
              <a:rPr lang="en">
                <a:solidFill>
                  <a:schemeClr val="dk1"/>
                </a:solidFill>
              </a:rPr>
              <a:t>?</a:t>
            </a:r>
            <a:br>
              <a:rPr lang="en">
                <a:solidFill>
                  <a:schemeClr val="dk1"/>
                </a:solidFill>
              </a:rPr>
            </a:br>
            <a:r>
              <a:rPr b="1" lang="en">
                <a:solidFill>
                  <a:schemeClr val="dk1"/>
                </a:solidFill>
              </a:rPr>
              <a:t>Answer:</a:t>
            </a:r>
            <a:r>
              <a:rPr lang="en">
                <a:solidFill>
                  <a:schemeClr val="dk1"/>
                </a:solidFill>
              </a:rPr>
              <a:t> counterattack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Which word could be turned into an </a:t>
            </a:r>
            <a:r>
              <a:rPr b="1" lang="en">
                <a:solidFill>
                  <a:schemeClr val="dk1"/>
                </a:solidFill>
              </a:rPr>
              <a:t>adverb</a:t>
            </a:r>
            <a:r>
              <a:rPr lang="en">
                <a:solidFill>
                  <a:schemeClr val="dk1"/>
                </a:solidFill>
              </a:rPr>
              <a:t> by adding </a:t>
            </a:r>
            <a:r>
              <a:rPr b="1" lang="en">
                <a:solidFill>
                  <a:schemeClr val="dk1"/>
                </a:solidFill>
              </a:rPr>
              <a:t>-ly</a:t>
            </a:r>
            <a:r>
              <a:rPr lang="en">
                <a:solidFill>
                  <a:schemeClr val="dk1"/>
                </a:solidFill>
              </a:rPr>
              <a:t>?</a:t>
            </a:r>
            <a:br>
              <a:rPr lang="en">
                <a:solidFill>
                  <a:schemeClr val="dk1"/>
                </a:solidFill>
              </a:rPr>
            </a:br>
            <a:r>
              <a:rPr b="1" lang="en">
                <a:solidFill>
                  <a:schemeClr val="dk1"/>
                </a:solidFill>
              </a:rPr>
              <a:t>Answer:</a:t>
            </a:r>
            <a:r>
              <a:rPr lang="en">
                <a:solidFill>
                  <a:schemeClr val="dk1"/>
                </a:solidFill>
              </a:rPr>
              <a:t> ordinary → ordinarily or flexible → flexibly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8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>
                <a:solidFill>
                  <a:schemeClr val="dk1"/>
                </a:solidFill>
              </a:rPr>
              <a:t>Extension Questions With Answers</a:t>
            </a:r>
            <a:endParaRPr b="1"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Write a sentence using a </a:t>
            </a:r>
            <a:r>
              <a:rPr b="1" lang="en">
                <a:solidFill>
                  <a:schemeClr val="dk1"/>
                </a:solidFill>
              </a:rPr>
              <a:t>verb</a:t>
            </a:r>
            <a:r>
              <a:rPr lang="en">
                <a:solidFill>
                  <a:schemeClr val="dk1"/>
                </a:solidFill>
              </a:rPr>
              <a:t> from the list.</a:t>
            </a:r>
            <a:br>
              <a:rPr lang="en">
                <a:solidFill>
                  <a:schemeClr val="dk1"/>
                </a:solidFill>
              </a:rPr>
            </a:br>
            <a:r>
              <a:rPr b="1" lang="en">
                <a:solidFill>
                  <a:schemeClr val="dk1"/>
                </a:solidFill>
              </a:rPr>
              <a:t>Example Answer:</a:t>
            </a:r>
            <a:r>
              <a:rPr lang="en">
                <a:solidFill>
                  <a:schemeClr val="dk1"/>
                </a:solidFill>
              </a:rPr>
              <a:t> The teacher helped regulate the noisy classroom.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Write a sentence using an </a:t>
            </a:r>
            <a:r>
              <a:rPr b="1" lang="en">
                <a:solidFill>
                  <a:schemeClr val="dk1"/>
                </a:solidFill>
              </a:rPr>
              <a:t>adjective</a:t>
            </a:r>
            <a:r>
              <a:rPr lang="en">
                <a:solidFill>
                  <a:schemeClr val="dk1"/>
                </a:solidFill>
              </a:rPr>
              <a:t> from the list.</a:t>
            </a:r>
            <a:br>
              <a:rPr lang="en">
                <a:solidFill>
                  <a:schemeClr val="dk1"/>
                </a:solidFill>
              </a:rPr>
            </a:br>
            <a:r>
              <a:rPr b="1" lang="en">
                <a:solidFill>
                  <a:schemeClr val="dk1"/>
                </a:solidFill>
              </a:rPr>
              <a:t>Example Answer:</a:t>
            </a:r>
            <a:r>
              <a:rPr lang="en">
                <a:solidFill>
                  <a:schemeClr val="dk1"/>
                </a:solidFill>
              </a:rPr>
              <a:t> The flexible ruler bent without snapping.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Find a word with three syllables.</a:t>
            </a:r>
            <a:br>
              <a:rPr lang="en">
                <a:solidFill>
                  <a:schemeClr val="dk1"/>
                </a:solidFill>
              </a:rPr>
            </a:br>
            <a:r>
              <a:rPr b="1" lang="en">
                <a:solidFill>
                  <a:schemeClr val="dk1"/>
                </a:solidFill>
              </a:rPr>
              <a:t>Answer:</a:t>
            </a:r>
            <a:r>
              <a:rPr lang="en">
                <a:solidFill>
                  <a:schemeClr val="dk1"/>
                </a:solidFill>
              </a:rPr>
              <a:t> engineer / literacy / rectangle / captain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Find a word with the prefix </a:t>
            </a:r>
            <a:r>
              <a:rPr b="1" lang="en">
                <a:solidFill>
                  <a:schemeClr val="dk1"/>
                </a:solidFill>
              </a:rPr>
              <a:t>counter-</a:t>
            </a:r>
            <a:r>
              <a:rPr lang="en">
                <a:solidFill>
                  <a:schemeClr val="dk1"/>
                </a:solidFill>
              </a:rPr>
              <a:t>. What does the prefix mean?</a:t>
            </a:r>
            <a:br>
              <a:rPr lang="en">
                <a:solidFill>
                  <a:schemeClr val="dk1"/>
                </a:solidFill>
              </a:rPr>
            </a:br>
            <a:r>
              <a:rPr b="1" lang="en">
                <a:solidFill>
                  <a:schemeClr val="dk1"/>
                </a:solidFill>
              </a:rPr>
              <a:t>Answer:</a:t>
            </a:r>
            <a:r>
              <a:rPr lang="en">
                <a:solidFill>
                  <a:schemeClr val="dk1"/>
                </a:solidFill>
              </a:rPr>
              <a:t> counterattack</a:t>
            </a:r>
            <a:br>
              <a:rPr lang="en">
                <a:solidFill>
                  <a:schemeClr val="dk1"/>
                </a:solidFill>
              </a:rPr>
            </a:br>
            <a:r>
              <a:rPr b="1" lang="en">
                <a:solidFill>
                  <a:schemeClr val="dk1"/>
                </a:solidFill>
              </a:rPr>
              <a:t>Meaning:</a:t>
            </a:r>
            <a:r>
              <a:rPr lang="en">
                <a:solidFill>
                  <a:schemeClr val="dk1"/>
                </a:solidFill>
              </a:rPr>
              <a:t> against or opposite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">
                <a:solidFill>
                  <a:schemeClr val="dk1"/>
                </a:solidFill>
              </a:rPr>
              <a:t>Explain how the root </a:t>
            </a:r>
            <a:r>
              <a:rPr b="1" lang="en">
                <a:solidFill>
                  <a:schemeClr val="dk1"/>
                </a:solidFill>
              </a:rPr>
              <a:t>rect/reg</a:t>
            </a:r>
            <a:r>
              <a:rPr lang="en">
                <a:solidFill>
                  <a:schemeClr val="dk1"/>
                </a:solidFill>
              </a:rPr>
              <a:t> helps you understand the meaning of </a:t>
            </a:r>
            <a:r>
              <a:rPr i="1" lang="en">
                <a:solidFill>
                  <a:schemeClr val="dk1"/>
                </a:solidFill>
              </a:rPr>
              <a:t>regulate</a:t>
            </a:r>
            <a:r>
              <a:rPr lang="en">
                <a:solidFill>
                  <a:schemeClr val="dk1"/>
                </a:solidFill>
              </a:rPr>
              <a:t> or </a:t>
            </a:r>
            <a:r>
              <a:rPr i="1" lang="en">
                <a:solidFill>
                  <a:schemeClr val="dk1"/>
                </a:solidFill>
              </a:rPr>
              <a:t>rectangle</a:t>
            </a:r>
            <a:r>
              <a:rPr lang="en">
                <a:solidFill>
                  <a:schemeClr val="dk1"/>
                </a:solidFill>
              </a:rPr>
              <a:t>.</a:t>
            </a:r>
            <a:br>
              <a:rPr lang="en">
                <a:solidFill>
                  <a:schemeClr val="dk1"/>
                </a:solidFill>
              </a:rPr>
            </a:br>
            <a:r>
              <a:rPr b="1" lang="en">
                <a:solidFill>
                  <a:schemeClr val="dk1"/>
                </a:solidFill>
              </a:rPr>
              <a:t>Answer:</a:t>
            </a:r>
            <a:r>
              <a:rPr lang="en">
                <a:solidFill>
                  <a:schemeClr val="dk1"/>
                </a:solidFill>
              </a:rPr>
              <a:t> The root means “straight” or “rule.” A rectangle has straight sides, and regulate means to control by rules.</a:t>
            </a:r>
            <a:endParaRPr>
              <a:solidFill>
                <a:schemeClr val="dk1"/>
              </a:solidFill>
            </a:endParaRP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466" name="Shape 64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67" name="Google Shape;6467;g37a9e313418_0_199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468" name="Google Shape;6468;g37a9e313418_0_1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286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/>
              <a:t>Students copy sounds into books before spelling words. </a:t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474" name="Shape 6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75" name="Google Shape;6475;g37a9e313418_0_206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476" name="Google Shape;6476;g37a9e313418_0_2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b="1" u="sng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491" name="Shape 64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92" name="Google Shape;6492;g343377d3233_0_95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493" name="Google Shape;6493;g343377d3233_0_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499" name="Shape 64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00" name="Google Shape;6500;g3f7f6ff97a8_1_5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501" name="Google Shape;6501;g3f7f6ff97a8_1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Word to spell: </a:t>
            </a:r>
            <a:r>
              <a:rPr b="1" lang="en"/>
              <a:t>XYZ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Use word in a sentence.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Click to reveal answer.</a:t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508" name="Shape 6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09" name="Google Shape;6509;g343377d3233_0_209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510" name="Google Shape;6510;g343377d3233_0_20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PROCEDURE: </a:t>
            </a:r>
            <a:br>
              <a:rPr lang="en">
                <a:solidFill>
                  <a:schemeClr val="dk1"/>
                </a:solidFill>
              </a:rPr>
            </a:br>
            <a:endParaRPr>
              <a:solidFill>
                <a:schemeClr val="dk1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</a:rPr>
              <a:t>Show prefix/suffix/root word and say sound</a:t>
            </a:r>
            <a:endParaRPr>
              <a:solidFill>
                <a:schemeClr val="dk1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</a:rPr>
              <a:t>Student repeat and traces three times and say.</a:t>
            </a:r>
            <a:endParaRPr>
              <a:solidFill>
                <a:schemeClr val="dk1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</a:rPr>
              <a:t>Teacher gives letter names, keyword and rule/position if there is one.</a:t>
            </a:r>
            <a:endParaRPr>
              <a:solidFill>
                <a:schemeClr val="dk1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</a:rPr>
              <a:t>Student writes three times in book.</a:t>
            </a:r>
            <a:endParaRPr>
              <a:solidFill>
                <a:schemeClr val="dk1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</a:rPr>
              <a:t>Students reads words with the new sound (underline the new sound in each word)</a:t>
            </a:r>
            <a:endParaRPr>
              <a:solidFill>
                <a:schemeClr val="dk1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</a:rPr>
              <a:t>Then, give spelling words.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516" name="Shape 6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17" name="Google Shape;6517;g3f7f6ff97a8_1_215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518" name="Google Shape;6518;g3f7f6ff97a8_1_2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>
                <a:solidFill>
                  <a:schemeClr val="dk1"/>
                </a:solidFill>
              </a:rPr>
              <a:t>Root - </a:t>
            </a:r>
            <a:br>
              <a:rPr b="1" lang="en">
                <a:solidFill>
                  <a:schemeClr val="dk1"/>
                </a:solidFill>
              </a:rPr>
            </a:br>
            <a:r>
              <a:rPr b="1" lang="en">
                <a:solidFill>
                  <a:schemeClr val="dk1"/>
                </a:solidFill>
              </a:rPr>
              <a:t>Keyword:</a:t>
            </a:r>
            <a:r>
              <a:rPr lang="en">
                <a:solidFill>
                  <a:schemeClr val="dk1"/>
                </a:solidFill>
              </a:rPr>
              <a:t> </a:t>
            </a:r>
            <a:br>
              <a:rPr lang="en">
                <a:solidFill>
                  <a:schemeClr val="dk1"/>
                </a:solidFill>
              </a:rPr>
            </a:br>
            <a:r>
              <a:rPr b="1" lang="en">
                <a:solidFill>
                  <a:schemeClr val="dk1"/>
                </a:solidFill>
              </a:rPr>
              <a:t>Meaning: </a:t>
            </a:r>
            <a:endParaRPr b="1">
              <a:solidFill>
                <a:schemeClr val="dk1"/>
              </a:solidFill>
            </a:endParaRPr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524" name="Shape 6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5" name="Google Shape;6525;g3f7f6ff97a8_1_222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526" name="Google Shape;6526;g3f7f6ff97a8_1_2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>
                <a:solidFill>
                  <a:schemeClr val="dk1"/>
                </a:solidFill>
              </a:rPr>
              <a:t>Prefix - </a:t>
            </a:r>
            <a:br>
              <a:rPr b="1" lang="en">
                <a:solidFill>
                  <a:schemeClr val="dk1"/>
                </a:solidFill>
              </a:rPr>
            </a:br>
            <a:r>
              <a:rPr b="1" lang="en">
                <a:solidFill>
                  <a:schemeClr val="dk1"/>
                </a:solidFill>
              </a:rPr>
              <a:t>Keyword:</a:t>
            </a:r>
            <a:r>
              <a:rPr lang="en">
                <a:solidFill>
                  <a:schemeClr val="dk1"/>
                </a:solidFill>
              </a:rPr>
              <a:t> </a:t>
            </a:r>
            <a:br>
              <a:rPr lang="en">
                <a:solidFill>
                  <a:schemeClr val="dk1"/>
                </a:solidFill>
              </a:rPr>
            </a:br>
            <a:r>
              <a:rPr b="1" lang="en">
                <a:solidFill>
                  <a:schemeClr val="dk1"/>
                </a:solidFill>
              </a:rPr>
              <a:t>Meaning: </a:t>
            </a:r>
            <a:endParaRPr>
              <a:solidFill>
                <a:schemeClr val="dk1"/>
              </a:solidFill>
            </a:endParaRPr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532" name="Shape 6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33" name="Google Shape;6533;g3f7f6ff97a8_1_229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534" name="Google Shape;6534;g3f7f6ff97a8_1_2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>
                <a:solidFill>
                  <a:schemeClr val="dk1"/>
                </a:solidFill>
              </a:rPr>
              <a:t>Suffix - </a:t>
            </a:r>
            <a:br>
              <a:rPr b="1" lang="en">
                <a:solidFill>
                  <a:schemeClr val="dk1"/>
                </a:solidFill>
              </a:rPr>
            </a:br>
            <a:r>
              <a:rPr b="1" lang="en">
                <a:solidFill>
                  <a:schemeClr val="dk1"/>
                </a:solidFill>
              </a:rPr>
              <a:t>Keyword:</a:t>
            </a:r>
            <a:r>
              <a:rPr lang="en">
                <a:solidFill>
                  <a:schemeClr val="dk1"/>
                </a:solidFill>
              </a:rPr>
              <a:t> </a:t>
            </a:r>
            <a:br>
              <a:rPr lang="en">
                <a:solidFill>
                  <a:schemeClr val="dk1"/>
                </a:solidFill>
              </a:rPr>
            </a:br>
            <a:r>
              <a:rPr b="1" lang="en">
                <a:solidFill>
                  <a:schemeClr val="dk1"/>
                </a:solidFill>
              </a:rPr>
              <a:t>Meaning: </a:t>
            </a:r>
            <a:endParaRPr b="1">
              <a:solidFill>
                <a:schemeClr val="dk1"/>
              </a:solidFill>
            </a:endParaRPr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540" name="Shape 6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1" name="Google Shape;6541;g343377d3233_0_224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542" name="Google Shape;6542;g343377d3233_0_2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547" name="Shape 65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8" name="Google Shape;6548;g343377d3233_0_230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549" name="Google Shape;6549;g343377d3233_0_2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Write meaning here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joint – A joint is a place where two parts join together, such as bones in the body.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enjoin – To enjoin is to join authority with instruction by ordering someone to do or not do something.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conjoin – To conjoin is to join two or more things together into one.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disjointed – Something disjointed seems broken apart, as if its parts no longer join smoothly.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rejoinder – A rejoinder is a reply that joins back into a conversation or argument.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jointly – To act jointly means to join with others in doing something together.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juncture – A juncture is a critical point where events or things join together.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conjunction – A conjunction is a word used to join phrases or clauses in a sentence.</a:t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557" name="Shape 65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8" name="Google Shape;6558;g343377d3233_0_240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559" name="Google Shape;6559;g343377d3233_0_2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564" name="Shape 65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65" name="Google Shape;6565;g343377d3233_0_246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566" name="Google Shape;6566;g343377d3233_0_2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Once finished, students write a fun sentence with one or more of the words. 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573" name="Shape 6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74" name="Google Shape;6574;g343377d3233_0_305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575" name="Google Shape;6575;g343377d3233_0_3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/>
              <a:t>PROCEDURE:</a:t>
            </a:r>
            <a:br>
              <a:rPr lang="en"/>
            </a:b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rabicPeriod"/>
            </a:pPr>
            <a:r>
              <a:rPr lang="en"/>
              <a:t>Write/Show word on the board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rabicPeriod"/>
            </a:pPr>
            <a:r>
              <a:rPr lang="en"/>
              <a:t>Teacher says word, students repeat</a:t>
            </a:r>
            <a:endParaRPr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SzPts val="1100"/>
              <a:buAutoNum type="arabicPeriod"/>
            </a:pPr>
            <a:r>
              <a:rPr lang="en">
                <a:solidFill>
                  <a:schemeClr val="dk1"/>
                </a:solidFill>
              </a:rPr>
              <a:t>Tell the student the ‘unfair’ part of the word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rabicPeriod"/>
            </a:pPr>
            <a:r>
              <a:rPr lang="en"/>
              <a:t>Say letter names, students repeat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rabicPeriod"/>
            </a:pPr>
            <a:r>
              <a:rPr lang="en"/>
              <a:t>Students copies using far point technique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rabicPeriod"/>
            </a:pPr>
            <a:r>
              <a:rPr lang="en"/>
              <a:t>Students writes 3 times as they say letter names (after each time, say word)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rabicPeriod"/>
            </a:pPr>
            <a:r>
              <a:rPr lang="en"/>
              <a:t>Closes eyes and writes in the air as they say the letter names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rabicPeriod"/>
            </a:pPr>
            <a:r>
              <a:rPr lang="en"/>
              <a:t>Open eyes, covers the learned word and writes from memory and checks using near point technique.</a:t>
            </a:r>
            <a:endParaRPr/>
          </a:p>
          <a:p>
            <a:pPr indent="-2286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/>
              <a:t>Teacher: Remind students that red words are words you have to STOP and think about. 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591" name="Shape 6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2" name="Google Shape;6592;g369aff379c4_0_1614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593" name="Google Shape;6593;g369aff379c4_0_16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👉 </a:t>
            </a:r>
            <a:r>
              <a:rPr b="1" lang="en">
                <a:solidFill>
                  <a:schemeClr val="dk1"/>
                </a:solidFill>
              </a:rPr>
              <a:t>/ˈdaːtə/</a:t>
            </a:r>
            <a:r>
              <a:rPr lang="en">
                <a:solidFill>
                  <a:schemeClr val="dk1"/>
                </a:solidFill>
              </a:rPr>
              <a:t> — sounds like </a:t>
            </a:r>
            <a:r>
              <a:rPr b="1" lang="en">
                <a:solidFill>
                  <a:schemeClr val="dk1"/>
                </a:solidFill>
              </a:rPr>
              <a:t>“dah-tuh.”</a:t>
            </a:r>
            <a:endParaRPr b="1"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So:</a:t>
            </a:r>
            <a:endParaRPr>
              <a:solidFill>
                <a:schemeClr val="dk1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</a:rPr>
              <a:t>The </a:t>
            </a:r>
            <a:r>
              <a:rPr b="1" lang="en">
                <a:solidFill>
                  <a:schemeClr val="dk1"/>
                </a:solidFill>
              </a:rPr>
              <a:t>first “a”</a:t>
            </a:r>
            <a:r>
              <a:rPr lang="en">
                <a:solidFill>
                  <a:schemeClr val="dk1"/>
                </a:solidFill>
              </a:rPr>
              <a:t> makes a </a:t>
            </a:r>
            <a:r>
              <a:rPr b="1" lang="en">
                <a:solidFill>
                  <a:schemeClr val="dk1"/>
                </a:solidFill>
              </a:rPr>
              <a:t>long “ah”</a:t>
            </a:r>
            <a:r>
              <a:rPr lang="en">
                <a:solidFill>
                  <a:schemeClr val="dk1"/>
                </a:solidFill>
              </a:rPr>
              <a:t> sound (like in </a:t>
            </a:r>
            <a:r>
              <a:rPr i="1" lang="en">
                <a:solidFill>
                  <a:schemeClr val="dk1"/>
                </a:solidFill>
              </a:rPr>
              <a:t>car</a:t>
            </a:r>
            <a:r>
              <a:rPr lang="en">
                <a:solidFill>
                  <a:schemeClr val="dk1"/>
                </a:solidFill>
              </a:rPr>
              <a:t>).</a:t>
            </a:r>
            <a:endParaRPr>
              <a:solidFill>
                <a:schemeClr val="dk1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</a:rPr>
              <a:t>The </a:t>
            </a:r>
            <a:r>
              <a:rPr b="1" lang="en">
                <a:solidFill>
                  <a:schemeClr val="dk1"/>
                </a:solidFill>
              </a:rPr>
              <a:t>second “a”</a:t>
            </a:r>
            <a:r>
              <a:rPr lang="en">
                <a:solidFill>
                  <a:schemeClr val="dk1"/>
                </a:solidFill>
              </a:rPr>
              <a:t> is a </a:t>
            </a:r>
            <a:r>
              <a:rPr b="1" lang="en">
                <a:solidFill>
                  <a:schemeClr val="dk1"/>
                </a:solidFill>
              </a:rPr>
              <a:t>schwa</a:t>
            </a:r>
            <a:r>
              <a:rPr lang="en">
                <a:solidFill>
                  <a:schemeClr val="dk1"/>
                </a:solidFill>
              </a:rPr>
              <a:t> sound — that soft </a:t>
            </a:r>
            <a:r>
              <a:rPr i="1" lang="en">
                <a:solidFill>
                  <a:schemeClr val="dk1"/>
                </a:solidFill>
              </a:rPr>
              <a:t>uh</a:t>
            </a:r>
            <a:r>
              <a:rPr lang="en">
                <a:solidFill>
                  <a:schemeClr val="dk1"/>
                </a:solidFill>
              </a:rPr>
              <a:t> sound we often hear at the end of words.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 sz="1300">
                <a:solidFill>
                  <a:schemeClr val="dk1"/>
                </a:solidFill>
              </a:rPr>
              <a:t>🇦🇺 Australian breakdown:</a:t>
            </a:r>
            <a:endParaRPr b="1" sz="1300">
              <a:solidFill>
                <a:schemeClr val="dk1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b="1" lang="en">
                <a:solidFill>
                  <a:schemeClr val="dk1"/>
                </a:solidFill>
              </a:rPr>
              <a:t>Spelling:</a:t>
            </a:r>
            <a:r>
              <a:rPr lang="en">
                <a:solidFill>
                  <a:schemeClr val="dk1"/>
                </a:solidFill>
              </a:rPr>
              <a:t> d a t a</a:t>
            </a:r>
            <a:endParaRPr>
              <a:solidFill>
                <a:schemeClr val="dk1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b="1" lang="en">
                <a:solidFill>
                  <a:schemeClr val="dk1"/>
                </a:solidFill>
              </a:rPr>
              <a:t>Pronunciation:</a:t>
            </a:r>
            <a:r>
              <a:rPr lang="en">
                <a:solidFill>
                  <a:schemeClr val="dk1"/>
                </a:solidFill>
              </a:rPr>
              <a:t> </a:t>
            </a:r>
            <a:r>
              <a:rPr b="1" lang="en">
                <a:solidFill>
                  <a:schemeClr val="dk1"/>
                </a:solidFill>
              </a:rPr>
              <a:t>DAH-tuh</a:t>
            </a:r>
            <a:endParaRPr b="1">
              <a:solidFill>
                <a:schemeClr val="dk1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b="1" lang="en">
                <a:solidFill>
                  <a:schemeClr val="dk1"/>
                </a:solidFill>
              </a:rPr>
              <a:t>Tricky part:</a:t>
            </a:r>
            <a:r>
              <a:rPr lang="en">
                <a:solidFill>
                  <a:schemeClr val="dk1"/>
                </a:solidFill>
              </a:rPr>
              <a:t> The </a:t>
            </a:r>
            <a:r>
              <a:rPr b="1" lang="en">
                <a:solidFill>
                  <a:schemeClr val="dk1"/>
                </a:solidFill>
              </a:rPr>
              <a:t>first “a”</a:t>
            </a:r>
            <a:r>
              <a:rPr lang="en">
                <a:solidFill>
                  <a:schemeClr val="dk1"/>
                </a:solidFill>
              </a:rPr>
              <a:t> doesn’t say its usual </a:t>
            </a:r>
            <a:r>
              <a:rPr i="1" lang="en">
                <a:solidFill>
                  <a:schemeClr val="dk1"/>
                </a:solidFill>
              </a:rPr>
              <a:t>short a</a:t>
            </a:r>
            <a:r>
              <a:rPr lang="en">
                <a:solidFill>
                  <a:schemeClr val="dk1"/>
                </a:solidFill>
              </a:rPr>
              <a:t> (as in </a:t>
            </a:r>
            <a:r>
              <a:rPr i="1" lang="en">
                <a:solidFill>
                  <a:schemeClr val="dk1"/>
                </a:solidFill>
              </a:rPr>
              <a:t>cat</a:t>
            </a:r>
            <a:r>
              <a:rPr lang="en">
                <a:solidFill>
                  <a:schemeClr val="dk1"/>
                </a:solidFill>
              </a:rPr>
              <a:t>) or </a:t>
            </a:r>
            <a:r>
              <a:rPr i="1" lang="en">
                <a:solidFill>
                  <a:schemeClr val="dk1"/>
                </a:solidFill>
              </a:rPr>
              <a:t>long a</a:t>
            </a:r>
            <a:r>
              <a:rPr lang="en">
                <a:solidFill>
                  <a:schemeClr val="dk1"/>
                </a:solidFill>
              </a:rPr>
              <a:t> (as in </a:t>
            </a:r>
            <a:r>
              <a:rPr i="1" lang="en">
                <a:solidFill>
                  <a:schemeClr val="dk1"/>
                </a:solidFill>
              </a:rPr>
              <a:t>day</a:t>
            </a:r>
            <a:r>
              <a:rPr lang="en">
                <a:solidFill>
                  <a:schemeClr val="dk1"/>
                </a:solidFill>
              </a:rPr>
              <a:t>); it’s that </a:t>
            </a:r>
            <a:r>
              <a:rPr i="1" lang="en">
                <a:solidFill>
                  <a:schemeClr val="dk1"/>
                </a:solidFill>
              </a:rPr>
              <a:t>ah</a:t>
            </a:r>
            <a:r>
              <a:rPr lang="en">
                <a:solidFill>
                  <a:schemeClr val="dk1"/>
                </a:solidFill>
              </a:rPr>
              <a:t> sound instead.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So you can teach:</a:t>
            </a:r>
            <a:br>
              <a:rPr lang="en">
                <a:solidFill>
                  <a:schemeClr val="dk1"/>
                </a:solidFill>
              </a:rPr>
            </a:br>
            <a:r>
              <a:rPr b="1" lang="en">
                <a:solidFill>
                  <a:schemeClr val="dk1"/>
                </a:solidFill>
              </a:rPr>
              <a:t>Tricky part:</a:t>
            </a:r>
            <a:r>
              <a:rPr lang="en">
                <a:solidFill>
                  <a:schemeClr val="dk1"/>
                </a:solidFill>
              </a:rPr>
              <a:t> The first </a:t>
            </a:r>
            <a:r>
              <a:rPr b="1" lang="en">
                <a:solidFill>
                  <a:schemeClr val="dk1"/>
                </a:solidFill>
              </a:rPr>
              <a:t>a</a:t>
            </a:r>
            <a:r>
              <a:rPr lang="en">
                <a:solidFill>
                  <a:schemeClr val="dk1"/>
                </a:solidFill>
              </a:rPr>
              <a:t> makes an </a:t>
            </a:r>
            <a:r>
              <a:rPr i="1" lang="en">
                <a:solidFill>
                  <a:schemeClr val="dk1"/>
                </a:solidFill>
              </a:rPr>
              <a:t>ah</a:t>
            </a:r>
            <a:r>
              <a:rPr lang="en">
                <a:solidFill>
                  <a:schemeClr val="dk1"/>
                </a:solidFill>
              </a:rPr>
              <a:t> sound in Australian English — “dah-tuh.”</a:t>
            </a:r>
            <a:endParaRPr>
              <a:solidFill>
                <a:schemeClr val="dk1"/>
              </a:solidFill>
            </a:endParaRPr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600" name="Shape 66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01" name="Google Shape;6601;g3f7f6ff97a8_1_732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602" name="Google Shape;6602;g3f7f6ff97a8_1_7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👉 </a:t>
            </a:r>
            <a:r>
              <a:rPr b="1" lang="en">
                <a:solidFill>
                  <a:schemeClr val="dk1"/>
                </a:solidFill>
              </a:rPr>
              <a:t>/ˈdaːtə/</a:t>
            </a:r>
            <a:r>
              <a:rPr lang="en">
                <a:solidFill>
                  <a:schemeClr val="dk1"/>
                </a:solidFill>
              </a:rPr>
              <a:t> — sounds like </a:t>
            </a:r>
            <a:r>
              <a:rPr b="1" lang="en">
                <a:solidFill>
                  <a:schemeClr val="dk1"/>
                </a:solidFill>
              </a:rPr>
              <a:t>“dah-tuh.”</a:t>
            </a:r>
            <a:endParaRPr b="1"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So:</a:t>
            </a:r>
            <a:endParaRPr>
              <a:solidFill>
                <a:schemeClr val="dk1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</a:rPr>
              <a:t>The </a:t>
            </a:r>
            <a:r>
              <a:rPr b="1" lang="en">
                <a:solidFill>
                  <a:schemeClr val="dk1"/>
                </a:solidFill>
              </a:rPr>
              <a:t>first “a”</a:t>
            </a:r>
            <a:r>
              <a:rPr lang="en">
                <a:solidFill>
                  <a:schemeClr val="dk1"/>
                </a:solidFill>
              </a:rPr>
              <a:t> makes a </a:t>
            </a:r>
            <a:r>
              <a:rPr b="1" lang="en">
                <a:solidFill>
                  <a:schemeClr val="dk1"/>
                </a:solidFill>
              </a:rPr>
              <a:t>long “ah”</a:t>
            </a:r>
            <a:r>
              <a:rPr lang="en">
                <a:solidFill>
                  <a:schemeClr val="dk1"/>
                </a:solidFill>
              </a:rPr>
              <a:t> sound (like in </a:t>
            </a:r>
            <a:r>
              <a:rPr i="1" lang="en">
                <a:solidFill>
                  <a:schemeClr val="dk1"/>
                </a:solidFill>
              </a:rPr>
              <a:t>car</a:t>
            </a:r>
            <a:r>
              <a:rPr lang="en">
                <a:solidFill>
                  <a:schemeClr val="dk1"/>
                </a:solidFill>
              </a:rPr>
              <a:t>).</a:t>
            </a:r>
            <a:endParaRPr>
              <a:solidFill>
                <a:schemeClr val="dk1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</a:rPr>
              <a:t>The </a:t>
            </a:r>
            <a:r>
              <a:rPr b="1" lang="en">
                <a:solidFill>
                  <a:schemeClr val="dk1"/>
                </a:solidFill>
              </a:rPr>
              <a:t>second “a”</a:t>
            </a:r>
            <a:r>
              <a:rPr lang="en">
                <a:solidFill>
                  <a:schemeClr val="dk1"/>
                </a:solidFill>
              </a:rPr>
              <a:t> is a </a:t>
            </a:r>
            <a:r>
              <a:rPr b="1" lang="en">
                <a:solidFill>
                  <a:schemeClr val="dk1"/>
                </a:solidFill>
              </a:rPr>
              <a:t>schwa</a:t>
            </a:r>
            <a:r>
              <a:rPr lang="en">
                <a:solidFill>
                  <a:schemeClr val="dk1"/>
                </a:solidFill>
              </a:rPr>
              <a:t> sound — that soft </a:t>
            </a:r>
            <a:r>
              <a:rPr i="1" lang="en">
                <a:solidFill>
                  <a:schemeClr val="dk1"/>
                </a:solidFill>
              </a:rPr>
              <a:t>uh</a:t>
            </a:r>
            <a:r>
              <a:rPr lang="en">
                <a:solidFill>
                  <a:schemeClr val="dk1"/>
                </a:solidFill>
              </a:rPr>
              <a:t> sound we often hear at the end of words.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 sz="1300">
                <a:solidFill>
                  <a:schemeClr val="dk1"/>
                </a:solidFill>
              </a:rPr>
              <a:t>🇦🇺 Australian breakdown:</a:t>
            </a:r>
            <a:endParaRPr b="1" sz="1300">
              <a:solidFill>
                <a:schemeClr val="dk1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b="1" lang="en">
                <a:solidFill>
                  <a:schemeClr val="dk1"/>
                </a:solidFill>
              </a:rPr>
              <a:t>Spelling:</a:t>
            </a:r>
            <a:r>
              <a:rPr lang="en">
                <a:solidFill>
                  <a:schemeClr val="dk1"/>
                </a:solidFill>
              </a:rPr>
              <a:t> d a t a</a:t>
            </a:r>
            <a:endParaRPr>
              <a:solidFill>
                <a:schemeClr val="dk1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b="1" lang="en">
                <a:solidFill>
                  <a:schemeClr val="dk1"/>
                </a:solidFill>
              </a:rPr>
              <a:t>Pronunciation:</a:t>
            </a:r>
            <a:r>
              <a:rPr lang="en">
                <a:solidFill>
                  <a:schemeClr val="dk1"/>
                </a:solidFill>
              </a:rPr>
              <a:t> </a:t>
            </a:r>
            <a:r>
              <a:rPr b="1" lang="en">
                <a:solidFill>
                  <a:schemeClr val="dk1"/>
                </a:solidFill>
              </a:rPr>
              <a:t>DAH-tuh</a:t>
            </a:r>
            <a:endParaRPr b="1">
              <a:solidFill>
                <a:schemeClr val="dk1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b="1" lang="en">
                <a:solidFill>
                  <a:schemeClr val="dk1"/>
                </a:solidFill>
              </a:rPr>
              <a:t>Tricky part:</a:t>
            </a:r>
            <a:r>
              <a:rPr lang="en">
                <a:solidFill>
                  <a:schemeClr val="dk1"/>
                </a:solidFill>
              </a:rPr>
              <a:t> The </a:t>
            </a:r>
            <a:r>
              <a:rPr b="1" lang="en">
                <a:solidFill>
                  <a:schemeClr val="dk1"/>
                </a:solidFill>
              </a:rPr>
              <a:t>first “a”</a:t>
            </a:r>
            <a:r>
              <a:rPr lang="en">
                <a:solidFill>
                  <a:schemeClr val="dk1"/>
                </a:solidFill>
              </a:rPr>
              <a:t> doesn’t say its usual </a:t>
            </a:r>
            <a:r>
              <a:rPr i="1" lang="en">
                <a:solidFill>
                  <a:schemeClr val="dk1"/>
                </a:solidFill>
              </a:rPr>
              <a:t>short a</a:t>
            </a:r>
            <a:r>
              <a:rPr lang="en">
                <a:solidFill>
                  <a:schemeClr val="dk1"/>
                </a:solidFill>
              </a:rPr>
              <a:t> (as in </a:t>
            </a:r>
            <a:r>
              <a:rPr i="1" lang="en">
                <a:solidFill>
                  <a:schemeClr val="dk1"/>
                </a:solidFill>
              </a:rPr>
              <a:t>cat</a:t>
            </a:r>
            <a:r>
              <a:rPr lang="en">
                <a:solidFill>
                  <a:schemeClr val="dk1"/>
                </a:solidFill>
              </a:rPr>
              <a:t>) or </a:t>
            </a:r>
            <a:r>
              <a:rPr i="1" lang="en">
                <a:solidFill>
                  <a:schemeClr val="dk1"/>
                </a:solidFill>
              </a:rPr>
              <a:t>long a</a:t>
            </a:r>
            <a:r>
              <a:rPr lang="en">
                <a:solidFill>
                  <a:schemeClr val="dk1"/>
                </a:solidFill>
              </a:rPr>
              <a:t> (as in </a:t>
            </a:r>
            <a:r>
              <a:rPr i="1" lang="en">
                <a:solidFill>
                  <a:schemeClr val="dk1"/>
                </a:solidFill>
              </a:rPr>
              <a:t>day</a:t>
            </a:r>
            <a:r>
              <a:rPr lang="en">
                <a:solidFill>
                  <a:schemeClr val="dk1"/>
                </a:solidFill>
              </a:rPr>
              <a:t>); it’s that </a:t>
            </a:r>
            <a:r>
              <a:rPr i="1" lang="en">
                <a:solidFill>
                  <a:schemeClr val="dk1"/>
                </a:solidFill>
              </a:rPr>
              <a:t>ah</a:t>
            </a:r>
            <a:r>
              <a:rPr lang="en">
                <a:solidFill>
                  <a:schemeClr val="dk1"/>
                </a:solidFill>
              </a:rPr>
              <a:t> sound instead.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So you can teach:</a:t>
            </a:r>
            <a:br>
              <a:rPr lang="en">
                <a:solidFill>
                  <a:schemeClr val="dk1"/>
                </a:solidFill>
              </a:rPr>
            </a:br>
            <a:r>
              <a:rPr b="1" lang="en">
                <a:solidFill>
                  <a:schemeClr val="dk1"/>
                </a:solidFill>
              </a:rPr>
              <a:t>Tricky part:</a:t>
            </a:r>
            <a:r>
              <a:rPr lang="en">
                <a:solidFill>
                  <a:schemeClr val="dk1"/>
                </a:solidFill>
              </a:rPr>
              <a:t> The first </a:t>
            </a:r>
            <a:r>
              <a:rPr b="1" lang="en">
                <a:solidFill>
                  <a:schemeClr val="dk1"/>
                </a:solidFill>
              </a:rPr>
              <a:t>a</a:t>
            </a:r>
            <a:r>
              <a:rPr lang="en">
                <a:solidFill>
                  <a:schemeClr val="dk1"/>
                </a:solidFill>
              </a:rPr>
              <a:t> makes an </a:t>
            </a:r>
            <a:r>
              <a:rPr i="1" lang="en">
                <a:solidFill>
                  <a:schemeClr val="dk1"/>
                </a:solidFill>
              </a:rPr>
              <a:t>ah</a:t>
            </a:r>
            <a:r>
              <a:rPr lang="en">
                <a:solidFill>
                  <a:schemeClr val="dk1"/>
                </a:solidFill>
              </a:rPr>
              <a:t> sound in Australian English — “dah-tuh.”</a:t>
            </a:r>
            <a:endParaRPr>
              <a:solidFill>
                <a:schemeClr val="dk1"/>
              </a:solidFill>
            </a:endParaRPr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609" name="Shape 66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10" name="Google Shape;6610;g3f7f6ff97a8_1_242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611" name="Google Shape;6611;g3f7f6ff97a8_1_2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/>
              <a:t>PROCEDURE:</a:t>
            </a:r>
            <a:br>
              <a:rPr lang="en"/>
            </a:b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rabicPeriod"/>
            </a:pPr>
            <a:r>
              <a:rPr lang="en"/>
              <a:t>Write/Show word on the board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rabicPeriod"/>
            </a:pPr>
            <a:r>
              <a:rPr lang="en"/>
              <a:t>Teacher says word, students repeat</a:t>
            </a:r>
            <a:endParaRPr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SzPts val="1100"/>
              <a:buAutoNum type="arabicPeriod"/>
            </a:pPr>
            <a:r>
              <a:rPr lang="en">
                <a:solidFill>
                  <a:schemeClr val="dk1"/>
                </a:solidFill>
              </a:rPr>
              <a:t>Tell the student the ‘unfair’ part of the word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rabicPeriod"/>
            </a:pPr>
            <a:r>
              <a:rPr lang="en"/>
              <a:t>Say letter names, students repeat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rabicPeriod"/>
            </a:pPr>
            <a:r>
              <a:rPr lang="en"/>
              <a:t>Students copies using far point technique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rabicPeriod"/>
            </a:pPr>
            <a:r>
              <a:rPr lang="en"/>
              <a:t>Students writes 3 times as they say letter names (after each time, say word)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rabicPeriod"/>
            </a:pPr>
            <a:r>
              <a:rPr lang="en"/>
              <a:t>Closes eyes and writes in the air as they say the letter names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rabicPeriod"/>
            </a:pPr>
            <a:r>
              <a:rPr lang="en"/>
              <a:t>Open eyes, covers the learned word and writes from memory and checks using near point technique.</a:t>
            </a:r>
            <a:endParaRPr/>
          </a:p>
          <a:p>
            <a:pPr indent="-2286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/>
              <a:t>Teacher: Remind students that red words are words you have to STOP and think about. 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627" name="Shape 66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28" name="Google Shape;6628;g3f7f6ff97a8_1_740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629" name="Google Shape;6629;g3f7f6ff97a8_1_7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👉 </a:t>
            </a:r>
            <a:r>
              <a:rPr b="1" lang="en">
                <a:solidFill>
                  <a:schemeClr val="dk1"/>
                </a:solidFill>
              </a:rPr>
              <a:t>/ˈdaːtə/</a:t>
            </a:r>
            <a:r>
              <a:rPr lang="en">
                <a:solidFill>
                  <a:schemeClr val="dk1"/>
                </a:solidFill>
              </a:rPr>
              <a:t> — sounds like </a:t>
            </a:r>
            <a:r>
              <a:rPr b="1" lang="en">
                <a:solidFill>
                  <a:schemeClr val="dk1"/>
                </a:solidFill>
              </a:rPr>
              <a:t>“dah-tuh.”</a:t>
            </a:r>
            <a:endParaRPr b="1"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So:</a:t>
            </a:r>
            <a:endParaRPr>
              <a:solidFill>
                <a:schemeClr val="dk1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</a:rPr>
              <a:t>The </a:t>
            </a:r>
            <a:r>
              <a:rPr b="1" lang="en">
                <a:solidFill>
                  <a:schemeClr val="dk1"/>
                </a:solidFill>
              </a:rPr>
              <a:t>first “a”</a:t>
            </a:r>
            <a:r>
              <a:rPr lang="en">
                <a:solidFill>
                  <a:schemeClr val="dk1"/>
                </a:solidFill>
              </a:rPr>
              <a:t> makes a </a:t>
            </a:r>
            <a:r>
              <a:rPr b="1" lang="en">
                <a:solidFill>
                  <a:schemeClr val="dk1"/>
                </a:solidFill>
              </a:rPr>
              <a:t>long “ah”</a:t>
            </a:r>
            <a:r>
              <a:rPr lang="en">
                <a:solidFill>
                  <a:schemeClr val="dk1"/>
                </a:solidFill>
              </a:rPr>
              <a:t> sound (like in </a:t>
            </a:r>
            <a:r>
              <a:rPr i="1" lang="en">
                <a:solidFill>
                  <a:schemeClr val="dk1"/>
                </a:solidFill>
              </a:rPr>
              <a:t>car</a:t>
            </a:r>
            <a:r>
              <a:rPr lang="en">
                <a:solidFill>
                  <a:schemeClr val="dk1"/>
                </a:solidFill>
              </a:rPr>
              <a:t>).</a:t>
            </a:r>
            <a:endParaRPr>
              <a:solidFill>
                <a:schemeClr val="dk1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</a:rPr>
              <a:t>The </a:t>
            </a:r>
            <a:r>
              <a:rPr b="1" lang="en">
                <a:solidFill>
                  <a:schemeClr val="dk1"/>
                </a:solidFill>
              </a:rPr>
              <a:t>second “a”</a:t>
            </a:r>
            <a:r>
              <a:rPr lang="en">
                <a:solidFill>
                  <a:schemeClr val="dk1"/>
                </a:solidFill>
              </a:rPr>
              <a:t> is a </a:t>
            </a:r>
            <a:r>
              <a:rPr b="1" lang="en">
                <a:solidFill>
                  <a:schemeClr val="dk1"/>
                </a:solidFill>
              </a:rPr>
              <a:t>schwa</a:t>
            </a:r>
            <a:r>
              <a:rPr lang="en">
                <a:solidFill>
                  <a:schemeClr val="dk1"/>
                </a:solidFill>
              </a:rPr>
              <a:t> sound — that soft </a:t>
            </a:r>
            <a:r>
              <a:rPr i="1" lang="en">
                <a:solidFill>
                  <a:schemeClr val="dk1"/>
                </a:solidFill>
              </a:rPr>
              <a:t>uh</a:t>
            </a:r>
            <a:r>
              <a:rPr lang="en">
                <a:solidFill>
                  <a:schemeClr val="dk1"/>
                </a:solidFill>
              </a:rPr>
              <a:t> sound we often hear at the end of words.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 sz="1300">
                <a:solidFill>
                  <a:schemeClr val="dk1"/>
                </a:solidFill>
              </a:rPr>
              <a:t>🇦🇺 Australian breakdown:</a:t>
            </a:r>
            <a:endParaRPr b="1" sz="1300">
              <a:solidFill>
                <a:schemeClr val="dk1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b="1" lang="en">
                <a:solidFill>
                  <a:schemeClr val="dk1"/>
                </a:solidFill>
              </a:rPr>
              <a:t>Spelling:</a:t>
            </a:r>
            <a:r>
              <a:rPr lang="en">
                <a:solidFill>
                  <a:schemeClr val="dk1"/>
                </a:solidFill>
              </a:rPr>
              <a:t> d a t a</a:t>
            </a:r>
            <a:endParaRPr>
              <a:solidFill>
                <a:schemeClr val="dk1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b="1" lang="en">
                <a:solidFill>
                  <a:schemeClr val="dk1"/>
                </a:solidFill>
              </a:rPr>
              <a:t>Pronunciation:</a:t>
            </a:r>
            <a:r>
              <a:rPr lang="en">
                <a:solidFill>
                  <a:schemeClr val="dk1"/>
                </a:solidFill>
              </a:rPr>
              <a:t> </a:t>
            </a:r>
            <a:r>
              <a:rPr b="1" lang="en">
                <a:solidFill>
                  <a:schemeClr val="dk1"/>
                </a:solidFill>
              </a:rPr>
              <a:t>DAH-tuh</a:t>
            </a:r>
            <a:endParaRPr b="1">
              <a:solidFill>
                <a:schemeClr val="dk1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b="1" lang="en">
                <a:solidFill>
                  <a:schemeClr val="dk1"/>
                </a:solidFill>
              </a:rPr>
              <a:t>Tricky part:</a:t>
            </a:r>
            <a:r>
              <a:rPr lang="en">
                <a:solidFill>
                  <a:schemeClr val="dk1"/>
                </a:solidFill>
              </a:rPr>
              <a:t> The </a:t>
            </a:r>
            <a:r>
              <a:rPr b="1" lang="en">
                <a:solidFill>
                  <a:schemeClr val="dk1"/>
                </a:solidFill>
              </a:rPr>
              <a:t>first “a”</a:t>
            </a:r>
            <a:r>
              <a:rPr lang="en">
                <a:solidFill>
                  <a:schemeClr val="dk1"/>
                </a:solidFill>
              </a:rPr>
              <a:t> doesn’t say its usual </a:t>
            </a:r>
            <a:r>
              <a:rPr i="1" lang="en">
                <a:solidFill>
                  <a:schemeClr val="dk1"/>
                </a:solidFill>
              </a:rPr>
              <a:t>short a</a:t>
            </a:r>
            <a:r>
              <a:rPr lang="en">
                <a:solidFill>
                  <a:schemeClr val="dk1"/>
                </a:solidFill>
              </a:rPr>
              <a:t> (as in </a:t>
            </a:r>
            <a:r>
              <a:rPr i="1" lang="en">
                <a:solidFill>
                  <a:schemeClr val="dk1"/>
                </a:solidFill>
              </a:rPr>
              <a:t>cat</a:t>
            </a:r>
            <a:r>
              <a:rPr lang="en">
                <a:solidFill>
                  <a:schemeClr val="dk1"/>
                </a:solidFill>
              </a:rPr>
              <a:t>) or </a:t>
            </a:r>
            <a:r>
              <a:rPr i="1" lang="en">
                <a:solidFill>
                  <a:schemeClr val="dk1"/>
                </a:solidFill>
              </a:rPr>
              <a:t>long a</a:t>
            </a:r>
            <a:r>
              <a:rPr lang="en">
                <a:solidFill>
                  <a:schemeClr val="dk1"/>
                </a:solidFill>
              </a:rPr>
              <a:t> (as in </a:t>
            </a:r>
            <a:r>
              <a:rPr i="1" lang="en">
                <a:solidFill>
                  <a:schemeClr val="dk1"/>
                </a:solidFill>
              </a:rPr>
              <a:t>day</a:t>
            </a:r>
            <a:r>
              <a:rPr lang="en">
                <a:solidFill>
                  <a:schemeClr val="dk1"/>
                </a:solidFill>
              </a:rPr>
              <a:t>); it’s that </a:t>
            </a:r>
            <a:r>
              <a:rPr i="1" lang="en">
                <a:solidFill>
                  <a:schemeClr val="dk1"/>
                </a:solidFill>
              </a:rPr>
              <a:t>ah</a:t>
            </a:r>
            <a:r>
              <a:rPr lang="en">
                <a:solidFill>
                  <a:schemeClr val="dk1"/>
                </a:solidFill>
              </a:rPr>
              <a:t> sound instead.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So you can teach:</a:t>
            </a:r>
            <a:br>
              <a:rPr lang="en">
                <a:solidFill>
                  <a:schemeClr val="dk1"/>
                </a:solidFill>
              </a:rPr>
            </a:br>
            <a:r>
              <a:rPr b="1" lang="en">
                <a:solidFill>
                  <a:schemeClr val="dk1"/>
                </a:solidFill>
              </a:rPr>
              <a:t>Tricky part:</a:t>
            </a:r>
            <a:r>
              <a:rPr lang="en">
                <a:solidFill>
                  <a:schemeClr val="dk1"/>
                </a:solidFill>
              </a:rPr>
              <a:t> The first </a:t>
            </a:r>
            <a:r>
              <a:rPr b="1" lang="en">
                <a:solidFill>
                  <a:schemeClr val="dk1"/>
                </a:solidFill>
              </a:rPr>
              <a:t>a</a:t>
            </a:r>
            <a:r>
              <a:rPr lang="en">
                <a:solidFill>
                  <a:schemeClr val="dk1"/>
                </a:solidFill>
              </a:rPr>
              <a:t> makes an </a:t>
            </a:r>
            <a:r>
              <a:rPr i="1" lang="en">
                <a:solidFill>
                  <a:schemeClr val="dk1"/>
                </a:solidFill>
              </a:rPr>
              <a:t>ah</a:t>
            </a:r>
            <a:r>
              <a:rPr lang="en">
                <a:solidFill>
                  <a:schemeClr val="dk1"/>
                </a:solidFill>
              </a:rPr>
              <a:t> sound in Australian English — “dah-tuh.”</a:t>
            </a:r>
            <a:endParaRPr>
              <a:solidFill>
                <a:schemeClr val="dk1"/>
              </a:solidFill>
            </a:endParaRPr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636" name="Shape 66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37" name="Google Shape;6637;g343377d3233_0_358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638" name="Google Shape;6638;g343377d3233_0_3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b="1" lang="en"/>
              <a:t>PROCEDURE:</a:t>
            </a:r>
            <a:br>
              <a:rPr b="1" lang="en"/>
            </a:br>
            <a:endParaRPr b="1"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AutoNum type="arabicPeriod"/>
            </a:pPr>
            <a:r>
              <a:rPr lang="en">
                <a:solidFill>
                  <a:schemeClr val="dk1"/>
                </a:solidFill>
              </a:rPr>
              <a:t>Remind or review new sound, rule, new learned words, capitalisation, punctuation rules covered before starting.</a:t>
            </a:r>
            <a:endParaRPr>
              <a:solidFill>
                <a:schemeClr val="dk1"/>
              </a:solidFill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rabicPeriod"/>
            </a:pPr>
            <a:r>
              <a:rPr lang="en"/>
              <a:t>Teacher says sentence, student repeat. If the sentence is long, teacher reads 1st phrase, students repeat and write. Teacher reads 2nd phrase, students repeat and write.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b="1" lang="en"/>
              <a:t>CORRECTION:</a:t>
            </a:r>
            <a:br>
              <a:rPr b="1" lang="en"/>
            </a:br>
            <a:endParaRPr b="1"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rabicPeriod"/>
            </a:pPr>
            <a:r>
              <a:rPr lang="en"/>
              <a:t>Learned word- look at student sheet or learned word wall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rabicPeriod"/>
            </a:pPr>
            <a:r>
              <a:rPr lang="en"/>
              <a:t>Phonetic words- fingerspell and stop at error and ask what letter makes the sound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rabicPeriod"/>
            </a:pPr>
            <a:r>
              <a:rPr lang="en"/>
              <a:t>Rules: remind the student about the rule </a:t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654" name="Shape 66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5" name="Google Shape;6655;g3f7f6ff97a8_1_504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656" name="Google Shape;6656;g3f7f6ff97a8_1_5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At the ceremony, she held a flag with an indigenous symbol.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665" name="Shape 6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6" name="Google Shape;6666;g3f7f6ff97a8_1_713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667" name="Google Shape;6667;g3f7f6ff97a8_1_7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At the ceremony, she held a flag with an indigenous symbol.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676" name="Shape 6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77" name="Google Shape;6677;g33069629c6f_0_0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678" name="Google Shape;6678;g33069629c6f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286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683" name="Shape 6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84" name="Google Shape;6684;g3f7f6ff97a8_1_7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85" name="Google Shape;6685;g3f7f6ff97a8_1_7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689" name="Shape 66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90" name="Google Shape;6690;g3f7f6ff97a8_1_7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91" name="Google Shape;6691;g3f7f6ff97a8_1_7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695" name="Shape 6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96" name="Google Shape;6696;g3f7f6ff97a8_1_7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97" name="Google Shape;6697;g3f7f6ff97a8_1_7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5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1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19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0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0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5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7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7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7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8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8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8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8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8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8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8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8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8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8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9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9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9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9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9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9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9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9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9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9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0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0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0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0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0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0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0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0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-69007" y="-101129"/>
            <a:ext cx="2299567" cy="1009729"/>
          </a:xfrm>
          <a:custGeom>
            <a:rect b="b" l="l" r="r" t="t"/>
            <a:pathLst>
              <a:path extrusionOk="0" h="6348" w="14457">
                <a:moveTo>
                  <a:pt x="0" y="1"/>
                </a:moveTo>
                <a:lnTo>
                  <a:pt x="0" y="6160"/>
                </a:lnTo>
                <a:cubicBezTo>
                  <a:pt x="307" y="6283"/>
                  <a:pt x="641" y="6348"/>
                  <a:pt x="972" y="6348"/>
                </a:cubicBezTo>
                <a:cubicBezTo>
                  <a:pt x="1431" y="6348"/>
                  <a:pt x="1886" y="6223"/>
                  <a:pt x="2259" y="5957"/>
                </a:cubicBezTo>
                <a:cubicBezTo>
                  <a:pt x="2971" y="5450"/>
                  <a:pt x="3272" y="4560"/>
                  <a:pt x="3620" y="3758"/>
                </a:cubicBezTo>
                <a:cubicBezTo>
                  <a:pt x="3967" y="2955"/>
                  <a:pt x="4504" y="2110"/>
                  <a:pt x="5362" y="1938"/>
                </a:cubicBezTo>
                <a:cubicBezTo>
                  <a:pt x="5472" y="1916"/>
                  <a:pt x="5582" y="1906"/>
                  <a:pt x="5692" y="1906"/>
                </a:cubicBezTo>
                <a:cubicBezTo>
                  <a:pt x="6160" y="1906"/>
                  <a:pt x="6628" y="2081"/>
                  <a:pt x="7080" y="2232"/>
                </a:cubicBezTo>
                <a:cubicBezTo>
                  <a:pt x="7585" y="2401"/>
                  <a:pt x="8141" y="2535"/>
                  <a:pt x="8672" y="2535"/>
                </a:cubicBezTo>
                <a:cubicBezTo>
                  <a:pt x="9138" y="2535"/>
                  <a:pt x="9586" y="2431"/>
                  <a:pt x="9965" y="2156"/>
                </a:cubicBezTo>
                <a:cubicBezTo>
                  <a:pt x="10504" y="1765"/>
                  <a:pt x="10846" y="1060"/>
                  <a:pt x="11419" y="789"/>
                </a:cubicBezTo>
                <a:lnTo>
                  <a:pt x="11420" y="789"/>
                </a:lnTo>
                <a:cubicBezTo>
                  <a:pt x="11436" y="781"/>
                  <a:pt x="11452" y="774"/>
                  <a:pt x="11469" y="767"/>
                </a:cubicBezTo>
                <a:cubicBezTo>
                  <a:pt x="11544" y="736"/>
                  <a:pt x="11623" y="712"/>
                  <a:pt x="11706" y="696"/>
                </a:cubicBezTo>
                <a:cubicBezTo>
                  <a:pt x="11777" y="683"/>
                  <a:pt x="11848" y="678"/>
                  <a:pt x="11919" y="678"/>
                </a:cubicBezTo>
                <a:cubicBezTo>
                  <a:pt x="12271" y="678"/>
                  <a:pt x="12623" y="809"/>
                  <a:pt x="12978" y="824"/>
                </a:cubicBezTo>
                <a:cubicBezTo>
                  <a:pt x="12999" y="824"/>
                  <a:pt x="13020" y="825"/>
                  <a:pt x="13041" y="825"/>
                </a:cubicBezTo>
                <a:cubicBezTo>
                  <a:pt x="13511" y="825"/>
                  <a:pt x="13977" y="611"/>
                  <a:pt x="14281" y="253"/>
                </a:cubicBezTo>
                <a:cubicBezTo>
                  <a:pt x="14348" y="175"/>
                  <a:pt x="14407" y="90"/>
                  <a:pt x="14457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" name="Google Shape;10;p2"/>
          <p:cNvSpPr/>
          <p:nvPr/>
        </p:nvSpPr>
        <p:spPr>
          <a:xfrm>
            <a:off x="-311600" y="3147069"/>
            <a:ext cx="4163302" cy="2268390"/>
          </a:xfrm>
          <a:custGeom>
            <a:rect b="b" l="l" r="r" t="t"/>
            <a:pathLst>
              <a:path extrusionOk="0" h="14261" w="26174">
                <a:moveTo>
                  <a:pt x="4863" y="0"/>
                </a:moveTo>
                <a:cubicBezTo>
                  <a:pt x="4600" y="0"/>
                  <a:pt x="4337" y="25"/>
                  <a:pt x="4079" y="86"/>
                </a:cubicBezTo>
                <a:cubicBezTo>
                  <a:pt x="3577" y="206"/>
                  <a:pt x="3127" y="469"/>
                  <a:pt x="2736" y="803"/>
                </a:cubicBezTo>
                <a:cubicBezTo>
                  <a:pt x="1930" y="1492"/>
                  <a:pt x="1836" y="3135"/>
                  <a:pt x="799" y="3280"/>
                </a:cubicBezTo>
                <a:cubicBezTo>
                  <a:pt x="128" y="3374"/>
                  <a:pt x="0" y="4462"/>
                  <a:pt x="66" y="4462"/>
                </a:cubicBezTo>
                <a:cubicBezTo>
                  <a:pt x="68" y="4462"/>
                  <a:pt x="70" y="4461"/>
                  <a:pt x="72" y="4459"/>
                </a:cubicBezTo>
                <a:lnTo>
                  <a:pt x="72" y="4459"/>
                </a:lnTo>
                <a:cubicBezTo>
                  <a:pt x="67" y="5698"/>
                  <a:pt x="63" y="6939"/>
                  <a:pt x="59" y="8179"/>
                </a:cubicBezTo>
                <a:cubicBezTo>
                  <a:pt x="56" y="8831"/>
                  <a:pt x="53" y="9483"/>
                  <a:pt x="51" y="10135"/>
                </a:cubicBezTo>
                <a:cubicBezTo>
                  <a:pt x="50" y="10457"/>
                  <a:pt x="49" y="10777"/>
                  <a:pt x="48" y="11099"/>
                </a:cubicBezTo>
                <a:cubicBezTo>
                  <a:pt x="47" y="11393"/>
                  <a:pt x="48" y="11687"/>
                  <a:pt x="100" y="11976"/>
                </a:cubicBezTo>
                <a:cubicBezTo>
                  <a:pt x="186" y="12456"/>
                  <a:pt x="458" y="12928"/>
                  <a:pt x="933" y="13108"/>
                </a:cubicBezTo>
                <a:cubicBezTo>
                  <a:pt x="1033" y="13146"/>
                  <a:pt x="1145" y="13169"/>
                  <a:pt x="1252" y="13169"/>
                </a:cubicBezTo>
                <a:cubicBezTo>
                  <a:pt x="1254" y="13169"/>
                  <a:pt x="1257" y="13169"/>
                  <a:pt x="1259" y="13169"/>
                </a:cubicBezTo>
                <a:cubicBezTo>
                  <a:pt x="1388" y="13167"/>
                  <a:pt x="1479" y="13054"/>
                  <a:pt x="1583" y="12989"/>
                </a:cubicBezTo>
                <a:cubicBezTo>
                  <a:pt x="1788" y="12861"/>
                  <a:pt x="2013" y="12777"/>
                  <a:pt x="2247" y="12724"/>
                </a:cubicBezTo>
                <a:cubicBezTo>
                  <a:pt x="2483" y="12671"/>
                  <a:pt x="2724" y="12651"/>
                  <a:pt x="2966" y="12651"/>
                </a:cubicBezTo>
                <a:cubicBezTo>
                  <a:pt x="3233" y="12651"/>
                  <a:pt x="3501" y="12676"/>
                  <a:pt x="3763" y="12707"/>
                </a:cubicBezTo>
                <a:cubicBezTo>
                  <a:pt x="4310" y="12772"/>
                  <a:pt x="4853" y="12875"/>
                  <a:pt x="5400" y="12938"/>
                </a:cubicBezTo>
                <a:cubicBezTo>
                  <a:pt x="6669" y="13085"/>
                  <a:pt x="7946" y="13111"/>
                  <a:pt x="9219" y="13205"/>
                </a:cubicBezTo>
                <a:cubicBezTo>
                  <a:pt x="9860" y="13253"/>
                  <a:pt x="10500" y="13317"/>
                  <a:pt x="11134" y="13424"/>
                </a:cubicBezTo>
                <a:cubicBezTo>
                  <a:pt x="11749" y="13526"/>
                  <a:pt x="12358" y="13663"/>
                  <a:pt x="12967" y="13796"/>
                </a:cubicBezTo>
                <a:cubicBezTo>
                  <a:pt x="14136" y="14051"/>
                  <a:pt x="15300" y="14261"/>
                  <a:pt x="16498" y="14261"/>
                </a:cubicBezTo>
                <a:cubicBezTo>
                  <a:pt x="16552" y="14261"/>
                  <a:pt x="16606" y="14260"/>
                  <a:pt x="16660" y="14259"/>
                </a:cubicBezTo>
                <a:cubicBezTo>
                  <a:pt x="17953" y="14238"/>
                  <a:pt x="19236" y="14050"/>
                  <a:pt x="20525" y="13980"/>
                </a:cubicBezTo>
                <a:cubicBezTo>
                  <a:pt x="21615" y="13919"/>
                  <a:pt x="22718" y="13973"/>
                  <a:pt x="23796" y="13769"/>
                </a:cubicBezTo>
                <a:cubicBezTo>
                  <a:pt x="24313" y="13670"/>
                  <a:pt x="24820" y="13506"/>
                  <a:pt x="25277" y="13242"/>
                </a:cubicBezTo>
                <a:cubicBezTo>
                  <a:pt x="25711" y="12992"/>
                  <a:pt x="26148" y="12628"/>
                  <a:pt x="26165" y="12087"/>
                </a:cubicBezTo>
                <a:cubicBezTo>
                  <a:pt x="26174" y="11806"/>
                  <a:pt x="26071" y="11536"/>
                  <a:pt x="25960" y="11284"/>
                </a:cubicBezTo>
                <a:cubicBezTo>
                  <a:pt x="25831" y="10995"/>
                  <a:pt x="25692" y="10711"/>
                  <a:pt x="25556" y="10424"/>
                </a:cubicBezTo>
                <a:cubicBezTo>
                  <a:pt x="25280" y="9836"/>
                  <a:pt x="25017" y="9241"/>
                  <a:pt x="24726" y="8660"/>
                </a:cubicBezTo>
                <a:cubicBezTo>
                  <a:pt x="24617" y="8443"/>
                  <a:pt x="24475" y="8244"/>
                  <a:pt x="24244" y="8148"/>
                </a:cubicBezTo>
                <a:cubicBezTo>
                  <a:pt x="23992" y="8043"/>
                  <a:pt x="23700" y="8056"/>
                  <a:pt x="23431" y="8053"/>
                </a:cubicBezTo>
                <a:cubicBezTo>
                  <a:pt x="23345" y="8052"/>
                  <a:pt x="23259" y="8052"/>
                  <a:pt x="23173" y="8052"/>
                </a:cubicBezTo>
                <a:cubicBezTo>
                  <a:pt x="22618" y="8052"/>
                  <a:pt x="22062" y="8075"/>
                  <a:pt x="21508" y="8122"/>
                </a:cubicBezTo>
                <a:cubicBezTo>
                  <a:pt x="20999" y="8165"/>
                  <a:pt x="20489" y="8243"/>
                  <a:pt x="19978" y="8243"/>
                </a:cubicBezTo>
                <a:cubicBezTo>
                  <a:pt x="19867" y="8243"/>
                  <a:pt x="19756" y="8239"/>
                  <a:pt x="19645" y="8231"/>
                </a:cubicBezTo>
                <a:cubicBezTo>
                  <a:pt x="19110" y="8189"/>
                  <a:pt x="18609" y="8002"/>
                  <a:pt x="18163" y="7708"/>
                </a:cubicBezTo>
                <a:cubicBezTo>
                  <a:pt x="17269" y="7121"/>
                  <a:pt x="16691" y="6224"/>
                  <a:pt x="16067" y="5381"/>
                </a:cubicBezTo>
                <a:cubicBezTo>
                  <a:pt x="15751" y="4955"/>
                  <a:pt x="15397" y="4546"/>
                  <a:pt x="14929" y="4285"/>
                </a:cubicBezTo>
                <a:cubicBezTo>
                  <a:pt x="14463" y="4025"/>
                  <a:pt x="13935" y="3920"/>
                  <a:pt x="13408" y="3879"/>
                </a:cubicBezTo>
                <a:cubicBezTo>
                  <a:pt x="13154" y="3860"/>
                  <a:pt x="12899" y="3855"/>
                  <a:pt x="12643" y="3855"/>
                </a:cubicBezTo>
                <a:cubicBezTo>
                  <a:pt x="12450" y="3855"/>
                  <a:pt x="12257" y="3858"/>
                  <a:pt x="12064" y="3858"/>
                </a:cubicBezTo>
                <a:cubicBezTo>
                  <a:pt x="11487" y="3858"/>
                  <a:pt x="10912" y="3836"/>
                  <a:pt x="10354" y="3664"/>
                </a:cubicBezTo>
                <a:cubicBezTo>
                  <a:pt x="9893" y="3522"/>
                  <a:pt x="9465" y="3265"/>
                  <a:pt x="9185" y="2863"/>
                </a:cubicBezTo>
                <a:cubicBezTo>
                  <a:pt x="8887" y="2436"/>
                  <a:pt x="8747" y="1924"/>
                  <a:pt x="8473" y="1483"/>
                </a:cubicBezTo>
                <a:cubicBezTo>
                  <a:pt x="7915" y="585"/>
                  <a:pt x="6844" y="273"/>
                  <a:pt x="5861" y="99"/>
                </a:cubicBezTo>
                <a:cubicBezTo>
                  <a:pt x="5533" y="41"/>
                  <a:pt x="5197" y="0"/>
                  <a:pt x="4863" y="0"/>
                </a:cubicBezTo>
                <a:close/>
              </a:path>
            </a:pathLst>
          </a:custGeom>
          <a:solidFill>
            <a:schemeClr val="dk2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7386716" y="3243776"/>
            <a:ext cx="2068926" cy="2074970"/>
          </a:xfrm>
          <a:custGeom>
            <a:rect b="b" l="l" r="r" t="t"/>
            <a:pathLst>
              <a:path extrusionOk="0" h="13045" w="13007">
                <a:moveTo>
                  <a:pt x="11086" y="1"/>
                </a:moveTo>
                <a:cubicBezTo>
                  <a:pt x="10136" y="1"/>
                  <a:pt x="9220" y="578"/>
                  <a:pt x="8514" y="1160"/>
                </a:cubicBezTo>
                <a:cubicBezTo>
                  <a:pt x="7734" y="1801"/>
                  <a:pt x="7147" y="2603"/>
                  <a:pt x="6690" y="3499"/>
                </a:cubicBezTo>
                <a:cubicBezTo>
                  <a:pt x="6269" y="4325"/>
                  <a:pt x="5846" y="5241"/>
                  <a:pt x="4914" y="5581"/>
                </a:cubicBezTo>
                <a:cubicBezTo>
                  <a:pt x="3974" y="5923"/>
                  <a:pt x="2923" y="5759"/>
                  <a:pt x="2005" y="6187"/>
                </a:cubicBezTo>
                <a:cubicBezTo>
                  <a:pt x="1188" y="6570"/>
                  <a:pt x="602" y="7349"/>
                  <a:pt x="329" y="8196"/>
                </a:cubicBezTo>
                <a:cubicBezTo>
                  <a:pt x="1" y="9208"/>
                  <a:pt x="140" y="10320"/>
                  <a:pt x="509" y="11301"/>
                </a:cubicBezTo>
                <a:cubicBezTo>
                  <a:pt x="597" y="11534"/>
                  <a:pt x="989" y="11993"/>
                  <a:pt x="1051" y="11993"/>
                </a:cubicBezTo>
                <a:cubicBezTo>
                  <a:pt x="1057" y="11993"/>
                  <a:pt x="1060" y="11988"/>
                  <a:pt x="1059" y="11977"/>
                </a:cubicBezTo>
                <a:lnTo>
                  <a:pt x="1059" y="11977"/>
                </a:lnTo>
                <a:cubicBezTo>
                  <a:pt x="1717" y="12454"/>
                  <a:pt x="2513" y="12576"/>
                  <a:pt x="3318" y="12576"/>
                </a:cubicBezTo>
                <a:cubicBezTo>
                  <a:pt x="3796" y="12576"/>
                  <a:pt x="4277" y="12533"/>
                  <a:pt x="4735" y="12495"/>
                </a:cubicBezTo>
                <a:cubicBezTo>
                  <a:pt x="5450" y="12436"/>
                  <a:pt x="6168" y="12406"/>
                  <a:pt x="6885" y="12406"/>
                </a:cubicBezTo>
                <a:cubicBezTo>
                  <a:pt x="7827" y="12406"/>
                  <a:pt x="8769" y="12458"/>
                  <a:pt x="9706" y="12564"/>
                </a:cubicBezTo>
                <a:cubicBezTo>
                  <a:pt x="10641" y="12670"/>
                  <a:pt x="11568" y="12831"/>
                  <a:pt x="12485" y="13041"/>
                </a:cubicBezTo>
                <a:cubicBezTo>
                  <a:pt x="12495" y="13043"/>
                  <a:pt x="12505" y="13045"/>
                  <a:pt x="12515" y="13045"/>
                </a:cubicBezTo>
                <a:cubicBezTo>
                  <a:pt x="12578" y="13045"/>
                  <a:pt x="12630" y="12997"/>
                  <a:pt x="12632" y="12929"/>
                </a:cubicBezTo>
                <a:lnTo>
                  <a:pt x="12879" y="5509"/>
                </a:lnTo>
                <a:cubicBezTo>
                  <a:pt x="12900" y="4891"/>
                  <a:pt x="12920" y="4272"/>
                  <a:pt x="12940" y="3654"/>
                </a:cubicBezTo>
                <a:cubicBezTo>
                  <a:pt x="12960" y="3073"/>
                  <a:pt x="13006" y="2485"/>
                  <a:pt x="12985" y="1903"/>
                </a:cubicBezTo>
                <a:cubicBezTo>
                  <a:pt x="12967" y="1412"/>
                  <a:pt x="12856" y="914"/>
                  <a:pt x="12502" y="551"/>
                </a:cubicBezTo>
                <a:cubicBezTo>
                  <a:pt x="12188" y="228"/>
                  <a:pt x="11746" y="54"/>
                  <a:pt x="11303" y="11"/>
                </a:cubicBezTo>
                <a:cubicBezTo>
                  <a:pt x="11230" y="4"/>
                  <a:pt x="11158" y="1"/>
                  <a:pt x="11086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5446124" y="-346475"/>
            <a:ext cx="3877467" cy="1370005"/>
          </a:xfrm>
          <a:custGeom>
            <a:rect b="b" l="l" r="r" t="t"/>
            <a:pathLst>
              <a:path extrusionOk="0" h="8613" w="24377">
                <a:moveTo>
                  <a:pt x="22626" y="1"/>
                </a:moveTo>
                <a:cubicBezTo>
                  <a:pt x="22431" y="1"/>
                  <a:pt x="22241" y="55"/>
                  <a:pt x="22058" y="101"/>
                </a:cubicBezTo>
                <a:cubicBezTo>
                  <a:pt x="21511" y="238"/>
                  <a:pt x="20953" y="349"/>
                  <a:pt x="20391" y="439"/>
                </a:cubicBezTo>
                <a:cubicBezTo>
                  <a:pt x="18472" y="743"/>
                  <a:pt x="16508" y="793"/>
                  <a:pt x="14552" y="793"/>
                </a:cubicBezTo>
                <a:cubicBezTo>
                  <a:pt x="14183" y="793"/>
                  <a:pt x="13813" y="791"/>
                  <a:pt x="13445" y="789"/>
                </a:cubicBezTo>
                <a:cubicBezTo>
                  <a:pt x="11020" y="775"/>
                  <a:pt x="8592" y="763"/>
                  <a:pt x="6170" y="648"/>
                </a:cubicBezTo>
                <a:cubicBezTo>
                  <a:pt x="4959" y="590"/>
                  <a:pt x="3748" y="506"/>
                  <a:pt x="2545" y="383"/>
                </a:cubicBezTo>
                <a:cubicBezTo>
                  <a:pt x="2238" y="351"/>
                  <a:pt x="1932" y="316"/>
                  <a:pt x="1627" y="279"/>
                </a:cubicBezTo>
                <a:cubicBezTo>
                  <a:pt x="1398" y="252"/>
                  <a:pt x="1163" y="215"/>
                  <a:pt x="930" y="215"/>
                </a:cubicBezTo>
                <a:cubicBezTo>
                  <a:pt x="895" y="215"/>
                  <a:pt x="861" y="215"/>
                  <a:pt x="827" y="217"/>
                </a:cubicBezTo>
                <a:cubicBezTo>
                  <a:pt x="405" y="240"/>
                  <a:pt x="13" y="441"/>
                  <a:pt x="5" y="792"/>
                </a:cubicBezTo>
                <a:cubicBezTo>
                  <a:pt x="1" y="936"/>
                  <a:pt x="84" y="1057"/>
                  <a:pt x="235" y="1138"/>
                </a:cubicBezTo>
                <a:cubicBezTo>
                  <a:pt x="259" y="1152"/>
                  <a:pt x="283" y="1157"/>
                  <a:pt x="305" y="1157"/>
                </a:cubicBezTo>
                <a:cubicBezTo>
                  <a:pt x="307" y="1157"/>
                  <a:pt x="309" y="1157"/>
                  <a:pt x="311" y="1157"/>
                </a:cubicBezTo>
                <a:lnTo>
                  <a:pt x="311" y="1157"/>
                </a:lnTo>
                <a:cubicBezTo>
                  <a:pt x="180" y="1807"/>
                  <a:pt x="426" y="2480"/>
                  <a:pt x="944" y="3003"/>
                </a:cubicBezTo>
                <a:cubicBezTo>
                  <a:pt x="1219" y="3281"/>
                  <a:pt x="1569" y="3518"/>
                  <a:pt x="1974" y="3679"/>
                </a:cubicBezTo>
                <a:cubicBezTo>
                  <a:pt x="2424" y="3858"/>
                  <a:pt x="2928" y="3933"/>
                  <a:pt x="3430" y="3957"/>
                </a:cubicBezTo>
                <a:cubicBezTo>
                  <a:pt x="3565" y="3964"/>
                  <a:pt x="3702" y="3967"/>
                  <a:pt x="3838" y="3967"/>
                </a:cubicBezTo>
                <a:cubicBezTo>
                  <a:pt x="4389" y="3967"/>
                  <a:pt x="4946" y="3924"/>
                  <a:pt x="5497" y="3924"/>
                </a:cubicBezTo>
                <a:cubicBezTo>
                  <a:pt x="5880" y="3924"/>
                  <a:pt x="6260" y="3944"/>
                  <a:pt x="6634" y="4014"/>
                </a:cubicBezTo>
                <a:cubicBezTo>
                  <a:pt x="7452" y="4167"/>
                  <a:pt x="8044" y="4590"/>
                  <a:pt x="8476" y="5128"/>
                </a:cubicBezTo>
                <a:cubicBezTo>
                  <a:pt x="8889" y="5644"/>
                  <a:pt x="9168" y="6215"/>
                  <a:pt x="9504" y="6761"/>
                </a:cubicBezTo>
                <a:cubicBezTo>
                  <a:pt x="9818" y="7272"/>
                  <a:pt x="10194" y="7795"/>
                  <a:pt x="10779" y="8153"/>
                </a:cubicBezTo>
                <a:cubicBezTo>
                  <a:pt x="11306" y="8477"/>
                  <a:pt x="11931" y="8612"/>
                  <a:pt x="12573" y="8612"/>
                </a:cubicBezTo>
                <a:cubicBezTo>
                  <a:pt x="12917" y="8612"/>
                  <a:pt x="13266" y="8573"/>
                  <a:pt x="13607" y="8503"/>
                </a:cubicBezTo>
                <a:cubicBezTo>
                  <a:pt x="14755" y="8264"/>
                  <a:pt x="15723" y="7708"/>
                  <a:pt x="16790" y="7327"/>
                </a:cubicBezTo>
                <a:cubicBezTo>
                  <a:pt x="17672" y="7012"/>
                  <a:pt x="18645" y="6819"/>
                  <a:pt x="19621" y="6819"/>
                </a:cubicBezTo>
                <a:cubicBezTo>
                  <a:pt x="19841" y="6819"/>
                  <a:pt x="20062" y="6829"/>
                  <a:pt x="20281" y="6849"/>
                </a:cubicBezTo>
                <a:cubicBezTo>
                  <a:pt x="21290" y="6943"/>
                  <a:pt x="22275" y="7285"/>
                  <a:pt x="22992" y="7844"/>
                </a:cubicBezTo>
                <a:cubicBezTo>
                  <a:pt x="23170" y="7982"/>
                  <a:pt x="23328" y="8133"/>
                  <a:pt x="23467" y="8296"/>
                </a:cubicBezTo>
                <a:cubicBezTo>
                  <a:pt x="23495" y="8329"/>
                  <a:pt x="23541" y="8346"/>
                  <a:pt x="23587" y="8346"/>
                </a:cubicBezTo>
                <a:cubicBezTo>
                  <a:pt x="23643" y="8346"/>
                  <a:pt x="23698" y="8320"/>
                  <a:pt x="23718" y="8271"/>
                </a:cubicBezTo>
                <a:cubicBezTo>
                  <a:pt x="24376" y="6550"/>
                  <a:pt x="24252" y="4734"/>
                  <a:pt x="23880" y="2982"/>
                </a:cubicBezTo>
                <a:cubicBezTo>
                  <a:pt x="23786" y="2536"/>
                  <a:pt x="23676" y="2093"/>
                  <a:pt x="23557" y="1650"/>
                </a:cubicBezTo>
                <a:cubicBezTo>
                  <a:pt x="23441" y="1217"/>
                  <a:pt x="23343" y="773"/>
                  <a:pt x="23189" y="348"/>
                </a:cubicBezTo>
                <a:cubicBezTo>
                  <a:pt x="23127" y="176"/>
                  <a:pt x="22987" y="38"/>
                  <a:pt x="22748" y="8"/>
                </a:cubicBezTo>
                <a:cubicBezTo>
                  <a:pt x="22707" y="3"/>
                  <a:pt x="22666" y="1"/>
                  <a:pt x="22626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7999891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" name="Google Shape;14;p2"/>
          <p:cNvSpPr/>
          <p:nvPr/>
        </p:nvSpPr>
        <p:spPr>
          <a:xfrm>
            <a:off x="7999891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" name="Google Shape;15;p2"/>
          <p:cNvSpPr/>
          <p:nvPr/>
        </p:nvSpPr>
        <p:spPr>
          <a:xfrm>
            <a:off x="7999891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" name="Google Shape;16;p2"/>
          <p:cNvSpPr txBox="1"/>
          <p:nvPr>
            <p:ph type="ctrTitle"/>
          </p:nvPr>
        </p:nvSpPr>
        <p:spPr>
          <a:xfrm>
            <a:off x="1069650" y="1237975"/>
            <a:ext cx="7004700" cy="1887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Gloria Hallelujah"/>
              <a:buNone/>
              <a:defRPr sz="4600"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17" name="Google Shape;17;p2"/>
          <p:cNvSpPr txBox="1"/>
          <p:nvPr>
            <p:ph idx="1" type="subTitle"/>
          </p:nvPr>
        </p:nvSpPr>
        <p:spPr>
          <a:xfrm>
            <a:off x="3327311" y="3762300"/>
            <a:ext cx="2489400" cy="670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aleway SemiBold"/>
              <a:buNone/>
              <a:defRPr sz="18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grpSp>
        <p:nvGrpSpPr>
          <p:cNvPr id="18" name="Google Shape;18;p2"/>
          <p:cNvGrpSpPr/>
          <p:nvPr/>
        </p:nvGrpSpPr>
        <p:grpSpPr>
          <a:xfrm>
            <a:off x="6771196" y="4117427"/>
            <a:ext cx="609627" cy="821484"/>
            <a:chOff x="4295900" y="1116675"/>
            <a:chExt cx="145125" cy="208875"/>
          </a:xfrm>
        </p:grpSpPr>
        <p:sp>
          <p:nvSpPr>
            <p:cNvPr id="19" name="Google Shape;19;p2"/>
            <p:cNvSpPr/>
            <p:nvPr/>
          </p:nvSpPr>
          <p:spPr>
            <a:xfrm>
              <a:off x="4295900" y="1116675"/>
              <a:ext cx="133450" cy="175625"/>
            </a:xfrm>
            <a:custGeom>
              <a:rect b="b" l="l" r="r" t="t"/>
              <a:pathLst>
                <a:path extrusionOk="0" h="7025" w="5338">
                  <a:moveTo>
                    <a:pt x="2701" y="136"/>
                  </a:moveTo>
                  <a:cubicBezTo>
                    <a:pt x="2815" y="136"/>
                    <a:pt x="2928" y="145"/>
                    <a:pt x="3039" y="165"/>
                  </a:cubicBezTo>
                  <a:cubicBezTo>
                    <a:pt x="3773" y="292"/>
                    <a:pt x="4450" y="847"/>
                    <a:pt x="4806" y="1613"/>
                  </a:cubicBezTo>
                  <a:cubicBezTo>
                    <a:pt x="5109" y="2268"/>
                    <a:pt x="5200" y="3057"/>
                    <a:pt x="5074" y="3956"/>
                  </a:cubicBezTo>
                  <a:cubicBezTo>
                    <a:pt x="5036" y="4222"/>
                    <a:pt x="4975" y="4524"/>
                    <a:pt x="4804" y="4758"/>
                  </a:cubicBezTo>
                  <a:lnTo>
                    <a:pt x="4782" y="4787"/>
                  </a:lnTo>
                  <a:cubicBezTo>
                    <a:pt x="4735" y="4849"/>
                    <a:pt x="4682" y="4920"/>
                    <a:pt x="4673" y="5011"/>
                  </a:cubicBezTo>
                  <a:cubicBezTo>
                    <a:pt x="4666" y="5087"/>
                    <a:pt x="4694" y="5158"/>
                    <a:pt x="4716" y="5215"/>
                  </a:cubicBezTo>
                  <a:lnTo>
                    <a:pt x="4984" y="5904"/>
                  </a:lnTo>
                  <a:cubicBezTo>
                    <a:pt x="5013" y="5977"/>
                    <a:pt x="5048" y="6068"/>
                    <a:pt x="5031" y="6145"/>
                  </a:cubicBezTo>
                  <a:cubicBezTo>
                    <a:pt x="5010" y="6239"/>
                    <a:pt x="4918" y="6308"/>
                    <a:pt x="4817" y="6376"/>
                  </a:cubicBezTo>
                  <a:cubicBezTo>
                    <a:pt x="4410" y="6649"/>
                    <a:pt x="4041" y="6877"/>
                    <a:pt x="3626" y="6889"/>
                  </a:cubicBezTo>
                  <a:cubicBezTo>
                    <a:pt x="3619" y="6889"/>
                    <a:pt x="3613" y="6889"/>
                    <a:pt x="3606" y="6889"/>
                  </a:cubicBezTo>
                  <a:cubicBezTo>
                    <a:pt x="3294" y="6889"/>
                    <a:pt x="3188" y="6670"/>
                    <a:pt x="3049" y="6394"/>
                  </a:cubicBezTo>
                  <a:cubicBezTo>
                    <a:pt x="3017" y="6331"/>
                    <a:pt x="2984" y="6265"/>
                    <a:pt x="2948" y="6201"/>
                  </a:cubicBezTo>
                  <a:cubicBezTo>
                    <a:pt x="2900" y="6116"/>
                    <a:pt x="2845" y="6021"/>
                    <a:pt x="2762" y="5951"/>
                  </a:cubicBezTo>
                  <a:cubicBezTo>
                    <a:pt x="2696" y="5893"/>
                    <a:pt x="2617" y="5857"/>
                    <a:pt x="2547" y="5829"/>
                  </a:cubicBezTo>
                  <a:cubicBezTo>
                    <a:pt x="2420" y="5776"/>
                    <a:pt x="2289" y="5735"/>
                    <a:pt x="2162" y="5695"/>
                  </a:cubicBezTo>
                  <a:cubicBezTo>
                    <a:pt x="2026" y="5653"/>
                    <a:pt x="1886" y="5609"/>
                    <a:pt x="1755" y="5552"/>
                  </a:cubicBezTo>
                  <a:cubicBezTo>
                    <a:pt x="1017" y="5234"/>
                    <a:pt x="457" y="4448"/>
                    <a:pt x="293" y="3499"/>
                  </a:cubicBezTo>
                  <a:cubicBezTo>
                    <a:pt x="139" y="2612"/>
                    <a:pt x="332" y="1736"/>
                    <a:pt x="821" y="1094"/>
                  </a:cubicBezTo>
                  <a:cubicBezTo>
                    <a:pt x="1276" y="496"/>
                    <a:pt x="2000" y="136"/>
                    <a:pt x="2701" y="136"/>
                  </a:cubicBezTo>
                  <a:close/>
                  <a:moveTo>
                    <a:pt x="2703" y="1"/>
                  </a:moveTo>
                  <a:cubicBezTo>
                    <a:pt x="1960" y="1"/>
                    <a:pt x="1195" y="381"/>
                    <a:pt x="713" y="1012"/>
                  </a:cubicBezTo>
                  <a:cubicBezTo>
                    <a:pt x="202" y="1684"/>
                    <a:pt x="1" y="2598"/>
                    <a:pt x="160" y="3522"/>
                  </a:cubicBezTo>
                  <a:cubicBezTo>
                    <a:pt x="332" y="4515"/>
                    <a:pt x="923" y="5341"/>
                    <a:pt x="1702" y="5676"/>
                  </a:cubicBezTo>
                  <a:cubicBezTo>
                    <a:pt x="1839" y="5735"/>
                    <a:pt x="1982" y="5781"/>
                    <a:pt x="2121" y="5823"/>
                  </a:cubicBezTo>
                  <a:cubicBezTo>
                    <a:pt x="2246" y="5863"/>
                    <a:pt x="2374" y="5904"/>
                    <a:pt x="2496" y="5953"/>
                  </a:cubicBezTo>
                  <a:cubicBezTo>
                    <a:pt x="2558" y="5978"/>
                    <a:pt x="2623" y="6008"/>
                    <a:pt x="2674" y="6053"/>
                  </a:cubicBezTo>
                  <a:cubicBezTo>
                    <a:pt x="2740" y="6109"/>
                    <a:pt x="2786" y="6189"/>
                    <a:pt x="2830" y="6267"/>
                  </a:cubicBezTo>
                  <a:cubicBezTo>
                    <a:pt x="2865" y="6329"/>
                    <a:pt x="2897" y="6393"/>
                    <a:pt x="2928" y="6455"/>
                  </a:cubicBezTo>
                  <a:cubicBezTo>
                    <a:pt x="3069" y="6735"/>
                    <a:pt x="3214" y="7024"/>
                    <a:pt x="3607" y="7024"/>
                  </a:cubicBezTo>
                  <a:lnTo>
                    <a:pt x="3631" y="7024"/>
                  </a:lnTo>
                  <a:cubicBezTo>
                    <a:pt x="4118" y="7010"/>
                    <a:pt x="4566" y="6708"/>
                    <a:pt x="4893" y="6488"/>
                  </a:cubicBezTo>
                  <a:cubicBezTo>
                    <a:pt x="5012" y="6408"/>
                    <a:pt x="5132" y="6317"/>
                    <a:pt x="5164" y="6174"/>
                  </a:cubicBezTo>
                  <a:cubicBezTo>
                    <a:pt x="5189" y="6057"/>
                    <a:pt x="5144" y="5940"/>
                    <a:pt x="5110" y="5854"/>
                  </a:cubicBezTo>
                  <a:lnTo>
                    <a:pt x="4842" y="5165"/>
                  </a:lnTo>
                  <a:cubicBezTo>
                    <a:pt x="4824" y="5119"/>
                    <a:pt x="4804" y="5068"/>
                    <a:pt x="4808" y="5023"/>
                  </a:cubicBezTo>
                  <a:cubicBezTo>
                    <a:pt x="4813" y="4971"/>
                    <a:pt x="4851" y="4921"/>
                    <a:pt x="4891" y="4868"/>
                  </a:cubicBezTo>
                  <a:lnTo>
                    <a:pt x="4914" y="4839"/>
                  </a:lnTo>
                  <a:cubicBezTo>
                    <a:pt x="5102" y="4580"/>
                    <a:pt x="5168" y="4257"/>
                    <a:pt x="5207" y="3974"/>
                  </a:cubicBezTo>
                  <a:cubicBezTo>
                    <a:pt x="5338" y="3049"/>
                    <a:pt x="5244" y="2235"/>
                    <a:pt x="4929" y="1556"/>
                  </a:cubicBezTo>
                  <a:cubicBezTo>
                    <a:pt x="4555" y="750"/>
                    <a:pt x="3840" y="167"/>
                    <a:pt x="3062" y="31"/>
                  </a:cubicBezTo>
                  <a:cubicBezTo>
                    <a:pt x="2944" y="11"/>
                    <a:pt x="2824" y="1"/>
                    <a:pt x="2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4379125" y="1270250"/>
              <a:ext cx="61900" cy="55300"/>
            </a:xfrm>
            <a:custGeom>
              <a:rect b="b" l="l" r="r" t="t"/>
              <a:pathLst>
                <a:path extrusionOk="0" h="2212" w="2476">
                  <a:moveTo>
                    <a:pt x="1814" y="1"/>
                  </a:moveTo>
                  <a:cubicBezTo>
                    <a:pt x="1780" y="2"/>
                    <a:pt x="1746" y="29"/>
                    <a:pt x="1745" y="66"/>
                  </a:cubicBezTo>
                  <a:cubicBezTo>
                    <a:pt x="1743" y="104"/>
                    <a:pt x="1772" y="135"/>
                    <a:pt x="1809" y="137"/>
                  </a:cubicBezTo>
                  <a:cubicBezTo>
                    <a:pt x="1855" y="138"/>
                    <a:pt x="1900" y="161"/>
                    <a:pt x="1935" y="200"/>
                  </a:cubicBezTo>
                  <a:cubicBezTo>
                    <a:pt x="1968" y="237"/>
                    <a:pt x="1986" y="283"/>
                    <a:pt x="1983" y="328"/>
                  </a:cubicBezTo>
                  <a:cubicBezTo>
                    <a:pt x="1982" y="343"/>
                    <a:pt x="1980" y="357"/>
                    <a:pt x="1978" y="372"/>
                  </a:cubicBezTo>
                  <a:cubicBezTo>
                    <a:pt x="1969" y="421"/>
                    <a:pt x="1960" y="483"/>
                    <a:pt x="1992" y="540"/>
                  </a:cubicBezTo>
                  <a:cubicBezTo>
                    <a:pt x="2020" y="593"/>
                    <a:pt x="2070" y="618"/>
                    <a:pt x="2109" y="639"/>
                  </a:cubicBezTo>
                  <a:cubicBezTo>
                    <a:pt x="2137" y="653"/>
                    <a:pt x="2161" y="665"/>
                    <a:pt x="2171" y="681"/>
                  </a:cubicBezTo>
                  <a:cubicBezTo>
                    <a:pt x="2183" y="701"/>
                    <a:pt x="2178" y="736"/>
                    <a:pt x="2171" y="773"/>
                  </a:cubicBezTo>
                  <a:cubicBezTo>
                    <a:pt x="2163" y="832"/>
                    <a:pt x="2152" y="904"/>
                    <a:pt x="2199" y="967"/>
                  </a:cubicBezTo>
                  <a:cubicBezTo>
                    <a:pt x="2218" y="991"/>
                    <a:pt x="2243" y="1007"/>
                    <a:pt x="2262" y="1020"/>
                  </a:cubicBezTo>
                  <a:cubicBezTo>
                    <a:pt x="2269" y="1024"/>
                    <a:pt x="2277" y="1030"/>
                    <a:pt x="2283" y="1035"/>
                  </a:cubicBezTo>
                  <a:cubicBezTo>
                    <a:pt x="2328" y="1071"/>
                    <a:pt x="2332" y="1145"/>
                    <a:pt x="2314" y="1200"/>
                  </a:cubicBezTo>
                  <a:cubicBezTo>
                    <a:pt x="2290" y="1269"/>
                    <a:pt x="2231" y="1330"/>
                    <a:pt x="2179" y="1380"/>
                  </a:cubicBezTo>
                  <a:cubicBezTo>
                    <a:pt x="1861" y="1687"/>
                    <a:pt x="1469" y="1914"/>
                    <a:pt x="1045" y="2039"/>
                  </a:cubicBezTo>
                  <a:cubicBezTo>
                    <a:pt x="980" y="2059"/>
                    <a:pt x="912" y="2076"/>
                    <a:pt x="847" y="2076"/>
                  </a:cubicBezTo>
                  <a:cubicBezTo>
                    <a:pt x="828" y="2076"/>
                    <a:pt x="809" y="2075"/>
                    <a:pt x="790" y="2071"/>
                  </a:cubicBezTo>
                  <a:cubicBezTo>
                    <a:pt x="727" y="2061"/>
                    <a:pt x="651" y="2017"/>
                    <a:pt x="636" y="1947"/>
                  </a:cubicBezTo>
                  <a:cubicBezTo>
                    <a:pt x="632" y="1930"/>
                    <a:pt x="632" y="1909"/>
                    <a:pt x="631" y="1887"/>
                  </a:cubicBezTo>
                  <a:cubicBezTo>
                    <a:pt x="631" y="1842"/>
                    <a:pt x="628" y="1790"/>
                    <a:pt x="601" y="1741"/>
                  </a:cubicBezTo>
                  <a:cubicBezTo>
                    <a:pt x="563" y="1677"/>
                    <a:pt x="499" y="1649"/>
                    <a:pt x="442" y="1624"/>
                  </a:cubicBezTo>
                  <a:cubicBezTo>
                    <a:pt x="389" y="1601"/>
                    <a:pt x="356" y="1585"/>
                    <a:pt x="349" y="1561"/>
                  </a:cubicBezTo>
                  <a:cubicBezTo>
                    <a:pt x="343" y="1544"/>
                    <a:pt x="350" y="1518"/>
                    <a:pt x="356" y="1490"/>
                  </a:cubicBezTo>
                  <a:cubicBezTo>
                    <a:pt x="366" y="1451"/>
                    <a:pt x="376" y="1406"/>
                    <a:pt x="365" y="1357"/>
                  </a:cubicBezTo>
                  <a:cubicBezTo>
                    <a:pt x="349" y="1296"/>
                    <a:pt x="305" y="1256"/>
                    <a:pt x="271" y="1224"/>
                  </a:cubicBezTo>
                  <a:cubicBezTo>
                    <a:pt x="260" y="1215"/>
                    <a:pt x="249" y="1205"/>
                    <a:pt x="240" y="1195"/>
                  </a:cubicBezTo>
                  <a:cubicBezTo>
                    <a:pt x="131" y="1080"/>
                    <a:pt x="171" y="938"/>
                    <a:pt x="224" y="839"/>
                  </a:cubicBezTo>
                  <a:cubicBezTo>
                    <a:pt x="242" y="805"/>
                    <a:pt x="229" y="765"/>
                    <a:pt x="196" y="747"/>
                  </a:cubicBezTo>
                  <a:cubicBezTo>
                    <a:pt x="186" y="742"/>
                    <a:pt x="175" y="739"/>
                    <a:pt x="165" y="739"/>
                  </a:cubicBezTo>
                  <a:cubicBezTo>
                    <a:pt x="140" y="739"/>
                    <a:pt x="117" y="752"/>
                    <a:pt x="104" y="775"/>
                  </a:cubicBezTo>
                  <a:cubicBezTo>
                    <a:pt x="0" y="971"/>
                    <a:pt x="14" y="1153"/>
                    <a:pt x="141" y="1288"/>
                  </a:cubicBezTo>
                  <a:cubicBezTo>
                    <a:pt x="153" y="1300"/>
                    <a:pt x="166" y="1312"/>
                    <a:pt x="179" y="1324"/>
                  </a:cubicBezTo>
                  <a:cubicBezTo>
                    <a:pt x="204" y="1346"/>
                    <a:pt x="228" y="1368"/>
                    <a:pt x="233" y="1389"/>
                  </a:cubicBezTo>
                  <a:cubicBezTo>
                    <a:pt x="238" y="1407"/>
                    <a:pt x="231" y="1431"/>
                    <a:pt x="225" y="1459"/>
                  </a:cubicBezTo>
                  <a:cubicBezTo>
                    <a:pt x="215" y="1499"/>
                    <a:pt x="203" y="1549"/>
                    <a:pt x="219" y="1601"/>
                  </a:cubicBezTo>
                  <a:cubicBezTo>
                    <a:pt x="246" y="1686"/>
                    <a:pt x="325" y="1720"/>
                    <a:pt x="387" y="1748"/>
                  </a:cubicBezTo>
                  <a:cubicBezTo>
                    <a:pt x="430" y="1766"/>
                    <a:pt x="469" y="1783"/>
                    <a:pt x="483" y="1809"/>
                  </a:cubicBezTo>
                  <a:cubicBezTo>
                    <a:pt x="495" y="1828"/>
                    <a:pt x="495" y="1857"/>
                    <a:pt x="496" y="1890"/>
                  </a:cubicBezTo>
                  <a:cubicBezTo>
                    <a:pt x="496" y="1916"/>
                    <a:pt x="497" y="1946"/>
                    <a:pt x="504" y="1976"/>
                  </a:cubicBezTo>
                  <a:cubicBezTo>
                    <a:pt x="532" y="2108"/>
                    <a:pt x="656" y="2186"/>
                    <a:pt x="766" y="2205"/>
                  </a:cubicBezTo>
                  <a:cubicBezTo>
                    <a:pt x="793" y="2209"/>
                    <a:pt x="820" y="2211"/>
                    <a:pt x="846" y="2211"/>
                  </a:cubicBezTo>
                  <a:cubicBezTo>
                    <a:pt x="928" y="2211"/>
                    <a:pt x="1008" y="2192"/>
                    <a:pt x="1084" y="2170"/>
                  </a:cubicBezTo>
                  <a:cubicBezTo>
                    <a:pt x="1529" y="2038"/>
                    <a:pt x="1940" y="1799"/>
                    <a:pt x="2273" y="1478"/>
                  </a:cubicBezTo>
                  <a:cubicBezTo>
                    <a:pt x="2337" y="1416"/>
                    <a:pt x="2407" y="1343"/>
                    <a:pt x="2441" y="1243"/>
                  </a:cubicBezTo>
                  <a:cubicBezTo>
                    <a:pt x="2476" y="1145"/>
                    <a:pt x="2467" y="1011"/>
                    <a:pt x="2370" y="930"/>
                  </a:cubicBezTo>
                  <a:cubicBezTo>
                    <a:pt x="2359" y="922"/>
                    <a:pt x="2347" y="914"/>
                    <a:pt x="2337" y="907"/>
                  </a:cubicBezTo>
                  <a:cubicBezTo>
                    <a:pt x="2324" y="898"/>
                    <a:pt x="2312" y="891"/>
                    <a:pt x="2307" y="884"/>
                  </a:cubicBezTo>
                  <a:cubicBezTo>
                    <a:pt x="2294" y="867"/>
                    <a:pt x="2299" y="832"/>
                    <a:pt x="2305" y="794"/>
                  </a:cubicBezTo>
                  <a:cubicBezTo>
                    <a:pt x="2313" y="740"/>
                    <a:pt x="2323" y="674"/>
                    <a:pt x="2288" y="613"/>
                  </a:cubicBezTo>
                  <a:cubicBezTo>
                    <a:pt x="2259" y="564"/>
                    <a:pt x="2211" y="538"/>
                    <a:pt x="2172" y="519"/>
                  </a:cubicBezTo>
                  <a:cubicBezTo>
                    <a:pt x="2144" y="504"/>
                    <a:pt x="2119" y="491"/>
                    <a:pt x="2110" y="475"/>
                  </a:cubicBezTo>
                  <a:cubicBezTo>
                    <a:pt x="2101" y="458"/>
                    <a:pt x="2106" y="427"/>
                    <a:pt x="2111" y="394"/>
                  </a:cubicBezTo>
                  <a:cubicBezTo>
                    <a:pt x="2113" y="375"/>
                    <a:pt x="2117" y="356"/>
                    <a:pt x="2118" y="336"/>
                  </a:cubicBezTo>
                  <a:cubicBezTo>
                    <a:pt x="2123" y="256"/>
                    <a:pt x="2093" y="173"/>
                    <a:pt x="2035" y="109"/>
                  </a:cubicBezTo>
                  <a:cubicBezTo>
                    <a:pt x="1977" y="44"/>
                    <a:pt x="1897" y="4"/>
                    <a:pt x="18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4384675" y="1290125"/>
              <a:ext cx="32500" cy="16125"/>
            </a:xfrm>
            <a:custGeom>
              <a:rect b="b" l="l" r="r" t="t"/>
              <a:pathLst>
                <a:path extrusionOk="0" h="645" w="1300">
                  <a:moveTo>
                    <a:pt x="1223" y="1"/>
                  </a:moveTo>
                  <a:cubicBezTo>
                    <a:pt x="1211" y="1"/>
                    <a:pt x="1199" y="4"/>
                    <a:pt x="1187" y="10"/>
                  </a:cubicBezTo>
                  <a:cubicBezTo>
                    <a:pt x="675" y="323"/>
                    <a:pt x="63" y="511"/>
                    <a:pt x="57" y="514"/>
                  </a:cubicBezTo>
                  <a:cubicBezTo>
                    <a:pt x="21" y="524"/>
                    <a:pt x="1" y="562"/>
                    <a:pt x="11" y="598"/>
                  </a:cubicBezTo>
                  <a:cubicBezTo>
                    <a:pt x="21" y="627"/>
                    <a:pt x="48" y="645"/>
                    <a:pt x="76" y="645"/>
                  </a:cubicBezTo>
                  <a:cubicBezTo>
                    <a:pt x="83" y="645"/>
                    <a:pt x="89" y="645"/>
                    <a:pt x="96" y="643"/>
                  </a:cubicBezTo>
                  <a:cubicBezTo>
                    <a:pt x="121" y="634"/>
                    <a:pt x="729" y="448"/>
                    <a:pt x="1258" y="126"/>
                  </a:cubicBezTo>
                  <a:cubicBezTo>
                    <a:pt x="1290" y="107"/>
                    <a:pt x="1300" y="65"/>
                    <a:pt x="1280" y="33"/>
                  </a:cubicBezTo>
                  <a:cubicBezTo>
                    <a:pt x="1268" y="12"/>
                    <a:pt x="1246" y="1"/>
                    <a:pt x="1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4412275" y="1292725"/>
              <a:ext cx="25325" cy="17500"/>
            </a:xfrm>
            <a:custGeom>
              <a:rect b="b" l="l" r="r" t="t"/>
              <a:pathLst>
                <a:path extrusionOk="0" h="700" w="1013">
                  <a:moveTo>
                    <a:pt x="936" y="1"/>
                  </a:moveTo>
                  <a:cubicBezTo>
                    <a:pt x="922" y="1"/>
                    <a:pt x="907" y="5"/>
                    <a:pt x="894" y="15"/>
                  </a:cubicBezTo>
                  <a:cubicBezTo>
                    <a:pt x="610" y="243"/>
                    <a:pt x="49" y="570"/>
                    <a:pt x="44" y="573"/>
                  </a:cubicBezTo>
                  <a:cubicBezTo>
                    <a:pt x="12" y="591"/>
                    <a:pt x="0" y="633"/>
                    <a:pt x="19" y="665"/>
                  </a:cubicBezTo>
                  <a:cubicBezTo>
                    <a:pt x="32" y="687"/>
                    <a:pt x="55" y="699"/>
                    <a:pt x="78" y="699"/>
                  </a:cubicBezTo>
                  <a:cubicBezTo>
                    <a:pt x="90" y="699"/>
                    <a:pt x="102" y="696"/>
                    <a:pt x="112" y="689"/>
                  </a:cubicBezTo>
                  <a:cubicBezTo>
                    <a:pt x="135" y="677"/>
                    <a:pt x="687" y="355"/>
                    <a:pt x="979" y="121"/>
                  </a:cubicBezTo>
                  <a:cubicBezTo>
                    <a:pt x="1009" y="98"/>
                    <a:pt x="1013" y="55"/>
                    <a:pt x="989" y="26"/>
                  </a:cubicBezTo>
                  <a:cubicBezTo>
                    <a:pt x="976" y="9"/>
                    <a:pt x="956" y="1"/>
                    <a:pt x="9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4334825" y="1181475"/>
              <a:ext cx="85175" cy="108850"/>
            </a:xfrm>
            <a:custGeom>
              <a:rect b="b" l="l" r="r" t="t"/>
              <a:pathLst>
                <a:path extrusionOk="0" h="4354" w="3407">
                  <a:moveTo>
                    <a:pt x="2348" y="136"/>
                  </a:moveTo>
                  <a:cubicBezTo>
                    <a:pt x="2362" y="136"/>
                    <a:pt x="2377" y="138"/>
                    <a:pt x="2392" y="144"/>
                  </a:cubicBezTo>
                  <a:cubicBezTo>
                    <a:pt x="2435" y="162"/>
                    <a:pt x="2471" y="207"/>
                    <a:pt x="2501" y="278"/>
                  </a:cubicBezTo>
                  <a:cubicBezTo>
                    <a:pt x="2593" y="500"/>
                    <a:pt x="2543" y="778"/>
                    <a:pt x="2380" y="955"/>
                  </a:cubicBezTo>
                  <a:cubicBezTo>
                    <a:pt x="2370" y="968"/>
                    <a:pt x="2358" y="978"/>
                    <a:pt x="2346" y="989"/>
                  </a:cubicBezTo>
                  <a:lnTo>
                    <a:pt x="2231" y="679"/>
                  </a:lnTo>
                  <a:cubicBezTo>
                    <a:pt x="2189" y="566"/>
                    <a:pt x="2137" y="426"/>
                    <a:pt x="2165" y="301"/>
                  </a:cubicBezTo>
                  <a:cubicBezTo>
                    <a:pt x="2179" y="241"/>
                    <a:pt x="2226" y="182"/>
                    <a:pt x="2282" y="154"/>
                  </a:cubicBezTo>
                  <a:cubicBezTo>
                    <a:pt x="2300" y="144"/>
                    <a:pt x="2323" y="136"/>
                    <a:pt x="2348" y="136"/>
                  </a:cubicBezTo>
                  <a:close/>
                  <a:moveTo>
                    <a:pt x="1150" y="257"/>
                  </a:moveTo>
                  <a:cubicBezTo>
                    <a:pt x="1166" y="261"/>
                    <a:pt x="1185" y="273"/>
                    <a:pt x="1203" y="287"/>
                  </a:cubicBezTo>
                  <a:cubicBezTo>
                    <a:pt x="1451" y="473"/>
                    <a:pt x="1593" y="780"/>
                    <a:pt x="1574" y="1078"/>
                  </a:cubicBezTo>
                  <a:cubicBezTo>
                    <a:pt x="1327" y="939"/>
                    <a:pt x="1182" y="663"/>
                    <a:pt x="1112" y="496"/>
                  </a:cubicBezTo>
                  <a:cubicBezTo>
                    <a:pt x="1091" y="443"/>
                    <a:pt x="1067" y="381"/>
                    <a:pt x="1078" y="328"/>
                  </a:cubicBezTo>
                  <a:cubicBezTo>
                    <a:pt x="1084" y="290"/>
                    <a:pt x="1116" y="257"/>
                    <a:pt x="1144" y="257"/>
                  </a:cubicBezTo>
                  <a:close/>
                  <a:moveTo>
                    <a:pt x="241" y="1540"/>
                  </a:moveTo>
                  <a:cubicBezTo>
                    <a:pt x="272" y="1540"/>
                    <a:pt x="305" y="1548"/>
                    <a:pt x="332" y="1555"/>
                  </a:cubicBezTo>
                  <a:cubicBezTo>
                    <a:pt x="527" y="1608"/>
                    <a:pt x="692" y="1720"/>
                    <a:pt x="837" y="1862"/>
                  </a:cubicBezTo>
                  <a:cubicBezTo>
                    <a:pt x="811" y="1864"/>
                    <a:pt x="786" y="1866"/>
                    <a:pt x="760" y="1866"/>
                  </a:cubicBezTo>
                  <a:cubicBezTo>
                    <a:pt x="527" y="1866"/>
                    <a:pt x="293" y="1766"/>
                    <a:pt x="146" y="1592"/>
                  </a:cubicBezTo>
                  <a:cubicBezTo>
                    <a:pt x="153" y="1574"/>
                    <a:pt x="173" y="1555"/>
                    <a:pt x="196" y="1547"/>
                  </a:cubicBezTo>
                  <a:cubicBezTo>
                    <a:pt x="210" y="1542"/>
                    <a:pt x="225" y="1540"/>
                    <a:pt x="241" y="1540"/>
                  </a:cubicBezTo>
                  <a:close/>
                  <a:moveTo>
                    <a:pt x="2348" y="1"/>
                  </a:moveTo>
                  <a:cubicBezTo>
                    <a:pt x="2305" y="1"/>
                    <a:pt x="2262" y="11"/>
                    <a:pt x="2220" y="33"/>
                  </a:cubicBezTo>
                  <a:cubicBezTo>
                    <a:pt x="2128" y="80"/>
                    <a:pt x="2057" y="171"/>
                    <a:pt x="2034" y="271"/>
                  </a:cubicBezTo>
                  <a:cubicBezTo>
                    <a:pt x="1996" y="435"/>
                    <a:pt x="2055" y="596"/>
                    <a:pt x="2104" y="726"/>
                  </a:cubicBezTo>
                  <a:lnTo>
                    <a:pt x="2233" y="1072"/>
                  </a:lnTo>
                  <a:cubicBezTo>
                    <a:pt x="2130" y="1131"/>
                    <a:pt x="2011" y="1163"/>
                    <a:pt x="1892" y="1163"/>
                  </a:cubicBezTo>
                  <a:cubicBezTo>
                    <a:pt x="1830" y="1163"/>
                    <a:pt x="1768" y="1155"/>
                    <a:pt x="1709" y="1137"/>
                  </a:cubicBezTo>
                  <a:cubicBezTo>
                    <a:pt x="1708" y="1137"/>
                    <a:pt x="1706" y="1136"/>
                    <a:pt x="1705" y="1136"/>
                  </a:cubicBezTo>
                  <a:cubicBezTo>
                    <a:pt x="1746" y="777"/>
                    <a:pt x="1582" y="403"/>
                    <a:pt x="1284" y="179"/>
                  </a:cubicBezTo>
                  <a:cubicBezTo>
                    <a:pt x="1252" y="155"/>
                    <a:pt x="1215" y="131"/>
                    <a:pt x="1169" y="124"/>
                  </a:cubicBezTo>
                  <a:cubicBezTo>
                    <a:pt x="1160" y="123"/>
                    <a:pt x="1152" y="122"/>
                    <a:pt x="1144" y="122"/>
                  </a:cubicBezTo>
                  <a:cubicBezTo>
                    <a:pt x="1044" y="122"/>
                    <a:pt x="961" y="210"/>
                    <a:pt x="944" y="303"/>
                  </a:cubicBezTo>
                  <a:cubicBezTo>
                    <a:pt x="928" y="389"/>
                    <a:pt x="956" y="471"/>
                    <a:pt x="987" y="548"/>
                  </a:cubicBezTo>
                  <a:cubicBezTo>
                    <a:pt x="1122" y="872"/>
                    <a:pt x="1319" y="1105"/>
                    <a:pt x="1552" y="1220"/>
                  </a:cubicBezTo>
                  <a:cubicBezTo>
                    <a:pt x="1483" y="1500"/>
                    <a:pt x="1264" y="1743"/>
                    <a:pt x="994" y="1830"/>
                  </a:cubicBezTo>
                  <a:cubicBezTo>
                    <a:pt x="822" y="1644"/>
                    <a:pt x="618" y="1492"/>
                    <a:pt x="366" y="1425"/>
                  </a:cubicBezTo>
                  <a:cubicBezTo>
                    <a:pt x="330" y="1415"/>
                    <a:pt x="286" y="1406"/>
                    <a:pt x="240" y="1406"/>
                  </a:cubicBezTo>
                  <a:cubicBezTo>
                    <a:pt x="212" y="1406"/>
                    <a:pt x="183" y="1409"/>
                    <a:pt x="154" y="1419"/>
                  </a:cubicBezTo>
                  <a:cubicBezTo>
                    <a:pt x="61" y="1450"/>
                    <a:pt x="0" y="1537"/>
                    <a:pt x="11" y="1623"/>
                  </a:cubicBezTo>
                  <a:lnTo>
                    <a:pt x="14" y="1642"/>
                  </a:lnTo>
                  <a:lnTo>
                    <a:pt x="25" y="1656"/>
                  </a:lnTo>
                  <a:cubicBezTo>
                    <a:pt x="195" y="1874"/>
                    <a:pt x="479" y="2001"/>
                    <a:pt x="761" y="2001"/>
                  </a:cubicBezTo>
                  <a:cubicBezTo>
                    <a:pt x="824" y="2001"/>
                    <a:pt x="886" y="1994"/>
                    <a:pt x="948" y="1982"/>
                  </a:cubicBezTo>
                  <a:cubicBezTo>
                    <a:pt x="1058" y="2110"/>
                    <a:pt x="1155" y="2253"/>
                    <a:pt x="1242" y="2392"/>
                  </a:cubicBezTo>
                  <a:cubicBezTo>
                    <a:pt x="1621" y="2995"/>
                    <a:pt x="1936" y="3641"/>
                    <a:pt x="2179" y="4309"/>
                  </a:cubicBezTo>
                  <a:cubicBezTo>
                    <a:pt x="2189" y="4336"/>
                    <a:pt x="2215" y="4353"/>
                    <a:pt x="2242" y="4353"/>
                  </a:cubicBezTo>
                  <a:cubicBezTo>
                    <a:pt x="2250" y="4353"/>
                    <a:pt x="2257" y="4352"/>
                    <a:pt x="2266" y="4350"/>
                  </a:cubicBezTo>
                  <a:cubicBezTo>
                    <a:pt x="2300" y="4337"/>
                    <a:pt x="2318" y="4299"/>
                    <a:pt x="2305" y="4263"/>
                  </a:cubicBezTo>
                  <a:cubicBezTo>
                    <a:pt x="2060" y="3585"/>
                    <a:pt x="1740" y="2931"/>
                    <a:pt x="1357" y="2320"/>
                  </a:cubicBezTo>
                  <a:cubicBezTo>
                    <a:pt x="1276" y="2192"/>
                    <a:pt x="1188" y="2062"/>
                    <a:pt x="1089" y="1940"/>
                  </a:cubicBezTo>
                  <a:cubicBezTo>
                    <a:pt x="1376" y="1827"/>
                    <a:pt x="1600" y="1571"/>
                    <a:pt x="1679" y="1269"/>
                  </a:cubicBezTo>
                  <a:cubicBezTo>
                    <a:pt x="1750" y="1290"/>
                    <a:pt x="1822" y="1300"/>
                    <a:pt x="1895" y="1300"/>
                  </a:cubicBezTo>
                  <a:cubicBezTo>
                    <a:pt x="2029" y="1300"/>
                    <a:pt x="2163" y="1266"/>
                    <a:pt x="2281" y="1202"/>
                  </a:cubicBezTo>
                  <a:lnTo>
                    <a:pt x="3267" y="3853"/>
                  </a:lnTo>
                  <a:cubicBezTo>
                    <a:pt x="3277" y="3880"/>
                    <a:pt x="3303" y="3897"/>
                    <a:pt x="3331" y="3897"/>
                  </a:cubicBezTo>
                  <a:cubicBezTo>
                    <a:pt x="3339" y="3897"/>
                    <a:pt x="3347" y="3896"/>
                    <a:pt x="3354" y="3893"/>
                  </a:cubicBezTo>
                  <a:cubicBezTo>
                    <a:pt x="3389" y="3880"/>
                    <a:pt x="3407" y="3840"/>
                    <a:pt x="3394" y="3806"/>
                  </a:cubicBezTo>
                  <a:lnTo>
                    <a:pt x="2396" y="1125"/>
                  </a:lnTo>
                  <a:cubicBezTo>
                    <a:pt x="2426" y="1101"/>
                    <a:pt x="2454" y="1075"/>
                    <a:pt x="2480" y="1047"/>
                  </a:cubicBezTo>
                  <a:cubicBezTo>
                    <a:pt x="2680" y="829"/>
                    <a:pt x="2739" y="499"/>
                    <a:pt x="2626" y="226"/>
                  </a:cubicBezTo>
                  <a:cubicBezTo>
                    <a:pt x="2582" y="122"/>
                    <a:pt x="2521" y="52"/>
                    <a:pt x="2443" y="20"/>
                  </a:cubicBezTo>
                  <a:cubicBezTo>
                    <a:pt x="2413" y="7"/>
                    <a:pt x="2381" y="1"/>
                    <a:pt x="2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</p:grpSp>
      <p:grpSp>
        <p:nvGrpSpPr>
          <p:cNvPr id="24" name="Google Shape;24;p2"/>
          <p:cNvGrpSpPr/>
          <p:nvPr/>
        </p:nvGrpSpPr>
        <p:grpSpPr>
          <a:xfrm>
            <a:off x="7809148" y="451361"/>
            <a:ext cx="537659" cy="641898"/>
            <a:chOff x="1524325" y="2743250"/>
            <a:chExt cx="246350" cy="294125"/>
          </a:xfrm>
        </p:grpSpPr>
        <p:sp>
          <p:nvSpPr>
            <p:cNvPr id="25" name="Google Shape;25;p2"/>
            <p:cNvSpPr/>
            <p:nvPr/>
          </p:nvSpPr>
          <p:spPr>
            <a:xfrm>
              <a:off x="1524325" y="2743250"/>
              <a:ext cx="246350" cy="294125"/>
            </a:xfrm>
            <a:custGeom>
              <a:rect b="b" l="l" r="r" t="t"/>
              <a:pathLst>
                <a:path extrusionOk="0" h="11765" w="9854">
                  <a:moveTo>
                    <a:pt x="4576" y="260"/>
                  </a:moveTo>
                  <a:cubicBezTo>
                    <a:pt x="5377" y="260"/>
                    <a:pt x="6153" y="479"/>
                    <a:pt x="6894" y="904"/>
                  </a:cubicBezTo>
                  <a:cubicBezTo>
                    <a:pt x="8319" y="1721"/>
                    <a:pt x="9294" y="3309"/>
                    <a:pt x="9376" y="4949"/>
                  </a:cubicBezTo>
                  <a:cubicBezTo>
                    <a:pt x="9395" y="5316"/>
                    <a:pt x="9375" y="5711"/>
                    <a:pt x="9313" y="6230"/>
                  </a:cubicBezTo>
                  <a:cubicBezTo>
                    <a:pt x="9159" y="7512"/>
                    <a:pt x="8872" y="8493"/>
                    <a:pt x="8410" y="9318"/>
                  </a:cubicBezTo>
                  <a:cubicBezTo>
                    <a:pt x="7849" y="10320"/>
                    <a:pt x="6994" y="11066"/>
                    <a:pt x="6061" y="11364"/>
                  </a:cubicBezTo>
                  <a:cubicBezTo>
                    <a:pt x="5772" y="11456"/>
                    <a:pt x="5484" y="11503"/>
                    <a:pt x="5210" y="11503"/>
                  </a:cubicBezTo>
                  <a:cubicBezTo>
                    <a:pt x="4952" y="11503"/>
                    <a:pt x="4708" y="11462"/>
                    <a:pt x="4487" y="11380"/>
                  </a:cubicBezTo>
                  <a:cubicBezTo>
                    <a:pt x="3971" y="11189"/>
                    <a:pt x="3774" y="11020"/>
                    <a:pt x="3688" y="10540"/>
                  </a:cubicBezTo>
                  <a:cubicBezTo>
                    <a:pt x="3651" y="10324"/>
                    <a:pt x="3477" y="9824"/>
                    <a:pt x="3495" y="9600"/>
                  </a:cubicBezTo>
                  <a:cubicBezTo>
                    <a:pt x="3516" y="9332"/>
                    <a:pt x="3539" y="9056"/>
                    <a:pt x="3474" y="8782"/>
                  </a:cubicBezTo>
                  <a:cubicBezTo>
                    <a:pt x="3308" y="8086"/>
                    <a:pt x="2636" y="7650"/>
                    <a:pt x="2145" y="7384"/>
                  </a:cubicBezTo>
                  <a:cubicBezTo>
                    <a:pt x="2083" y="7350"/>
                    <a:pt x="2021" y="7317"/>
                    <a:pt x="1958" y="7284"/>
                  </a:cubicBezTo>
                  <a:lnTo>
                    <a:pt x="1950" y="7280"/>
                  </a:lnTo>
                  <a:cubicBezTo>
                    <a:pt x="1473" y="7025"/>
                    <a:pt x="979" y="6763"/>
                    <a:pt x="696" y="6327"/>
                  </a:cubicBezTo>
                  <a:cubicBezTo>
                    <a:pt x="555" y="6109"/>
                    <a:pt x="459" y="5839"/>
                    <a:pt x="394" y="5474"/>
                  </a:cubicBezTo>
                  <a:cubicBezTo>
                    <a:pt x="267" y="4766"/>
                    <a:pt x="318" y="4009"/>
                    <a:pt x="541" y="3285"/>
                  </a:cubicBezTo>
                  <a:cubicBezTo>
                    <a:pt x="1022" y="1732"/>
                    <a:pt x="2281" y="769"/>
                    <a:pt x="3092" y="505"/>
                  </a:cubicBezTo>
                  <a:cubicBezTo>
                    <a:pt x="3595" y="341"/>
                    <a:pt x="4090" y="260"/>
                    <a:pt x="4576" y="260"/>
                  </a:cubicBezTo>
                  <a:close/>
                  <a:moveTo>
                    <a:pt x="4424" y="1"/>
                  </a:moveTo>
                  <a:cubicBezTo>
                    <a:pt x="3870" y="1"/>
                    <a:pt x="3314" y="85"/>
                    <a:pt x="2785" y="258"/>
                  </a:cubicBezTo>
                  <a:cubicBezTo>
                    <a:pt x="1571" y="652"/>
                    <a:pt x="658" y="2024"/>
                    <a:pt x="291" y="3208"/>
                  </a:cubicBezTo>
                  <a:cubicBezTo>
                    <a:pt x="55" y="3971"/>
                    <a:pt x="1" y="4771"/>
                    <a:pt x="135" y="5521"/>
                  </a:cubicBezTo>
                  <a:cubicBezTo>
                    <a:pt x="207" y="5920"/>
                    <a:pt x="315" y="6221"/>
                    <a:pt x="476" y="6469"/>
                  </a:cubicBezTo>
                  <a:cubicBezTo>
                    <a:pt x="795" y="6962"/>
                    <a:pt x="784" y="7172"/>
                    <a:pt x="1290" y="7441"/>
                  </a:cubicBezTo>
                  <a:cubicBezTo>
                    <a:pt x="1355" y="7476"/>
                    <a:pt x="1956" y="7580"/>
                    <a:pt x="2020" y="7614"/>
                  </a:cubicBezTo>
                  <a:cubicBezTo>
                    <a:pt x="2466" y="7857"/>
                    <a:pt x="3077" y="8249"/>
                    <a:pt x="3218" y="8843"/>
                  </a:cubicBezTo>
                  <a:cubicBezTo>
                    <a:pt x="3274" y="9076"/>
                    <a:pt x="3255" y="9320"/>
                    <a:pt x="3234" y="9579"/>
                  </a:cubicBezTo>
                  <a:cubicBezTo>
                    <a:pt x="3215" y="9821"/>
                    <a:pt x="3195" y="10070"/>
                    <a:pt x="3240" y="10319"/>
                  </a:cubicBezTo>
                  <a:cubicBezTo>
                    <a:pt x="3340" y="10889"/>
                    <a:pt x="3794" y="11402"/>
                    <a:pt x="4396" y="11626"/>
                  </a:cubicBezTo>
                  <a:cubicBezTo>
                    <a:pt x="4644" y="11717"/>
                    <a:pt x="4918" y="11764"/>
                    <a:pt x="5211" y="11764"/>
                  </a:cubicBezTo>
                  <a:cubicBezTo>
                    <a:pt x="5515" y="11764"/>
                    <a:pt x="5828" y="11714"/>
                    <a:pt x="6140" y="11614"/>
                  </a:cubicBezTo>
                  <a:cubicBezTo>
                    <a:pt x="7151" y="11291"/>
                    <a:pt x="8037" y="10521"/>
                    <a:pt x="8639" y="9445"/>
                  </a:cubicBezTo>
                  <a:cubicBezTo>
                    <a:pt x="9117" y="8591"/>
                    <a:pt x="9414" y="7578"/>
                    <a:pt x="9572" y="6261"/>
                  </a:cubicBezTo>
                  <a:cubicBezTo>
                    <a:pt x="9637" y="5727"/>
                    <a:pt x="9853" y="5252"/>
                    <a:pt x="9834" y="4869"/>
                  </a:cubicBezTo>
                  <a:cubicBezTo>
                    <a:pt x="9747" y="3141"/>
                    <a:pt x="8524" y="1538"/>
                    <a:pt x="7024" y="677"/>
                  </a:cubicBezTo>
                  <a:cubicBezTo>
                    <a:pt x="6244" y="230"/>
                    <a:pt x="5336" y="1"/>
                    <a:pt x="4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1547000" y="2776375"/>
              <a:ext cx="81750" cy="72700"/>
            </a:xfrm>
            <a:custGeom>
              <a:rect b="b" l="l" r="r" t="t"/>
              <a:pathLst>
                <a:path extrusionOk="0" h="2908" w="3270">
                  <a:moveTo>
                    <a:pt x="1800" y="248"/>
                  </a:moveTo>
                  <a:cubicBezTo>
                    <a:pt x="2191" y="248"/>
                    <a:pt x="2675" y="374"/>
                    <a:pt x="2873" y="656"/>
                  </a:cubicBezTo>
                  <a:cubicBezTo>
                    <a:pt x="2963" y="783"/>
                    <a:pt x="3000" y="943"/>
                    <a:pt x="2978" y="1097"/>
                  </a:cubicBezTo>
                  <a:cubicBezTo>
                    <a:pt x="2928" y="1428"/>
                    <a:pt x="2932" y="1447"/>
                    <a:pt x="2684" y="1585"/>
                  </a:cubicBezTo>
                  <a:cubicBezTo>
                    <a:pt x="2583" y="1641"/>
                    <a:pt x="2050" y="1747"/>
                    <a:pt x="1946" y="1797"/>
                  </a:cubicBezTo>
                  <a:lnTo>
                    <a:pt x="1741" y="1957"/>
                  </a:lnTo>
                  <a:cubicBezTo>
                    <a:pt x="1521" y="2063"/>
                    <a:pt x="1435" y="2310"/>
                    <a:pt x="1238" y="2473"/>
                  </a:cubicBezTo>
                  <a:cubicBezTo>
                    <a:pt x="1205" y="2501"/>
                    <a:pt x="853" y="2583"/>
                    <a:pt x="764" y="2622"/>
                  </a:cubicBezTo>
                  <a:cubicBezTo>
                    <a:pt x="721" y="2640"/>
                    <a:pt x="686" y="2649"/>
                    <a:pt x="656" y="2649"/>
                  </a:cubicBezTo>
                  <a:cubicBezTo>
                    <a:pt x="546" y="2649"/>
                    <a:pt x="506" y="2530"/>
                    <a:pt x="396" y="2304"/>
                  </a:cubicBezTo>
                  <a:cubicBezTo>
                    <a:pt x="268" y="2037"/>
                    <a:pt x="294" y="1654"/>
                    <a:pt x="469" y="1251"/>
                  </a:cubicBezTo>
                  <a:cubicBezTo>
                    <a:pt x="632" y="871"/>
                    <a:pt x="905" y="537"/>
                    <a:pt x="1181" y="380"/>
                  </a:cubicBezTo>
                  <a:cubicBezTo>
                    <a:pt x="1332" y="295"/>
                    <a:pt x="1552" y="248"/>
                    <a:pt x="1800" y="248"/>
                  </a:cubicBezTo>
                  <a:close/>
                  <a:moveTo>
                    <a:pt x="1988" y="0"/>
                  </a:moveTo>
                  <a:cubicBezTo>
                    <a:pt x="1871" y="0"/>
                    <a:pt x="1762" y="23"/>
                    <a:pt x="1661" y="58"/>
                  </a:cubicBezTo>
                  <a:cubicBezTo>
                    <a:pt x="1441" y="73"/>
                    <a:pt x="1238" y="124"/>
                    <a:pt x="1085" y="211"/>
                  </a:cubicBezTo>
                  <a:cubicBezTo>
                    <a:pt x="888" y="322"/>
                    <a:pt x="704" y="500"/>
                    <a:pt x="549" y="714"/>
                  </a:cubicBezTo>
                  <a:cubicBezTo>
                    <a:pt x="415" y="831"/>
                    <a:pt x="300" y="974"/>
                    <a:pt x="222" y="1157"/>
                  </a:cubicBezTo>
                  <a:cubicBezTo>
                    <a:pt x="23" y="1626"/>
                    <a:pt x="1" y="2085"/>
                    <a:pt x="160" y="2418"/>
                  </a:cubicBezTo>
                  <a:cubicBezTo>
                    <a:pt x="299" y="2706"/>
                    <a:pt x="604" y="2908"/>
                    <a:pt x="903" y="2908"/>
                  </a:cubicBezTo>
                  <a:cubicBezTo>
                    <a:pt x="992" y="2908"/>
                    <a:pt x="1077" y="2890"/>
                    <a:pt x="1159" y="2856"/>
                  </a:cubicBezTo>
                  <a:cubicBezTo>
                    <a:pt x="1289" y="2801"/>
                    <a:pt x="1393" y="2707"/>
                    <a:pt x="1484" y="2625"/>
                  </a:cubicBezTo>
                  <a:cubicBezTo>
                    <a:pt x="1514" y="2598"/>
                    <a:pt x="1544" y="2570"/>
                    <a:pt x="1576" y="2544"/>
                  </a:cubicBezTo>
                  <a:cubicBezTo>
                    <a:pt x="1749" y="2402"/>
                    <a:pt x="1952" y="2303"/>
                    <a:pt x="2169" y="2199"/>
                  </a:cubicBezTo>
                  <a:cubicBezTo>
                    <a:pt x="2278" y="2146"/>
                    <a:pt x="2391" y="2092"/>
                    <a:pt x="2500" y="2031"/>
                  </a:cubicBezTo>
                  <a:cubicBezTo>
                    <a:pt x="2801" y="1864"/>
                    <a:pt x="3171" y="1573"/>
                    <a:pt x="3236" y="1136"/>
                  </a:cubicBezTo>
                  <a:cubicBezTo>
                    <a:pt x="3270" y="917"/>
                    <a:pt x="3215" y="687"/>
                    <a:pt x="3088" y="505"/>
                  </a:cubicBezTo>
                  <a:cubicBezTo>
                    <a:pt x="2912" y="255"/>
                    <a:pt x="2561" y="75"/>
                    <a:pt x="2127" y="11"/>
                  </a:cubicBezTo>
                  <a:cubicBezTo>
                    <a:pt x="2079" y="4"/>
                    <a:pt x="2033" y="0"/>
                    <a:pt x="19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1646375" y="2771225"/>
              <a:ext cx="68475" cy="74875"/>
            </a:xfrm>
            <a:custGeom>
              <a:rect b="b" l="l" r="r" t="t"/>
              <a:pathLst>
                <a:path extrusionOk="0" h="2995" w="2739">
                  <a:moveTo>
                    <a:pt x="1250" y="363"/>
                  </a:moveTo>
                  <a:cubicBezTo>
                    <a:pt x="1413" y="363"/>
                    <a:pt x="1571" y="399"/>
                    <a:pt x="1694" y="482"/>
                  </a:cubicBezTo>
                  <a:cubicBezTo>
                    <a:pt x="1966" y="664"/>
                    <a:pt x="2299" y="1142"/>
                    <a:pt x="2427" y="1794"/>
                  </a:cubicBezTo>
                  <a:cubicBezTo>
                    <a:pt x="2473" y="2029"/>
                    <a:pt x="2470" y="2219"/>
                    <a:pt x="2415" y="2376"/>
                  </a:cubicBezTo>
                  <a:cubicBezTo>
                    <a:pt x="2353" y="2556"/>
                    <a:pt x="2214" y="2694"/>
                    <a:pt x="2059" y="2725"/>
                  </a:cubicBezTo>
                  <a:cubicBezTo>
                    <a:pt x="2033" y="2730"/>
                    <a:pt x="2007" y="2733"/>
                    <a:pt x="1981" y="2733"/>
                  </a:cubicBezTo>
                  <a:cubicBezTo>
                    <a:pt x="1780" y="2733"/>
                    <a:pt x="1593" y="2587"/>
                    <a:pt x="1493" y="2492"/>
                  </a:cubicBezTo>
                  <a:cubicBezTo>
                    <a:pt x="1429" y="2431"/>
                    <a:pt x="1366" y="2363"/>
                    <a:pt x="1306" y="2297"/>
                  </a:cubicBezTo>
                  <a:lnTo>
                    <a:pt x="1304" y="2295"/>
                  </a:lnTo>
                  <a:cubicBezTo>
                    <a:pt x="1194" y="2174"/>
                    <a:pt x="1179" y="1983"/>
                    <a:pt x="1033" y="1890"/>
                  </a:cubicBezTo>
                  <a:cubicBezTo>
                    <a:pt x="884" y="1797"/>
                    <a:pt x="650" y="1773"/>
                    <a:pt x="582" y="1736"/>
                  </a:cubicBezTo>
                  <a:cubicBezTo>
                    <a:pt x="481" y="1679"/>
                    <a:pt x="525" y="1707"/>
                    <a:pt x="449" y="1637"/>
                  </a:cubicBezTo>
                  <a:cubicBezTo>
                    <a:pt x="336" y="1529"/>
                    <a:pt x="272" y="1372"/>
                    <a:pt x="269" y="1193"/>
                  </a:cubicBezTo>
                  <a:cubicBezTo>
                    <a:pt x="265" y="989"/>
                    <a:pt x="342" y="787"/>
                    <a:pt x="475" y="650"/>
                  </a:cubicBezTo>
                  <a:cubicBezTo>
                    <a:pt x="643" y="478"/>
                    <a:pt x="956" y="363"/>
                    <a:pt x="1250" y="363"/>
                  </a:cubicBezTo>
                  <a:close/>
                  <a:moveTo>
                    <a:pt x="1122" y="0"/>
                  </a:moveTo>
                  <a:cubicBezTo>
                    <a:pt x="813" y="0"/>
                    <a:pt x="528" y="222"/>
                    <a:pt x="287" y="468"/>
                  </a:cubicBezTo>
                  <a:cubicBezTo>
                    <a:pt x="106" y="653"/>
                    <a:pt x="1" y="926"/>
                    <a:pt x="6" y="1197"/>
                  </a:cubicBezTo>
                  <a:cubicBezTo>
                    <a:pt x="11" y="1447"/>
                    <a:pt x="105" y="1671"/>
                    <a:pt x="270" y="1827"/>
                  </a:cubicBezTo>
                  <a:cubicBezTo>
                    <a:pt x="369" y="1921"/>
                    <a:pt x="484" y="1984"/>
                    <a:pt x="595" y="2046"/>
                  </a:cubicBezTo>
                  <a:cubicBezTo>
                    <a:pt x="663" y="2084"/>
                    <a:pt x="727" y="2119"/>
                    <a:pt x="787" y="2162"/>
                  </a:cubicBezTo>
                  <a:cubicBezTo>
                    <a:pt x="904" y="2245"/>
                    <a:pt x="1004" y="2354"/>
                    <a:pt x="1111" y="2471"/>
                  </a:cubicBezTo>
                  <a:cubicBezTo>
                    <a:pt x="1175" y="2541"/>
                    <a:pt x="1241" y="2615"/>
                    <a:pt x="1314" y="2683"/>
                  </a:cubicBezTo>
                  <a:cubicBezTo>
                    <a:pt x="1438" y="2800"/>
                    <a:pt x="1688" y="2994"/>
                    <a:pt x="1981" y="2994"/>
                  </a:cubicBezTo>
                  <a:cubicBezTo>
                    <a:pt x="2025" y="2994"/>
                    <a:pt x="2069" y="2990"/>
                    <a:pt x="2112" y="2981"/>
                  </a:cubicBezTo>
                  <a:cubicBezTo>
                    <a:pt x="2355" y="2932"/>
                    <a:pt x="2572" y="2728"/>
                    <a:pt x="2663" y="2461"/>
                  </a:cubicBezTo>
                  <a:cubicBezTo>
                    <a:pt x="2732" y="2259"/>
                    <a:pt x="2739" y="2024"/>
                    <a:pt x="2684" y="1743"/>
                  </a:cubicBezTo>
                  <a:cubicBezTo>
                    <a:pt x="2649" y="1564"/>
                    <a:pt x="2552" y="1351"/>
                    <a:pt x="2421" y="1139"/>
                  </a:cubicBezTo>
                  <a:cubicBezTo>
                    <a:pt x="2275" y="806"/>
                    <a:pt x="2065" y="496"/>
                    <a:pt x="1803" y="319"/>
                  </a:cubicBezTo>
                  <a:cubicBezTo>
                    <a:pt x="1762" y="293"/>
                    <a:pt x="1720" y="269"/>
                    <a:pt x="1675" y="250"/>
                  </a:cubicBezTo>
                  <a:cubicBezTo>
                    <a:pt x="1621" y="204"/>
                    <a:pt x="1568" y="163"/>
                    <a:pt x="1518" y="129"/>
                  </a:cubicBezTo>
                  <a:cubicBezTo>
                    <a:pt x="1383" y="39"/>
                    <a:pt x="1250" y="0"/>
                    <a:pt x="1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1697225" y="2852600"/>
              <a:ext cx="57100" cy="79325"/>
            </a:xfrm>
            <a:custGeom>
              <a:rect b="b" l="l" r="r" t="t"/>
              <a:pathLst>
                <a:path extrusionOk="0" h="3173" w="2284">
                  <a:moveTo>
                    <a:pt x="1024" y="281"/>
                  </a:moveTo>
                  <a:cubicBezTo>
                    <a:pt x="1047" y="281"/>
                    <a:pt x="1070" y="282"/>
                    <a:pt x="1091" y="284"/>
                  </a:cubicBezTo>
                  <a:cubicBezTo>
                    <a:pt x="1465" y="323"/>
                    <a:pt x="1951" y="526"/>
                    <a:pt x="1983" y="937"/>
                  </a:cubicBezTo>
                  <a:cubicBezTo>
                    <a:pt x="2009" y="1265"/>
                    <a:pt x="1839" y="2018"/>
                    <a:pt x="1408" y="2523"/>
                  </a:cubicBezTo>
                  <a:cubicBezTo>
                    <a:pt x="1252" y="2706"/>
                    <a:pt x="1100" y="2821"/>
                    <a:pt x="943" y="2876"/>
                  </a:cubicBezTo>
                  <a:cubicBezTo>
                    <a:pt x="876" y="2900"/>
                    <a:pt x="808" y="2911"/>
                    <a:pt x="742" y="2911"/>
                  </a:cubicBezTo>
                  <a:cubicBezTo>
                    <a:pt x="630" y="2911"/>
                    <a:pt x="525" y="2878"/>
                    <a:pt x="449" y="2814"/>
                  </a:cubicBezTo>
                  <a:cubicBezTo>
                    <a:pt x="270" y="2663"/>
                    <a:pt x="267" y="2381"/>
                    <a:pt x="280" y="2226"/>
                  </a:cubicBezTo>
                  <a:cubicBezTo>
                    <a:pt x="288" y="2138"/>
                    <a:pt x="303" y="2046"/>
                    <a:pt x="317" y="1955"/>
                  </a:cubicBezTo>
                  <a:cubicBezTo>
                    <a:pt x="344" y="1793"/>
                    <a:pt x="434" y="1769"/>
                    <a:pt x="425" y="1596"/>
                  </a:cubicBezTo>
                  <a:cubicBezTo>
                    <a:pt x="421" y="1509"/>
                    <a:pt x="438" y="1440"/>
                    <a:pt x="425" y="1359"/>
                  </a:cubicBezTo>
                  <a:cubicBezTo>
                    <a:pt x="407" y="1245"/>
                    <a:pt x="295" y="980"/>
                    <a:pt x="303" y="876"/>
                  </a:cubicBezTo>
                  <a:cubicBezTo>
                    <a:pt x="317" y="721"/>
                    <a:pt x="400" y="573"/>
                    <a:pt x="538" y="459"/>
                  </a:cubicBezTo>
                  <a:cubicBezTo>
                    <a:pt x="676" y="346"/>
                    <a:pt x="853" y="281"/>
                    <a:pt x="1024" y="281"/>
                  </a:cubicBezTo>
                  <a:close/>
                  <a:moveTo>
                    <a:pt x="803" y="1"/>
                  </a:moveTo>
                  <a:cubicBezTo>
                    <a:pt x="640" y="1"/>
                    <a:pt x="482" y="29"/>
                    <a:pt x="354" y="135"/>
                  </a:cubicBezTo>
                  <a:cubicBezTo>
                    <a:pt x="162" y="293"/>
                    <a:pt x="62" y="627"/>
                    <a:pt x="42" y="854"/>
                  </a:cubicBezTo>
                  <a:cubicBezTo>
                    <a:pt x="31" y="989"/>
                    <a:pt x="51" y="1118"/>
                    <a:pt x="71" y="1243"/>
                  </a:cubicBezTo>
                  <a:lnTo>
                    <a:pt x="137" y="1233"/>
                  </a:lnTo>
                  <a:lnTo>
                    <a:pt x="137" y="1233"/>
                  </a:lnTo>
                  <a:lnTo>
                    <a:pt x="72" y="1246"/>
                  </a:lnTo>
                  <a:cubicBezTo>
                    <a:pt x="84" y="1323"/>
                    <a:pt x="96" y="1395"/>
                    <a:pt x="100" y="1467"/>
                  </a:cubicBezTo>
                  <a:cubicBezTo>
                    <a:pt x="108" y="1611"/>
                    <a:pt x="84" y="1757"/>
                    <a:pt x="58" y="1912"/>
                  </a:cubicBezTo>
                  <a:lnTo>
                    <a:pt x="58" y="1914"/>
                  </a:lnTo>
                  <a:cubicBezTo>
                    <a:pt x="43" y="2008"/>
                    <a:pt x="27" y="2105"/>
                    <a:pt x="19" y="2203"/>
                  </a:cubicBezTo>
                  <a:cubicBezTo>
                    <a:pt x="1" y="2409"/>
                    <a:pt x="11" y="2787"/>
                    <a:pt x="280" y="3014"/>
                  </a:cubicBezTo>
                  <a:cubicBezTo>
                    <a:pt x="401" y="3116"/>
                    <a:pt x="566" y="3173"/>
                    <a:pt x="744" y="3173"/>
                  </a:cubicBezTo>
                  <a:cubicBezTo>
                    <a:pt x="841" y="3173"/>
                    <a:pt x="938" y="3156"/>
                    <a:pt x="1031" y="3124"/>
                  </a:cubicBezTo>
                  <a:cubicBezTo>
                    <a:pt x="1231" y="3052"/>
                    <a:pt x="1420" y="2911"/>
                    <a:pt x="1606" y="2694"/>
                  </a:cubicBezTo>
                  <a:cubicBezTo>
                    <a:pt x="1952" y="2288"/>
                    <a:pt x="2284" y="1643"/>
                    <a:pt x="2242" y="1114"/>
                  </a:cubicBezTo>
                  <a:cubicBezTo>
                    <a:pt x="2198" y="562"/>
                    <a:pt x="1602" y="75"/>
                    <a:pt x="1119" y="23"/>
                  </a:cubicBezTo>
                  <a:cubicBezTo>
                    <a:pt x="1017" y="13"/>
                    <a:pt x="909" y="1"/>
                    <a:pt x="8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1677700" y="2941350"/>
              <a:ext cx="45925" cy="63125"/>
            </a:xfrm>
            <a:custGeom>
              <a:rect b="b" l="l" r="r" t="t"/>
              <a:pathLst>
                <a:path extrusionOk="0" h="2525" w="1837">
                  <a:moveTo>
                    <a:pt x="822" y="262"/>
                  </a:moveTo>
                  <a:cubicBezTo>
                    <a:pt x="838" y="262"/>
                    <a:pt x="855" y="263"/>
                    <a:pt x="871" y="264"/>
                  </a:cubicBezTo>
                  <a:cubicBezTo>
                    <a:pt x="1153" y="294"/>
                    <a:pt x="1444" y="370"/>
                    <a:pt x="1468" y="679"/>
                  </a:cubicBezTo>
                  <a:cubicBezTo>
                    <a:pt x="1487" y="921"/>
                    <a:pt x="1431" y="1582"/>
                    <a:pt x="1100" y="1970"/>
                  </a:cubicBezTo>
                  <a:cubicBezTo>
                    <a:pt x="982" y="2108"/>
                    <a:pt x="867" y="2195"/>
                    <a:pt x="750" y="2237"/>
                  </a:cubicBezTo>
                  <a:cubicBezTo>
                    <a:pt x="720" y="2248"/>
                    <a:pt x="696" y="2252"/>
                    <a:pt x="677" y="2252"/>
                  </a:cubicBezTo>
                  <a:cubicBezTo>
                    <a:pt x="612" y="2252"/>
                    <a:pt x="595" y="2199"/>
                    <a:pt x="529" y="2142"/>
                  </a:cubicBezTo>
                  <a:cubicBezTo>
                    <a:pt x="398" y="2033"/>
                    <a:pt x="353" y="2001"/>
                    <a:pt x="364" y="1885"/>
                  </a:cubicBezTo>
                  <a:cubicBezTo>
                    <a:pt x="369" y="1817"/>
                    <a:pt x="286" y="1619"/>
                    <a:pt x="297" y="1551"/>
                  </a:cubicBezTo>
                  <a:lnTo>
                    <a:pt x="298" y="1548"/>
                  </a:lnTo>
                  <a:cubicBezTo>
                    <a:pt x="318" y="1420"/>
                    <a:pt x="341" y="1287"/>
                    <a:pt x="332" y="1148"/>
                  </a:cubicBezTo>
                  <a:cubicBezTo>
                    <a:pt x="329" y="1079"/>
                    <a:pt x="318" y="1014"/>
                    <a:pt x="307" y="950"/>
                  </a:cubicBezTo>
                  <a:cubicBezTo>
                    <a:pt x="294" y="862"/>
                    <a:pt x="280" y="780"/>
                    <a:pt x="287" y="702"/>
                  </a:cubicBezTo>
                  <a:cubicBezTo>
                    <a:pt x="297" y="587"/>
                    <a:pt x="358" y="478"/>
                    <a:pt x="460" y="395"/>
                  </a:cubicBezTo>
                  <a:cubicBezTo>
                    <a:pt x="563" y="311"/>
                    <a:pt x="695" y="262"/>
                    <a:pt x="822" y="262"/>
                  </a:cubicBezTo>
                  <a:close/>
                  <a:moveTo>
                    <a:pt x="822" y="0"/>
                  </a:moveTo>
                  <a:cubicBezTo>
                    <a:pt x="635" y="0"/>
                    <a:pt x="443" y="70"/>
                    <a:pt x="294" y="193"/>
                  </a:cubicBezTo>
                  <a:cubicBezTo>
                    <a:pt x="136" y="323"/>
                    <a:pt x="41" y="495"/>
                    <a:pt x="25" y="679"/>
                  </a:cubicBezTo>
                  <a:cubicBezTo>
                    <a:pt x="16" y="789"/>
                    <a:pt x="33" y="892"/>
                    <a:pt x="49" y="991"/>
                  </a:cubicBezTo>
                  <a:lnTo>
                    <a:pt x="115" y="981"/>
                  </a:lnTo>
                  <a:lnTo>
                    <a:pt x="49" y="993"/>
                  </a:lnTo>
                  <a:cubicBezTo>
                    <a:pt x="59" y="1053"/>
                    <a:pt x="68" y="1109"/>
                    <a:pt x="71" y="1162"/>
                  </a:cubicBezTo>
                  <a:cubicBezTo>
                    <a:pt x="77" y="1273"/>
                    <a:pt x="59" y="1387"/>
                    <a:pt x="39" y="1506"/>
                  </a:cubicBezTo>
                  <a:cubicBezTo>
                    <a:pt x="26" y="1580"/>
                    <a:pt x="117" y="1960"/>
                    <a:pt x="111" y="2039"/>
                  </a:cubicBezTo>
                  <a:cubicBezTo>
                    <a:pt x="96" y="2206"/>
                    <a:pt x="1" y="2208"/>
                    <a:pt x="222" y="2394"/>
                  </a:cubicBezTo>
                  <a:cubicBezTo>
                    <a:pt x="321" y="2478"/>
                    <a:pt x="457" y="2524"/>
                    <a:pt x="603" y="2524"/>
                  </a:cubicBezTo>
                  <a:cubicBezTo>
                    <a:pt x="682" y="2524"/>
                    <a:pt x="760" y="2511"/>
                    <a:pt x="837" y="2485"/>
                  </a:cubicBezTo>
                  <a:cubicBezTo>
                    <a:pt x="999" y="2427"/>
                    <a:pt x="1150" y="2314"/>
                    <a:pt x="1300" y="2140"/>
                  </a:cubicBezTo>
                  <a:cubicBezTo>
                    <a:pt x="1574" y="1818"/>
                    <a:pt x="1836" y="1305"/>
                    <a:pt x="1803" y="883"/>
                  </a:cubicBezTo>
                  <a:cubicBezTo>
                    <a:pt x="1769" y="438"/>
                    <a:pt x="1289" y="45"/>
                    <a:pt x="899" y="4"/>
                  </a:cubicBezTo>
                  <a:cubicBezTo>
                    <a:pt x="874" y="1"/>
                    <a:pt x="848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</p:grpSp>
      <p:grpSp>
        <p:nvGrpSpPr>
          <p:cNvPr id="30" name="Google Shape;30;p2"/>
          <p:cNvGrpSpPr/>
          <p:nvPr/>
        </p:nvGrpSpPr>
        <p:grpSpPr>
          <a:xfrm rot="-1922792">
            <a:off x="393737" y="3769542"/>
            <a:ext cx="1115999" cy="1119914"/>
            <a:chOff x="1405075" y="832450"/>
            <a:chExt cx="484700" cy="486400"/>
          </a:xfrm>
        </p:grpSpPr>
        <p:sp>
          <p:nvSpPr>
            <p:cNvPr id="31" name="Google Shape;31;p2"/>
            <p:cNvSpPr/>
            <p:nvPr/>
          </p:nvSpPr>
          <p:spPr>
            <a:xfrm>
              <a:off x="1758650" y="993075"/>
              <a:ext cx="127300" cy="146300"/>
            </a:xfrm>
            <a:custGeom>
              <a:rect b="b" l="l" r="r" t="t"/>
              <a:pathLst>
                <a:path extrusionOk="0" h="5852" w="5092">
                  <a:moveTo>
                    <a:pt x="3723" y="0"/>
                  </a:moveTo>
                  <a:cubicBezTo>
                    <a:pt x="3675" y="0"/>
                    <a:pt x="3631" y="31"/>
                    <a:pt x="3616" y="79"/>
                  </a:cubicBezTo>
                  <a:cubicBezTo>
                    <a:pt x="3598" y="137"/>
                    <a:pt x="3632" y="199"/>
                    <a:pt x="3691" y="217"/>
                  </a:cubicBezTo>
                  <a:cubicBezTo>
                    <a:pt x="3692" y="217"/>
                    <a:pt x="3715" y="226"/>
                    <a:pt x="3756" y="241"/>
                  </a:cubicBezTo>
                  <a:cubicBezTo>
                    <a:pt x="3941" y="313"/>
                    <a:pt x="4231" y="457"/>
                    <a:pt x="4434" y="978"/>
                  </a:cubicBezTo>
                  <a:cubicBezTo>
                    <a:pt x="4613" y="1433"/>
                    <a:pt x="5091" y="1085"/>
                    <a:pt x="4410" y="2298"/>
                  </a:cubicBezTo>
                  <a:cubicBezTo>
                    <a:pt x="3566" y="3798"/>
                    <a:pt x="2146" y="5308"/>
                    <a:pt x="1258" y="5569"/>
                  </a:cubicBezTo>
                  <a:cubicBezTo>
                    <a:pt x="1204" y="5585"/>
                    <a:pt x="1152" y="5598"/>
                    <a:pt x="1102" y="5608"/>
                  </a:cubicBezTo>
                  <a:cubicBezTo>
                    <a:pt x="1082" y="5612"/>
                    <a:pt x="1061" y="5615"/>
                    <a:pt x="1041" y="5620"/>
                  </a:cubicBezTo>
                  <a:cubicBezTo>
                    <a:pt x="992" y="5627"/>
                    <a:pt x="946" y="5630"/>
                    <a:pt x="903" y="5630"/>
                  </a:cubicBezTo>
                  <a:cubicBezTo>
                    <a:pt x="793" y="5630"/>
                    <a:pt x="707" y="5607"/>
                    <a:pt x="647" y="5561"/>
                  </a:cubicBezTo>
                  <a:cubicBezTo>
                    <a:pt x="273" y="5276"/>
                    <a:pt x="608" y="4239"/>
                    <a:pt x="835" y="3699"/>
                  </a:cubicBezTo>
                  <a:cubicBezTo>
                    <a:pt x="845" y="3673"/>
                    <a:pt x="855" y="3650"/>
                    <a:pt x="865" y="3627"/>
                  </a:cubicBezTo>
                  <a:cubicBezTo>
                    <a:pt x="871" y="3610"/>
                    <a:pt x="880" y="3594"/>
                    <a:pt x="887" y="3577"/>
                  </a:cubicBezTo>
                  <a:cubicBezTo>
                    <a:pt x="894" y="3562"/>
                    <a:pt x="901" y="3547"/>
                    <a:pt x="908" y="3533"/>
                  </a:cubicBezTo>
                  <a:cubicBezTo>
                    <a:pt x="916" y="3514"/>
                    <a:pt x="920" y="3493"/>
                    <a:pt x="917" y="3472"/>
                  </a:cubicBezTo>
                  <a:cubicBezTo>
                    <a:pt x="912" y="3435"/>
                    <a:pt x="889" y="3402"/>
                    <a:pt x="854" y="3386"/>
                  </a:cubicBezTo>
                  <a:cubicBezTo>
                    <a:pt x="840" y="3380"/>
                    <a:pt x="825" y="3376"/>
                    <a:pt x="810" y="3376"/>
                  </a:cubicBezTo>
                  <a:cubicBezTo>
                    <a:pt x="807" y="3376"/>
                    <a:pt x="803" y="3376"/>
                    <a:pt x="800" y="3376"/>
                  </a:cubicBezTo>
                  <a:cubicBezTo>
                    <a:pt x="760" y="3378"/>
                    <a:pt x="725" y="3401"/>
                    <a:pt x="706" y="3439"/>
                  </a:cubicBezTo>
                  <a:cubicBezTo>
                    <a:pt x="690" y="3474"/>
                    <a:pt x="649" y="3562"/>
                    <a:pt x="600" y="3686"/>
                  </a:cubicBezTo>
                  <a:cubicBezTo>
                    <a:pt x="386" y="4206"/>
                    <a:pt x="1" y="5345"/>
                    <a:pt x="511" y="5737"/>
                  </a:cubicBezTo>
                  <a:cubicBezTo>
                    <a:pt x="532" y="5753"/>
                    <a:pt x="553" y="5767"/>
                    <a:pt x="576" y="5780"/>
                  </a:cubicBezTo>
                  <a:cubicBezTo>
                    <a:pt x="665" y="5828"/>
                    <a:pt x="772" y="5852"/>
                    <a:pt x="898" y="5852"/>
                  </a:cubicBezTo>
                  <a:cubicBezTo>
                    <a:pt x="950" y="5852"/>
                    <a:pt x="1005" y="5848"/>
                    <a:pt x="1064" y="5840"/>
                  </a:cubicBezTo>
                  <a:cubicBezTo>
                    <a:pt x="1090" y="5836"/>
                    <a:pt x="1117" y="5832"/>
                    <a:pt x="1145" y="5827"/>
                  </a:cubicBezTo>
                  <a:cubicBezTo>
                    <a:pt x="1189" y="5817"/>
                    <a:pt x="1235" y="5808"/>
                    <a:pt x="1283" y="5794"/>
                  </a:cubicBezTo>
                  <a:cubicBezTo>
                    <a:pt x="1391" y="5764"/>
                    <a:pt x="1506" y="5722"/>
                    <a:pt x="1625" y="5671"/>
                  </a:cubicBezTo>
                  <a:cubicBezTo>
                    <a:pt x="1719" y="5631"/>
                    <a:pt x="1815" y="5584"/>
                    <a:pt x="1914" y="5531"/>
                  </a:cubicBezTo>
                  <a:cubicBezTo>
                    <a:pt x="2655" y="5131"/>
                    <a:pt x="3531" y="4376"/>
                    <a:pt x="4237" y="3358"/>
                  </a:cubicBezTo>
                  <a:cubicBezTo>
                    <a:pt x="4281" y="3293"/>
                    <a:pt x="4326" y="3224"/>
                    <a:pt x="4371" y="3157"/>
                  </a:cubicBezTo>
                  <a:cubicBezTo>
                    <a:pt x="4434" y="3059"/>
                    <a:pt x="4497" y="2958"/>
                    <a:pt x="4557" y="2855"/>
                  </a:cubicBezTo>
                  <a:cubicBezTo>
                    <a:pt x="4972" y="2147"/>
                    <a:pt x="5078" y="1522"/>
                    <a:pt x="4873" y="999"/>
                  </a:cubicBezTo>
                  <a:cubicBezTo>
                    <a:pt x="4631" y="380"/>
                    <a:pt x="4029" y="106"/>
                    <a:pt x="3823" y="28"/>
                  </a:cubicBezTo>
                  <a:cubicBezTo>
                    <a:pt x="3785" y="13"/>
                    <a:pt x="3760" y="7"/>
                    <a:pt x="3754" y="5"/>
                  </a:cubicBezTo>
                  <a:cubicBezTo>
                    <a:pt x="3743" y="2"/>
                    <a:pt x="3733" y="0"/>
                    <a:pt x="37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1784050" y="1071525"/>
              <a:ext cx="105725" cy="116325"/>
            </a:xfrm>
            <a:custGeom>
              <a:rect b="b" l="l" r="r" t="t"/>
              <a:pathLst>
                <a:path extrusionOk="0" h="4653" w="4229">
                  <a:moveTo>
                    <a:pt x="3243" y="1"/>
                  </a:moveTo>
                  <a:cubicBezTo>
                    <a:pt x="3186" y="1"/>
                    <a:pt x="3137" y="44"/>
                    <a:pt x="3132" y="101"/>
                  </a:cubicBezTo>
                  <a:cubicBezTo>
                    <a:pt x="3127" y="163"/>
                    <a:pt x="3171" y="217"/>
                    <a:pt x="3232" y="222"/>
                  </a:cubicBezTo>
                  <a:cubicBezTo>
                    <a:pt x="3237" y="222"/>
                    <a:pt x="3379" y="398"/>
                    <a:pt x="3584" y="715"/>
                  </a:cubicBezTo>
                  <a:cubicBezTo>
                    <a:pt x="3773" y="1005"/>
                    <a:pt x="3996" y="1298"/>
                    <a:pt x="3805" y="1863"/>
                  </a:cubicBezTo>
                  <a:cubicBezTo>
                    <a:pt x="3427" y="2979"/>
                    <a:pt x="2253" y="3710"/>
                    <a:pt x="1367" y="3949"/>
                  </a:cubicBezTo>
                  <a:cubicBezTo>
                    <a:pt x="1130" y="4013"/>
                    <a:pt x="923" y="4167"/>
                    <a:pt x="798" y="4167"/>
                  </a:cubicBezTo>
                  <a:cubicBezTo>
                    <a:pt x="772" y="4167"/>
                    <a:pt x="749" y="4160"/>
                    <a:pt x="730" y="4144"/>
                  </a:cubicBezTo>
                  <a:cubicBezTo>
                    <a:pt x="351" y="3814"/>
                    <a:pt x="1052" y="2469"/>
                    <a:pt x="1225" y="2110"/>
                  </a:cubicBezTo>
                  <a:cubicBezTo>
                    <a:pt x="1227" y="2105"/>
                    <a:pt x="1227" y="2102"/>
                    <a:pt x="1223" y="2102"/>
                  </a:cubicBezTo>
                  <a:cubicBezTo>
                    <a:pt x="1189" y="2102"/>
                    <a:pt x="916" y="2303"/>
                    <a:pt x="846" y="2303"/>
                  </a:cubicBezTo>
                  <a:cubicBezTo>
                    <a:pt x="843" y="2303"/>
                    <a:pt x="840" y="2302"/>
                    <a:pt x="837" y="2301"/>
                  </a:cubicBezTo>
                  <a:cubicBezTo>
                    <a:pt x="822" y="2294"/>
                    <a:pt x="805" y="2290"/>
                    <a:pt x="789" y="2290"/>
                  </a:cubicBezTo>
                  <a:cubicBezTo>
                    <a:pt x="748" y="2290"/>
                    <a:pt x="708" y="2313"/>
                    <a:pt x="689" y="2352"/>
                  </a:cubicBezTo>
                  <a:cubicBezTo>
                    <a:pt x="660" y="2412"/>
                    <a:pt x="1" y="3802"/>
                    <a:pt x="584" y="4312"/>
                  </a:cubicBezTo>
                  <a:cubicBezTo>
                    <a:pt x="610" y="4333"/>
                    <a:pt x="708" y="4616"/>
                    <a:pt x="738" y="4632"/>
                  </a:cubicBezTo>
                  <a:cubicBezTo>
                    <a:pt x="764" y="4646"/>
                    <a:pt x="790" y="4652"/>
                    <a:pt x="816" y="4652"/>
                  </a:cubicBezTo>
                  <a:cubicBezTo>
                    <a:pt x="968" y="4652"/>
                    <a:pt x="1140" y="4455"/>
                    <a:pt x="1408" y="4382"/>
                  </a:cubicBezTo>
                  <a:cubicBezTo>
                    <a:pt x="2221" y="4163"/>
                    <a:pt x="3568" y="3258"/>
                    <a:pt x="4015" y="1934"/>
                  </a:cubicBezTo>
                  <a:cubicBezTo>
                    <a:pt x="4229" y="1301"/>
                    <a:pt x="3953" y="798"/>
                    <a:pt x="3726" y="448"/>
                  </a:cubicBezTo>
                  <a:cubicBezTo>
                    <a:pt x="3462" y="43"/>
                    <a:pt x="3272" y="3"/>
                    <a:pt x="3253" y="1"/>
                  </a:cubicBezTo>
                  <a:cubicBezTo>
                    <a:pt x="3249" y="1"/>
                    <a:pt x="3246" y="1"/>
                    <a:pt x="3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1795250" y="1146275"/>
              <a:ext cx="88800" cy="86400"/>
            </a:xfrm>
            <a:custGeom>
              <a:rect b="b" l="l" r="r" t="t"/>
              <a:pathLst>
                <a:path extrusionOk="0" h="3456" w="3552">
                  <a:moveTo>
                    <a:pt x="2840" y="1"/>
                  </a:moveTo>
                  <a:cubicBezTo>
                    <a:pt x="2802" y="1"/>
                    <a:pt x="2764" y="21"/>
                    <a:pt x="2744" y="56"/>
                  </a:cubicBezTo>
                  <a:cubicBezTo>
                    <a:pt x="2713" y="109"/>
                    <a:pt x="2730" y="176"/>
                    <a:pt x="2783" y="207"/>
                  </a:cubicBezTo>
                  <a:cubicBezTo>
                    <a:pt x="2786" y="209"/>
                    <a:pt x="2908" y="436"/>
                    <a:pt x="2982" y="818"/>
                  </a:cubicBezTo>
                  <a:cubicBezTo>
                    <a:pt x="3048" y="1158"/>
                    <a:pt x="3098" y="1507"/>
                    <a:pt x="2766" y="1940"/>
                  </a:cubicBezTo>
                  <a:cubicBezTo>
                    <a:pt x="2049" y="2872"/>
                    <a:pt x="1212" y="3099"/>
                    <a:pt x="767" y="3099"/>
                  </a:cubicBezTo>
                  <a:cubicBezTo>
                    <a:pt x="728" y="3099"/>
                    <a:pt x="693" y="3097"/>
                    <a:pt x="661" y="3094"/>
                  </a:cubicBezTo>
                  <a:cubicBezTo>
                    <a:pt x="654" y="3093"/>
                    <a:pt x="648" y="3093"/>
                    <a:pt x="642" y="3093"/>
                  </a:cubicBezTo>
                  <a:cubicBezTo>
                    <a:pt x="560" y="3093"/>
                    <a:pt x="490" y="3143"/>
                    <a:pt x="449" y="3143"/>
                  </a:cubicBezTo>
                  <a:cubicBezTo>
                    <a:pt x="436" y="3143"/>
                    <a:pt x="426" y="3138"/>
                    <a:pt x="419" y="3125"/>
                  </a:cubicBezTo>
                  <a:cubicBezTo>
                    <a:pt x="301" y="2888"/>
                    <a:pt x="1022" y="1805"/>
                    <a:pt x="1406" y="1225"/>
                  </a:cubicBezTo>
                  <a:cubicBezTo>
                    <a:pt x="1414" y="1214"/>
                    <a:pt x="1407" y="1210"/>
                    <a:pt x="1391" y="1210"/>
                  </a:cubicBezTo>
                  <a:cubicBezTo>
                    <a:pt x="1349" y="1210"/>
                    <a:pt x="1244" y="1239"/>
                    <a:pt x="1181" y="1239"/>
                  </a:cubicBezTo>
                  <a:cubicBezTo>
                    <a:pt x="1164" y="1239"/>
                    <a:pt x="1150" y="1236"/>
                    <a:pt x="1141" y="1231"/>
                  </a:cubicBezTo>
                  <a:cubicBezTo>
                    <a:pt x="1123" y="1218"/>
                    <a:pt x="1101" y="1212"/>
                    <a:pt x="1080" y="1212"/>
                  </a:cubicBezTo>
                  <a:cubicBezTo>
                    <a:pt x="1044" y="1212"/>
                    <a:pt x="1009" y="1229"/>
                    <a:pt x="987" y="1262"/>
                  </a:cubicBezTo>
                  <a:cubicBezTo>
                    <a:pt x="821" y="1513"/>
                    <a:pt x="0" y="2788"/>
                    <a:pt x="221" y="3225"/>
                  </a:cubicBezTo>
                  <a:cubicBezTo>
                    <a:pt x="248" y="3278"/>
                    <a:pt x="295" y="3338"/>
                    <a:pt x="381" y="3384"/>
                  </a:cubicBezTo>
                  <a:cubicBezTo>
                    <a:pt x="442" y="3418"/>
                    <a:pt x="522" y="3443"/>
                    <a:pt x="627" y="3453"/>
                  </a:cubicBezTo>
                  <a:cubicBezTo>
                    <a:pt x="649" y="3455"/>
                    <a:pt x="672" y="3456"/>
                    <a:pt x="695" y="3456"/>
                  </a:cubicBezTo>
                  <a:cubicBezTo>
                    <a:pt x="1300" y="3456"/>
                    <a:pt x="2457" y="2775"/>
                    <a:pt x="3178" y="1835"/>
                  </a:cubicBezTo>
                  <a:cubicBezTo>
                    <a:pt x="3551" y="1349"/>
                    <a:pt x="3293" y="1189"/>
                    <a:pt x="3214" y="783"/>
                  </a:cubicBezTo>
                  <a:cubicBezTo>
                    <a:pt x="3120" y="305"/>
                    <a:pt x="2911" y="26"/>
                    <a:pt x="2895" y="16"/>
                  </a:cubicBezTo>
                  <a:cubicBezTo>
                    <a:pt x="2894" y="16"/>
                    <a:pt x="2893" y="15"/>
                    <a:pt x="2892" y="14"/>
                  </a:cubicBezTo>
                  <a:cubicBezTo>
                    <a:pt x="2876" y="5"/>
                    <a:pt x="2858" y="1"/>
                    <a:pt x="28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1521425" y="1020725"/>
              <a:ext cx="237225" cy="123775"/>
            </a:xfrm>
            <a:custGeom>
              <a:rect b="b" l="l" r="r" t="t"/>
              <a:pathLst>
                <a:path extrusionOk="0" h="4951" w="9489">
                  <a:moveTo>
                    <a:pt x="8101" y="0"/>
                  </a:moveTo>
                  <a:cubicBezTo>
                    <a:pt x="8053" y="0"/>
                    <a:pt x="8003" y="1"/>
                    <a:pt x="7954" y="3"/>
                  </a:cubicBezTo>
                  <a:cubicBezTo>
                    <a:pt x="7882" y="5"/>
                    <a:pt x="7807" y="10"/>
                    <a:pt x="7731" y="16"/>
                  </a:cubicBezTo>
                  <a:cubicBezTo>
                    <a:pt x="7452" y="37"/>
                    <a:pt x="7155" y="82"/>
                    <a:pt x="6854" y="139"/>
                  </a:cubicBezTo>
                  <a:cubicBezTo>
                    <a:pt x="6782" y="152"/>
                    <a:pt x="6708" y="167"/>
                    <a:pt x="6635" y="181"/>
                  </a:cubicBezTo>
                  <a:cubicBezTo>
                    <a:pt x="6317" y="246"/>
                    <a:pt x="6000" y="318"/>
                    <a:pt x="5698" y="389"/>
                  </a:cubicBezTo>
                  <a:cubicBezTo>
                    <a:pt x="5397" y="458"/>
                    <a:pt x="5113" y="525"/>
                    <a:pt x="4868" y="572"/>
                  </a:cubicBezTo>
                  <a:cubicBezTo>
                    <a:pt x="3470" y="838"/>
                    <a:pt x="124" y="1887"/>
                    <a:pt x="91" y="1897"/>
                  </a:cubicBezTo>
                  <a:cubicBezTo>
                    <a:pt x="31" y="1915"/>
                    <a:pt x="0" y="1979"/>
                    <a:pt x="17" y="2036"/>
                  </a:cubicBezTo>
                  <a:cubicBezTo>
                    <a:pt x="33" y="2084"/>
                    <a:pt x="77" y="2114"/>
                    <a:pt x="124" y="2114"/>
                  </a:cubicBezTo>
                  <a:cubicBezTo>
                    <a:pt x="135" y="2114"/>
                    <a:pt x="146" y="2112"/>
                    <a:pt x="157" y="2109"/>
                  </a:cubicBezTo>
                  <a:cubicBezTo>
                    <a:pt x="190" y="2098"/>
                    <a:pt x="955" y="1859"/>
                    <a:pt x="2342" y="1594"/>
                  </a:cubicBezTo>
                  <a:cubicBezTo>
                    <a:pt x="2591" y="1547"/>
                    <a:pt x="5388" y="882"/>
                    <a:pt x="5691" y="812"/>
                  </a:cubicBezTo>
                  <a:cubicBezTo>
                    <a:pt x="5979" y="746"/>
                    <a:pt x="6251" y="591"/>
                    <a:pt x="6566" y="527"/>
                  </a:cubicBezTo>
                  <a:cubicBezTo>
                    <a:pt x="6637" y="513"/>
                    <a:pt x="6807" y="471"/>
                    <a:pt x="6881" y="457"/>
                  </a:cubicBezTo>
                  <a:cubicBezTo>
                    <a:pt x="7182" y="402"/>
                    <a:pt x="7256" y="422"/>
                    <a:pt x="7536" y="402"/>
                  </a:cubicBezTo>
                  <a:cubicBezTo>
                    <a:pt x="7612" y="396"/>
                    <a:pt x="7911" y="229"/>
                    <a:pt x="7982" y="227"/>
                  </a:cubicBezTo>
                  <a:cubicBezTo>
                    <a:pt x="8020" y="225"/>
                    <a:pt x="8058" y="225"/>
                    <a:pt x="8095" y="225"/>
                  </a:cubicBezTo>
                  <a:cubicBezTo>
                    <a:pt x="8444" y="225"/>
                    <a:pt x="8746" y="277"/>
                    <a:pt x="8957" y="409"/>
                  </a:cubicBezTo>
                  <a:cubicBezTo>
                    <a:pt x="9075" y="482"/>
                    <a:pt x="9165" y="580"/>
                    <a:pt x="9221" y="710"/>
                  </a:cubicBezTo>
                  <a:cubicBezTo>
                    <a:pt x="9226" y="721"/>
                    <a:pt x="9231" y="733"/>
                    <a:pt x="9236" y="746"/>
                  </a:cubicBezTo>
                  <a:cubicBezTo>
                    <a:pt x="9241" y="761"/>
                    <a:pt x="9241" y="781"/>
                    <a:pt x="9234" y="811"/>
                  </a:cubicBezTo>
                  <a:lnTo>
                    <a:pt x="9233" y="811"/>
                  </a:lnTo>
                  <a:cubicBezTo>
                    <a:pt x="9217" y="877"/>
                    <a:pt x="9162" y="979"/>
                    <a:pt x="9050" y="1121"/>
                  </a:cubicBezTo>
                  <a:cubicBezTo>
                    <a:pt x="8897" y="1318"/>
                    <a:pt x="8663" y="1295"/>
                    <a:pt x="8239" y="1664"/>
                  </a:cubicBezTo>
                  <a:cubicBezTo>
                    <a:pt x="8176" y="1720"/>
                    <a:pt x="8079" y="2079"/>
                    <a:pt x="8007" y="2139"/>
                  </a:cubicBezTo>
                  <a:cubicBezTo>
                    <a:pt x="7819" y="2297"/>
                    <a:pt x="7604" y="2470"/>
                    <a:pt x="7360" y="2659"/>
                  </a:cubicBezTo>
                  <a:cubicBezTo>
                    <a:pt x="7298" y="2707"/>
                    <a:pt x="7236" y="2754"/>
                    <a:pt x="7172" y="2802"/>
                  </a:cubicBezTo>
                  <a:cubicBezTo>
                    <a:pt x="7104" y="2853"/>
                    <a:pt x="7044" y="2924"/>
                    <a:pt x="6965" y="2957"/>
                  </a:cubicBezTo>
                  <a:cubicBezTo>
                    <a:pt x="5836" y="3434"/>
                    <a:pt x="4819" y="4437"/>
                    <a:pt x="4164" y="4740"/>
                  </a:cubicBezTo>
                  <a:cubicBezTo>
                    <a:pt x="4108" y="4765"/>
                    <a:pt x="4083" y="4832"/>
                    <a:pt x="4109" y="4887"/>
                  </a:cubicBezTo>
                  <a:cubicBezTo>
                    <a:pt x="4120" y="4910"/>
                    <a:pt x="4137" y="4926"/>
                    <a:pt x="4158" y="4938"/>
                  </a:cubicBezTo>
                  <a:cubicBezTo>
                    <a:pt x="4174" y="4946"/>
                    <a:pt x="4192" y="4951"/>
                    <a:pt x="4210" y="4951"/>
                  </a:cubicBezTo>
                  <a:cubicBezTo>
                    <a:pt x="4226" y="4951"/>
                    <a:pt x="4242" y="4948"/>
                    <a:pt x="4257" y="4941"/>
                  </a:cubicBezTo>
                  <a:cubicBezTo>
                    <a:pt x="4632" y="4769"/>
                    <a:pt x="5150" y="4467"/>
                    <a:pt x="5719" y="4098"/>
                  </a:cubicBezTo>
                  <a:cubicBezTo>
                    <a:pt x="5790" y="4050"/>
                    <a:pt x="5863" y="4003"/>
                    <a:pt x="5936" y="3956"/>
                  </a:cubicBezTo>
                  <a:cubicBezTo>
                    <a:pt x="6282" y="3724"/>
                    <a:pt x="6643" y="3472"/>
                    <a:pt x="6996" y="3210"/>
                  </a:cubicBezTo>
                  <a:cubicBezTo>
                    <a:pt x="7065" y="3161"/>
                    <a:pt x="7133" y="3110"/>
                    <a:pt x="7203" y="3057"/>
                  </a:cubicBezTo>
                  <a:cubicBezTo>
                    <a:pt x="7301" y="2984"/>
                    <a:pt x="7400" y="2909"/>
                    <a:pt x="7496" y="2834"/>
                  </a:cubicBezTo>
                  <a:cubicBezTo>
                    <a:pt x="7693" y="2683"/>
                    <a:pt x="7875" y="2537"/>
                    <a:pt x="8041" y="2399"/>
                  </a:cubicBezTo>
                  <a:cubicBezTo>
                    <a:pt x="8112" y="2342"/>
                    <a:pt x="8179" y="2285"/>
                    <a:pt x="8243" y="2231"/>
                  </a:cubicBezTo>
                  <a:cubicBezTo>
                    <a:pt x="8607" y="1921"/>
                    <a:pt x="8888" y="1653"/>
                    <a:pt x="9089" y="1422"/>
                  </a:cubicBezTo>
                  <a:cubicBezTo>
                    <a:pt x="9104" y="1405"/>
                    <a:pt x="9119" y="1389"/>
                    <a:pt x="9133" y="1372"/>
                  </a:cubicBezTo>
                  <a:cubicBezTo>
                    <a:pt x="9191" y="1303"/>
                    <a:pt x="9241" y="1239"/>
                    <a:pt x="9281" y="1178"/>
                  </a:cubicBezTo>
                  <a:cubicBezTo>
                    <a:pt x="9435" y="960"/>
                    <a:pt x="9489" y="791"/>
                    <a:pt x="9445" y="669"/>
                  </a:cubicBezTo>
                  <a:cubicBezTo>
                    <a:pt x="9427" y="623"/>
                    <a:pt x="9408" y="579"/>
                    <a:pt x="9384" y="538"/>
                  </a:cubicBezTo>
                  <a:cubicBezTo>
                    <a:pt x="9327" y="435"/>
                    <a:pt x="9254" y="348"/>
                    <a:pt x="9165" y="279"/>
                  </a:cubicBezTo>
                  <a:cubicBezTo>
                    <a:pt x="9093" y="222"/>
                    <a:pt x="9012" y="175"/>
                    <a:pt x="8923" y="138"/>
                  </a:cubicBezTo>
                  <a:cubicBezTo>
                    <a:pt x="8696" y="41"/>
                    <a:pt x="8415" y="0"/>
                    <a:pt x="8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1624300" y="1115525"/>
              <a:ext cx="48525" cy="116775"/>
            </a:xfrm>
            <a:custGeom>
              <a:rect b="b" l="l" r="r" t="t"/>
              <a:pathLst>
                <a:path extrusionOk="0" h="4671" w="1941">
                  <a:moveTo>
                    <a:pt x="1705" y="0"/>
                  </a:moveTo>
                  <a:cubicBezTo>
                    <a:pt x="1702" y="0"/>
                    <a:pt x="1699" y="0"/>
                    <a:pt x="1697" y="0"/>
                  </a:cubicBezTo>
                  <a:cubicBezTo>
                    <a:pt x="1635" y="7"/>
                    <a:pt x="1590" y="59"/>
                    <a:pt x="1595" y="121"/>
                  </a:cubicBezTo>
                  <a:cubicBezTo>
                    <a:pt x="1596" y="125"/>
                    <a:pt x="1601" y="193"/>
                    <a:pt x="1604" y="306"/>
                  </a:cubicBezTo>
                  <a:cubicBezTo>
                    <a:pt x="1623" y="990"/>
                    <a:pt x="1724" y="3031"/>
                    <a:pt x="209" y="4099"/>
                  </a:cubicBezTo>
                  <a:cubicBezTo>
                    <a:pt x="159" y="4135"/>
                    <a:pt x="0" y="4573"/>
                    <a:pt x="36" y="4624"/>
                  </a:cubicBezTo>
                  <a:cubicBezTo>
                    <a:pt x="46" y="4638"/>
                    <a:pt x="59" y="4650"/>
                    <a:pt x="74" y="4657"/>
                  </a:cubicBezTo>
                  <a:cubicBezTo>
                    <a:pt x="90" y="4666"/>
                    <a:pt x="108" y="4671"/>
                    <a:pt x="126" y="4671"/>
                  </a:cubicBezTo>
                  <a:cubicBezTo>
                    <a:pt x="148" y="4671"/>
                    <a:pt x="171" y="4664"/>
                    <a:pt x="190" y="4650"/>
                  </a:cubicBezTo>
                  <a:cubicBezTo>
                    <a:pt x="1940" y="3416"/>
                    <a:pt x="1847" y="624"/>
                    <a:pt x="1821" y="164"/>
                  </a:cubicBezTo>
                  <a:cubicBezTo>
                    <a:pt x="1818" y="132"/>
                    <a:pt x="1817" y="112"/>
                    <a:pt x="1816" y="103"/>
                  </a:cubicBezTo>
                  <a:cubicBezTo>
                    <a:pt x="1811" y="45"/>
                    <a:pt x="1763" y="0"/>
                    <a:pt x="1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1712000" y="950175"/>
              <a:ext cx="19550" cy="6200"/>
            </a:xfrm>
            <a:custGeom>
              <a:rect b="b" l="l" r="r" t="t"/>
              <a:pathLst>
                <a:path extrusionOk="0" h="248" w="782">
                  <a:moveTo>
                    <a:pt x="529" y="0"/>
                  </a:moveTo>
                  <a:cubicBezTo>
                    <a:pt x="499" y="0"/>
                    <a:pt x="470" y="2"/>
                    <a:pt x="440" y="6"/>
                  </a:cubicBezTo>
                  <a:cubicBezTo>
                    <a:pt x="266" y="28"/>
                    <a:pt x="112" y="113"/>
                    <a:pt x="0" y="247"/>
                  </a:cubicBezTo>
                  <a:cubicBezTo>
                    <a:pt x="253" y="181"/>
                    <a:pt x="514" y="112"/>
                    <a:pt x="781" y="48"/>
                  </a:cubicBezTo>
                  <a:cubicBezTo>
                    <a:pt x="702" y="17"/>
                    <a:pt x="617" y="0"/>
                    <a:pt x="5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1747750" y="936200"/>
              <a:ext cx="109225" cy="153200"/>
            </a:xfrm>
            <a:custGeom>
              <a:rect b="b" l="l" r="r" t="t"/>
              <a:pathLst>
                <a:path extrusionOk="0" h="6128" w="4369">
                  <a:moveTo>
                    <a:pt x="1866" y="0"/>
                  </a:moveTo>
                  <a:cubicBezTo>
                    <a:pt x="1573" y="0"/>
                    <a:pt x="1241" y="32"/>
                    <a:pt x="863" y="84"/>
                  </a:cubicBezTo>
                  <a:cubicBezTo>
                    <a:pt x="790" y="95"/>
                    <a:pt x="718" y="106"/>
                    <a:pt x="643" y="117"/>
                  </a:cubicBezTo>
                  <a:lnTo>
                    <a:pt x="665" y="333"/>
                  </a:lnTo>
                  <a:cubicBezTo>
                    <a:pt x="740" y="320"/>
                    <a:pt x="813" y="310"/>
                    <a:pt x="887" y="300"/>
                  </a:cubicBezTo>
                  <a:cubicBezTo>
                    <a:pt x="1169" y="261"/>
                    <a:pt x="1430" y="240"/>
                    <a:pt x="1670" y="240"/>
                  </a:cubicBezTo>
                  <a:cubicBezTo>
                    <a:pt x="2329" y="240"/>
                    <a:pt x="2830" y="401"/>
                    <a:pt x="3195" y="806"/>
                  </a:cubicBezTo>
                  <a:cubicBezTo>
                    <a:pt x="4091" y="1801"/>
                    <a:pt x="4112" y="2167"/>
                    <a:pt x="3912" y="2607"/>
                  </a:cubicBezTo>
                  <a:cubicBezTo>
                    <a:pt x="3725" y="3019"/>
                    <a:pt x="2397" y="4590"/>
                    <a:pt x="1433" y="5409"/>
                  </a:cubicBezTo>
                  <a:cubicBezTo>
                    <a:pt x="1363" y="5468"/>
                    <a:pt x="1294" y="5524"/>
                    <a:pt x="1228" y="5575"/>
                  </a:cubicBezTo>
                  <a:cubicBezTo>
                    <a:pt x="961" y="5781"/>
                    <a:pt x="738" y="5908"/>
                    <a:pt x="593" y="5908"/>
                  </a:cubicBezTo>
                  <a:cubicBezTo>
                    <a:pt x="573" y="5908"/>
                    <a:pt x="554" y="5905"/>
                    <a:pt x="537" y="5900"/>
                  </a:cubicBezTo>
                  <a:cubicBezTo>
                    <a:pt x="481" y="5883"/>
                    <a:pt x="431" y="5854"/>
                    <a:pt x="392" y="5812"/>
                  </a:cubicBezTo>
                  <a:cubicBezTo>
                    <a:pt x="352" y="5771"/>
                    <a:pt x="320" y="5716"/>
                    <a:pt x="297" y="5649"/>
                  </a:cubicBezTo>
                  <a:cubicBezTo>
                    <a:pt x="235" y="5478"/>
                    <a:pt x="224" y="5229"/>
                    <a:pt x="275" y="4916"/>
                  </a:cubicBezTo>
                  <a:cubicBezTo>
                    <a:pt x="352" y="4441"/>
                    <a:pt x="445" y="4521"/>
                    <a:pt x="837" y="3783"/>
                  </a:cubicBezTo>
                  <a:cubicBezTo>
                    <a:pt x="895" y="3672"/>
                    <a:pt x="1081" y="2853"/>
                    <a:pt x="1147" y="2737"/>
                  </a:cubicBezTo>
                  <a:cubicBezTo>
                    <a:pt x="1278" y="2511"/>
                    <a:pt x="1461" y="2464"/>
                    <a:pt x="1585" y="2033"/>
                  </a:cubicBezTo>
                  <a:cubicBezTo>
                    <a:pt x="1602" y="1974"/>
                    <a:pt x="1605" y="1913"/>
                    <a:pt x="1555" y="1879"/>
                  </a:cubicBezTo>
                  <a:cubicBezTo>
                    <a:pt x="1536" y="1866"/>
                    <a:pt x="1515" y="1861"/>
                    <a:pt x="1494" y="1861"/>
                  </a:cubicBezTo>
                  <a:cubicBezTo>
                    <a:pt x="1458" y="1861"/>
                    <a:pt x="1422" y="1878"/>
                    <a:pt x="1400" y="1910"/>
                  </a:cubicBezTo>
                  <a:cubicBezTo>
                    <a:pt x="1298" y="2065"/>
                    <a:pt x="1201" y="2219"/>
                    <a:pt x="1108" y="2369"/>
                  </a:cubicBezTo>
                  <a:cubicBezTo>
                    <a:pt x="1043" y="2478"/>
                    <a:pt x="978" y="2586"/>
                    <a:pt x="920" y="2693"/>
                  </a:cubicBezTo>
                  <a:cubicBezTo>
                    <a:pt x="675" y="3123"/>
                    <a:pt x="477" y="3536"/>
                    <a:pt x="331" y="3918"/>
                  </a:cubicBezTo>
                  <a:cubicBezTo>
                    <a:pt x="279" y="4052"/>
                    <a:pt x="235" y="4179"/>
                    <a:pt x="195" y="4304"/>
                  </a:cubicBezTo>
                  <a:cubicBezTo>
                    <a:pt x="146" y="4461"/>
                    <a:pt x="108" y="4611"/>
                    <a:pt x="80" y="4753"/>
                  </a:cubicBezTo>
                  <a:cubicBezTo>
                    <a:pt x="67" y="4807"/>
                    <a:pt x="59" y="4861"/>
                    <a:pt x="50" y="4913"/>
                  </a:cubicBezTo>
                  <a:cubicBezTo>
                    <a:pt x="1" y="5238"/>
                    <a:pt x="12" y="5513"/>
                    <a:pt x="89" y="5725"/>
                  </a:cubicBezTo>
                  <a:cubicBezTo>
                    <a:pt x="112" y="5790"/>
                    <a:pt x="143" y="5848"/>
                    <a:pt x="179" y="5898"/>
                  </a:cubicBezTo>
                  <a:cubicBezTo>
                    <a:pt x="242" y="5991"/>
                    <a:pt x="328" y="6058"/>
                    <a:pt x="428" y="6099"/>
                  </a:cubicBezTo>
                  <a:cubicBezTo>
                    <a:pt x="443" y="6104"/>
                    <a:pt x="458" y="6109"/>
                    <a:pt x="473" y="6114"/>
                  </a:cubicBezTo>
                  <a:cubicBezTo>
                    <a:pt x="503" y="6123"/>
                    <a:pt x="535" y="6127"/>
                    <a:pt x="569" y="6127"/>
                  </a:cubicBezTo>
                  <a:cubicBezTo>
                    <a:pt x="698" y="6127"/>
                    <a:pt x="857" y="6066"/>
                    <a:pt x="1036" y="5961"/>
                  </a:cubicBezTo>
                  <a:cubicBezTo>
                    <a:pt x="1106" y="5920"/>
                    <a:pt x="1179" y="5873"/>
                    <a:pt x="1254" y="5820"/>
                  </a:cubicBezTo>
                  <a:cubicBezTo>
                    <a:pt x="1286" y="5796"/>
                    <a:pt x="1320" y="5772"/>
                    <a:pt x="1353" y="5747"/>
                  </a:cubicBezTo>
                  <a:cubicBezTo>
                    <a:pt x="1389" y="5721"/>
                    <a:pt x="1425" y="5693"/>
                    <a:pt x="1461" y="5664"/>
                  </a:cubicBezTo>
                  <a:lnTo>
                    <a:pt x="1461" y="5663"/>
                  </a:lnTo>
                  <a:cubicBezTo>
                    <a:pt x="2539" y="4807"/>
                    <a:pt x="3950" y="3459"/>
                    <a:pt x="4114" y="2698"/>
                  </a:cubicBezTo>
                  <a:cubicBezTo>
                    <a:pt x="4129" y="2633"/>
                    <a:pt x="4167" y="2577"/>
                    <a:pt x="4192" y="2517"/>
                  </a:cubicBezTo>
                  <a:cubicBezTo>
                    <a:pt x="4219" y="2446"/>
                    <a:pt x="4242" y="2375"/>
                    <a:pt x="4259" y="2303"/>
                  </a:cubicBezTo>
                  <a:cubicBezTo>
                    <a:pt x="4368" y="1870"/>
                    <a:pt x="4017" y="1340"/>
                    <a:pt x="3314" y="560"/>
                  </a:cubicBezTo>
                  <a:cubicBezTo>
                    <a:pt x="2942" y="146"/>
                    <a:pt x="2489" y="0"/>
                    <a:pt x="18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1405075" y="959225"/>
              <a:ext cx="314525" cy="337575"/>
            </a:xfrm>
            <a:custGeom>
              <a:rect b="b" l="l" r="r" t="t"/>
              <a:pathLst>
                <a:path extrusionOk="0" h="13503" w="12581">
                  <a:moveTo>
                    <a:pt x="11199" y="1"/>
                  </a:moveTo>
                  <a:cubicBezTo>
                    <a:pt x="11129" y="28"/>
                    <a:pt x="11059" y="55"/>
                    <a:pt x="10985" y="85"/>
                  </a:cubicBezTo>
                  <a:cubicBezTo>
                    <a:pt x="8233" y="1205"/>
                    <a:pt x="2439" y="4322"/>
                    <a:pt x="2292" y="4482"/>
                  </a:cubicBezTo>
                  <a:lnTo>
                    <a:pt x="2017" y="4922"/>
                  </a:lnTo>
                  <a:cubicBezTo>
                    <a:pt x="2007" y="4932"/>
                    <a:pt x="2001" y="4944"/>
                    <a:pt x="1995" y="4957"/>
                  </a:cubicBezTo>
                  <a:lnTo>
                    <a:pt x="104" y="10206"/>
                  </a:lnTo>
                  <a:cubicBezTo>
                    <a:pt x="1" y="10479"/>
                    <a:pt x="408" y="11108"/>
                    <a:pt x="675" y="11224"/>
                  </a:cubicBezTo>
                  <a:lnTo>
                    <a:pt x="2837" y="11967"/>
                  </a:lnTo>
                  <a:cubicBezTo>
                    <a:pt x="2996" y="12042"/>
                    <a:pt x="6138" y="13502"/>
                    <a:pt x="8598" y="13502"/>
                  </a:cubicBezTo>
                  <a:cubicBezTo>
                    <a:pt x="9112" y="13502"/>
                    <a:pt x="9597" y="13438"/>
                    <a:pt x="10018" y="13285"/>
                  </a:cubicBezTo>
                  <a:cubicBezTo>
                    <a:pt x="11100" y="12891"/>
                    <a:pt x="11864" y="12321"/>
                    <a:pt x="12381" y="11801"/>
                  </a:cubicBezTo>
                  <a:cubicBezTo>
                    <a:pt x="12453" y="11731"/>
                    <a:pt x="12519" y="11661"/>
                    <a:pt x="12581" y="11592"/>
                  </a:cubicBezTo>
                  <a:lnTo>
                    <a:pt x="12543" y="11286"/>
                  </a:lnTo>
                  <a:cubicBezTo>
                    <a:pt x="12483" y="11359"/>
                    <a:pt x="12419" y="11433"/>
                    <a:pt x="12347" y="11510"/>
                  </a:cubicBezTo>
                  <a:cubicBezTo>
                    <a:pt x="11847" y="12044"/>
                    <a:pt x="11071" y="12664"/>
                    <a:pt x="9941" y="13076"/>
                  </a:cubicBezTo>
                  <a:cubicBezTo>
                    <a:pt x="9579" y="13208"/>
                    <a:pt x="9165" y="13264"/>
                    <a:pt x="8722" y="13264"/>
                  </a:cubicBezTo>
                  <a:cubicBezTo>
                    <a:pt x="6289" y="13264"/>
                    <a:pt x="3005" y="11574"/>
                    <a:pt x="2963" y="11554"/>
                  </a:cubicBezTo>
                  <a:lnTo>
                    <a:pt x="1028" y="10611"/>
                  </a:lnTo>
                  <a:cubicBezTo>
                    <a:pt x="644" y="10448"/>
                    <a:pt x="523" y="10221"/>
                    <a:pt x="651" y="9824"/>
                  </a:cubicBezTo>
                  <a:lnTo>
                    <a:pt x="1735" y="6549"/>
                  </a:lnTo>
                  <a:cubicBezTo>
                    <a:pt x="2216" y="5284"/>
                    <a:pt x="3092" y="4137"/>
                    <a:pt x="4335" y="3597"/>
                  </a:cubicBezTo>
                  <a:cubicBezTo>
                    <a:pt x="8435" y="1813"/>
                    <a:pt x="8970" y="1147"/>
                    <a:pt x="10745" y="423"/>
                  </a:cubicBezTo>
                  <a:cubicBezTo>
                    <a:pt x="10817" y="393"/>
                    <a:pt x="11156" y="253"/>
                    <a:pt x="11225" y="226"/>
                  </a:cubicBezTo>
                  <a:lnTo>
                    <a:pt x="1119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1790975" y="1180175"/>
              <a:ext cx="31175" cy="18175"/>
            </a:xfrm>
            <a:custGeom>
              <a:rect b="b" l="l" r="r" t="t"/>
              <a:pathLst>
                <a:path extrusionOk="0" h="727" w="1247">
                  <a:moveTo>
                    <a:pt x="1116" y="0"/>
                  </a:moveTo>
                  <a:cubicBezTo>
                    <a:pt x="1110" y="0"/>
                    <a:pt x="1103" y="1"/>
                    <a:pt x="1096" y="2"/>
                  </a:cubicBezTo>
                  <a:cubicBezTo>
                    <a:pt x="1089" y="3"/>
                    <a:pt x="1080" y="6"/>
                    <a:pt x="1073" y="9"/>
                  </a:cubicBezTo>
                  <a:cubicBezTo>
                    <a:pt x="1058" y="17"/>
                    <a:pt x="999" y="41"/>
                    <a:pt x="912" y="83"/>
                  </a:cubicBezTo>
                  <a:lnTo>
                    <a:pt x="911" y="83"/>
                  </a:lnTo>
                  <a:cubicBezTo>
                    <a:pt x="756" y="152"/>
                    <a:pt x="507" y="266"/>
                    <a:pt x="214" y="398"/>
                  </a:cubicBezTo>
                  <a:cubicBezTo>
                    <a:pt x="144" y="429"/>
                    <a:pt x="73" y="461"/>
                    <a:pt x="0" y="495"/>
                  </a:cubicBezTo>
                  <a:lnTo>
                    <a:pt x="25" y="726"/>
                  </a:lnTo>
                  <a:cubicBezTo>
                    <a:pt x="98" y="694"/>
                    <a:pt x="168" y="661"/>
                    <a:pt x="239" y="630"/>
                  </a:cubicBezTo>
                  <a:cubicBezTo>
                    <a:pt x="467" y="525"/>
                    <a:pt x="691" y="426"/>
                    <a:pt x="891" y="335"/>
                  </a:cubicBezTo>
                  <a:cubicBezTo>
                    <a:pt x="989" y="291"/>
                    <a:pt x="1078" y="251"/>
                    <a:pt x="1164" y="212"/>
                  </a:cubicBezTo>
                  <a:cubicBezTo>
                    <a:pt x="1220" y="187"/>
                    <a:pt x="1246" y="120"/>
                    <a:pt x="1220" y="66"/>
                  </a:cubicBezTo>
                  <a:cubicBezTo>
                    <a:pt x="1212" y="48"/>
                    <a:pt x="1199" y="33"/>
                    <a:pt x="1184" y="22"/>
                  </a:cubicBezTo>
                  <a:cubicBezTo>
                    <a:pt x="1165" y="8"/>
                    <a:pt x="1141" y="0"/>
                    <a:pt x="1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1668125" y="832450"/>
              <a:ext cx="134425" cy="486400"/>
            </a:xfrm>
            <a:custGeom>
              <a:rect b="b" l="l" r="r" t="t"/>
              <a:pathLst>
                <a:path extrusionOk="0" h="19456" w="5377">
                  <a:moveTo>
                    <a:pt x="1097" y="1"/>
                  </a:moveTo>
                  <a:cubicBezTo>
                    <a:pt x="869" y="21"/>
                    <a:pt x="300" y="249"/>
                    <a:pt x="157" y="426"/>
                  </a:cubicBezTo>
                  <a:cubicBezTo>
                    <a:pt x="12" y="604"/>
                    <a:pt x="0" y="1276"/>
                    <a:pt x="28" y="1504"/>
                  </a:cubicBezTo>
                  <a:lnTo>
                    <a:pt x="463" y="5156"/>
                  </a:lnTo>
                  <a:lnTo>
                    <a:pt x="437" y="5776"/>
                  </a:lnTo>
                  <a:lnTo>
                    <a:pt x="767" y="7711"/>
                  </a:lnTo>
                  <a:lnTo>
                    <a:pt x="794" y="7933"/>
                  </a:lnTo>
                  <a:cubicBezTo>
                    <a:pt x="866" y="7919"/>
                    <a:pt x="939" y="7904"/>
                    <a:pt x="1013" y="7891"/>
                  </a:cubicBezTo>
                  <a:lnTo>
                    <a:pt x="986" y="7669"/>
                  </a:lnTo>
                  <a:lnTo>
                    <a:pt x="703" y="5297"/>
                  </a:lnTo>
                  <a:lnTo>
                    <a:pt x="677" y="5072"/>
                  </a:lnTo>
                  <a:lnTo>
                    <a:pt x="353" y="2353"/>
                  </a:lnTo>
                  <a:lnTo>
                    <a:pt x="326" y="2133"/>
                  </a:lnTo>
                  <a:lnTo>
                    <a:pt x="252" y="1511"/>
                  </a:lnTo>
                  <a:cubicBezTo>
                    <a:pt x="232" y="1344"/>
                    <a:pt x="383" y="835"/>
                    <a:pt x="490" y="705"/>
                  </a:cubicBezTo>
                  <a:cubicBezTo>
                    <a:pt x="596" y="573"/>
                    <a:pt x="586" y="355"/>
                    <a:pt x="664" y="349"/>
                  </a:cubicBezTo>
                  <a:lnTo>
                    <a:pt x="1591" y="269"/>
                  </a:lnTo>
                  <a:cubicBezTo>
                    <a:pt x="1633" y="265"/>
                    <a:pt x="1685" y="263"/>
                    <a:pt x="1744" y="263"/>
                  </a:cubicBezTo>
                  <a:cubicBezTo>
                    <a:pt x="2279" y="263"/>
                    <a:pt x="3417" y="416"/>
                    <a:pt x="3448" y="714"/>
                  </a:cubicBezTo>
                  <a:lnTo>
                    <a:pt x="3565" y="1810"/>
                  </a:lnTo>
                  <a:lnTo>
                    <a:pt x="3590" y="2031"/>
                  </a:lnTo>
                  <a:lnTo>
                    <a:pt x="3828" y="4267"/>
                  </a:lnTo>
                  <a:lnTo>
                    <a:pt x="3850" y="4483"/>
                  </a:lnTo>
                  <a:lnTo>
                    <a:pt x="4105" y="6843"/>
                  </a:lnTo>
                  <a:lnTo>
                    <a:pt x="4145" y="7227"/>
                  </a:lnTo>
                  <a:cubicBezTo>
                    <a:pt x="4203" y="7115"/>
                    <a:pt x="4266" y="7003"/>
                    <a:pt x="4332" y="6887"/>
                  </a:cubicBezTo>
                  <a:lnTo>
                    <a:pt x="4293" y="6519"/>
                  </a:lnTo>
                  <a:lnTo>
                    <a:pt x="4072" y="4450"/>
                  </a:lnTo>
                  <a:lnTo>
                    <a:pt x="4048" y="4234"/>
                  </a:lnTo>
                  <a:lnTo>
                    <a:pt x="3669" y="691"/>
                  </a:lnTo>
                  <a:cubicBezTo>
                    <a:pt x="3625" y="269"/>
                    <a:pt x="2648" y="1"/>
                    <a:pt x="2153" y="1"/>
                  </a:cubicBezTo>
                  <a:cubicBezTo>
                    <a:pt x="2119" y="1"/>
                    <a:pt x="2088" y="2"/>
                    <a:pt x="2059" y="5"/>
                  </a:cubicBezTo>
                  <a:lnTo>
                    <a:pt x="1097" y="1"/>
                  </a:lnTo>
                  <a:close/>
                  <a:moveTo>
                    <a:pt x="4620" y="9559"/>
                  </a:moveTo>
                  <a:cubicBezTo>
                    <a:pt x="4548" y="9618"/>
                    <a:pt x="4479" y="9674"/>
                    <a:pt x="4413" y="9725"/>
                  </a:cubicBezTo>
                  <a:lnTo>
                    <a:pt x="4422" y="9801"/>
                  </a:lnTo>
                  <a:lnTo>
                    <a:pt x="4439" y="9970"/>
                  </a:lnTo>
                  <a:lnTo>
                    <a:pt x="4456" y="10124"/>
                  </a:lnTo>
                  <a:cubicBezTo>
                    <a:pt x="4466" y="10099"/>
                    <a:pt x="4476" y="10076"/>
                    <a:pt x="4486" y="10052"/>
                  </a:cubicBezTo>
                  <a:cubicBezTo>
                    <a:pt x="4493" y="10037"/>
                    <a:pt x="4499" y="10023"/>
                    <a:pt x="4506" y="10009"/>
                  </a:cubicBezTo>
                  <a:lnTo>
                    <a:pt x="4506" y="10009"/>
                  </a:lnTo>
                  <a:cubicBezTo>
                    <a:pt x="4506" y="10007"/>
                    <a:pt x="4507" y="10005"/>
                    <a:pt x="4508" y="10003"/>
                  </a:cubicBezTo>
                  <a:cubicBezTo>
                    <a:pt x="4515" y="9987"/>
                    <a:pt x="4522" y="9972"/>
                    <a:pt x="4529" y="9958"/>
                  </a:cubicBezTo>
                  <a:cubicBezTo>
                    <a:pt x="4537" y="9939"/>
                    <a:pt x="4541" y="9918"/>
                    <a:pt x="4538" y="9897"/>
                  </a:cubicBezTo>
                  <a:lnTo>
                    <a:pt x="4538" y="9897"/>
                  </a:lnTo>
                  <a:cubicBezTo>
                    <a:pt x="4538" y="9897"/>
                    <a:pt x="4538" y="9897"/>
                    <a:pt x="4538" y="9897"/>
                  </a:cubicBezTo>
                  <a:cubicBezTo>
                    <a:pt x="4574" y="9871"/>
                    <a:pt x="4610" y="9843"/>
                    <a:pt x="4646" y="9814"/>
                  </a:cubicBezTo>
                  <a:lnTo>
                    <a:pt x="4646" y="9813"/>
                  </a:lnTo>
                  <a:lnTo>
                    <a:pt x="4620" y="9559"/>
                  </a:lnTo>
                  <a:close/>
                  <a:moveTo>
                    <a:pt x="1304" y="10333"/>
                  </a:moveTo>
                  <a:cubicBezTo>
                    <a:pt x="1236" y="10384"/>
                    <a:pt x="1167" y="10437"/>
                    <a:pt x="1097" y="10488"/>
                  </a:cubicBezTo>
                  <a:lnTo>
                    <a:pt x="1128" y="10741"/>
                  </a:lnTo>
                  <a:lnTo>
                    <a:pt x="1825" y="16579"/>
                  </a:lnTo>
                  <a:lnTo>
                    <a:pt x="1859" y="16872"/>
                  </a:lnTo>
                  <a:lnTo>
                    <a:pt x="1908" y="17286"/>
                  </a:lnTo>
                  <a:cubicBezTo>
                    <a:pt x="1911" y="17310"/>
                    <a:pt x="1922" y="17333"/>
                    <a:pt x="1940" y="17351"/>
                  </a:cubicBezTo>
                  <a:lnTo>
                    <a:pt x="4006" y="19422"/>
                  </a:lnTo>
                  <a:cubicBezTo>
                    <a:pt x="4013" y="19431"/>
                    <a:pt x="4021" y="19437"/>
                    <a:pt x="4031" y="19442"/>
                  </a:cubicBezTo>
                  <a:cubicBezTo>
                    <a:pt x="4048" y="19451"/>
                    <a:pt x="4067" y="19456"/>
                    <a:pt x="4086" y="19456"/>
                  </a:cubicBezTo>
                  <a:cubicBezTo>
                    <a:pt x="4093" y="19456"/>
                    <a:pt x="4099" y="19455"/>
                    <a:pt x="4106" y="19454"/>
                  </a:cubicBezTo>
                  <a:cubicBezTo>
                    <a:pt x="4141" y="19447"/>
                    <a:pt x="4172" y="19422"/>
                    <a:pt x="4186" y="19389"/>
                  </a:cubicBezTo>
                  <a:lnTo>
                    <a:pt x="5366" y="16666"/>
                  </a:lnTo>
                  <a:cubicBezTo>
                    <a:pt x="5374" y="16648"/>
                    <a:pt x="5377" y="16629"/>
                    <a:pt x="5374" y="16609"/>
                  </a:cubicBezTo>
                  <a:lnTo>
                    <a:pt x="5273" y="15665"/>
                  </a:lnTo>
                  <a:lnTo>
                    <a:pt x="5269" y="15633"/>
                  </a:lnTo>
                  <a:lnTo>
                    <a:pt x="5153" y="14539"/>
                  </a:lnTo>
                  <a:lnTo>
                    <a:pt x="5128" y="14307"/>
                  </a:lnTo>
                  <a:lnTo>
                    <a:pt x="5058" y="13647"/>
                  </a:lnTo>
                  <a:lnTo>
                    <a:pt x="5056" y="13645"/>
                  </a:lnTo>
                  <a:lnTo>
                    <a:pt x="4991" y="13037"/>
                  </a:lnTo>
                  <a:lnTo>
                    <a:pt x="4991" y="13035"/>
                  </a:lnTo>
                  <a:lnTo>
                    <a:pt x="4904" y="12219"/>
                  </a:lnTo>
                  <a:lnTo>
                    <a:pt x="4879" y="11993"/>
                  </a:lnTo>
                  <a:cubicBezTo>
                    <a:pt x="4825" y="12011"/>
                    <a:pt x="4773" y="12023"/>
                    <a:pt x="4724" y="12033"/>
                  </a:cubicBezTo>
                  <a:cubicBezTo>
                    <a:pt x="4703" y="12037"/>
                    <a:pt x="4682" y="12040"/>
                    <a:pt x="4662" y="12043"/>
                  </a:cubicBezTo>
                  <a:lnTo>
                    <a:pt x="4686" y="12265"/>
                  </a:lnTo>
                  <a:lnTo>
                    <a:pt x="4914" y="14403"/>
                  </a:lnTo>
                  <a:lnTo>
                    <a:pt x="4939" y="14634"/>
                  </a:lnTo>
                  <a:lnTo>
                    <a:pt x="5138" y="16489"/>
                  </a:lnTo>
                  <a:lnTo>
                    <a:pt x="5150" y="16604"/>
                  </a:lnTo>
                  <a:lnTo>
                    <a:pt x="5099" y="16722"/>
                  </a:lnTo>
                  <a:lnTo>
                    <a:pt x="4267" y="18869"/>
                  </a:lnTo>
                  <a:cubicBezTo>
                    <a:pt x="4209" y="19002"/>
                    <a:pt x="4114" y="19056"/>
                    <a:pt x="4003" y="19056"/>
                  </a:cubicBezTo>
                  <a:cubicBezTo>
                    <a:pt x="3821" y="19056"/>
                    <a:pt x="3596" y="18911"/>
                    <a:pt x="3427" y="18741"/>
                  </a:cubicBezTo>
                  <a:lnTo>
                    <a:pt x="2177" y="17274"/>
                  </a:lnTo>
                  <a:lnTo>
                    <a:pt x="2125" y="17220"/>
                  </a:lnTo>
                  <a:lnTo>
                    <a:pt x="2106" y="17061"/>
                  </a:lnTo>
                  <a:lnTo>
                    <a:pt x="2059" y="16663"/>
                  </a:lnTo>
                  <a:lnTo>
                    <a:pt x="1789" y="12645"/>
                  </a:lnTo>
                  <a:cubicBezTo>
                    <a:pt x="1766" y="12312"/>
                    <a:pt x="1712" y="11982"/>
                    <a:pt x="1624" y="11659"/>
                  </a:cubicBezTo>
                  <a:lnTo>
                    <a:pt x="1335" y="10588"/>
                  </a:lnTo>
                  <a:lnTo>
                    <a:pt x="1304" y="1033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1671625" y="877425"/>
              <a:ext cx="91400" cy="14075"/>
            </a:xfrm>
            <a:custGeom>
              <a:rect b="b" l="l" r="r" t="t"/>
              <a:pathLst>
                <a:path extrusionOk="0" h="563" w="3656">
                  <a:moveTo>
                    <a:pt x="3539" y="0"/>
                  </a:moveTo>
                  <a:cubicBezTo>
                    <a:pt x="3535" y="0"/>
                    <a:pt x="3532" y="0"/>
                    <a:pt x="3529" y="1"/>
                  </a:cubicBezTo>
                  <a:lnTo>
                    <a:pt x="3425" y="11"/>
                  </a:lnTo>
                  <a:lnTo>
                    <a:pt x="186" y="334"/>
                  </a:lnTo>
                  <a:lnTo>
                    <a:pt x="107" y="341"/>
                  </a:lnTo>
                  <a:cubicBezTo>
                    <a:pt x="45" y="347"/>
                    <a:pt x="0" y="401"/>
                    <a:pt x="7" y="462"/>
                  </a:cubicBezTo>
                  <a:cubicBezTo>
                    <a:pt x="11" y="501"/>
                    <a:pt x="33" y="533"/>
                    <a:pt x="65" y="549"/>
                  </a:cubicBezTo>
                  <a:cubicBezTo>
                    <a:pt x="82" y="558"/>
                    <a:pt x="102" y="563"/>
                    <a:pt x="122" y="563"/>
                  </a:cubicBezTo>
                  <a:cubicBezTo>
                    <a:pt x="124" y="563"/>
                    <a:pt x="126" y="563"/>
                    <a:pt x="128" y="563"/>
                  </a:cubicBezTo>
                  <a:lnTo>
                    <a:pt x="213" y="554"/>
                  </a:lnTo>
                  <a:lnTo>
                    <a:pt x="3450" y="232"/>
                  </a:lnTo>
                  <a:lnTo>
                    <a:pt x="3550" y="222"/>
                  </a:lnTo>
                  <a:cubicBezTo>
                    <a:pt x="3611" y="216"/>
                    <a:pt x="3656" y="162"/>
                    <a:pt x="3650" y="101"/>
                  </a:cubicBezTo>
                  <a:cubicBezTo>
                    <a:pt x="3644" y="44"/>
                    <a:pt x="3595" y="0"/>
                    <a:pt x="35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1716800" y="1244300"/>
              <a:ext cx="84800" cy="20475"/>
            </a:xfrm>
            <a:custGeom>
              <a:rect b="b" l="l" r="r" t="t"/>
              <a:pathLst>
                <a:path extrusionOk="0" h="819" w="3392">
                  <a:moveTo>
                    <a:pt x="3272" y="1"/>
                  </a:moveTo>
                  <a:cubicBezTo>
                    <a:pt x="3265" y="1"/>
                    <a:pt x="3258" y="1"/>
                    <a:pt x="3251" y="3"/>
                  </a:cubicBezTo>
                  <a:lnTo>
                    <a:pt x="621" y="501"/>
                  </a:lnTo>
                  <a:lnTo>
                    <a:pt x="111" y="478"/>
                  </a:lnTo>
                  <a:lnTo>
                    <a:pt x="100" y="598"/>
                  </a:lnTo>
                  <a:cubicBezTo>
                    <a:pt x="41" y="610"/>
                    <a:pt x="1" y="667"/>
                    <a:pt x="13" y="727"/>
                  </a:cubicBezTo>
                  <a:cubicBezTo>
                    <a:pt x="19" y="762"/>
                    <a:pt x="40" y="789"/>
                    <a:pt x="68" y="804"/>
                  </a:cubicBezTo>
                  <a:cubicBezTo>
                    <a:pt x="84" y="813"/>
                    <a:pt x="102" y="818"/>
                    <a:pt x="120" y="818"/>
                  </a:cubicBezTo>
                  <a:cubicBezTo>
                    <a:pt x="127" y="818"/>
                    <a:pt x="135" y="817"/>
                    <a:pt x="142" y="816"/>
                  </a:cubicBezTo>
                  <a:lnTo>
                    <a:pt x="230" y="800"/>
                  </a:lnTo>
                  <a:lnTo>
                    <a:pt x="3152" y="248"/>
                  </a:lnTo>
                  <a:lnTo>
                    <a:pt x="3292" y="221"/>
                  </a:lnTo>
                  <a:cubicBezTo>
                    <a:pt x="3353" y="209"/>
                    <a:pt x="3392" y="152"/>
                    <a:pt x="3380" y="92"/>
                  </a:cubicBezTo>
                  <a:cubicBezTo>
                    <a:pt x="3370" y="38"/>
                    <a:pt x="3324" y="1"/>
                    <a:pt x="3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1707400" y="950175"/>
              <a:ext cx="61750" cy="242000"/>
            </a:xfrm>
            <a:custGeom>
              <a:rect b="b" l="l" r="r" t="t"/>
              <a:pathLst>
                <a:path extrusionOk="0" h="9680" w="2470">
                  <a:moveTo>
                    <a:pt x="713" y="0"/>
                  </a:moveTo>
                  <a:cubicBezTo>
                    <a:pt x="683" y="0"/>
                    <a:pt x="654" y="2"/>
                    <a:pt x="624" y="6"/>
                  </a:cubicBezTo>
                  <a:cubicBezTo>
                    <a:pt x="450" y="28"/>
                    <a:pt x="296" y="113"/>
                    <a:pt x="184" y="247"/>
                  </a:cubicBezTo>
                  <a:cubicBezTo>
                    <a:pt x="177" y="255"/>
                    <a:pt x="170" y="262"/>
                    <a:pt x="164" y="271"/>
                  </a:cubicBezTo>
                  <a:cubicBezTo>
                    <a:pt x="51" y="418"/>
                    <a:pt x="1" y="600"/>
                    <a:pt x="25" y="784"/>
                  </a:cubicBezTo>
                  <a:lnTo>
                    <a:pt x="292" y="2837"/>
                  </a:lnTo>
                  <a:lnTo>
                    <a:pt x="322" y="3060"/>
                  </a:lnTo>
                  <a:cubicBezTo>
                    <a:pt x="397" y="3054"/>
                    <a:pt x="472" y="3051"/>
                    <a:pt x="545" y="3047"/>
                  </a:cubicBezTo>
                  <a:lnTo>
                    <a:pt x="603" y="2600"/>
                  </a:lnTo>
                  <a:lnTo>
                    <a:pt x="356" y="1325"/>
                  </a:lnTo>
                  <a:cubicBezTo>
                    <a:pt x="340" y="1201"/>
                    <a:pt x="320" y="860"/>
                    <a:pt x="398" y="760"/>
                  </a:cubicBezTo>
                  <a:cubicBezTo>
                    <a:pt x="475" y="659"/>
                    <a:pt x="455" y="493"/>
                    <a:pt x="580" y="477"/>
                  </a:cubicBezTo>
                  <a:cubicBezTo>
                    <a:pt x="672" y="465"/>
                    <a:pt x="823" y="274"/>
                    <a:pt x="913" y="274"/>
                  </a:cubicBezTo>
                  <a:cubicBezTo>
                    <a:pt x="922" y="274"/>
                    <a:pt x="930" y="276"/>
                    <a:pt x="938" y="280"/>
                  </a:cubicBezTo>
                  <a:cubicBezTo>
                    <a:pt x="1067" y="350"/>
                    <a:pt x="1161" y="477"/>
                    <a:pt x="1181" y="633"/>
                  </a:cubicBezTo>
                  <a:lnTo>
                    <a:pt x="1484" y="2960"/>
                  </a:lnTo>
                  <a:lnTo>
                    <a:pt x="1519" y="3230"/>
                  </a:lnTo>
                  <a:cubicBezTo>
                    <a:pt x="1637" y="3304"/>
                    <a:pt x="1727" y="3402"/>
                    <a:pt x="1782" y="3532"/>
                  </a:cubicBezTo>
                  <a:lnTo>
                    <a:pt x="1726" y="3100"/>
                  </a:lnTo>
                  <a:lnTo>
                    <a:pt x="1401" y="604"/>
                  </a:lnTo>
                  <a:cubicBezTo>
                    <a:pt x="1367" y="345"/>
                    <a:pt x="1194" y="137"/>
                    <a:pt x="965" y="48"/>
                  </a:cubicBezTo>
                  <a:cubicBezTo>
                    <a:pt x="886" y="17"/>
                    <a:pt x="801" y="0"/>
                    <a:pt x="713" y="0"/>
                  </a:cubicBezTo>
                  <a:close/>
                  <a:moveTo>
                    <a:pt x="1794" y="3633"/>
                  </a:moveTo>
                  <a:cubicBezTo>
                    <a:pt x="1778" y="3699"/>
                    <a:pt x="1723" y="3801"/>
                    <a:pt x="1611" y="3943"/>
                  </a:cubicBezTo>
                  <a:lnTo>
                    <a:pt x="1650" y="4244"/>
                  </a:lnTo>
                  <a:lnTo>
                    <a:pt x="1664" y="4355"/>
                  </a:lnTo>
                  <a:lnTo>
                    <a:pt x="1792" y="5339"/>
                  </a:lnTo>
                  <a:lnTo>
                    <a:pt x="2072" y="8237"/>
                  </a:lnTo>
                  <a:cubicBezTo>
                    <a:pt x="2089" y="8362"/>
                    <a:pt x="2208" y="8914"/>
                    <a:pt x="2130" y="9014"/>
                  </a:cubicBezTo>
                  <a:cubicBezTo>
                    <a:pt x="2054" y="9114"/>
                    <a:pt x="1942" y="9178"/>
                    <a:pt x="1818" y="9194"/>
                  </a:cubicBezTo>
                  <a:cubicBezTo>
                    <a:pt x="1798" y="9197"/>
                    <a:pt x="1777" y="9198"/>
                    <a:pt x="1757" y="9198"/>
                  </a:cubicBezTo>
                  <a:cubicBezTo>
                    <a:pt x="1524" y="9198"/>
                    <a:pt x="1321" y="9025"/>
                    <a:pt x="1290" y="8787"/>
                  </a:cubicBezTo>
                  <a:lnTo>
                    <a:pt x="804" y="5053"/>
                  </a:lnTo>
                  <a:lnTo>
                    <a:pt x="770" y="4788"/>
                  </a:lnTo>
                  <a:cubicBezTo>
                    <a:pt x="706" y="4843"/>
                    <a:pt x="640" y="4901"/>
                    <a:pt x="568" y="4961"/>
                  </a:cubicBezTo>
                  <a:lnTo>
                    <a:pt x="602" y="5221"/>
                  </a:lnTo>
                  <a:lnTo>
                    <a:pt x="1069" y="8816"/>
                  </a:lnTo>
                  <a:cubicBezTo>
                    <a:pt x="1099" y="9045"/>
                    <a:pt x="1177" y="9460"/>
                    <a:pt x="1366" y="9563"/>
                  </a:cubicBezTo>
                  <a:cubicBezTo>
                    <a:pt x="1475" y="9622"/>
                    <a:pt x="1781" y="9680"/>
                    <a:pt x="1956" y="9680"/>
                  </a:cubicBezTo>
                  <a:cubicBezTo>
                    <a:pt x="1980" y="9680"/>
                    <a:pt x="2002" y="9679"/>
                    <a:pt x="2020" y="9676"/>
                  </a:cubicBezTo>
                  <a:cubicBezTo>
                    <a:pt x="2204" y="9652"/>
                    <a:pt x="2193" y="9297"/>
                    <a:pt x="2306" y="9150"/>
                  </a:cubicBezTo>
                  <a:cubicBezTo>
                    <a:pt x="2420" y="9002"/>
                    <a:pt x="2470" y="8820"/>
                    <a:pt x="2446" y="8637"/>
                  </a:cubicBezTo>
                  <a:lnTo>
                    <a:pt x="2042" y="5540"/>
                  </a:lnTo>
                  <a:lnTo>
                    <a:pt x="2006" y="5253"/>
                  </a:lnTo>
                  <a:lnTo>
                    <a:pt x="1889" y="4358"/>
                  </a:lnTo>
                  <a:lnTo>
                    <a:pt x="1842" y="4000"/>
                  </a:lnTo>
                  <a:lnTo>
                    <a:pt x="1809" y="3745"/>
                  </a:lnTo>
                  <a:lnTo>
                    <a:pt x="1794" y="363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</p:grpSp>
      <p:sp>
        <p:nvSpPr>
          <p:cNvPr id="44" name="Google Shape;44;p2"/>
          <p:cNvSpPr/>
          <p:nvPr/>
        </p:nvSpPr>
        <p:spPr>
          <a:xfrm>
            <a:off x="383871" y="756723"/>
            <a:ext cx="658711" cy="542172"/>
          </a:xfrm>
          <a:custGeom>
            <a:rect b="b" l="l" r="r" t="t"/>
            <a:pathLst>
              <a:path extrusionOk="0" h="9258" w="11248">
                <a:moveTo>
                  <a:pt x="5937" y="3388"/>
                </a:moveTo>
                <a:cubicBezTo>
                  <a:pt x="6793" y="3388"/>
                  <a:pt x="7627" y="3826"/>
                  <a:pt x="8094" y="4613"/>
                </a:cubicBezTo>
                <a:cubicBezTo>
                  <a:pt x="8122" y="4659"/>
                  <a:pt x="8149" y="4707"/>
                  <a:pt x="8173" y="4756"/>
                </a:cubicBezTo>
                <a:lnTo>
                  <a:pt x="7540" y="5109"/>
                </a:lnTo>
                <a:cubicBezTo>
                  <a:pt x="7519" y="5066"/>
                  <a:pt x="7496" y="5023"/>
                  <a:pt x="7472" y="4983"/>
                </a:cubicBezTo>
                <a:cubicBezTo>
                  <a:pt x="7159" y="4455"/>
                  <a:pt x="6768" y="4186"/>
                  <a:pt x="6242" y="4138"/>
                </a:cubicBezTo>
                <a:cubicBezTo>
                  <a:pt x="6180" y="4132"/>
                  <a:pt x="6113" y="4129"/>
                  <a:pt x="6043" y="4129"/>
                </a:cubicBezTo>
                <a:cubicBezTo>
                  <a:pt x="5710" y="4129"/>
                  <a:pt x="5311" y="4196"/>
                  <a:pt x="5033" y="4361"/>
                </a:cubicBezTo>
                <a:cubicBezTo>
                  <a:pt x="4625" y="4603"/>
                  <a:pt x="4335" y="4990"/>
                  <a:pt x="4218" y="5452"/>
                </a:cubicBezTo>
                <a:cubicBezTo>
                  <a:pt x="4100" y="5913"/>
                  <a:pt x="4170" y="6392"/>
                  <a:pt x="4412" y="6800"/>
                </a:cubicBezTo>
                <a:cubicBezTo>
                  <a:pt x="4454" y="6871"/>
                  <a:pt x="4502" y="6940"/>
                  <a:pt x="4555" y="7005"/>
                </a:cubicBezTo>
                <a:lnTo>
                  <a:pt x="3914" y="7361"/>
                </a:lnTo>
                <a:cubicBezTo>
                  <a:pt x="3869" y="7299"/>
                  <a:pt x="3828" y="7235"/>
                  <a:pt x="3788" y="7169"/>
                </a:cubicBezTo>
                <a:cubicBezTo>
                  <a:pt x="3524" y="6725"/>
                  <a:pt x="3517" y="6183"/>
                  <a:pt x="3545" y="5711"/>
                </a:cubicBezTo>
                <a:cubicBezTo>
                  <a:pt x="3582" y="5093"/>
                  <a:pt x="3805" y="4249"/>
                  <a:pt x="4663" y="3738"/>
                </a:cubicBezTo>
                <a:cubicBezTo>
                  <a:pt x="5063" y="3501"/>
                  <a:pt x="5503" y="3388"/>
                  <a:pt x="5937" y="3388"/>
                </a:cubicBezTo>
                <a:close/>
                <a:moveTo>
                  <a:pt x="6046" y="2426"/>
                </a:moveTo>
                <a:cubicBezTo>
                  <a:pt x="6333" y="2426"/>
                  <a:pt x="6616" y="2450"/>
                  <a:pt x="6875" y="2498"/>
                </a:cubicBezTo>
                <a:cubicBezTo>
                  <a:pt x="7789" y="2666"/>
                  <a:pt x="8396" y="3128"/>
                  <a:pt x="8969" y="4093"/>
                </a:cubicBezTo>
                <a:cubicBezTo>
                  <a:pt x="9004" y="4150"/>
                  <a:pt x="9034" y="4206"/>
                  <a:pt x="9063" y="4260"/>
                </a:cubicBezTo>
                <a:lnTo>
                  <a:pt x="8392" y="4634"/>
                </a:lnTo>
                <a:cubicBezTo>
                  <a:pt x="8367" y="4584"/>
                  <a:pt x="8339" y="4534"/>
                  <a:pt x="8310" y="4485"/>
                </a:cubicBezTo>
                <a:cubicBezTo>
                  <a:pt x="7854" y="3716"/>
                  <a:pt x="6836" y="3250"/>
                  <a:pt x="6084" y="3142"/>
                </a:cubicBezTo>
                <a:cubicBezTo>
                  <a:pt x="5965" y="3125"/>
                  <a:pt x="5854" y="3117"/>
                  <a:pt x="5750" y="3117"/>
                </a:cubicBezTo>
                <a:cubicBezTo>
                  <a:pt x="5311" y="3117"/>
                  <a:pt x="4974" y="3263"/>
                  <a:pt x="4535" y="3522"/>
                </a:cubicBezTo>
                <a:cubicBezTo>
                  <a:pt x="3904" y="3898"/>
                  <a:pt x="3455" y="4498"/>
                  <a:pt x="3273" y="5211"/>
                </a:cubicBezTo>
                <a:cubicBezTo>
                  <a:pt x="3092" y="5925"/>
                  <a:pt x="3198" y="6666"/>
                  <a:pt x="3573" y="7298"/>
                </a:cubicBezTo>
                <a:cubicBezTo>
                  <a:pt x="3612" y="7363"/>
                  <a:pt x="3652" y="7425"/>
                  <a:pt x="3694" y="7483"/>
                </a:cubicBezTo>
                <a:lnTo>
                  <a:pt x="3020" y="7856"/>
                </a:lnTo>
                <a:cubicBezTo>
                  <a:pt x="2985" y="7804"/>
                  <a:pt x="2950" y="7748"/>
                  <a:pt x="2914" y="7689"/>
                </a:cubicBezTo>
                <a:cubicBezTo>
                  <a:pt x="2435" y="6881"/>
                  <a:pt x="2298" y="5934"/>
                  <a:pt x="2531" y="5022"/>
                </a:cubicBezTo>
                <a:cubicBezTo>
                  <a:pt x="2764" y="4110"/>
                  <a:pt x="3336" y="3343"/>
                  <a:pt x="4144" y="2863"/>
                </a:cubicBezTo>
                <a:cubicBezTo>
                  <a:pt x="4493" y="2656"/>
                  <a:pt x="4959" y="2515"/>
                  <a:pt x="5489" y="2456"/>
                </a:cubicBezTo>
                <a:cubicBezTo>
                  <a:pt x="5673" y="2436"/>
                  <a:pt x="5860" y="2426"/>
                  <a:pt x="6046" y="2426"/>
                </a:cubicBezTo>
                <a:close/>
                <a:moveTo>
                  <a:pt x="6085" y="1484"/>
                </a:moveTo>
                <a:cubicBezTo>
                  <a:pt x="6298" y="1484"/>
                  <a:pt x="6540" y="1490"/>
                  <a:pt x="6804" y="1507"/>
                </a:cubicBezTo>
                <a:lnTo>
                  <a:pt x="6819" y="1509"/>
                </a:lnTo>
                <a:cubicBezTo>
                  <a:pt x="7235" y="1535"/>
                  <a:pt x="7871" y="1773"/>
                  <a:pt x="8436" y="2116"/>
                </a:cubicBezTo>
                <a:cubicBezTo>
                  <a:pt x="9116" y="2526"/>
                  <a:pt x="9627" y="3034"/>
                  <a:pt x="9879" y="3548"/>
                </a:cubicBezTo>
                <a:cubicBezTo>
                  <a:pt x="9905" y="3599"/>
                  <a:pt x="9933" y="3648"/>
                  <a:pt x="9961" y="3696"/>
                </a:cubicBezTo>
                <a:cubicBezTo>
                  <a:pt x="9970" y="3712"/>
                  <a:pt x="9980" y="3728"/>
                  <a:pt x="9988" y="3746"/>
                </a:cubicBezTo>
                <a:lnTo>
                  <a:pt x="9282" y="4139"/>
                </a:lnTo>
                <a:cubicBezTo>
                  <a:pt x="9252" y="4081"/>
                  <a:pt x="9220" y="4023"/>
                  <a:pt x="9186" y="3965"/>
                </a:cubicBezTo>
                <a:cubicBezTo>
                  <a:pt x="8481" y="2779"/>
                  <a:pt x="7224" y="2119"/>
                  <a:pt x="5936" y="2119"/>
                </a:cubicBezTo>
                <a:cubicBezTo>
                  <a:pt x="5281" y="2119"/>
                  <a:pt x="4618" y="2290"/>
                  <a:pt x="4016" y="2647"/>
                </a:cubicBezTo>
                <a:cubicBezTo>
                  <a:pt x="3471" y="2970"/>
                  <a:pt x="3158" y="3216"/>
                  <a:pt x="2844" y="3737"/>
                </a:cubicBezTo>
                <a:cubicBezTo>
                  <a:pt x="2494" y="4320"/>
                  <a:pt x="2279" y="5033"/>
                  <a:pt x="2237" y="5743"/>
                </a:cubicBezTo>
                <a:cubicBezTo>
                  <a:pt x="2192" y="6517"/>
                  <a:pt x="2351" y="7234"/>
                  <a:pt x="2699" y="7817"/>
                </a:cubicBezTo>
                <a:cubicBezTo>
                  <a:pt x="2732" y="7873"/>
                  <a:pt x="2766" y="7927"/>
                  <a:pt x="2800" y="7978"/>
                </a:cubicBezTo>
                <a:lnTo>
                  <a:pt x="2090" y="8372"/>
                </a:lnTo>
                <a:cubicBezTo>
                  <a:pt x="2060" y="8325"/>
                  <a:pt x="2031" y="8278"/>
                  <a:pt x="2002" y="8230"/>
                </a:cubicBezTo>
                <a:cubicBezTo>
                  <a:pt x="1687" y="7699"/>
                  <a:pt x="1485" y="7122"/>
                  <a:pt x="1403" y="6515"/>
                </a:cubicBezTo>
                <a:cubicBezTo>
                  <a:pt x="1323" y="5927"/>
                  <a:pt x="1357" y="5337"/>
                  <a:pt x="1504" y="4760"/>
                </a:cubicBezTo>
                <a:cubicBezTo>
                  <a:pt x="1651" y="4184"/>
                  <a:pt x="1904" y="3649"/>
                  <a:pt x="2254" y="3172"/>
                </a:cubicBezTo>
                <a:cubicBezTo>
                  <a:pt x="2618" y="2678"/>
                  <a:pt x="3071" y="2267"/>
                  <a:pt x="3602" y="1952"/>
                </a:cubicBezTo>
                <a:cubicBezTo>
                  <a:pt x="4019" y="1705"/>
                  <a:pt x="4648" y="1553"/>
                  <a:pt x="5471" y="1502"/>
                </a:cubicBezTo>
                <a:cubicBezTo>
                  <a:pt x="5629" y="1492"/>
                  <a:pt x="5837" y="1484"/>
                  <a:pt x="6085" y="1484"/>
                </a:cubicBezTo>
                <a:close/>
                <a:moveTo>
                  <a:pt x="5917" y="242"/>
                </a:moveTo>
                <a:cubicBezTo>
                  <a:pt x="6363" y="242"/>
                  <a:pt x="6810" y="298"/>
                  <a:pt x="7249" y="410"/>
                </a:cubicBezTo>
                <a:cubicBezTo>
                  <a:pt x="8655" y="771"/>
                  <a:pt x="9854" y="1683"/>
                  <a:pt x="10623" y="2977"/>
                </a:cubicBezTo>
                <a:cubicBezTo>
                  <a:pt x="10653" y="3029"/>
                  <a:pt x="10720" y="3082"/>
                  <a:pt x="10792" y="3139"/>
                </a:cubicBezTo>
                <a:cubicBezTo>
                  <a:pt x="10832" y="3170"/>
                  <a:pt x="10875" y="3204"/>
                  <a:pt x="10906" y="3235"/>
                </a:cubicBezTo>
                <a:lnTo>
                  <a:pt x="10209" y="3623"/>
                </a:lnTo>
                <a:cubicBezTo>
                  <a:pt x="10173" y="3556"/>
                  <a:pt x="10136" y="3489"/>
                  <a:pt x="10096" y="3424"/>
                </a:cubicBezTo>
                <a:cubicBezTo>
                  <a:pt x="9765" y="2866"/>
                  <a:pt x="9337" y="2395"/>
                  <a:pt x="8822" y="2025"/>
                </a:cubicBezTo>
                <a:cubicBezTo>
                  <a:pt x="8329" y="1670"/>
                  <a:pt x="7772" y="1417"/>
                  <a:pt x="7166" y="1271"/>
                </a:cubicBezTo>
                <a:cubicBezTo>
                  <a:pt x="6776" y="1178"/>
                  <a:pt x="6375" y="1131"/>
                  <a:pt x="5971" y="1131"/>
                </a:cubicBezTo>
                <a:cubicBezTo>
                  <a:pt x="5125" y="1131"/>
                  <a:pt x="4269" y="1335"/>
                  <a:pt x="3477" y="1734"/>
                </a:cubicBezTo>
                <a:cubicBezTo>
                  <a:pt x="2915" y="2018"/>
                  <a:pt x="2337" y="2672"/>
                  <a:pt x="2044" y="3037"/>
                </a:cubicBezTo>
                <a:cubicBezTo>
                  <a:pt x="1441" y="3785"/>
                  <a:pt x="1099" y="4673"/>
                  <a:pt x="1057" y="5603"/>
                </a:cubicBezTo>
                <a:cubicBezTo>
                  <a:pt x="1013" y="6530"/>
                  <a:pt x="1266" y="7482"/>
                  <a:pt x="1786" y="8358"/>
                </a:cubicBezTo>
                <a:cubicBezTo>
                  <a:pt x="1813" y="8404"/>
                  <a:pt x="1841" y="8449"/>
                  <a:pt x="1870" y="8494"/>
                </a:cubicBezTo>
                <a:lnTo>
                  <a:pt x="1389" y="8761"/>
                </a:lnTo>
                <a:lnTo>
                  <a:pt x="1382" y="8764"/>
                </a:lnTo>
                <a:lnTo>
                  <a:pt x="1200" y="8946"/>
                </a:lnTo>
                <a:cubicBezTo>
                  <a:pt x="1163" y="8890"/>
                  <a:pt x="1127" y="8832"/>
                  <a:pt x="1091" y="8771"/>
                </a:cubicBezTo>
                <a:cubicBezTo>
                  <a:pt x="630" y="7996"/>
                  <a:pt x="373" y="7183"/>
                  <a:pt x="325" y="6354"/>
                </a:cubicBezTo>
                <a:cubicBezTo>
                  <a:pt x="279" y="5560"/>
                  <a:pt x="425" y="4745"/>
                  <a:pt x="761" y="3938"/>
                </a:cubicBezTo>
                <a:cubicBezTo>
                  <a:pt x="1075" y="3179"/>
                  <a:pt x="1792" y="1794"/>
                  <a:pt x="3061" y="1041"/>
                </a:cubicBezTo>
                <a:cubicBezTo>
                  <a:pt x="3950" y="513"/>
                  <a:pt x="4932" y="242"/>
                  <a:pt x="5917" y="242"/>
                </a:cubicBezTo>
                <a:close/>
                <a:moveTo>
                  <a:pt x="5928" y="0"/>
                </a:moveTo>
                <a:cubicBezTo>
                  <a:pt x="4873" y="0"/>
                  <a:pt x="3844" y="283"/>
                  <a:pt x="2932" y="825"/>
                </a:cubicBezTo>
                <a:cubicBezTo>
                  <a:pt x="2250" y="1230"/>
                  <a:pt x="1667" y="1759"/>
                  <a:pt x="1199" y="2394"/>
                </a:cubicBezTo>
                <a:cubicBezTo>
                  <a:pt x="747" y="3007"/>
                  <a:pt x="422" y="3695"/>
                  <a:pt x="233" y="4437"/>
                </a:cubicBezTo>
                <a:cubicBezTo>
                  <a:pt x="44" y="5179"/>
                  <a:pt x="0" y="5938"/>
                  <a:pt x="104" y="6693"/>
                </a:cubicBezTo>
                <a:cubicBezTo>
                  <a:pt x="209" y="7474"/>
                  <a:pt x="469" y="8217"/>
                  <a:pt x="875" y="8900"/>
                </a:cubicBezTo>
                <a:cubicBezTo>
                  <a:pt x="922" y="8980"/>
                  <a:pt x="970" y="9056"/>
                  <a:pt x="1017" y="9128"/>
                </a:cubicBezTo>
                <a:lnTo>
                  <a:pt x="1042" y="9164"/>
                </a:lnTo>
                <a:cubicBezTo>
                  <a:pt x="1069" y="9206"/>
                  <a:pt x="1125" y="9211"/>
                  <a:pt x="1179" y="9214"/>
                </a:cubicBezTo>
                <a:cubicBezTo>
                  <a:pt x="1198" y="9216"/>
                  <a:pt x="1227" y="9218"/>
                  <a:pt x="1239" y="9223"/>
                </a:cubicBezTo>
                <a:lnTo>
                  <a:pt x="1264" y="9258"/>
                </a:lnTo>
                <a:lnTo>
                  <a:pt x="1513" y="9109"/>
                </a:lnTo>
                <a:lnTo>
                  <a:pt x="2067" y="8780"/>
                </a:lnTo>
                <a:lnTo>
                  <a:pt x="2244" y="8676"/>
                </a:lnTo>
                <a:lnTo>
                  <a:pt x="3149" y="8138"/>
                </a:lnTo>
                <a:lnTo>
                  <a:pt x="3205" y="8105"/>
                </a:lnTo>
                <a:lnTo>
                  <a:pt x="4735" y="7197"/>
                </a:lnTo>
                <a:lnTo>
                  <a:pt x="4898" y="7100"/>
                </a:lnTo>
                <a:lnTo>
                  <a:pt x="4959" y="7064"/>
                </a:lnTo>
                <a:lnTo>
                  <a:pt x="4907" y="7015"/>
                </a:lnTo>
                <a:cubicBezTo>
                  <a:pt x="4900" y="7009"/>
                  <a:pt x="4894" y="7003"/>
                  <a:pt x="4887" y="6997"/>
                </a:cubicBezTo>
                <a:cubicBezTo>
                  <a:pt x="4856" y="6968"/>
                  <a:pt x="4830" y="6941"/>
                  <a:pt x="4806" y="6913"/>
                </a:cubicBezTo>
                <a:cubicBezTo>
                  <a:pt x="4777" y="6881"/>
                  <a:pt x="4758" y="6802"/>
                  <a:pt x="4741" y="6732"/>
                </a:cubicBezTo>
                <a:cubicBezTo>
                  <a:pt x="4725" y="6663"/>
                  <a:pt x="4709" y="6597"/>
                  <a:pt x="4680" y="6549"/>
                </a:cubicBezTo>
                <a:cubicBezTo>
                  <a:pt x="4471" y="6196"/>
                  <a:pt x="4402" y="5807"/>
                  <a:pt x="4488" y="5452"/>
                </a:cubicBezTo>
                <a:cubicBezTo>
                  <a:pt x="4574" y="5089"/>
                  <a:pt x="4807" y="4786"/>
                  <a:pt x="5161" y="4577"/>
                </a:cubicBezTo>
                <a:cubicBezTo>
                  <a:pt x="5405" y="4432"/>
                  <a:pt x="5674" y="4363"/>
                  <a:pt x="5939" y="4363"/>
                </a:cubicBezTo>
                <a:cubicBezTo>
                  <a:pt x="6461" y="4363"/>
                  <a:pt x="6970" y="4630"/>
                  <a:pt x="7256" y="5111"/>
                </a:cubicBezTo>
                <a:cubicBezTo>
                  <a:pt x="7307" y="5196"/>
                  <a:pt x="7350" y="5288"/>
                  <a:pt x="7383" y="5383"/>
                </a:cubicBezTo>
                <a:cubicBezTo>
                  <a:pt x="7388" y="5397"/>
                  <a:pt x="7394" y="5412"/>
                  <a:pt x="7398" y="5427"/>
                </a:cubicBezTo>
                <a:cubicBezTo>
                  <a:pt x="7410" y="5467"/>
                  <a:pt x="7420" y="5502"/>
                  <a:pt x="7425" y="5520"/>
                </a:cubicBezTo>
                <a:lnTo>
                  <a:pt x="7442" y="5589"/>
                </a:lnTo>
                <a:lnTo>
                  <a:pt x="7499" y="5555"/>
                </a:lnTo>
                <a:lnTo>
                  <a:pt x="8310" y="5073"/>
                </a:lnTo>
                <a:lnTo>
                  <a:pt x="8481" y="4972"/>
                </a:lnTo>
                <a:lnTo>
                  <a:pt x="9229" y="4529"/>
                </a:lnTo>
                <a:lnTo>
                  <a:pt x="9416" y="4418"/>
                </a:lnTo>
                <a:lnTo>
                  <a:pt x="10116" y="4002"/>
                </a:lnTo>
                <a:lnTo>
                  <a:pt x="10243" y="3926"/>
                </a:lnTo>
                <a:lnTo>
                  <a:pt x="11248" y="3330"/>
                </a:lnTo>
                <a:lnTo>
                  <a:pt x="11227" y="3285"/>
                </a:lnTo>
                <a:cubicBezTo>
                  <a:pt x="11206" y="3242"/>
                  <a:pt x="11184" y="3199"/>
                  <a:pt x="11161" y="3156"/>
                </a:cubicBezTo>
                <a:cubicBezTo>
                  <a:pt x="11161" y="3156"/>
                  <a:pt x="11161" y="3155"/>
                  <a:pt x="11161" y="3155"/>
                </a:cubicBezTo>
                <a:lnTo>
                  <a:pt x="11136" y="3107"/>
                </a:lnTo>
                <a:cubicBezTo>
                  <a:pt x="11096" y="3035"/>
                  <a:pt x="11055" y="2959"/>
                  <a:pt x="11009" y="2882"/>
                </a:cubicBezTo>
                <a:cubicBezTo>
                  <a:pt x="10001" y="1187"/>
                  <a:pt x="8219" y="112"/>
                  <a:pt x="6242" y="9"/>
                </a:cubicBezTo>
                <a:cubicBezTo>
                  <a:pt x="6137" y="3"/>
                  <a:pt x="6032" y="0"/>
                  <a:pt x="592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45" name="Google Shape;45;p2"/>
          <p:cNvSpPr/>
          <p:nvPr/>
        </p:nvSpPr>
        <p:spPr>
          <a:xfrm rot="-906757">
            <a:off x="3597981" y="4729094"/>
            <a:ext cx="755185" cy="17692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" name="Google Shape;46;p2"/>
          <p:cNvGrpSpPr/>
          <p:nvPr/>
        </p:nvGrpSpPr>
        <p:grpSpPr>
          <a:xfrm>
            <a:off x="8692549" y="1738522"/>
            <a:ext cx="221772" cy="200884"/>
            <a:chOff x="1640475" y="1197075"/>
            <a:chExt cx="55475" cy="50250"/>
          </a:xfrm>
        </p:grpSpPr>
        <p:sp>
          <p:nvSpPr>
            <p:cNvPr id="47" name="Google Shape;47;p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" name="Google Shape;50;p2"/>
          <p:cNvSpPr/>
          <p:nvPr/>
        </p:nvSpPr>
        <p:spPr>
          <a:xfrm>
            <a:off x="8536325" y="4434061"/>
            <a:ext cx="609613" cy="95515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" name="Google Shape;51;p2"/>
          <p:cNvSpPr/>
          <p:nvPr/>
        </p:nvSpPr>
        <p:spPr>
          <a:xfrm rot="-6249525">
            <a:off x="1370859" y="4322855"/>
            <a:ext cx="1292681" cy="1177560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" name="Google Shape;52;p2"/>
          <p:cNvGrpSpPr/>
          <p:nvPr/>
        </p:nvGrpSpPr>
        <p:grpSpPr>
          <a:xfrm>
            <a:off x="1288191" y="762864"/>
            <a:ext cx="433643" cy="392824"/>
            <a:chOff x="1640475" y="1197075"/>
            <a:chExt cx="55475" cy="50250"/>
          </a:xfrm>
        </p:grpSpPr>
        <p:sp>
          <p:nvSpPr>
            <p:cNvPr id="53" name="Google Shape;53;p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" name="Google Shape;56;p2"/>
          <p:cNvGrpSpPr/>
          <p:nvPr/>
        </p:nvGrpSpPr>
        <p:grpSpPr>
          <a:xfrm rot="-5400000">
            <a:off x="7770930" y="4597909"/>
            <a:ext cx="244822" cy="221773"/>
            <a:chOff x="1640475" y="1197075"/>
            <a:chExt cx="55475" cy="50250"/>
          </a:xfrm>
        </p:grpSpPr>
        <p:sp>
          <p:nvSpPr>
            <p:cNvPr id="57" name="Google Shape;57;p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" name="Google Shape;60;p2"/>
          <p:cNvSpPr/>
          <p:nvPr/>
        </p:nvSpPr>
        <p:spPr>
          <a:xfrm rot="581768">
            <a:off x="8313063" y="366023"/>
            <a:ext cx="467849" cy="10960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" name="Google Shape;61;p2"/>
          <p:cNvGrpSpPr/>
          <p:nvPr/>
        </p:nvGrpSpPr>
        <p:grpSpPr>
          <a:xfrm>
            <a:off x="324374" y="2819347"/>
            <a:ext cx="221772" cy="200884"/>
            <a:chOff x="1640475" y="1197075"/>
            <a:chExt cx="55475" cy="50250"/>
          </a:xfrm>
        </p:grpSpPr>
        <p:sp>
          <p:nvSpPr>
            <p:cNvPr id="62" name="Google Shape;62;p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" name="Google Shape;65;p2"/>
          <p:cNvGrpSpPr/>
          <p:nvPr/>
        </p:nvGrpSpPr>
        <p:grpSpPr>
          <a:xfrm>
            <a:off x="7880062" y="4042366"/>
            <a:ext cx="395823" cy="325965"/>
            <a:chOff x="6441550" y="2480732"/>
            <a:chExt cx="253700" cy="208925"/>
          </a:xfrm>
        </p:grpSpPr>
        <p:sp>
          <p:nvSpPr>
            <p:cNvPr id="66" name="Google Shape;66;p2"/>
            <p:cNvSpPr/>
            <p:nvPr/>
          </p:nvSpPr>
          <p:spPr>
            <a:xfrm>
              <a:off x="6450150" y="2496032"/>
              <a:ext cx="234200" cy="178350"/>
            </a:xfrm>
            <a:custGeom>
              <a:rect b="b" l="l" r="r" t="t"/>
              <a:pathLst>
                <a:path extrusionOk="0" h="7134" w="9368">
                  <a:moveTo>
                    <a:pt x="4659" y="0"/>
                  </a:moveTo>
                  <a:cubicBezTo>
                    <a:pt x="4607" y="0"/>
                    <a:pt x="4541" y="13"/>
                    <a:pt x="4450" y="37"/>
                  </a:cubicBezTo>
                  <a:cubicBezTo>
                    <a:pt x="3877" y="190"/>
                    <a:pt x="3484" y="1286"/>
                    <a:pt x="3251" y="1912"/>
                  </a:cubicBezTo>
                  <a:cubicBezTo>
                    <a:pt x="3320" y="1989"/>
                    <a:pt x="3277" y="2134"/>
                    <a:pt x="3165" y="2176"/>
                  </a:cubicBezTo>
                  <a:lnTo>
                    <a:pt x="3168" y="2185"/>
                  </a:lnTo>
                  <a:cubicBezTo>
                    <a:pt x="3113" y="2194"/>
                    <a:pt x="3054" y="2199"/>
                    <a:pt x="2997" y="2208"/>
                  </a:cubicBezTo>
                  <a:cubicBezTo>
                    <a:pt x="2928" y="2224"/>
                    <a:pt x="2859" y="2242"/>
                    <a:pt x="2789" y="2262"/>
                  </a:cubicBezTo>
                  <a:cubicBezTo>
                    <a:pt x="2774" y="2272"/>
                    <a:pt x="2758" y="2277"/>
                    <a:pt x="2742" y="2277"/>
                  </a:cubicBezTo>
                  <a:cubicBezTo>
                    <a:pt x="2715" y="2277"/>
                    <a:pt x="2691" y="2262"/>
                    <a:pt x="2674" y="2240"/>
                  </a:cubicBezTo>
                  <a:cubicBezTo>
                    <a:pt x="2334" y="2266"/>
                    <a:pt x="1995" y="2268"/>
                    <a:pt x="1658" y="2272"/>
                  </a:cubicBezTo>
                  <a:cubicBezTo>
                    <a:pt x="1653" y="2272"/>
                    <a:pt x="1647" y="2272"/>
                    <a:pt x="1641" y="2272"/>
                  </a:cubicBezTo>
                  <a:cubicBezTo>
                    <a:pt x="1500" y="2272"/>
                    <a:pt x="1246" y="2244"/>
                    <a:pt x="999" y="2244"/>
                  </a:cubicBezTo>
                  <a:cubicBezTo>
                    <a:pt x="731" y="2244"/>
                    <a:pt x="469" y="2277"/>
                    <a:pt x="366" y="2418"/>
                  </a:cubicBezTo>
                  <a:cubicBezTo>
                    <a:pt x="0" y="2908"/>
                    <a:pt x="2213" y="3958"/>
                    <a:pt x="2559" y="4145"/>
                  </a:cubicBezTo>
                  <a:cubicBezTo>
                    <a:pt x="2583" y="4161"/>
                    <a:pt x="2605" y="4177"/>
                    <a:pt x="2621" y="4198"/>
                  </a:cubicBezTo>
                  <a:cubicBezTo>
                    <a:pt x="2684" y="4214"/>
                    <a:pt x="2732" y="4270"/>
                    <a:pt x="2706" y="4346"/>
                  </a:cubicBezTo>
                  <a:cubicBezTo>
                    <a:pt x="2554" y="4801"/>
                    <a:pt x="2408" y="5258"/>
                    <a:pt x="2295" y="5725"/>
                  </a:cubicBezTo>
                  <a:cubicBezTo>
                    <a:pt x="2237" y="5970"/>
                    <a:pt x="2191" y="6212"/>
                    <a:pt x="2161" y="6461"/>
                  </a:cubicBezTo>
                  <a:cubicBezTo>
                    <a:pt x="2127" y="6731"/>
                    <a:pt x="1993" y="7041"/>
                    <a:pt x="2272" y="7123"/>
                  </a:cubicBezTo>
                  <a:cubicBezTo>
                    <a:pt x="2295" y="7130"/>
                    <a:pt x="2320" y="7133"/>
                    <a:pt x="2345" y="7133"/>
                  </a:cubicBezTo>
                  <a:cubicBezTo>
                    <a:pt x="2715" y="7133"/>
                    <a:pt x="3335" y="6449"/>
                    <a:pt x="3602" y="6214"/>
                  </a:cubicBezTo>
                  <a:cubicBezTo>
                    <a:pt x="3939" y="5918"/>
                    <a:pt x="4255" y="5606"/>
                    <a:pt x="4577" y="5298"/>
                  </a:cubicBezTo>
                  <a:cubicBezTo>
                    <a:pt x="4624" y="5252"/>
                    <a:pt x="4676" y="5232"/>
                    <a:pt x="4726" y="5232"/>
                  </a:cubicBezTo>
                  <a:cubicBezTo>
                    <a:pt x="4823" y="5232"/>
                    <a:pt x="4912" y="5304"/>
                    <a:pt x="4943" y="5395"/>
                  </a:cubicBezTo>
                  <a:cubicBezTo>
                    <a:pt x="5748" y="6083"/>
                    <a:pt x="6641" y="6590"/>
                    <a:pt x="7652" y="6886"/>
                  </a:cubicBezTo>
                  <a:cubicBezTo>
                    <a:pt x="7611" y="6433"/>
                    <a:pt x="7534" y="5990"/>
                    <a:pt x="7408" y="5552"/>
                  </a:cubicBezTo>
                  <a:cubicBezTo>
                    <a:pt x="7269" y="5069"/>
                    <a:pt x="7001" y="4628"/>
                    <a:pt x="6887" y="4143"/>
                  </a:cubicBezTo>
                  <a:cubicBezTo>
                    <a:pt x="6863" y="4039"/>
                    <a:pt x="6937" y="3942"/>
                    <a:pt x="7024" y="3914"/>
                  </a:cubicBezTo>
                  <a:cubicBezTo>
                    <a:pt x="7026" y="3866"/>
                    <a:pt x="7050" y="3815"/>
                    <a:pt x="7107" y="3781"/>
                  </a:cubicBezTo>
                  <a:cubicBezTo>
                    <a:pt x="7386" y="3602"/>
                    <a:pt x="9368" y="2256"/>
                    <a:pt x="9139" y="1904"/>
                  </a:cubicBezTo>
                  <a:cubicBezTo>
                    <a:pt x="9087" y="1823"/>
                    <a:pt x="8893" y="1797"/>
                    <a:pt x="8659" y="1797"/>
                  </a:cubicBezTo>
                  <a:cubicBezTo>
                    <a:pt x="8282" y="1797"/>
                    <a:pt x="7801" y="1864"/>
                    <a:pt x="7633" y="1875"/>
                  </a:cubicBezTo>
                  <a:cubicBezTo>
                    <a:pt x="7146" y="1908"/>
                    <a:pt x="6661" y="1988"/>
                    <a:pt x="6177" y="2002"/>
                  </a:cubicBezTo>
                  <a:cubicBezTo>
                    <a:pt x="6173" y="2002"/>
                    <a:pt x="6170" y="2002"/>
                    <a:pt x="6166" y="2002"/>
                  </a:cubicBezTo>
                  <a:cubicBezTo>
                    <a:pt x="6063" y="2002"/>
                    <a:pt x="6000" y="1931"/>
                    <a:pt x="5976" y="1848"/>
                  </a:cubicBezTo>
                  <a:cubicBezTo>
                    <a:pt x="5937" y="1836"/>
                    <a:pt x="5899" y="1815"/>
                    <a:pt x="5874" y="1781"/>
                  </a:cubicBezTo>
                  <a:cubicBezTo>
                    <a:pt x="5664" y="1476"/>
                    <a:pt x="5549" y="1118"/>
                    <a:pt x="5354" y="802"/>
                  </a:cubicBezTo>
                  <a:cubicBezTo>
                    <a:pt x="5241" y="617"/>
                    <a:pt x="5117" y="437"/>
                    <a:pt x="4980" y="270"/>
                  </a:cubicBezTo>
                  <a:cubicBezTo>
                    <a:pt x="4832" y="88"/>
                    <a:pt x="4795" y="0"/>
                    <a:pt x="46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6441550" y="2480732"/>
              <a:ext cx="253700" cy="208925"/>
            </a:xfrm>
            <a:custGeom>
              <a:rect b="b" l="l" r="r" t="t"/>
              <a:pathLst>
                <a:path extrusionOk="0" h="8357" w="10148">
                  <a:moveTo>
                    <a:pt x="5002" y="612"/>
                  </a:moveTo>
                  <a:cubicBezTo>
                    <a:pt x="5139" y="612"/>
                    <a:pt x="5176" y="700"/>
                    <a:pt x="5324" y="883"/>
                  </a:cubicBezTo>
                  <a:cubicBezTo>
                    <a:pt x="5461" y="1049"/>
                    <a:pt x="5585" y="1229"/>
                    <a:pt x="5698" y="1414"/>
                  </a:cubicBezTo>
                  <a:cubicBezTo>
                    <a:pt x="5893" y="1730"/>
                    <a:pt x="6008" y="2088"/>
                    <a:pt x="6219" y="2393"/>
                  </a:cubicBezTo>
                  <a:cubicBezTo>
                    <a:pt x="6243" y="2428"/>
                    <a:pt x="6281" y="2448"/>
                    <a:pt x="6320" y="2460"/>
                  </a:cubicBezTo>
                  <a:cubicBezTo>
                    <a:pt x="6344" y="2543"/>
                    <a:pt x="6408" y="2615"/>
                    <a:pt x="6512" y="2615"/>
                  </a:cubicBezTo>
                  <a:cubicBezTo>
                    <a:pt x="6515" y="2615"/>
                    <a:pt x="6518" y="2615"/>
                    <a:pt x="6521" y="2615"/>
                  </a:cubicBezTo>
                  <a:cubicBezTo>
                    <a:pt x="7006" y="2601"/>
                    <a:pt x="7490" y="2520"/>
                    <a:pt x="7977" y="2488"/>
                  </a:cubicBezTo>
                  <a:cubicBezTo>
                    <a:pt x="8145" y="2476"/>
                    <a:pt x="8627" y="2409"/>
                    <a:pt x="9004" y="2409"/>
                  </a:cubicBezTo>
                  <a:cubicBezTo>
                    <a:pt x="9238" y="2409"/>
                    <a:pt x="9431" y="2435"/>
                    <a:pt x="9483" y="2516"/>
                  </a:cubicBezTo>
                  <a:cubicBezTo>
                    <a:pt x="9711" y="2868"/>
                    <a:pt x="7730" y="4214"/>
                    <a:pt x="7451" y="4393"/>
                  </a:cubicBezTo>
                  <a:cubicBezTo>
                    <a:pt x="7394" y="4427"/>
                    <a:pt x="7370" y="4478"/>
                    <a:pt x="7368" y="4526"/>
                  </a:cubicBezTo>
                  <a:cubicBezTo>
                    <a:pt x="7281" y="4554"/>
                    <a:pt x="7207" y="4651"/>
                    <a:pt x="7231" y="4755"/>
                  </a:cubicBezTo>
                  <a:cubicBezTo>
                    <a:pt x="7345" y="5240"/>
                    <a:pt x="7613" y="5681"/>
                    <a:pt x="7752" y="6164"/>
                  </a:cubicBezTo>
                  <a:cubicBezTo>
                    <a:pt x="7878" y="6602"/>
                    <a:pt x="7955" y="7045"/>
                    <a:pt x="7996" y="7498"/>
                  </a:cubicBezTo>
                  <a:cubicBezTo>
                    <a:pt x="6985" y="7202"/>
                    <a:pt x="6092" y="6695"/>
                    <a:pt x="5287" y="6007"/>
                  </a:cubicBezTo>
                  <a:cubicBezTo>
                    <a:pt x="5256" y="5916"/>
                    <a:pt x="5167" y="5845"/>
                    <a:pt x="5070" y="5845"/>
                  </a:cubicBezTo>
                  <a:cubicBezTo>
                    <a:pt x="5020" y="5845"/>
                    <a:pt x="4968" y="5864"/>
                    <a:pt x="4921" y="5910"/>
                  </a:cubicBezTo>
                  <a:cubicBezTo>
                    <a:pt x="4599" y="6219"/>
                    <a:pt x="4283" y="6530"/>
                    <a:pt x="3946" y="6826"/>
                  </a:cubicBezTo>
                  <a:cubicBezTo>
                    <a:pt x="3678" y="7061"/>
                    <a:pt x="3059" y="7746"/>
                    <a:pt x="2689" y="7746"/>
                  </a:cubicBezTo>
                  <a:cubicBezTo>
                    <a:pt x="2663" y="7746"/>
                    <a:pt x="2639" y="7743"/>
                    <a:pt x="2616" y="7736"/>
                  </a:cubicBezTo>
                  <a:cubicBezTo>
                    <a:pt x="2337" y="7653"/>
                    <a:pt x="2471" y="7343"/>
                    <a:pt x="2505" y="7073"/>
                  </a:cubicBezTo>
                  <a:cubicBezTo>
                    <a:pt x="2535" y="6824"/>
                    <a:pt x="2581" y="6582"/>
                    <a:pt x="2639" y="6337"/>
                  </a:cubicBezTo>
                  <a:cubicBezTo>
                    <a:pt x="2752" y="5870"/>
                    <a:pt x="2898" y="5413"/>
                    <a:pt x="3050" y="4958"/>
                  </a:cubicBezTo>
                  <a:cubicBezTo>
                    <a:pt x="3076" y="4882"/>
                    <a:pt x="3028" y="4826"/>
                    <a:pt x="2965" y="4810"/>
                  </a:cubicBezTo>
                  <a:cubicBezTo>
                    <a:pt x="2949" y="4790"/>
                    <a:pt x="2928" y="4773"/>
                    <a:pt x="2903" y="4757"/>
                  </a:cubicBezTo>
                  <a:cubicBezTo>
                    <a:pt x="2557" y="4570"/>
                    <a:pt x="344" y="3520"/>
                    <a:pt x="710" y="3031"/>
                  </a:cubicBezTo>
                  <a:cubicBezTo>
                    <a:pt x="813" y="2890"/>
                    <a:pt x="1076" y="2857"/>
                    <a:pt x="1345" y="2857"/>
                  </a:cubicBezTo>
                  <a:cubicBezTo>
                    <a:pt x="1593" y="2857"/>
                    <a:pt x="1848" y="2885"/>
                    <a:pt x="1988" y="2885"/>
                  </a:cubicBezTo>
                  <a:cubicBezTo>
                    <a:pt x="1993" y="2885"/>
                    <a:pt x="1998" y="2885"/>
                    <a:pt x="2002" y="2885"/>
                  </a:cubicBezTo>
                  <a:cubicBezTo>
                    <a:pt x="2340" y="2880"/>
                    <a:pt x="2678" y="2878"/>
                    <a:pt x="3018" y="2852"/>
                  </a:cubicBezTo>
                  <a:cubicBezTo>
                    <a:pt x="3034" y="2875"/>
                    <a:pt x="3059" y="2889"/>
                    <a:pt x="3086" y="2889"/>
                  </a:cubicBezTo>
                  <a:cubicBezTo>
                    <a:pt x="3101" y="2889"/>
                    <a:pt x="3118" y="2884"/>
                    <a:pt x="3133" y="2874"/>
                  </a:cubicBezTo>
                  <a:cubicBezTo>
                    <a:pt x="3203" y="2854"/>
                    <a:pt x="3272" y="2836"/>
                    <a:pt x="3342" y="2820"/>
                  </a:cubicBezTo>
                  <a:cubicBezTo>
                    <a:pt x="3399" y="2811"/>
                    <a:pt x="3457" y="2806"/>
                    <a:pt x="3512" y="2797"/>
                  </a:cubicBezTo>
                  <a:lnTo>
                    <a:pt x="3509" y="2788"/>
                  </a:lnTo>
                  <a:cubicBezTo>
                    <a:pt x="3621" y="2746"/>
                    <a:pt x="3664" y="2601"/>
                    <a:pt x="3595" y="2524"/>
                  </a:cubicBezTo>
                  <a:cubicBezTo>
                    <a:pt x="3829" y="1899"/>
                    <a:pt x="4221" y="802"/>
                    <a:pt x="4794" y="649"/>
                  </a:cubicBezTo>
                  <a:cubicBezTo>
                    <a:pt x="4885" y="625"/>
                    <a:pt x="4951" y="612"/>
                    <a:pt x="5002" y="612"/>
                  </a:cubicBezTo>
                  <a:close/>
                  <a:moveTo>
                    <a:pt x="4825" y="1"/>
                  </a:moveTo>
                  <a:cubicBezTo>
                    <a:pt x="4820" y="1"/>
                    <a:pt x="4815" y="1"/>
                    <a:pt x="4810" y="1"/>
                  </a:cubicBezTo>
                  <a:cubicBezTo>
                    <a:pt x="4376" y="15"/>
                    <a:pt x="4159" y="546"/>
                    <a:pt x="3978" y="872"/>
                  </a:cubicBezTo>
                  <a:cubicBezTo>
                    <a:pt x="3696" y="1377"/>
                    <a:pt x="3470" y="1908"/>
                    <a:pt x="3281" y="2455"/>
                  </a:cubicBezTo>
                  <a:cubicBezTo>
                    <a:pt x="2890" y="2406"/>
                    <a:pt x="2477" y="2382"/>
                    <a:pt x="2068" y="2382"/>
                  </a:cubicBezTo>
                  <a:cubicBezTo>
                    <a:pt x="1748" y="2382"/>
                    <a:pt x="1430" y="2397"/>
                    <a:pt x="1129" y="2425"/>
                  </a:cubicBezTo>
                  <a:cubicBezTo>
                    <a:pt x="760" y="2460"/>
                    <a:pt x="289" y="2585"/>
                    <a:pt x="157" y="2979"/>
                  </a:cubicBezTo>
                  <a:cubicBezTo>
                    <a:pt x="0" y="3455"/>
                    <a:pt x="455" y="3774"/>
                    <a:pt x="785" y="4025"/>
                  </a:cubicBezTo>
                  <a:cubicBezTo>
                    <a:pt x="1360" y="4464"/>
                    <a:pt x="1988" y="4852"/>
                    <a:pt x="2662" y="5120"/>
                  </a:cubicBezTo>
                  <a:cubicBezTo>
                    <a:pt x="2334" y="5695"/>
                    <a:pt x="2145" y="6316"/>
                    <a:pt x="2056" y="6981"/>
                  </a:cubicBezTo>
                  <a:cubicBezTo>
                    <a:pt x="2004" y="7339"/>
                    <a:pt x="1847" y="7993"/>
                    <a:pt x="2203" y="8258"/>
                  </a:cubicBezTo>
                  <a:cubicBezTo>
                    <a:pt x="2296" y="8328"/>
                    <a:pt x="2395" y="8357"/>
                    <a:pt x="2495" y="8357"/>
                  </a:cubicBezTo>
                  <a:cubicBezTo>
                    <a:pt x="2829" y="8357"/>
                    <a:pt x="3181" y="8034"/>
                    <a:pt x="3410" y="7856"/>
                  </a:cubicBezTo>
                  <a:cubicBezTo>
                    <a:pt x="4013" y="7389"/>
                    <a:pt x="4591" y="6886"/>
                    <a:pt x="5124" y="6341"/>
                  </a:cubicBezTo>
                  <a:cubicBezTo>
                    <a:pt x="5978" y="7172"/>
                    <a:pt x="7028" y="7731"/>
                    <a:pt x="8185" y="8019"/>
                  </a:cubicBezTo>
                  <a:cubicBezTo>
                    <a:pt x="8204" y="8024"/>
                    <a:pt x="8222" y="8027"/>
                    <a:pt x="8241" y="8027"/>
                  </a:cubicBezTo>
                  <a:cubicBezTo>
                    <a:pt x="8360" y="8027"/>
                    <a:pt x="8477" y="7933"/>
                    <a:pt x="8472" y="7803"/>
                  </a:cubicBezTo>
                  <a:cubicBezTo>
                    <a:pt x="8428" y="6819"/>
                    <a:pt x="8267" y="5508"/>
                    <a:pt x="7633" y="4693"/>
                  </a:cubicBezTo>
                  <a:cubicBezTo>
                    <a:pt x="8239" y="4381"/>
                    <a:pt x="8806" y="3997"/>
                    <a:pt x="9305" y="3534"/>
                  </a:cubicBezTo>
                  <a:cubicBezTo>
                    <a:pt x="9585" y="3273"/>
                    <a:pt x="10148" y="2813"/>
                    <a:pt x="10051" y="2359"/>
                  </a:cubicBezTo>
                  <a:cubicBezTo>
                    <a:pt x="9976" y="2005"/>
                    <a:pt x="9624" y="1951"/>
                    <a:pt x="9300" y="1951"/>
                  </a:cubicBezTo>
                  <a:cubicBezTo>
                    <a:pt x="9174" y="1951"/>
                    <a:pt x="9052" y="1959"/>
                    <a:pt x="8952" y="1961"/>
                  </a:cubicBezTo>
                  <a:cubicBezTo>
                    <a:pt x="8153" y="1973"/>
                    <a:pt x="7303" y="1989"/>
                    <a:pt x="6523" y="2174"/>
                  </a:cubicBezTo>
                  <a:cubicBezTo>
                    <a:pt x="6424" y="1661"/>
                    <a:pt x="6102" y="1186"/>
                    <a:pt x="5793" y="777"/>
                  </a:cubicBezTo>
                  <a:cubicBezTo>
                    <a:pt x="5568" y="480"/>
                    <a:pt x="5245" y="1"/>
                    <a:pt x="48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" name="Google Shape;68;p2"/>
          <p:cNvGrpSpPr/>
          <p:nvPr/>
        </p:nvGrpSpPr>
        <p:grpSpPr>
          <a:xfrm>
            <a:off x="996673" y="327406"/>
            <a:ext cx="367444" cy="325950"/>
            <a:chOff x="3200749" y="4607951"/>
            <a:chExt cx="250388" cy="222113"/>
          </a:xfrm>
        </p:grpSpPr>
        <p:sp>
          <p:nvSpPr>
            <p:cNvPr id="69" name="Google Shape;69;p2"/>
            <p:cNvSpPr/>
            <p:nvPr/>
          </p:nvSpPr>
          <p:spPr>
            <a:xfrm>
              <a:off x="3212638" y="4655639"/>
              <a:ext cx="230435" cy="164429"/>
            </a:xfrm>
            <a:custGeom>
              <a:rect b="b" l="l" r="r" t="t"/>
              <a:pathLst>
                <a:path extrusionOk="0" h="8851" w="12404">
                  <a:moveTo>
                    <a:pt x="6842" y="0"/>
                  </a:moveTo>
                  <a:cubicBezTo>
                    <a:pt x="6707" y="0"/>
                    <a:pt x="6570" y="14"/>
                    <a:pt x="6433" y="43"/>
                  </a:cubicBezTo>
                  <a:cubicBezTo>
                    <a:pt x="5732" y="177"/>
                    <a:pt x="5165" y="644"/>
                    <a:pt x="4665" y="1111"/>
                  </a:cubicBezTo>
                  <a:cubicBezTo>
                    <a:pt x="4606" y="1169"/>
                    <a:pt x="4535" y="1196"/>
                    <a:pt x="4465" y="1196"/>
                  </a:cubicBezTo>
                  <a:cubicBezTo>
                    <a:pt x="4375" y="1196"/>
                    <a:pt x="4287" y="1152"/>
                    <a:pt x="4231" y="1078"/>
                  </a:cubicBezTo>
                  <a:cubicBezTo>
                    <a:pt x="3829" y="515"/>
                    <a:pt x="3328" y="285"/>
                    <a:pt x="2859" y="285"/>
                  </a:cubicBezTo>
                  <a:cubicBezTo>
                    <a:pt x="1772" y="285"/>
                    <a:pt x="863" y="1523"/>
                    <a:pt x="1796" y="2712"/>
                  </a:cubicBezTo>
                  <a:cubicBezTo>
                    <a:pt x="1863" y="2712"/>
                    <a:pt x="1929" y="2712"/>
                    <a:pt x="1963" y="2745"/>
                  </a:cubicBezTo>
                  <a:cubicBezTo>
                    <a:pt x="2163" y="2779"/>
                    <a:pt x="2163" y="3112"/>
                    <a:pt x="1963" y="3146"/>
                  </a:cubicBezTo>
                  <a:cubicBezTo>
                    <a:pt x="1062" y="3279"/>
                    <a:pt x="61" y="3713"/>
                    <a:pt x="28" y="4814"/>
                  </a:cubicBezTo>
                  <a:cubicBezTo>
                    <a:pt x="1" y="5765"/>
                    <a:pt x="726" y="6339"/>
                    <a:pt x="1537" y="6339"/>
                  </a:cubicBezTo>
                  <a:cubicBezTo>
                    <a:pt x="1722" y="6339"/>
                    <a:pt x="1911" y="6310"/>
                    <a:pt x="2096" y="6248"/>
                  </a:cubicBezTo>
                  <a:cubicBezTo>
                    <a:pt x="2123" y="6239"/>
                    <a:pt x="2150" y="6235"/>
                    <a:pt x="2177" y="6235"/>
                  </a:cubicBezTo>
                  <a:cubicBezTo>
                    <a:pt x="2346" y="6235"/>
                    <a:pt x="2487" y="6404"/>
                    <a:pt x="2430" y="6548"/>
                  </a:cubicBezTo>
                  <a:cubicBezTo>
                    <a:pt x="2152" y="7290"/>
                    <a:pt x="2246" y="8404"/>
                    <a:pt x="3164" y="8404"/>
                  </a:cubicBezTo>
                  <a:cubicBezTo>
                    <a:pt x="3236" y="8404"/>
                    <a:pt x="3314" y="8397"/>
                    <a:pt x="3397" y="8383"/>
                  </a:cubicBezTo>
                  <a:cubicBezTo>
                    <a:pt x="3931" y="8316"/>
                    <a:pt x="4264" y="7882"/>
                    <a:pt x="4498" y="7415"/>
                  </a:cubicBezTo>
                  <a:cubicBezTo>
                    <a:pt x="4498" y="7349"/>
                    <a:pt x="4498" y="7315"/>
                    <a:pt x="4498" y="7249"/>
                  </a:cubicBezTo>
                  <a:cubicBezTo>
                    <a:pt x="4498" y="7149"/>
                    <a:pt x="4598" y="7115"/>
                    <a:pt x="4665" y="7082"/>
                  </a:cubicBezTo>
                  <a:cubicBezTo>
                    <a:pt x="4684" y="7053"/>
                    <a:pt x="4713" y="7041"/>
                    <a:pt x="4745" y="7041"/>
                  </a:cubicBezTo>
                  <a:cubicBezTo>
                    <a:pt x="4826" y="7041"/>
                    <a:pt x="4922" y="7120"/>
                    <a:pt x="4898" y="7215"/>
                  </a:cubicBezTo>
                  <a:cubicBezTo>
                    <a:pt x="4898" y="7249"/>
                    <a:pt x="4865" y="7282"/>
                    <a:pt x="4865" y="7349"/>
                  </a:cubicBezTo>
                  <a:cubicBezTo>
                    <a:pt x="4995" y="8132"/>
                    <a:pt x="5636" y="8851"/>
                    <a:pt x="6476" y="8851"/>
                  </a:cubicBezTo>
                  <a:cubicBezTo>
                    <a:pt x="6495" y="8851"/>
                    <a:pt x="6514" y="8850"/>
                    <a:pt x="6533" y="8850"/>
                  </a:cubicBezTo>
                  <a:cubicBezTo>
                    <a:pt x="7533" y="8816"/>
                    <a:pt x="7967" y="7916"/>
                    <a:pt x="8100" y="7082"/>
                  </a:cubicBezTo>
                  <a:cubicBezTo>
                    <a:pt x="8120" y="6985"/>
                    <a:pt x="8219" y="6933"/>
                    <a:pt x="8317" y="6933"/>
                  </a:cubicBezTo>
                  <a:cubicBezTo>
                    <a:pt x="8388" y="6933"/>
                    <a:pt x="8459" y="6959"/>
                    <a:pt x="8501" y="7015"/>
                  </a:cubicBezTo>
                  <a:cubicBezTo>
                    <a:pt x="8534" y="7015"/>
                    <a:pt x="8601" y="7048"/>
                    <a:pt x="8601" y="7115"/>
                  </a:cubicBezTo>
                  <a:cubicBezTo>
                    <a:pt x="8745" y="7674"/>
                    <a:pt x="9182" y="7911"/>
                    <a:pt x="9658" y="7911"/>
                  </a:cubicBezTo>
                  <a:cubicBezTo>
                    <a:pt x="10063" y="7911"/>
                    <a:pt x="10496" y="7740"/>
                    <a:pt x="10802" y="7449"/>
                  </a:cubicBezTo>
                  <a:cubicBezTo>
                    <a:pt x="11103" y="7182"/>
                    <a:pt x="11336" y="6748"/>
                    <a:pt x="11303" y="6315"/>
                  </a:cubicBezTo>
                  <a:cubicBezTo>
                    <a:pt x="11269" y="5914"/>
                    <a:pt x="11036" y="5681"/>
                    <a:pt x="10769" y="5381"/>
                  </a:cubicBezTo>
                  <a:cubicBezTo>
                    <a:pt x="10736" y="5347"/>
                    <a:pt x="10736" y="5347"/>
                    <a:pt x="10702" y="5314"/>
                  </a:cubicBezTo>
                  <a:cubicBezTo>
                    <a:pt x="10536" y="5214"/>
                    <a:pt x="10469" y="4880"/>
                    <a:pt x="10736" y="4814"/>
                  </a:cubicBezTo>
                  <a:cubicBezTo>
                    <a:pt x="11937" y="4547"/>
                    <a:pt x="12404" y="3346"/>
                    <a:pt x="11636" y="2345"/>
                  </a:cubicBezTo>
                  <a:cubicBezTo>
                    <a:pt x="11238" y="1833"/>
                    <a:pt x="10699" y="1623"/>
                    <a:pt x="10137" y="1623"/>
                  </a:cubicBezTo>
                  <a:cubicBezTo>
                    <a:pt x="9710" y="1623"/>
                    <a:pt x="9270" y="1743"/>
                    <a:pt x="8868" y="1945"/>
                  </a:cubicBezTo>
                  <a:cubicBezTo>
                    <a:pt x="8823" y="1972"/>
                    <a:pt x="8774" y="1984"/>
                    <a:pt x="8726" y="1984"/>
                  </a:cubicBezTo>
                  <a:cubicBezTo>
                    <a:pt x="8595" y="1984"/>
                    <a:pt x="8476" y="1891"/>
                    <a:pt x="8501" y="1745"/>
                  </a:cubicBezTo>
                  <a:cubicBezTo>
                    <a:pt x="8618" y="694"/>
                    <a:pt x="7789" y="0"/>
                    <a:pt x="68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3336476" y="4617314"/>
              <a:ext cx="91717" cy="63312"/>
            </a:xfrm>
            <a:custGeom>
              <a:rect b="b" l="l" r="r" t="t"/>
              <a:pathLst>
                <a:path extrusionOk="0" h="3408" w="4937">
                  <a:moveTo>
                    <a:pt x="2449" y="1"/>
                  </a:moveTo>
                  <a:cubicBezTo>
                    <a:pt x="1460" y="1"/>
                    <a:pt x="404" y="590"/>
                    <a:pt x="0" y="1506"/>
                  </a:cubicBezTo>
                  <a:cubicBezTo>
                    <a:pt x="71" y="1498"/>
                    <a:pt x="144" y="1494"/>
                    <a:pt x="218" y="1494"/>
                  </a:cubicBezTo>
                  <a:cubicBezTo>
                    <a:pt x="458" y="1494"/>
                    <a:pt x="713" y="1538"/>
                    <a:pt x="967" y="1639"/>
                  </a:cubicBezTo>
                  <a:cubicBezTo>
                    <a:pt x="1801" y="1940"/>
                    <a:pt x="2302" y="2607"/>
                    <a:pt x="2335" y="3407"/>
                  </a:cubicBezTo>
                  <a:cubicBezTo>
                    <a:pt x="2710" y="3282"/>
                    <a:pt x="3105" y="3215"/>
                    <a:pt x="3487" y="3215"/>
                  </a:cubicBezTo>
                  <a:cubicBezTo>
                    <a:pt x="3819" y="3215"/>
                    <a:pt x="4142" y="3266"/>
                    <a:pt x="4437" y="3374"/>
                  </a:cubicBezTo>
                  <a:cubicBezTo>
                    <a:pt x="4937" y="2106"/>
                    <a:pt x="4603" y="572"/>
                    <a:pt x="3136" y="105"/>
                  </a:cubicBezTo>
                  <a:cubicBezTo>
                    <a:pt x="2917" y="34"/>
                    <a:pt x="2685" y="1"/>
                    <a:pt x="24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3200749" y="4607951"/>
              <a:ext cx="250388" cy="222113"/>
            </a:xfrm>
            <a:custGeom>
              <a:rect b="b" l="l" r="r" t="t"/>
              <a:pathLst>
                <a:path extrusionOk="0" h="11956" w="13478">
                  <a:moveTo>
                    <a:pt x="9780" y="517"/>
                  </a:moveTo>
                  <a:cubicBezTo>
                    <a:pt x="10007" y="517"/>
                    <a:pt x="10231" y="547"/>
                    <a:pt x="10442" y="609"/>
                  </a:cubicBezTo>
                  <a:cubicBezTo>
                    <a:pt x="11909" y="1076"/>
                    <a:pt x="12243" y="2610"/>
                    <a:pt x="11743" y="3878"/>
                  </a:cubicBezTo>
                  <a:cubicBezTo>
                    <a:pt x="11457" y="3773"/>
                    <a:pt x="11145" y="3722"/>
                    <a:pt x="10824" y="3722"/>
                  </a:cubicBezTo>
                  <a:cubicBezTo>
                    <a:pt x="10432" y="3722"/>
                    <a:pt x="10026" y="3798"/>
                    <a:pt x="9641" y="3945"/>
                  </a:cubicBezTo>
                  <a:cubicBezTo>
                    <a:pt x="9608" y="3111"/>
                    <a:pt x="9107" y="2444"/>
                    <a:pt x="8273" y="2143"/>
                  </a:cubicBezTo>
                  <a:cubicBezTo>
                    <a:pt x="7999" y="2061"/>
                    <a:pt x="7724" y="2001"/>
                    <a:pt x="7469" y="2001"/>
                  </a:cubicBezTo>
                  <a:cubicBezTo>
                    <a:pt x="7413" y="2001"/>
                    <a:pt x="7359" y="2004"/>
                    <a:pt x="7306" y="2010"/>
                  </a:cubicBezTo>
                  <a:cubicBezTo>
                    <a:pt x="7713" y="1087"/>
                    <a:pt x="8784" y="517"/>
                    <a:pt x="9780" y="517"/>
                  </a:cubicBezTo>
                  <a:close/>
                  <a:moveTo>
                    <a:pt x="7482" y="2567"/>
                  </a:moveTo>
                  <a:cubicBezTo>
                    <a:pt x="8429" y="2567"/>
                    <a:pt x="9258" y="3261"/>
                    <a:pt x="9141" y="4312"/>
                  </a:cubicBezTo>
                  <a:cubicBezTo>
                    <a:pt x="9116" y="4458"/>
                    <a:pt x="9235" y="4551"/>
                    <a:pt x="9366" y="4551"/>
                  </a:cubicBezTo>
                  <a:cubicBezTo>
                    <a:pt x="9414" y="4551"/>
                    <a:pt x="9463" y="4539"/>
                    <a:pt x="9508" y="4512"/>
                  </a:cubicBezTo>
                  <a:cubicBezTo>
                    <a:pt x="9910" y="4310"/>
                    <a:pt x="10350" y="4190"/>
                    <a:pt x="10777" y="4190"/>
                  </a:cubicBezTo>
                  <a:cubicBezTo>
                    <a:pt x="11339" y="4190"/>
                    <a:pt x="11878" y="4400"/>
                    <a:pt x="12276" y="4912"/>
                  </a:cubicBezTo>
                  <a:cubicBezTo>
                    <a:pt x="13044" y="5913"/>
                    <a:pt x="12577" y="7114"/>
                    <a:pt x="11376" y="7381"/>
                  </a:cubicBezTo>
                  <a:cubicBezTo>
                    <a:pt x="11109" y="7447"/>
                    <a:pt x="11176" y="7781"/>
                    <a:pt x="11342" y="7881"/>
                  </a:cubicBezTo>
                  <a:cubicBezTo>
                    <a:pt x="11376" y="7881"/>
                    <a:pt x="11376" y="7914"/>
                    <a:pt x="11409" y="7948"/>
                  </a:cubicBezTo>
                  <a:cubicBezTo>
                    <a:pt x="11676" y="8248"/>
                    <a:pt x="11909" y="8448"/>
                    <a:pt x="11943" y="8882"/>
                  </a:cubicBezTo>
                  <a:cubicBezTo>
                    <a:pt x="11976" y="9315"/>
                    <a:pt x="11743" y="9716"/>
                    <a:pt x="11442" y="10016"/>
                  </a:cubicBezTo>
                  <a:cubicBezTo>
                    <a:pt x="11139" y="10304"/>
                    <a:pt x="10711" y="10475"/>
                    <a:pt x="10309" y="10475"/>
                  </a:cubicBezTo>
                  <a:cubicBezTo>
                    <a:pt x="9829" y="10475"/>
                    <a:pt x="9386" y="10230"/>
                    <a:pt x="9241" y="9649"/>
                  </a:cubicBezTo>
                  <a:cubicBezTo>
                    <a:pt x="9241" y="9615"/>
                    <a:pt x="9174" y="9582"/>
                    <a:pt x="9141" y="9549"/>
                  </a:cubicBezTo>
                  <a:cubicBezTo>
                    <a:pt x="9099" y="9507"/>
                    <a:pt x="9029" y="9483"/>
                    <a:pt x="8959" y="9483"/>
                  </a:cubicBezTo>
                  <a:cubicBezTo>
                    <a:pt x="8860" y="9483"/>
                    <a:pt x="8760" y="9532"/>
                    <a:pt x="8740" y="9649"/>
                  </a:cubicBezTo>
                  <a:cubicBezTo>
                    <a:pt x="8607" y="10483"/>
                    <a:pt x="8173" y="11383"/>
                    <a:pt x="7173" y="11417"/>
                  </a:cubicBezTo>
                  <a:cubicBezTo>
                    <a:pt x="7137" y="11419"/>
                    <a:pt x="7102" y="11421"/>
                    <a:pt x="7068" y="11421"/>
                  </a:cubicBezTo>
                  <a:cubicBezTo>
                    <a:pt x="6252" y="11421"/>
                    <a:pt x="5633" y="10684"/>
                    <a:pt x="5505" y="9916"/>
                  </a:cubicBezTo>
                  <a:cubicBezTo>
                    <a:pt x="5505" y="9849"/>
                    <a:pt x="5538" y="9816"/>
                    <a:pt x="5538" y="9782"/>
                  </a:cubicBezTo>
                  <a:cubicBezTo>
                    <a:pt x="5562" y="9687"/>
                    <a:pt x="5466" y="9608"/>
                    <a:pt x="5385" y="9608"/>
                  </a:cubicBezTo>
                  <a:cubicBezTo>
                    <a:pt x="5353" y="9608"/>
                    <a:pt x="5324" y="9620"/>
                    <a:pt x="5305" y="9649"/>
                  </a:cubicBezTo>
                  <a:cubicBezTo>
                    <a:pt x="5238" y="9682"/>
                    <a:pt x="5138" y="9716"/>
                    <a:pt x="5138" y="9816"/>
                  </a:cubicBezTo>
                  <a:cubicBezTo>
                    <a:pt x="5138" y="9882"/>
                    <a:pt x="5138" y="9916"/>
                    <a:pt x="5138" y="9982"/>
                  </a:cubicBezTo>
                  <a:cubicBezTo>
                    <a:pt x="4904" y="10449"/>
                    <a:pt x="4571" y="10883"/>
                    <a:pt x="4037" y="10950"/>
                  </a:cubicBezTo>
                  <a:cubicBezTo>
                    <a:pt x="3954" y="10964"/>
                    <a:pt x="3876" y="10971"/>
                    <a:pt x="3804" y="10971"/>
                  </a:cubicBezTo>
                  <a:cubicBezTo>
                    <a:pt x="2890" y="10971"/>
                    <a:pt x="2822" y="9857"/>
                    <a:pt x="3070" y="9115"/>
                  </a:cubicBezTo>
                  <a:cubicBezTo>
                    <a:pt x="3127" y="8971"/>
                    <a:pt x="2986" y="8802"/>
                    <a:pt x="2817" y="8802"/>
                  </a:cubicBezTo>
                  <a:cubicBezTo>
                    <a:pt x="2790" y="8802"/>
                    <a:pt x="2763" y="8806"/>
                    <a:pt x="2736" y="8815"/>
                  </a:cubicBezTo>
                  <a:cubicBezTo>
                    <a:pt x="2551" y="8877"/>
                    <a:pt x="2362" y="8906"/>
                    <a:pt x="2177" y="8906"/>
                  </a:cubicBezTo>
                  <a:cubicBezTo>
                    <a:pt x="1366" y="8906"/>
                    <a:pt x="641" y="8332"/>
                    <a:pt x="668" y="7381"/>
                  </a:cubicBezTo>
                  <a:cubicBezTo>
                    <a:pt x="701" y="6280"/>
                    <a:pt x="1702" y="5846"/>
                    <a:pt x="2603" y="5713"/>
                  </a:cubicBezTo>
                  <a:cubicBezTo>
                    <a:pt x="2803" y="5679"/>
                    <a:pt x="2803" y="5346"/>
                    <a:pt x="2603" y="5312"/>
                  </a:cubicBezTo>
                  <a:cubicBezTo>
                    <a:pt x="2569" y="5279"/>
                    <a:pt x="2503" y="5279"/>
                    <a:pt x="2436" y="5279"/>
                  </a:cubicBezTo>
                  <a:cubicBezTo>
                    <a:pt x="1503" y="4090"/>
                    <a:pt x="2412" y="2852"/>
                    <a:pt x="3499" y="2852"/>
                  </a:cubicBezTo>
                  <a:cubicBezTo>
                    <a:pt x="3968" y="2852"/>
                    <a:pt x="4469" y="3082"/>
                    <a:pt x="4871" y="3645"/>
                  </a:cubicBezTo>
                  <a:cubicBezTo>
                    <a:pt x="4946" y="3719"/>
                    <a:pt x="5031" y="3763"/>
                    <a:pt x="5116" y="3763"/>
                  </a:cubicBezTo>
                  <a:cubicBezTo>
                    <a:pt x="5181" y="3763"/>
                    <a:pt x="5246" y="3736"/>
                    <a:pt x="5305" y="3678"/>
                  </a:cubicBezTo>
                  <a:cubicBezTo>
                    <a:pt x="5805" y="3211"/>
                    <a:pt x="6372" y="2744"/>
                    <a:pt x="7073" y="2610"/>
                  </a:cubicBezTo>
                  <a:cubicBezTo>
                    <a:pt x="7210" y="2581"/>
                    <a:pt x="7347" y="2567"/>
                    <a:pt x="7482" y="2567"/>
                  </a:cubicBezTo>
                  <a:close/>
                  <a:moveTo>
                    <a:pt x="9790" y="1"/>
                  </a:moveTo>
                  <a:cubicBezTo>
                    <a:pt x="8522" y="1"/>
                    <a:pt x="7191" y="807"/>
                    <a:pt x="6906" y="2077"/>
                  </a:cubicBezTo>
                  <a:cubicBezTo>
                    <a:pt x="6239" y="2244"/>
                    <a:pt x="5672" y="2644"/>
                    <a:pt x="5138" y="3077"/>
                  </a:cubicBezTo>
                  <a:cubicBezTo>
                    <a:pt x="4674" y="2573"/>
                    <a:pt x="4038" y="2239"/>
                    <a:pt x="3387" y="2239"/>
                  </a:cubicBezTo>
                  <a:cubicBezTo>
                    <a:pt x="2962" y="2239"/>
                    <a:pt x="2531" y="2381"/>
                    <a:pt x="2136" y="2711"/>
                  </a:cubicBezTo>
                  <a:cubicBezTo>
                    <a:pt x="1302" y="3411"/>
                    <a:pt x="1302" y="4545"/>
                    <a:pt x="1936" y="5312"/>
                  </a:cubicBezTo>
                  <a:cubicBezTo>
                    <a:pt x="868" y="5513"/>
                    <a:pt x="1" y="6513"/>
                    <a:pt x="168" y="7681"/>
                  </a:cubicBezTo>
                  <a:cubicBezTo>
                    <a:pt x="290" y="8780"/>
                    <a:pt x="1195" y="9432"/>
                    <a:pt x="2166" y="9432"/>
                  </a:cubicBezTo>
                  <a:cubicBezTo>
                    <a:pt x="2256" y="9432"/>
                    <a:pt x="2346" y="9427"/>
                    <a:pt x="2436" y="9415"/>
                  </a:cubicBezTo>
                  <a:lnTo>
                    <a:pt x="2436" y="9415"/>
                  </a:lnTo>
                  <a:cubicBezTo>
                    <a:pt x="2269" y="10283"/>
                    <a:pt x="2336" y="11283"/>
                    <a:pt x="3370" y="11517"/>
                  </a:cubicBezTo>
                  <a:cubicBezTo>
                    <a:pt x="3495" y="11546"/>
                    <a:pt x="3615" y="11559"/>
                    <a:pt x="3729" y="11559"/>
                  </a:cubicBezTo>
                  <a:cubicBezTo>
                    <a:pt x="4406" y="11559"/>
                    <a:pt x="4895" y="11082"/>
                    <a:pt x="5238" y="10483"/>
                  </a:cubicBezTo>
                  <a:cubicBezTo>
                    <a:pt x="5460" y="11340"/>
                    <a:pt x="6256" y="11955"/>
                    <a:pt x="7167" y="11955"/>
                  </a:cubicBezTo>
                  <a:cubicBezTo>
                    <a:pt x="7213" y="11955"/>
                    <a:pt x="7259" y="11954"/>
                    <a:pt x="7306" y="11950"/>
                  </a:cubicBezTo>
                  <a:cubicBezTo>
                    <a:pt x="8140" y="11917"/>
                    <a:pt x="8974" y="11217"/>
                    <a:pt x="9174" y="10383"/>
                  </a:cubicBezTo>
                  <a:cubicBezTo>
                    <a:pt x="9440" y="10773"/>
                    <a:pt x="9905" y="10956"/>
                    <a:pt x="10397" y="10956"/>
                  </a:cubicBezTo>
                  <a:cubicBezTo>
                    <a:pt x="10830" y="10956"/>
                    <a:pt x="11284" y="10815"/>
                    <a:pt x="11643" y="10549"/>
                  </a:cubicBezTo>
                  <a:cubicBezTo>
                    <a:pt x="12410" y="9949"/>
                    <a:pt x="12877" y="8381"/>
                    <a:pt x="11976" y="7747"/>
                  </a:cubicBezTo>
                  <a:cubicBezTo>
                    <a:pt x="12977" y="7280"/>
                    <a:pt x="13477" y="6113"/>
                    <a:pt x="12977" y="5046"/>
                  </a:cubicBezTo>
                  <a:cubicBezTo>
                    <a:pt x="12777" y="4645"/>
                    <a:pt x="12510" y="4345"/>
                    <a:pt x="12210" y="4112"/>
                  </a:cubicBezTo>
                  <a:cubicBezTo>
                    <a:pt x="13010" y="2711"/>
                    <a:pt x="12343" y="809"/>
                    <a:pt x="10842" y="209"/>
                  </a:cubicBezTo>
                  <a:cubicBezTo>
                    <a:pt x="10514" y="67"/>
                    <a:pt x="10155" y="1"/>
                    <a:pt x="97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72" name="Shape 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Google Shape;73;p3"/>
          <p:cNvSpPr/>
          <p:nvPr/>
        </p:nvSpPr>
        <p:spPr>
          <a:xfrm>
            <a:off x="6547784" y="-278499"/>
            <a:ext cx="2631130" cy="1290026"/>
          </a:xfrm>
          <a:custGeom>
            <a:rect b="b" l="l" r="r" t="t"/>
            <a:pathLst>
              <a:path extrusionOk="0" h="8220" w="16766">
                <a:moveTo>
                  <a:pt x="16619" y="0"/>
                </a:moveTo>
                <a:lnTo>
                  <a:pt x="1" y="306"/>
                </a:lnTo>
                <a:cubicBezTo>
                  <a:pt x="61" y="421"/>
                  <a:pt x="130" y="530"/>
                  <a:pt x="209" y="629"/>
                </a:cubicBezTo>
                <a:cubicBezTo>
                  <a:pt x="561" y="1077"/>
                  <a:pt x="1090" y="1341"/>
                  <a:pt x="1620" y="1341"/>
                </a:cubicBezTo>
                <a:cubicBezTo>
                  <a:pt x="1653" y="1341"/>
                  <a:pt x="1687" y="1340"/>
                  <a:pt x="1720" y="1338"/>
                </a:cubicBezTo>
                <a:cubicBezTo>
                  <a:pt x="2137" y="1311"/>
                  <a:pt x="2547" y="1128"/>
                  <a:pt x="2959" y="1128"/>
                </a:cubicBezTo>
                <a:cubicBezTo>
                  <a:pt x="3033" y="1128"/>
                  <a:pt x="3106" y="1133"/>
                  <a:pt x="3180" y="1147"/>
                </a:cubicBezTo>
                <a:cubicBezTo>
                  <a:pt x="3277" y="1165"/>
                  <a:pt x="3367" y="1194"/>
                  <a:pt x="3455" y="1233"/>
                </a:cubicBezTo>
                <a:cubicBezTo>
                  <a:pt x="3474" y="1242"/>
                  <a:pt x="3493" y="1250"/>
                  <a:pt x="3511" y="1261"/>
                </a:cubicBezTo>
                <a:lnTo>
                  <a:pt x="3512" y="1261"/>
                </a:lnTo>
                <a:cubicBezTo>
                  <a:pt x="4178" y="1599"/>
                  <a:pt x="4587" y="2502"/>
                  <a:pt x="5216" y="2997"/>
                </a:cubicBezTo>
                <a:cubicBezTo>
                  <a:pt x="5642" y="3331"/>
                  <a:pt x="6137" y="3458"/>
                  <a:pt x="6653" y="3458"/>
                </a:cubicBezTo>
                <a:cubicBezTo>
                  <a:pt x="7281" y="3458"/>
                  <a:pt x="7939" y="3268"/>
                  <a:pt x="8534" y="3032"/>
                </a:cubicBezTo>
                <a:cubicBezTo>
                  <a:pt x="9061" y="2823"/>
                  <a:pt x="9606" y="2582"/>
                  <a:pt x="10155" y="2582"/>
                </a:cubicBezTo>
                <a:cubicBezTo>
                  <a:pt x="10271" y="2582"/>
                  <a:pt x="10386" y="2593"/>
                  <a:pt x="10502" y="2617"/>
                </a:cubicBezTo>
                <a:cubicBezTo>
                  <a:pt x="11491" y="2819"/>
                  <a:pt x="12129" y="3901"/>
                  <a:pt x="12548" y="4929"/>
                </a:cubicBezTo>
                <a:cubicBezTo>
                  <a:pt x="12966" y="5958"/>
                  <a:pt x="13334" y="7102"/>
                  <a:pt x="14165" y="7742"/>
                </a:cubicBezTo>
                <a:cubicBezTo>
                  <a:pt x="14587" y="8068"/>
                  <a:pt x="15094" y="8220"/>
                  <a:pt x="15606" y="8220"/>
                </a:cubicBezTo>
                <a:cubicBezTo>
                  <a:pt x="16002" y="8220"/>
                  <a:pt x="16401" y="8129"/>
                  <a:pt x="16766" y="7956"/>
                </a:cubicBezTo>
                <a:lnTo>
                  <a:pt x="16619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" name="Google Shape;74;p3"/>
          <p:cNvSpPr/>
          <p:nvPr/>
        </p:nvSpPr>
        <p:spPr>
          <a:xfrm>
            <a:off x="7408253" y="1455793"/>
            <a:ext cx="2249157" cy="4099051"/>
          </a:xfrm>
          <a:custGeom>
            <a:rect b="b" l="l" r="r" t="t"/>
            <a:pathLst>
              <a:path extrusionOk="0" h="26119" w="14332">
                <a:moveTo>
                  <a:pt x="12104" y="0"/>
                </a:moveTo>
                <a:cubicBezTo>
                  <a:pt x="11836" y="0"/>
                  <a:pt x="11579" y="100"/>
                  <a:pt x="11338" y="207"/>
                </a:cubicBezTo>
                <a:cubicBezTo>
                  <a:pt x="11049" y="335"/>
                  <a:pt x="10764" y="475"/>
                  <a:pt x="10478" y="610"/>
                </a:cubicBezTo>
                <a:cubicBezTo>
                  <a:pt x="9890" y="885"/>
                  <a:pt x="9294" y="1149"/>
                  <a:pt x="8713" y="1440"/>
                </a:cubicBezTo>
                <a:cubicBezTo>
                  <a:pt x="8495" y="1549"/>
                  <a:pt x="8298" y="1691"/>
                  <a:pt x="8201" y="1922"/>
                </a:cubicBezTo>
                <a:cubicBezTo>
                  <a:pt x="8095" y="2174"/>
                  <a:pt x="8110" y="2467"/>
                  <a:pt x="8106" y="2735"/>
                </a:cubicBezTo>
                <a:cubicBezTo>
                  <a:pt x="8097" y="3377"/>
                  <a:pt x="8121" y="4019"/>
                  <a:pt x="8176" y="4658"/>
                </a:cubicBezTo>
                <a:cubicBezTo>
                  <a:pt x="8228" y="5277"/>
                  <a:pt x="8331" y="5899"/>
                  <a:pt x="8283" y="6521"/>
                </a:cubicBezTo>
                <a:cubicBezTo>
                  <a:pt x="8242" y="7056"/>
                  <a:pt x="8055" y="7556"/>
                  <a:pt x="7761" y="8004"/>
                </a:cubicBezTo>
                <a:cubicBezTo>
                  <a:pt x="7173" y="8897"/>
                  <a:pt x="6276" y="9476"/>
                  <a:pt x="5434" y="10099"/>
                </a:cubicBezTo>
                <a:cubicBezTo>
                  <a:pt x="5008" y="10415"/>
                  <a:pt x="4600" y="10769"/>
                  <a:pt x="4338" y="11238"/>
                </a:cubicBezTo>
                <a:cubicBezTo>
                  <a:pt x="4078" y="11703"/>
                  <a:pt x="3973" y="12231"/>
                  <a:pt x="3932" y="12758"/>
                </a:cubicBezTo>
                <a:cubicBezTo>
                  <a:pt x="3854" y="13776"/>
                  <a:pt x="4023" y="14819"/>
                  <a:pt x="3717" y="15812"/>
                </a:cubicBezTo>
                <a:cubicBezTo>
                  <a:pt x="3574" y="16273"/>
                  <a:pt x="3319" y="16702"/>
                  <a:pt x="2917" y="16981"/>
                </a:cubicBezTo>
                <a:cubicBezTo>
                  <a:pt x="2489" y="17279"/>
                  <a:pt x="1977" y="17419"/>
                  <a:pt x="1536" y="17694"/>
                </a:cubicBezTo>
                <a:cubicBezTo>
                  <a:pt x="639" y="18252"/>
                  <a:pt x="327" y="19323"/>
                  <a:pt x="152" y="20304"/>
                </a:cubicBezTo>
                <a:cubicBezTo>
                  <a:pt x="48" y="20891"/>
                  <a:pt x="1" y="21500"/>
                  <a:pt x="140" y="22087"/>
                </a:cubicBezTo>
                <a:cubicBezTo>
                  <a:pt x="259" y="22589"/>
                  <a:pt x="523" y="23040"/>
                  <a:pt x="855" y="23429"/>
                </a:cubicBezTo>
                <a:cubicBezTo>
                  <a:pt x="1544" y="24236"/>
                  <a:pt x="3187" y="24329"/>
                  <a:pt x="3333" y="25366"/>
                </a:cubicBezTo>
                <a:cubicBezTo>
                  <a:pt x="3413" y="25937"/>
                  <a:pt x="4213" y="26116"/>
                  <a:pt x="4450" y="26116"/>
                </a:cubicBezTo>
                <a:cubicBezTo>
                  <a:pt x="4499" y="26116"/>
                  <a:pt x="4524" y="26108"/>
                  <a:pt x="4512" y="26094"/>
                </a:cubicBezTo>
                <a:lnTo>
                  <a:pt x="4512" y="26094"/>
                </a:lnTo>
                <a:cubicBezTo>
                  <a:pt x="5752" y="26098"/>
                  <a:pt x="6992" y="26103"/>
                  <a:pt x="8231" y="26108"/>
                </a:cubicBezTo>
                <a:cubicBezTo>
                  <a:pt x="8884" y="26110"/>
                  <a:pt x="9536" y="26113"/>
                  <a:pt x="10188" y="26115"/>
                </a:cubicBezTo>
                <a:cubicBezTo>
                  <a:pt x="10509" y="26116"/>
                  <a:pt x="10831" y="26117"/>
                  <a:pt x="11153" y="26118"/>
                </a:cubicBezTo>
                <a:cubicBezTo>
                  <a:pt x="11181" y="26118"/>
                  <a:pt x="11210" y="26118"/>
                  <a:pt x="11238" y="26118"/>
                </a:cubicBezTo>
                <a:cubicBezTo>
                  <a:pt x="11502" y="26118"/>
                  <a:pt x="11768" y="26112"/>
                  <a:pt x="12030" y="26066"/>
                </a:cubicBezTo>
                <a:cubicBezTo>
                  <a:pt x="12510" y="25980"/>
                  <a:pt x="12981" y="25708"/>
                  <a:pt x="13161" y="25232"/>
                </a:cubicBezTo>
                <a:cubicBezTo>
                  <a:pt x="13200" y="25130"/>
                  <a:pt x="13224" y="25017"/>
                  <a:pt x="13222" y="24907"/>
                </a:cubicBezTo>
                <a:cubicBezTo>
                  <a:pt x="13220" y="24778"/>
                  <a:pt x="13107" y="24687"/>
                  <a:pt x="13042" y="24582"/>
                </a:cubicBezTo>
                <a:cubicBezTo>
                  <a:pt x="12914" y="24378"/>
                  <a:pt x="12829" y="24154"/>
                  <a:pt x="12777" y="23918"/>
                </a:cubicBezTo>
                <a:cubicBezTo>
                  <a:pt x="12667" y="23424"/>
                  <a:pt x="12700" y="22903"/>
                  <a:pt x="12760" y="22402"/>
                </a:cubicBezTo>
                <a:cubicBezTo>
                  <a:pt x="12825" y="21856"/>
                  <a:pt x="12928" y="21313"/>
                  <a:pt x="12991" y="20766"/>
                </a:cubicBezTo>
                <a:cubicBezTo>
                  <a:pt x="13138" y="19498"/>
                  <a:pt x="13165" y="18220"/>
                  <a:pt x="13259" y="16947"/>
                </a:cubicBezTo>
                <a:cubicBezTo>
                  <a:pt x="13306" y="16306"/>
                  <a:pt x="13371" y="15667"/>
                  <a:pt x="13476" y="15033"/>
                </a:cubicBezTo>
                <a:cubicBezTo>
                  <a:pt x="13580" y="14418"/>
                  <a:pt x="13717" y="13809"/>
                  <a:pt x="13850" y="13199"/>
                </a:cubicBezTo>
                <a:cubicBezTo>
                  <a:pt x="14117" y="11977"/>
                  <a:pt x="14332" y="10761"/>
                  <a:pt x="14312" y="9506"/>
                </a:cubicBezTo>
                <a:cubicBezTo>
                  <a:pt x="14292" y="8213"/>
                  <a:pt x="14104" y="6931"/>
                  <a:pt x="14032" y="5641"/>
                </a:cubicBezTo>
                <a:cubicBezTo>
                  <a:pt x="13973" y="4552"/>
                  <a:pt x="14026" y="3448"/>
                  <a:pt x="13821" y="2371"/>
                </a:cubicBezTo>
                <a:cubicBezTo>
                  <a:pt x="13723" y="1854"/>
                  <a:pt x="13559" y="1346"/>
                  <a:pt x="13296" y="889"/>
                </a:cubicBezTo>
                <a:cubicBezTo>
                  <a:pt x="13046" y="456"/>
                  <a:pt x="12681" y="18"/>
                  <a:pt x="12141" y="1"/>
                </a:cubicBezTo>
                <a:cubicBezTo>
                  <a:pt x="12128" y="1"/>
                  <a:pt x="12116" y="0"/>
                  <a:pt x="12104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" name="Google Shape;75;p3"/>
          <p:cNvSpPr/>
          <p:nvPr/>
        </p:nvSpPr>
        <p:spPr>
          <a:xfrm>
            <a:off x="-209325" y="4063744"/>
            <a:ext cx="2549055" cy="1959992"/>
          </a:xfrm>
          <a:custGeom>
            <a:rect b="b" l="l" r="r" t="t"/>
            <a:pathLst>
              <a:path extrusionOk="0" h="12489" w="16243">
                <a:moveTo>
                  <a:pt x="3844" y="0"/>
                </a:moveTo>
                <a:cubicBezTo>
                  <a:pt x="3285" y="0"/>
                  <a:pt x="2723" y="148"/>
                  <a:pt x="2228" y="400"/>
                </a:cubicBezTo>
                <a:cubicBezTo>
                  <a:pt x="1280" y="883"/>
                  <a:pt x="590" y="1767"/>
                  <a:pt x="156" y="2720"/>
                </a:cubicBezTo>
                <a:cubicBezTo>
                  <a:pt x="49" y="2956"/>
                  <a:pt x="1" y="3596"/>
                  <a:pt x="54" y="3596"/>
                </a:cubicBezTo>
                <a:cubicBezTo>
                  <a:pt x="57" y="3596"/>
                  <a:pt x="61" y="3593"/>
                  <a:pt x="66" y="3588"/>
                </a:cubicBezTo>
                <a:cubicBezTo>
                  <a:pt x="269" y="4868"/>
                  <a:pt x="1355" y="5759"/>
                  <a:pt x="2294" y="6557"/>
                </a:cubicBezTo>
                <a:cubicBezTo>
                  <a:pt x="3560" y="7632"/>
                  <a:pt x="4723" y="8824"/>
                  <a:pt x="5756" y="10126"/>
                </a:cubicBezTo>
                <a:cubicBezTo>
                  <a:pt x="6340" y="10862"/>
                  <a:pt x="6881" y="11633"/>
                  <a:pt x="7379" y="12430"/>
                </a:cubicBezTo>
                <a:cubicBezTo>
                  <a:pt x="7403" y="12468"/>
                  <a:pt x="7442" y="12488"/>
                  <a:pt x="7481" y="12488"/>
                </a:cubicBezTo>
                <a:cubicBezTo>
                  <a:pt x="7510" y="12488"/>
                  <a:pt x="7539" y="12478"/>
                  <a:pt x="7563" y="12456"/>
                </a:cubicBezTo>
                <a:cubicBezTo>
                  <a:pt x="9372" y="10767"/>
                  <a:pt x="11182" y="9079"/>
                  <a:pt x="12991" y="7391"/>
                </a:cubicBezTo>
                <a:cubicBezTo>
                  <a:pt x="13444" y="6969"/>
                  <a:pt x="13897" y="6547"/>
                  <a:pt x="14348" y="6125"/>
                </a:cubicBezTo>
                <a:cubicBezTo>
                  <a:pt x="14774" y="5728"/>
                  <a:pt x="15224" y="5346"/>
                  <a:pt x="15621" y="4920"/>
                </a:cubicBezTo>
                <a:cubicBezTo>
                  <a:pt x="15956" y="4561"/>
                  <a:pt x="16230" y="4130"/>
                  <a:pt x="16237" y="3625"/>
                </a:cubicBezTo>
                <a:cubicBezTo>
                  <a:pt x="16243" y="3173"/>
                  <a:pt x="16055" y="2737"/>
                  <a:pt x="15772" y="2393"/>
                </a:cubicBezTo>
                <a:cubicBezTo>
                  <a:pt x="15118" y="1597"/>
                  <a:pt x="13969" y="1326"/>
                  <a:pt x="12990" y="1230"/>
                </a:cubicBezTo>
                <a:cubicBezTo>
                  <a:pt x="12782" y="1209"/>
                  <a:pt x="12575" y="1199"/>
                  <a:pt x="12369" y="1199"/>
                </a:cubicBezTo>
                <a:cubicBezTo>
                  <a:pt x="11579" y="1199"/>
                  <a:pt x="10805" y="1344"/>
                  <a:pt x="10046" y="1589"/>
                </a:cubicBezTo>
                <a:cubicBezTo>
                  <a:pt x="9458" y="1779"/>
                  <a:pt x="8842" y="1996"/>
                  <a:pt x="8230" y="1996"/>
                </a:cubicBezTo>
                <a:cubicBezTo>
                  <a:pt x="7924" y="1996"/>
                  <a:pt x="7618" y="1942"/>
                  <a:pt x="7317" y="1801"/>
                </a:cubicBezTo>
                <a:cubicBezTo>
                  <a:pt x="6411" y="1378"/>
                  <a:pt x="5786" y="517"/>
                  <a:pt x="4835" y="170"/>
                </a:cubicBezTo>
                <a:cubicBezTo>
                  <a:pt x="4516" y="54"/>
                  <a:pt x="4181" y="0"/>
                  <a:pt x="3844" y="0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" name="Google Shape;76;p3"/>
          <p:cNvSpPr/>
          <p:nvPr/>
        </p:nvSpPr>
        <p:spPr>
          <a:xfrm>
            <a:off x="-198340" y="-278499"/>
            <a:ext cx="1951456" cy="3795063"/>
          </a:xfrm>
          <a:custGeom>
            <a:rect b="b" l="l" r="r" t="t"/>
            <a:pathLst>
              <a:path extrusionOk="0" h="24182" w="12435">
                <a:moveTo>
                  <a:pt x="7995" y="0"/>
                </a:moveTo>
                <a:cubicBezTo>
                  <a:pt x="6753" y="0"/>
                  <a:pt x="5507" y="123"/>
                  <a:pt x="4282" y="305"/>
                </a:cubicBezTo>
                <a:cubicBezTo>
                  <a:pt x="3647" y="400"/>
                  <a:pt x="3014" y="509"/>
                  <a:pt x="2384" y="629"/>
                </a:cubicBezTo>
                <a:cubicBezTo>
                  <a:pt x="1767" y="745"/>
                  <a:pt x="1135" y="843"/>
                  <a:pt x="528" y="997"/>
                </a:cubicBezTo>
                <a:cubicBezTo>
                  <a:pt x="284" y="1059"/>
                  <a:pt x="86" y="1199"/>
                  <a:pt x="44" y="1438"/>
                </a:cubicBezTo>
                <a:cubicBezTo>
                  <a:pt x="1" y="1675"/>
                  <a:pt x="98" y="1906"/>
                  <a:pt x="177" y="2128"/>
                </a:cubicBezTo>
                <a:cubicBezTo>
                  <a:pt x="371" y="2674"/>
                  <a:pt x="529" y="3231"/>
                  <a:pt x="657" y="3795"/>
                </a:cubicBezTo>
                <a:cubicBezTo>
                  <a:pt x="1173" y="6076"/>
                  <a:pt x="1176" y="8421"/>
                  <a:pt x="1157" y="10740"/>
                </a:cubicBezTo>
                <a:cubicBezTo>
                  <a:pt x="1137" y="13166"/>
                  <a:pt x="1119" y="15594"/>
                  <a:pt x="956" y="18015"/>
                </a:cubicBezTo>
                <a:cubicBezTo>
                  <a:pt x="873" y="19227"/>
                  <a:pt x="754" y="20438"/>
                  <a:pt x="578" y="21641"/>
                </a:cubicBezTo>
                <a:cubicBezTo>
                  <a:pt x="533" y="21947"/>
                  <a:pt x="484" y="22253"/>
                  <a:pt x="431" y="22559"/>
                </a:cubicBezTo>
                <a:cubicBezTo>
                  <a:pt x="386" y="22822"/>
                  <a:pt x="322" y="23092"/>
                  <a:pt x="343" y="23359"/>
                </a:cubicBezTo>
                <a:cubicBezTo>
                  <a:pt x="374" y="23781"/>
                  <a:pt x="660" y="24173"/>
                  <a:pt x="1161" y="24181"/>
                </a:cubicBezTo>
                <a:cubicBezTo>
                  <a:pt x="1165" y="24181"/>
                  <a:pt x="1169" y="24181"/>
                  <a:pt x="1173" y="24181"/>
                </a:cubicBezTo>
                <a:cubicBezTo>
                  <a:pt x="1371" y="24181"/>
                  <a:pt x="1540" y="24099"/>
                  <a:pt x="1654" y="23951"/>
                </a:cubicBezTo>
                <a:cubicBezTo>
                  <a:pt x="1675" y="23925"/>
                  <a:pt x="1683" y="23898"/>
                  <a:pt x="1682" y="23874"/>
                </a:cubicBezTo>
                <a:lnTo>
                  <a:pt x="1682" y="23874"/>
                </a:lnTo>
                <a:cubicBezTo>
                  <a:pt x="1847" y="23898"/>
                  <a:pt x="2014" y="23909"/>
                  <a:pt x="2180" y="23909"/>
                </a:cubicBezTo>
                <a:cubicBezTo>
                  <a:pt x="2943" y="23909"/>
                  <a:pt x="3699" y="23667"/>
                  <a:pt x="4311" y="23242"/>
                </a:cubicBezTo>
                <a:cubicBezTo>
                  <a:pt x="4708" y="22966"/>
                  <a:pt x="5045" y="22616"/>
                  <a:pt x="5275" y="22211"/>
                </a:cubicBezTo>
                <a:cubicBezTo>
                  <a:pt x="5529" y="21761"/>
                  <a:pt x="5637" y="21258"/>
                  <a:pt x="5672" y="20756"/>
                </a:cubicBezTo>
                <a:cubicBezTo>
                  <a:pt x="5745" y="19694"/>
                  <a:pt x="5474" y="18600"/>
                  <a:pt x="5753" y="17552"/>
                </a:cubicBezTo>
                <a:cubicBezTo>
                  <a:pt x="5970" y="16734"/>
                  <a:pt x="6573" y="16141"/>
                  <a:pt x="7340" y="15710"/>
                </a:cubicBezTo>
                <a:cubicBezTo>
                  <a:pt x="8075" y="15296"/>
                  <a:pt x="8888" y="15018"/>
                  <a:pt x="9665" y="14682"/>
                </a:cubicBezTo>
                <a:cubicBezTo>
                  <a:pt x="10395" y="14367"/>
                  <a:pt x="11138" y="13992"/>
                  <a:pt x="11650" y="13407"/>
                </a:cubicBezTo>
                <a:cubicBezTo>
                  <a:pt x="12358" y="12597"/>
                  <a:pt x="12435" y="11553"/>
                  <a:pt x="12147" y="10578"/>
                </a:cubicBezTo>
                <a:cubicBezTo>
                  <a:pt x="11808" y="9430"/>
                  <a:pt x="11016" y="8461"/>
                  <a:pt x="10472" y="7396"/>
                </a:cubicBezTo>
                <a:cubicBezTo>
                  <a:pt x="9923" y="6314"/>
                  <a:pt x="9632" y="5096"/>
                  <a:pt x="9791" y="3904"/>
                </a:cubicBezTo>
                <a:cubicBezTo>
                  <a:pt x="9926" y="2896"/>
                  <a:pt x="10412" y="1909"/>
                  <a:pt x="11209" y="1194"/>
                </a:cubicBezTo>
                <a:cubicBezTo>
                  <a:pt x="11406" y="1016"/>
                  <a:pt x="11621" y="858"/>
                  <a:pt x="11854" y="718"/>
                </a:cubicBezTo>
                <a:cubicBezTo>
                  <a:pt x="11960" y="654"/>
                  <a:pt x="11944" y="503"/>
                  <a:pt x="11818" y="468"/>
                </a:cubicBezTo>
                <a:cubicBezTo>
                  <a:pt x="10568" y="132"/>
                  <a:pt x="9284" y="0"/>
                  <a:pt x="7995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" name="Google Shape;77;p3"/>
          <p:cNvSpPr txBox="1"/>
          <p:nvPr>
            <p:ph type="title"/>
          </p:nvPr>
        </p:nvSpPr>
        <p:spPr>
          <a:xfrm>
            <a:off x="2886750" y="1000350"/>
            <a:ext cx="33705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78" name="Google Shape;78;p3">
            <a:hlinkClick/>
          </p:cNvPr>
          <p:cNvSpPr txBox="1"/>
          <p:nvPr>
            <p:ph idx="1" type="subTitle"/>
          </p:nvPr>
        </p:nvSpPr>
        <p:spPr>
          <a:xfrm>
            <a:off x="3923225" y="3369800"/>
            <a:ext cx="1297800" cy="59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0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9pPr>
          </a:lstStyle>
          <a:p/>
        </p:txBody>
      </p:sp>
      <p:sp>
        <p:nvSpPr>
          <p:cNvPr id="79" name="Google Shape;79;p3"/>
          <p:cNvSpPr txBox="1"/>
          <p:nvPr>
            <p:ph idx="2" type="subTitle"/>
          </p:nvPr>
        </p:nvSpPr>
        <p:spPr>
          <a:xfrm>
            <a:off x="3041475" y="2310025"/>
            <a:ext cx="3061200" cy="59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16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9pPr>
          </a:lstStyle>
          <a:p/>
        </p:txBody>
      </p:sp>
      <p:sp>
        <p:nvSpPr>
          <p:cNvPr id="80" name="Google Shape;80;p3"/>
          <p:cNvSpPr/>
          <p:nvPr/>
        </p:nvSpPr>
        <p:spPr>
          <a:xfrm rot="-906775">
            <a:off x="6750650" y="4662899"/>
            <a:ext cx="605796" cy="14193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" name="Google Shape;81;p3"/>
          <p:cNvGrpSpPr/>
          <p:nvPr/>
        </p:nvGrpSpPr>
        <p:grpSpPr>
          <a:xfrm rot="-5400000">
            <a:off x="8632925" y="439065"/>
            <a:ext cx="221772" cy="200884"/>
            <a:chOff x="1640475" y="1197075"/>
            <a:chExt cx="55475" cy="50250"/>
          </a:xfrm>
        </p:grpSpPr>
        <p:sp>
          <p:nvSpPr>
            <p:cNvPr id="82" name="Google Shape;82;p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" name="Google Shape;85;p3"/>
          <p:cNvSpPr/>
          <p:nvPr/>
        </p:nvSpPr>
        <p:spPr>
          <a:xfrm rot="9965797">
            <a:off x="-406843" y="3256057"/>
            <a:ext cx="993864" cy="1557213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" name="Google Shape;86;p3"/>
          <p:cNvGrpSpPr/>
          <p:nvPr/>
        </p:nvGrpSpPr>
        <p:grpSpPr>
          <a:xfrm rot="-6145098">
            <a:off x="1436337" y="4375587"/>
            <a:ext cx="433642" cy="392824"/>
            <a:chOff x="1640475" y="1197075"/>
            <a:chExt cx="55475" cy="50250"/>
          </a:xfrm>
        </p:grpSpPr>
        <p:sp>
          <p:nvSpPr>
            <p:cNvPr id="87" name="Google Shape;87;p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" name="Google Shape;88;p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" name="Google Shape;89;p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" name="Google Shape;90;p3"/>
          <p:cNvGrpSpPr/>
          <p:nvPr/>
        </p:nvGrpSpPr>
        <p:grpSpPr>
          <a:xfrm rot="-5400000">
            <a:off x="8317492" y="3895034"/>
            <a:ext cx="244822" cy="221773"/>
            <a:chOff x="1640475" y="1197075"/>
            <a:chExt cx="55475" cy="50250"/>
          </a:xfrm>
        </p:grpSpPr>
        <p:sp>
          <p:nvSpPr>
            <p:cNvPr id="91" name="Google Shape;91;p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" name="Google Shape;92;p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" name="Google Shape;93;p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" name="Google Shape;94;p3"/>
          <p:cNvSpPr/>
          <p:nvPr/>
        </p:nvSpPr>
        <p:spPr>
          <a:xfrm rot="-4322283">
            <a:off x="255217" y="529011"/>
            <a:ext cx="580167" cy="13591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" name="Google Shape;95;p3"/>
          <p:cNvGrpSpPr/>
          <p:nvPr/>
        </p:nvGrpSpPr>
        <p:grpSpPr>
          <a:xfrm rot="-5400000">
            <a:off x="1361674" y="491897"/>
            <a:ext cx="221772" cy="200884"/>
            <a:chOff x="1640475" y="1197075"/>
            <a:chExt cx="55475" cy="50250"/>
          </a:xfrm>
        </p:grpSpPr>
        <p:sp>
          <p:nvSpPr>
            <p:cNvPr id="96" name="Google Shape;96;p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" name="Google Shape;97;p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" name="Google Shape;98;p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99" name="Shape 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Google Shape;100;p4"/>
          <p:cNvSpPr/>
          <p:nvPr/>
        </p:nvSpPr>
        <p:spPr>
          <a:xfrm>
            <a:off x="-410657" y="-145804"/>
            <a:ext cx="4197745" cy="1131860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" name="Google Shape;101;p4"/>
          <p:cNvSpPr/>
          <p:nvPr/>
        </p:nvSpPr>
        <p:spPr>
          <a:xfrm rot="-6752784">
            <a:off x="2051407" y="216393"/>
            <a:ext cx="1195911" cy="1089409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" name="Google Shape;102;p4"/>
          <p:cNvSpPr/>
          <p:nvPr/>
        </p:nvSpPr>
        <p:spPr>
          <a:xfrm>
            <a:off x="-572725" y="2861528"/>
            <a:ext cx="2676986" cy="2789665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" name="Google Shape;103;p4"/>
          <p:cNvSpPr/>
          <p:nvPr/>
        </p:nvSpPr>
        <p:spPr>
          <a:xfrm>
            <a:off x="6594726" y="4161014"/>
            <a:ext cx="3033994" cy="1250590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" name="Google Shape;104;p4"/>
          <p:cNvSpPr/>
          <p:nvPr/>
        </p:nvSpPr>
        <p:spPr>
          <a:xfrm>
            <a:off x="6027407" y="-371325"/>
            <a:ext cx="3627154" cy="2893677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" name="Google Shape;105;p4"/>
          <p:cNvSpPr txBox="1"/>
          <p:nvPr>
            <p:ph type="title"/>
          </p:nvPr>
        </p:nvSpPr>
        <p:spPr>
          <a:xfrm>
            <a:off x="2085275" y="673465"/>
            <a:ext cx="4973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06" name="Google Shape;106;p4"/>
          <p:cNvSpPr txBox="1"/>
          <p:nvPr>
            <p:ph idx="1" type="body"/>
          </p:nvPr>
        </p:nvSpPr>
        <p:spPr>
          <a:xfrm>
            <a:off x="713225" y="1564120"/>
            <a:ext cx="7717500" cy="304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Gloria Hallelujah"/>
              <a:buChar char="●"/>
              <a:defRPr sz="1100">
                <a:latin typeface="Raleway"/>
                <a:ea typeface="Raleway"/>
                <a:cs typeface="Raleway"/>
                <a:sym typeface="Raleway"/>
              </a:defRPr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grpSp>
        <p:nvGrpSpPr>
          <p:cNvPr id="107" name="Google Shape;107;p4"/>
          <p:cNvGrpSpPr/>
          <p:nvPr/>
        </p:nvGrpSpPr>
        <p:grpSpPr>
          <a:xfrm rot="1800041">
            <a:off x="8665997" y="4106761"/>
            <a:ext cx="221773" cy="200885"/>
            <a:chOff x="1640475" y="1197075"/>
            <a:chExt cx="55475" cy="50250"/>
          </a:xfrm>
        </p:grpSpPr>
        <p:sp>
          <p:nvSpPr>
            <p:cNvPr id="108" name="Google Shape;108;p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" name="Google Shape;110;p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" name="Google Shape;111;p4"/>
          <p:cNvGrpSpPr/>
          <p:nvPr/>
        </p:nvGrpSpPr>
        <p:grpSpPr>
          <a:xfrm rot="-9900030">
            <a:off x="667534" y="4625752"/>
            <a:ext cx="215932" cy="195605"/>
            <a:chOff x="1640475" y="1197075"/>
            <a:chExt cx="55475" cy="50250"/>
          </a:xfrm>
        </p:grpSpPr>
        <p:sp>
          <p:nvSpPr>
            <p:cNvPr id="112" name="Google Shape;112;p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" name="Google Shape;113;p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" name="Google Shape;115;p4"/>
          <p:cNvGrpSpPr/>
          <p:nvPr/>
        </p:nvGrpSpPr>
        <p:grpSpPr>
          <a:xfrm rot="-5400000">
            <a:off x="8514555" y="2548984"/>
            <a:ext cx="244822" cy="221773"/>
            <a:chOff x="1640475" y="1197075"/>
            <a:chExt cx="55475" cy="50250"/>
          </a:xfrm>
        </p:grpSpPr>
        <p:sp>
          <p:nvSpPr>
            <p:cNvPr id="116" name="Google Shape;116;p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" name="Google Shape;117;p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" name="Google Shape;118;p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" name="Google Shape;119;p4"/>
          <p:cNvSpPr/>
          <p:nvPr/>
        </p:nvSpPr>
        <p:spPr>
          <a:xfrm rot="912813">
            <a:off x="8372080" y="228912"/>
            <a:ext cx="529792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" name="Google Shape;120;p4"/>
          <p:cNvGrpSpPr/>
          <p:nvPr/>
        </p:nvGrpSpPr>
        <p:grpSpPr>
          <a:xfrm rot="-5400000">
            <a:off x="313974" y="982572"/>
            <a:ext cx="221772" cy="200884"/>
            <a:chOff x="1640475" y="1197075"/>
            <a:chExt cx="55475" cy="50250"/>
          </a:xfrm>
        </p:grpSpPr>
        <p:sp>
          <p:nvSpPr>
            <p:cNvPr id="121" name="Google Shape;121;p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" name="Google Shape;122;p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" name="Google Shape;123;p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" name="Google Shape;124;p4"/>
          <p:cNvSpPr/>
          <p:nvPr/>
        </p:nvSpPr>
        <p:spPr>
          <a:xfrm>
            <a:off x="8536325" y="4434061"/>
            <a:ext cx="609613" cy="95515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" name="Google Shape;125;p4"/>
          <p:cNvSpPr/>
          <p:nvPr/>
        </p:nvSpPr>
        <p:spPr>
          <a:xfrm rot="-650986">
            <a:off x="1480420" y="4695682"/>
            <a:ext cx="1027315" cy="24067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126" name="Shape 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" name="Google Shape;127;p5"/>
          <p:cNvSpPr/>
          <p:nvPr/>
        </p:nvSpPr>
        <p:spPr>
          <a:xfrm rot="10800000">
            <a:off x="-75975" y="-39140"/>
            <a:ext cx="3509452" cy="1137819"/>
          </a:xfrm>
          <a:custGeom>
            <a:rect b="b" l="l" r="r" t="t"/>
            <a:pathLst>
              <a:path extrusionOk="0" h="7088" w="21862">
                <a:moveTo>
                  <a:pt x="20392" y="0"/>
                </a:moveTo>
                <a:cubicBezTo>
                  <a:pt x="19697" y="0"/>
                  <a:pt x="19010" y="139"/>
                  <a:pt x="18446" y="437"/>
                </a:cubicBezTo>
                <a:cubicBezTo>
                  <a:pt x="17368" y="1003"/>
                  <a:pt x="16913" y="1997"/>
                  <a:pt x="16387" y="2893"/>
                </a:cubicBezTo>
                <a:cubicBezTo>
                  <a:pt x="15861" y="3789"/>
                  <a:pt x="15050" y="4733"/>
                  <a:pt x="13753" y="4924"/>
                </a:cubicBezTo>
                <a:cubicBezTo>
                  <a:pt x="13587" y="4948"/>
                  <a:pt x="13420" y="4959"/>
                  <a:pt x="13253" y="4959"/>
                </a:cubicBezTo>
                <a:cubicBezTo>
                  <a:pt x="12545" y="4959"/>
                  <a:pt x="11838" y="4765"/>
                  <a:pt x="11156" y="4596"/>
                </a:cubicBezTo>
                <a:cubicBezTo>
                  <a:pt x="10391" y="4408"/>
                  <a:pt x="9551" y="4258"/>
                  <a:pt x="8748" y="4258"/>
                </a:cubicBezTo>
                <a:cubicBezTo>
                  <a:pt x="8042" y="4258"/>
                  <a:pt x="7365" y="4373"/>
                  <a:pt x="6793" y="4680"/>
                </a:cubicBezTo>
                <a:cubicBezTo>
                  <a:pt x="5978" y="5117"/>
                  <a:pt x="5461" y="5904"/>
                  <a:pt x="4593" y="6207"/>
                </a:cubicBezTo>
                <a:cubicBezTo>
                  <a:pt x="4569" y="6215"/>
                  <a:pt x="4545" y="6224"/>
                  <a:pt x="4519" y="6231"/>
                </a:cubicBezTo>
                <a:cubicBezTo>
                  <a:pt x="4407" y="6267"/>
                  <a:pt x="4286" y="6293"/>
                  <a:pt x="4160" y="6310"/>
                </a:cubicBezTo>
                <a:cubicBezTo>
                  <a:pt x="4052" y="6325"/>
                  <a:pt x="3944" y="6331"/>
                  <a:pt x="3836" y="6331"/>
                </a:cubicBezTo>
                <a:cubicBezTo>
                  <a:pt x="3306" y="6331"/>
                  <a:pt x="2774" y="6185"/>
                  <a:pt x="2236" y="6169"/>
                </a:cubicBezTo>
                <a:cubicBezTo>
                  <a:pt x="2205" y="6168"/>
                  <a:pt x="2173" y="6167"/>
                  <a:pt x="2142" y="6167"/>
                </a:cubicBezTo>
                <a:cubicBezTo>
                  <a:pt x="1432" y="6167"/>
                  <a:pt x="726" y="6406"/>
                  <a:pt x="265" y="6805"/>
                </a:cubicBezTo>
                <a:cubicBezTo>
                  <a:pt x="165" y="6893"/>
                  <a:pt x="77" y="6988"/>
                  <a:pt x="1" y="7088"/>
                </a:cubicBezTo>
                <a:lnTo>
                  <a:pt x="21862" y="7088"/>
                </a:lnTo>
                <a:lnTo>
                  <a:pt x="21862" y="210"/>
                </a:lnTo>
                <a:cubicBezTo>
                  <a:pt x="21397" y="73"/>
                  <a:pt x="20892" y="0"/>
                  <a:pt x="20392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" name="Google Shape;128;p5"/>
          <p:cNvSpPr/>
          <p:nvPr/>
        </p:nvSpPr>
        <p:spPr>
          <a:xfrm rot="10800000">
            <a:off x="7073611" y="4276678"/>
            <a:ext cx="2111739" cy="1036366"/>
          </a:xfrm>
          <a:custGeom>
            <a:rect b="b" l="l" r="r" t="t"/>
            <a:pathLst>
              <a:path extrusionOk="0" h="6456" w="13155">
                <a:moveTo>
                  <a:pt x="1821" y="0"/>
                </a:moveTo>
                <a:lnTo>
                  <a:pt x="1821" y="3"/>
                </a:lnTo>
                <a:lnTo>
                  <a:pt x="0" y="4"/>
                </a:lnTo>
                <a:lnTo>
                  <a:pt x="0" y="222"/>
                </a:lnTo>
                <a:lnTo>
                  <a:pt x="0" y="1236"/>
                </a:lnTo>
                <a:lnTo>
                  <a:pt x="0" y="2358"/>
                </a:lnTo>
                <a:lnTo>
                  <a:pt x="1" y="3370"/>
                </a:lnTo>
                <a:lnTo>
                  <a:pt x="1" y="4493"/>
                </a:lnTo>
                <a:lnTo>
                  <a:pt x="1" y="5504"/>
                </a:lnTo>
                <a:lnTo>
                  <a:pt x="1" y="6178"/>
                </a:lnTo>
                <a:cubicBezTo>
                  <a:pt x="369" y="6349"/>
                  <a:pt x="770" y="6456"/>
                  <a:pt x="1177" y="6456"/>
                </a:cubicBezTo>
                <a:cubicBezTo>
                  <a:pt x="1363" y="6456"/>
                  <a:pt x="1550" y="6434"/>
                  <a:pt x="1736" y="6385"/>
                </a:cubicBezTo>
                <a:cubicBezTo>
                  <a:pt x="1764" y="6378"/>
                  <a:pt x="1794" y="6370"/>
                  <a:pt x="1822" y="6361"/>
                </a:cubicBezTo>
                <a:cubicBezTo>
                  <a:pt x="1843" y="6355"/>
                  <a:pt x="1862" y="6348"/>
                  <a:pt x="1882" y="6342"/>
                </a:cubicBezTo>
                <a:cubicBezTo>
                  <a:pt x="2342" y="6188"/>
                  <a:pt x="2719" y="5901"/>
                  <a:pt x="3050" y="5558"/>
                </a:cubicBezTo>
                <a:cubicBezTo>
                  <a:pt x="3068" y="5540"/>
                  <a:pt x="3085" y="5522"/>
                  <a:pt x="3102" y="5503"/>
                </a:cubicBezTo>
                <a:cubicBezTo>
                  <a:pt x="3398" y="5189"/>
                  <a:pt x="3657" y="4831"/>
                  <a:pt x="3908" y="4490"/>
                </a:cubicBezTo>
                <a:cubicBezTo>
                  <a:pt x="3908" y="4490"/>
                  <a:pt x="3909" y="4490"/>
                  <a:pt x="3909" y="4489"/>
                </a:cubicBezTo>
                <a:cubicBezTo>
                  <a:pt x="3923" y="4471"/>
                  <a:pt x="3936" y="4455"/>
                  <a:pt x="3949" y="4436"/>
                </a:cubicBezTo>
                <a:cubicBezTo>
                  <a:pt x="4217" y="4078"/>
                  <a:pt x="4522" y="3714"/>
                  <a:pt x="4875" y="3424"/>
                </a:cubicBezTo>
                <a:cubicBezTo>
                  <a:pt x="4897" y="3405"/>
                  <a:pt x="4919" y="3387"/>
                  <a:pt x="4942" y="3369"/>
                </a:cubicBezTo>
                <a:cubicBezTo>
                  <a:pt x="5319" y="3071"/>
                  <a:pt x="5750" y="2859"/>
                  <a:pt x="6248" y="2826"/>
                </a:cubicBezTo>
                <a:cubicBezTo>
                  <a:pt x="6296" y="2822"/>
                  <a:pt x="6344" y="2821"/>
                  <a:pt x="6391" y="2821"/>
                </a:cubicBezTo>
                <a:cubicBezTo>
                  <a:pt x="7025" y="2821"/>
                  <a:pt x="7616" y="3105"/>
                  <a:pt x="8200" y="3368"/>
                </a:cubicBezTo>
                <a:cubicBezTo>
                  <a:pt x="8240" y="3387"/>
                  <a:pt x="8281" y="3405"/>
                  <a:pt x="8323" y="3423"/>
                </a:cubicBezTo>
                <a:cubicBezTo>
                  <a:pt x="8382" y="3449"/>
                  <a:pt x="8442" y="3475"/>
                  <a:pt x="8501" y="3501"/>
                </a:cubicBezTo>
                <a:cubicBezTo>
                  <a:pt x="9052" y="3734"/>
                  <a:pt x="9659" y="3908"/>
                  <a:pt x="10259" y="3908"/>
                </a:cubicBezTo>
                <a:cubicBezTo>
                  <a:pt x="10487" y="3908"/>
                  <a:pt x="10715" y="3882"/>
                  <a:pt x="10937" y="3826"/>
                </a:cubicBezTo>
                <a:cubicBezTo>
                  <a:pt x="11253" y="3746"/>
                  <a:pt x="11547" y="3604"/>
                  <a:pt x="11810" y="3423"/>
                </a:cubicBezTo>
                <a:cubicBezTo>
                  <a:pt x="11835" y="3405"/>
                  <a:pt x="11861" y="3387"/>
                  <a:pt x="11886" y="3368"/>
                </a:cubicBezTo>
                <a:cubicBezTo>
                  <a:pt x="11986" y="3295"/>
                  <a:pt x="12081" y="3217"/>
                  <a:pt x="12169" y="3134"/>
                </a:cubicBezTo>
                <a:cubicBezTo>
                  <a:pt x="12416" y="2906"/>
                  <a:pt x="12624" y="2641"/>
                  <a:pt x="12783" y="2355"/>
                </a:cubicBezTo>
                <a:cubicBezTo>
                  <a:pt x="12794" y="2337"/>
                  <a:pt x="12805" y="2319"/>
                  <a:pt x="12814" y="2300"/>
                </a:cubicBezTo>
                <a:cubicBezTo>
                  <a:pt x="12983" y="1983"/>
                  <a:pt x="13095" y="1639"/>
                  <a:pt x="13135" y="1287"/>
                </a:cubicBezTo>
                <a:cubicBezTo>
                  <a:pt x="13137" y="1269"/>
                  <a:pt x="13139" y="1251"/>
                  <a:pt x="13141" y="1232"/>
                </a:cubicBezTo>
                <a:cubicBezTo>
                  <a:pt x="13152" y="1109"/>
                  <a:pt x="13155" y="984"/>
                  <a:pt x="13149" y="860"/>
                </a:cubicBezTo>
                <a:cubicBezTo>
                  <a:pt x="13137" y="644"/>
                  <a:pt x="13096" y="428"/>
                  <a:pt x="13028" y="222"/>
                </a:cubicBezTo>
                <a:cubicBezTo>
                  <a:pt x="13023" y="204"/>
                  <a:pt x="13017" y="185"/>
                  <a:pt x="13010" y="167"/>
                </a:cubicBezTo>
                <a:cubicBezTo>
                  <a:pt x="12991" y="111"/>
                  <a:pt x="12969" y="56"/>
                  <a:pt x="12946" y="1"/>
                </a:cubicBezTo>
                <a:lnTo>
                  <a:pt x="1880" y="3"/>
                </a:lnTo>
                <a:lnTo>
                  <a:pt x="1880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" name="Google Shape;129;p5"/>
          <p:cNvSpPr/>
          <p:nvPr/>
        </p:nvSpPr>
        <p:spPr>
          <a:xfrm rot="10800000">
            <a:off x="-322222" y="3911478"/>
            <a:ext cx="4631379" cy="1561772"/>
          </a:xfrm>
          <a:custGeom>
            <a:rect b="b" l="l" r="r" t="t"/>
            <a:pathLst>
              <a:path extrusionOk="0" h="9729" w="28851">
                <a:moveTo>
                  <a:pt x="943" y="0"/>
                </a:moveTo>
                <a:cubicBezTo>
                  <a:pt x="631" y="0"/>
                  <a:pt x="337" y="87"/>
                  <a:pt x="179" y="380"/>
                </a:cubicBezTo>
                <a:cubicBezTo>
                  <a:pt x="1" y="711"/>
                  <a:pt x="78" y="1189"/>
                  <a:pt x="451" y="1303"/>
                </a:cubicBezTo>
                <a:cubicBezTo>
                  <a:pt x="355" y="2313"/>
                  <a:pt x="452" y="3522"/>
                  <a:pt x="1499" y="3989"/>
                </a:cubicBezTo>
                <a:cubicBezTo>
                  <a:pt x="1785" y="4117"/>
                  <a:pt x="2088" y="4165"/>
                  <a:pt x="2396" y="4165"/>
                </a:cubicBezTo>
                <a:cubicBezTo>
                  <a:pt x="3000" y="4165"/>
                  <a:pt x="3625" y="3981"/>
                  <a:pt x="4188" y="3848"/>
                </a:cubicBezTo>
                <a:cubicBezTo>
                  <a:pt x="4624" y="3745"/>
                  <a:pt x="5112" y="3633"/>
                  <a:pt x="5582" y="3633"/>
                </a:cubicBezTo>
                <a:cubicBezTo>
                  <a:pt x="6044" y="3633"/>
                  <a:pt x="6489" y="3741"/>
                  <a:pt x="6852" y="4069"/>
                </a:cubicBezTo>
                <a:cubicBezTo>
                  <a:pt x="7560" y="4711"/>
                  <a:pt x="7722" y="5737"/>
                  <a:pt x="8257" y="6500"/>
                </a:cubicBezTo>
                <a:cubicBezTo>
                  <a:pt x="8521" y="6876"/>
                  <a:pt x="8874" y="7178"/>
                  <a:pt x="9322" y="7300"/>
                </a:cubicBezTo>
                <a:cubicBezTo>
                  <a:pt x="9482" y="7344"/>
                  <a:pt x="9645" y="7363"/>
                  <a:pt x="9808" y="7363"/>
                </a:cubicBezTo>
                <a:cubicBezTo>
                  <a:pt x="10078" y="7363"/>
                  <a:pt x="10348" y="7310"/>
                  <a:pt x="10606" y="7231"/>
                </a:cubicBezTo>
                <a:cubicBezTo>
                  <a:pt x="11498" y="6959"/>
                  <a:pt x="12280" y="6380"/>
                  <a:pt x="13194" y="6184"/>
                </a:cubicBezTo>
                <a:cubicBezTo>
                  <a:pt x="13322" y="6156"/>
                  <a:pt x="13450" y="6141"/>
                  <a:pt x="13577" y="6141"/>
                </a:cubicBezTo>
                <a:cubicBezTo>
                  <a:pt x="13849" y="6141"/>
                  <a:pt x="14113" y="6211"/>
                  <a:pt x="14347" y="6376"/>
                </a:cubicBezTo>
                <a:cubicBezTo>
                  <a:pt x="14724" y="6643"/>
                  <a:pt x="14907" y="7097"/>
                  <a:pt x="15047" y="7521"/>
                </a:cubicBezTo>
                <a:cubicBezTo>
                  <a:pt x="15341" y="8400"/>
                  <a:pt x="15592" y="9554"/>
                  <a:pt x="16688" y="9709"/>
                </a:cubicBezTo>
                <a:cubicBezTo>
                  <a:pt x="16781" y="9722"/>
                  <a:pt x="16872" y="9728"/>
                  <a:pt x="16961" y="9728"/>
                </a:cubicBezTo>
                <a:cubicBezTo>
                  <a:pt x="18160" y="9728"/>
                  <a:pt x="18967" y="8588"/>
                  <a:pt x="19887" y="7966"/>
                </a:cubicBezTo>
                <a:cubicBezTo>
                  <a:pt x="20301" y="7685"/>
                  <a:pt x="20755" y="7537"/>
                  <a:pt x="21232" y="7537"/>
                </a:cubicBezTo>
                <a:cubicBezTo>
                  <a:pt x="21401" y="7537"/>
                  <a:pt x="21572" y="7556"/>
                  <a:pt x="21746" y="7593"/>
                </a:cubicBezTo>
                <a:cubicBezTo>
                  <a:pt x="22408" y="7736"/>
                  <a:pt x="23015" y="8087"/>
                  <a:pt x="23550" y="8494"/>
                </a:cubicBezTo>
                <a:cubicBezTo>
                  <a:pt x="24053" y="8876"/>
                  <a:pt x="24539" y="9361"/>
                  <a:pt x="25189" y="9466"/>
                </a:cubicBezTo>
                <a:cubicBezTo>
                  <a:pt x="25284" y="9481"/>
                  <a:pt x="25378" y="9489"/>
                  <a:pt x="25473" y="9489"/>
                </a:cubicBezTo>
                <a:cubicBezTo>
                  <a:pt x="26024" y="9489"/>
                  <a:pt x="26554" y="9240"/>
                  <a:pt x="26991" y="8910"/>
                </a:cubicBezTo>
                <a:cubicBezTo>
                  <a:pt x="27838" y="8271"/>
                  <a:pt x="28376" y="7319"/>
                  <a:pt x="28611" y="6292"/>
                </a:cubicBezTo>
                <a:cubicBezTo>
                  <a:pt x="28851" y="5239"/>
                  <a:pt x="28800" y="4124"/>
                  <a:pt x="28525" y="3084"/>
                </a:cubicBezTo>
                <a:cubicBezTo>
                  <a:pt x="28226" y="1958"/>
                  <a:pt x="27654" y="694"/>
                  <a:pt x="26488" y="261"/>
                </a:cubicBezTo>
                <a:cubicBezTo>
                  <a:pt x="26074" y="106"/>
                  <a:pt x="25631" y="64"/>
                  <a:pt x="25188" y="64"/>
                </a:cubicBezTo>
                <a:cubicBezTo>
                  <a:pt x="24971" y="64"/>
                  <a:pt x="24753" y="74"/>
                  <a:pt x="24540" y="86"/>
                </a:cubicBezTo>
                <a:cubicBezTo>
                  <a:pt x="23776" y="131"/>
                  <a:pt x="23013" y="188"/>
                  <a:pt x="22250" y="248"/>
                </a:cubicBezTo>
                <a:cubicBezTo>
                  <a:pt x="20720" y="367"/>
                  <a:pt x="19190" y="503"/>
                  <a:pt x="17661" y="628"/>
                </a:cubicBezTo>
                <a:cubicBezTo>
                  <a:pt x="15187" y="828"/>
                  <a:pt x="12704" y="996"/>
                  <a:pt x="10221" y="996"/>
                </a:cubicBezTo>
                <a:cubicBezTo>
                  <a:pt x="9649" y="996"/>
                  <a:pt x="9077" y="987"/>
                  <a:pt x="8505" y="967"/>
                </a:cubicBezTo>
                <a:cubicBezTo>
                  <a:pt x="6985" y="916"/>
                  <a:pt x="5467" y="790"/>
                  <a:pt x="3966" y="555"/>
                </a:cubicBezTo>
                <a:cubicBezTo>
                  <a:pt x="3209" y="436"/>
                  <a:pt x="2459" y="290"/>
                  <a:pt x="1714" y="116"/>
                </a:cubicBezTo>
                <a:cubicBezTo>
                  <a:pt x="1493" y="64"/>
                  <a:pt x="1211" y="0"/>
                  <a:pt x="94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" name="Google Shape;130;p5"/>
          <p:cNvSpPr/>
          <p:nvPr/>
        </p:nvSpPr>
        <p:spPr>
          <a:xfrm rot="10800000">
            <a:off x="7238474" y="-283427"/>
            <a:ext cx="2349802" cy="3352777"/>
          </a:xfrm>
          <a:custGeom>
            <a:rect b="b" l="l" r="r" t="t"/>
            <a:pathLst>
              <a:path extrusionOk="0" h="20886" w="14638">
                <a:moveTo>
                  <a:pt x="3191" y="1"/>
                </a:moveTo>
                <a:cubicBezTo>
                  <a:pt x="2885" y="1"/>
                  <a:pt x="2576" y="81"/>
                  <a:pt x="2295" y="191"/>
                </a:cubicBezTo>
                <a:cubicBezTo>
                  <a:pt x="1899" y="349"/>
                  <a:pt x="1532" y="564"/>
                  <a:pt x="1185" y="809"/>
                </a:cubicBezTo>
                <a:cubicBezTo>
                  <a:pt x="1218" y="721"/>
                  <a:pt x="1252" y="633"/>
                  <a:pt x="1287" y="547"/>
                </a:cubicBezTo>
                <a:cubicBezTo>
                  <a:pt x="1332" y="438"/>
                  <a:pt x="1242" y="367"/>
                  <a:pt x="1149" y="367"/>
                </a:cubicBezTo>
                <a:cubicBezTo>
                  <a:pt x="1089" y="367"/>
                  <a:pt x="1027" y="397"/>
                  <a:pt x="998" y="467"/>
                </a:cubicBezTo>
                <a:cubicBezTo>
                  <a:pt x="147" y="2564"/>
                  <a:pt x="0" y="4857"/>
                  <a:pt x="71" y="7096"/>
                </a:cubicBezTo>
                <a:cubicBezTo>
                  <a:pt x="107" y="8264"/>
                  <a:pt x="200" y="9428"/>
                  <a:pt x="285" y="10592"/>
                </a:cubicBezTo>
                <a:cubicBezTo>
                  <a:pt x="378" y="11838"/>
                  <a:pt x="471" y="13083"/>
                  <a:pt x="565" y="14328"/>
                </a:cubicBezTo>
                <a:cubicBezTo>
                  <a:pt x="660" y="15573"/>
                  <a:pt x="755" y="16818"/>
                  <a:pt x="852" y="18063"/>
                </a:cubicBezTo>
                <a:cubicBezTo>
                  <a:pt x="895" y="18617"/>
                  <a:pt x="909" y="19183"/>
                  <a:pt x="997" y="19731"/>
                </a:cubicBezTo>
                <a:cubicBezTo>
                  <a:pt x="1063" y="20137"/>
                  <a:pt x="1227" y="20580"/>
                  <a:pt x="1623" y="20768"/>
                </a:cubicBezTo>
                <a:cubicBezTo>
                  <a:pt x="1853" y="20878"/>
                  <a:pt x="2108" y="20885"/>
                  <a:pt x="2359" y="20885"/>
                </a:cubicBezTo>
                <a:cubicBezTo>
                  <a:pt x="2678" y="20885"/>
                  <a:pt x="2997" y="20884"/>
                  <a:pt x="3315" y="20883"/>
                </a:cubicBezTo>
                <a:cubicBezTo>
                  <a:pt x="3934" y="20882"/>
                  <a:pt x="4551" y="20881"/>
                  <a:pt x="5168" y="20880"/>
                </a:cubicBezTo>
                <a:cubicBezTo>
                  <a:pt x="6413" y="20878"/>
                  <a:pt x="7658" y="20875"/>
                  <a:pt x="8904" y="20873"/>
                </a:cubicBezTo>
                <a:cubicBezTo>
                  <a:pt x="8946" y="20873"/>
                  <a:pt x="8987" y="20873"/>
                  <a:pt x="9029" y="20873"/>
                </a:cubicBezTo>
                <a:cubicBezTo>
                  <a:pt x="9733" y="20873"/>
                  <a:pt x="10440" y="20882"/>
                  <a:pt x="11147" y="20882"/>
                </a:cubicBezTo>
                <a:cubicBezTo>
                  <a:pt x="11621" y="20882"/>
                  <a:pt x="12096" y="20878"/>
                  <a:pt x="12569" y="20863"/>
                </a:cubicBezTo>
                <a:cubicBezTo>
                  <a:pt x="13054" y="20848"/>
                  <a:pt x="13560" y="20768"/>
                  <a:pt x="13928" y="20425"/>
                </a:cubicBezTo>
                <a:cubicBezTo>
                  <a:pt x="14266" y="20112"/>
                  <a:pt x="14409" y="19650"/>
                  <a:pt x="14479" y="19208"/>
                </a:cubicBezTo>
                <a:cubicBezTo>
                  <a:pt x="14615" y="18346"/>
                  <a:pt x="14637" y="17435"/>
                  <a:pt x="14556" y="16567"/>
                </a:cubicBezTo>
                <a:cubicBezTo>
                  <a:pt x="14480" y="15744"/>
                  <a:pt x="14290" y="14898"/>
                  <a:pt x="13827" y="14200"/>
                </a:cubicBezTo>
                <a:cubicBezTo>
                  <a:pt x="13606" y="13867"/>
                  <a:pt x="13329" y="13578"/>
                  <a:pt x="13000" y="13350"/>
                </a:cubicBezTo>
                <a:cubicBezTo>
                  <a:pt x="12618" y="13086"/>
                  <a:pt x="12175" y="12928"/>
                  <a:pt x="11727" y="12811"/>
                </a:cubicBezTo>
                <a:cubicBezTo>
                  <a:pt x="10841" y="12580"/>
                  <a:pt x="9808" y="12500"/>
                  <a:pt x="9119" y="11827"/>
                </a:cubicBezTo>
                <a:cubicBezTo>
                  <a:pt x="8381" y="11106"/>
                  <a:pt x="8246" y="10000"/>
                  <a:pt x="8306" y="9020"/>
                </a:cubicBezTo>
                <a:cubicBezTo>
                  <a:pt x="8344" y="8404"/>
                  <a:pt x="8449" y="7795"/>
                  <a:pt x="8518" y="7181"/>
                </a:cubicBezTo>
                <a:cubicBezTo>
                  <a:pt x="8574" y="6676"/>
                  <a:pt x="8621" y="6136"/>
                  <a:pt x="8417" y="5654"/>
                </a:cubicBezTo>
                <a:cubicBezTo>
                  <a:pt x="7771" y="4140"/>
                  <a:pt x="5341" y="4868"/>
                  <a:pt x="4856" y="3246"/>
                </a:cubicBezTo>
                <a:cubicBezTo>
                  <a:pt x="4619" y="2457"/>
                  <a:pt x="4843" y="1582"/>
                  <a:pt x="4492" y="818"/>
                </a:cubicBezTo>
                <a:cubicBezTo>
                  <a:pt x="4321" y="450"/>
                  <a:pt x="3993" y="161"/>
                  <a:pt x="3598" y="53"/>
                </a:cubicBezTo>
                <a:cubicBezTo>
                  <a:pt x="3465" y="17"/>
                  <a:pt x="3328" y="1"/>
                  <a:pt x="3191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" name="Google Shape;131;p5"/>
          <p:cNvSpPr txBox="1"/>
          <p:nvPr>
            <p:ph type="title"/>
          </p:nvPr>
        </p:nvSpPr>
        <p:spPr>
          <a:xfrm>
            <a:off x="2715675" y="758952"/>
            <a:ext cx="37125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32" name="Google Shape;132;p5"/>
          <p:cNvSpPr/>
          <p:nvPr/>
        </p:nvSpPr>
        <p:spPr>
          <a:xfrm rot="10545964">
            <a:off x="1016839" y="203702"/>
            <a:ext cx="1057317" cy="823815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3" name="Google Shape;133;p5"/>
          <p:cNvGrpSpPr/>
          <p:nvPr/>
        </p:nvGrpSpPr>
        <p:grpSpPr>
          <a:xfrm rot="-9900030">
            <a:off x="1630759" y="4533277"/>
            <a:ext cx="215932" cy="195605"/>
            <a:chOff x="1640475" y="1197075"/>
            <a:chExt cx="55475" cy="50250"/>
          </a:xfrm>
        </p:grpSpPr>
        <p:sp>
          <p:nvSpPr>
            <p:cNvPr id="134" name="Google Shape;134;p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" name="Google Shape;135;p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" name="Google Shape;136;p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7" name="Google Shape;137;p5"/>
          <p:cNvSpPr/>
          <p:nvPr/>
        </p:nvSpPr>
        <p:spPr>
          <a:xfrm rot="-650935">
            <a:off x="207474" y="4629032"/>
            <a:ext cx="827555" cy="19386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8" name="Google Shape;138;p5"/>
          <p:cNvGrpSpPr/>
          <p:nvPr/>
        </p:nvGrpSpPr>
        <p:grpSpPr>
          <a:xfrm rot="10799956">
            <a:off x="274842" y="539507"/>
            <a:ext cx="438380" cy="397116"/>
            <a:chOff x="1640475" y="1197075"/>
            <a:chExt cx="55475" cy="50250"/>
          </a:xfrm>
        </p:grpSpPr>
        <p:sp>
          <p:nvSpPr>
            <p:cNvPr id="139" name="Google Shape;139;p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" name="Google Shape;140;p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" name="Google Shape;142;p5"/>
          <p:cNvGrpSpPr/>
          <p:nvPr/>
        </p:nvGrpSpPr>
        <p:grpSpPr>
          <a:xfrm rot="-3600112">
            <a:off x="8113026" y="595917"/>
            <a:ext cx="262456" cy="237752"/>
            <a:chOff x="1640475" y="1197075"/>
            <a:chExt cx="55475" cy="50250"/>
          </a:xfrm>
        </p:grpSpPr>
        <p:sp>
          <p:nvSpPr>
            <p:cNvPr id="143" name="Google Shape;143;p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6" name="Google Shape;146;p5"/>
          <p:cNvSpPr/>
          <p:nvPr/>
        </p:nvSpPr>
        <p:spPr>
          <a:xfrm rot="-9900028">
            <a:off x="6801862" y="268233"/>
            <a:ext cx="1038050" cy="243182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" name="Google Shape;147;p5"/>
          <p:cNvSpPr/>
          <p:nvPr/>
        </p:nvSpPr>
        <p:spPr>
          <a:xfrm rot="-9900036">
            <a:off x="8356794" y="3991332"/>
            <a:ext cx="450073" cy="665412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8" name="Google Shape;148;p5"/>
          <p:cNvGrpSpPr/>
          <p:nvPr/>
        </p:nvGrpSpPr>
        <p:grpSpPr>
          <a:xfrm rot="6300003">
            <a:off x="7781718" y="4528539"/>
            <a:ext cx="330831" cy="299687"/>
            <a:chOff x="1640475" y="1197075"/>
            <a:chExt cx="55475" cy="50250"/>
          </a:xfrm>
        </p:grpSpPr>
        <p:sp>
          <p:nvSpPr>
            <p:cNvPr id="149" name="Google Shape;149;p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" name="Google Shape;150;p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2" name="Google Shape;152;p5"/>
          <p:cNvSpPr txBox="1"/>
          <p:nvPr>
            <p:ph idx="1" type="subTitle"/>
          </p:nvPr>
        </p:nvSpPr>
        <p:spPr>
          <a:xfrm>
            <a:off x="1168831" y="2580725"/>
            <a:ext cx="3206100" cy="155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marR="9144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53" name="Google Shape;153;p5"/>
          <p:cNvSpPr txBox="1"/>
          <p:nvPr>
            <p:ph idx="2" type="subTitle"/>
          </p:nvPr>
        </p:nvSpPr>
        <p:spPr>
          <a:xfrm>
            <a:off x="5028995" y="2580725"/>
            <a:ext cx="3206100" cy="155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154" name="Shape 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" name="Google Shape;155;p6"/>
          <p:cNvSpPr/>
          <p:nvPr/>
        </p:nvSpPr>
        <p:spPr>
          <a:xfrm flipH="1" rot="10800000">
            <a:off x="6925170" y="-409585"/>
            <a:ext cx="2610037" cy="2720058"/>
          </a:xfrm>
          <a:custGeom>
            <a:rect b="b" l="l" r="r" t="t"/>
            <a:pathLst>
              <a:path extrusionOk="0" h="17059" w="16369">
                <a:moveTo>
                  <a:pt x="10538" y="1"/>
                </a:moveTo>
                <a:cubicBezTo>
                  <a:pt x="9733" y="1"/>
                  <a:pt x="8932" y="153"/>
                  <a:pt x="8209" y="515"/>
                </a:cubicBezTo>
                <a:cubicBezTo>
                  <a:pt x="7233" y="1004"/>
                  <a:pt x="6396" y="1857"/>
                  <a:pt x="6084" y="2920"/>
                </a:cubicBezTo>
                <a:cubicBezTo>
                  <a:pt x="5733" y="4112"/>
                  <a:pt x="6127" y="5357"/>
                  <a:pt x="5884" y="6560"/>
                </a:cubicBezTo>
                <a:cubicBezTo>
                  <a:pt x="5644" y="7754"/>
                  <a:pt x="4612" y="8436"/>
                  <a:pt x="3688" y="9100"/>
                </a:cubicBezTo>
                <a:cubicBezTo>
                  <a:pt x="2685" y="9819"/>
                  <a:pt x="1822" y="10680"/>
                  <a:pt x="1187" y="11745"/>
                </a:cubicBezTo>
                <a:cubicBezTo>
                  <a:pt x="569" y="12782"/>
                  <a:pt x="0" y="14113"/>
                  <a:pt x="309" y="15339"/>
                </a:cubicBezTo>
                <a:cubicBezTo>
                  <a:pt x="443" y="15869"/>
                  <a:pt x="737" y="16372"/>
                  <a:pt x="1186" y="16695"/>
                </a:cubicBezTo>
                <a:cubicBezTo>
                  <a:pt x="1565" y="16966"/>
                  <a:pt x="2011" y="17058"/>
                  <a:pt x="2463" y="17058"/>
                </a:cubicBezTo>
                <a:cubicBezTo>
                  <a:pt x="2614" y="17058"/>
                  <a:pt x="2766" y="17048"/>
                  <a:pt x="2915" y="17031"/>
                </a:cubicBezTo>
                <a:cubicBezTo>
                  <a:pt x="3625" y="16948"/>
                  <a:pt x="4330" y="16784"/>
                  <a:pt x="5032" y="16653"/>
                </a:cubicBezTo>
                <a:cubicBezTo>
                  <a:pt x="5778" y="16514"/>
                  <a:pt x="6525" y="16374"/>
                  <a:pt x="7271" y="16235"/>
                </a:cubicBezTo>
                <a:cubicBezTo>
                  <a:pt x="10255" y="15678"/>
                  <a:pt x="13240" y="15122"/>
                  <a:pt x="16225" y="14565"/>
                </a:cubicBezTo>
                <a:cubicBezTo>
                  <a:pt x="16319" y="14547"/>
                  <a:pt x="16369" y="14453"/>
                  <a:pt x="16334" y="14366"/>
                </a:cubicBezTo>
                <a:cubicBezTo>
                  <a:pt x="15910" y="13292"/>
                  <a:pt x="15542" y="12197"/>
                  <a:pt x="15242" y="11083"/>
                </a:cubicBezTo>
                <a:cubicBezTo>
                  <a:pt x="14709" y="9114"/>
                  <a:pt x="14380" y="7098"/>
                  <a:pt x="14239" y="5065"/>
                </a:cubicBezTo>
                <a:cubicBezTo>
                  <a:pt x="14136" y="3556"/>
                  <a:pt x="14047" y="1835"/>
                  <a:pt x="12931" y="701"/>
                </a:cubicBezTo>
                <a:cubicBezTo>
                  <a:pt x="13074" y="700"/>
                  <a:pt x="12339" y="230"/>
                  <a:pt x="12009" y="160"/>
                </a:cubicBezTo>
                <a:cubicBezTo>
                  <a:pt x="11529" y="58"/>
                  <a:pt x="11033" y="1"/>
                  <a:pt x="10538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" name="Google Shape;156;p6"/>
          <p:cNvSpPr/>
          <p:nvPr/>
        </p:nvSpPr>
        <p:spPr>
          <a:xfrm flipH="1" rot="10800000">
            <a:off x="-411125" y="-175837"/>
            <a:ext cx="2957957" cy="1219474"/>
          </a:xfrm>
          <a:custGeom>
            <a:rect b="b" l="l" r="r" t="t"/>
            <a:pathLst>
              <a:path extrusionOk="0" h="7648" w="18551">
                <a:moveTo>
                  <a:pt x="8398" y="1"/>
                </a:moveTo>
                <a:cubicBezTo>
                  <a:pt x="8203" y="1"/>
                  <a:pt x="8005" y="44"/>
                  <a:pt x="7810" y="140"/>
                </a:cubicBezTo>
                <a:cubicBezTo>
                  <a:pt x="7272" y="403"/>
                  <a:pt x="6909" y="991"/>
                  <a:pt x="6614" y="1543"/>
                </a:cubicBezTo>
                <a:cubicBezTo>
                  <a:pt x="6307" y="2117"/>
                  <a:pt x="6031" y="2729"/>
                  <a:pt x="5562" y="3157"/>
                </a:cubicBezTo>
                <a:cubicBezTo>
                  <a:pt x="5343" y="3357"/>
                  <a:pt x="5078" y="3500"/>
                  <a:pt x="4796" y="3515"/>
                </a:cubicBezTo>
                <a:cubicBezTo>
                  <a:pt x="4779" y="3516"/>
                  <a:pt x="4761" y="3516"/>
                  <a:pt x="4744" y="3516"/>
                </a:cubicBezTo>
                <a:cubicBezTo>
                  <a:pt x="4475" y="3516"/>
                  <a:pt x="4218" y="3410"/>
                  <a:pt x="3979" y="3274"/>
                </a:cubicBezTo>
                <a:cubicBezTo>
                  <a:pt x="3615" y="3067"/>
                  <a:pt x="3265" y="2787"/>
                  <a:pt x="2878" y="2633"/>
                </a:cubicBezTo>
                <a:lnTo>
                  <a:pt x="2848" y="2622"/>
                </a:lnTo>
                <a:cubicBezTo>
                  <a:pt x="2713" y="2571"/>
                  <a:pt x="2573" y="2535"/>
                  <a:pt x="2426" y="2524"/>
                </a:cubicBezTo>
                <a:cubicBezTo>
                  <a:pt x="2397" y="2522"/>
                  <a:pt x="2367" y="2521"/>
                  <a:pt x="2338" y="2521"/>
                </a:cubicBezTo>
                <a:cubicBezTo>
                  <a:pt x="1819" y="2521"/>
                  <a:pt x="1364" y="2853"/>
                  <a:pt x="878" y="3039"/>
                </a:cubicBezTo>
                <a:cubicBezTo>
                  <a:pt x="860" y="2988"/>
                  <a:pt x="814" y="2962"/>
                  <a:pt x="771" y="2962"/>
                </a:cubicBezTo>
                <a:cubicBezTo>
                  <a:pt x="719" y="2962"/>
                  <a:pt x="671" y="2999"/>
                  <a:pt x="675" y="3075"/>
                </a:cubicBezTo>
                <a:cubicBezTo>
                  <a:pt x="676" y="3085"/>
                  <a:pt x="676" y="3095"/>
                  <a:pt x="677" y="3105"/>
                </a:cubicBezTo>
                <a:cubicBezTo>
                  <a:pt x="641" y="3115"/>
                  <a:pt x="663" y="3351"/>
                  <a:pt x="684" y="3351"/>
                </a:cubicBezTo>
                <a:cubicBezTo>
                  <a:pt x="684" y="3351"/>
                  <a:pt x="684" y="3351"/>
                  <a:pt x="684" y="3351"/>
                </a:cubicBezTo>
                <a:lnTo>
                  <a:pt x="684" y="3351"/>
                </a:lnTo>
                <a:cubicBezTo>
                  <a:pt x="700" y="4396"/>
                  <a:pt x="480" y="5438"/>
                  <a:pt x="40" y="6361"/>
                </a:cubicBezTo>
                <a:cubicBezTo>
                  <a:pt x="1" y="6444"/>
                  <a:pt x="42" y="6541"/>
                  <a:pt x="125" y="6547"/>
                </a:cubicBezTo>
                <a:cubicBezTo>
                  <a:pt x="520" y="6573"/>
                  <a:pt x="913" y="6601"/>
                  <a:pt x="1308" y="6628"/>
                </a:cubicBezTo>
                <a:cubicBezTo>
                  <a:pt x="2919" y="6739"/>
                  <a:pt x="4531" y="6851"/>
                  <a:pt x="6142" y="6962"/>
                </a:cubicBezTo>
                <a:cubicBezTo>
                  <a:pt x="7754" y="7074"/>
                  <a:pt x="9365" y="7184"/>
                  <a:pt x="10977" y="7295"/>
                </a:cubicBezTo>
                <a:cubicBezTo>
                  <a:pt x="12587" y="7407"/>
                  <a:pt x="14196" y="7526"/>
                  <a:pt x="15806" y="7629"/>
                </a:cubicBezTo>
                <a:cubicBezTo>
                  <a:pt x="15970" y="7639"/>
                  <a:pt x="16139" y="7648"/>
                  <a:pt x="16308" y="7648"/>
                </a:cubicBezTo>
                <a:cubicBezTo>
                  <a:pt x="16770" y="7648"/>
                  <a:pt x="17238" y="7584"/>
                  <a:pt x="17642" y="7319"/>
                </a:cubicBezTo>
                <a:cubicBezTo>
                  <a:pt x="18126" y="7004"/>
                  <a:pt x="18405" y="6441"/>
                  <a:pt x="18479" y="5822"/>
                </a:cubicBezTo>
                <a:cubicBezTo>
                  <a:pt x="18551" y="5210"/>
                  <a:pt x="18426" y="4561"/>
                  <a:pt x="18155" y="4033"/>
                </a:cubicBezTo>
                <a:cubicBezTo>
                  <a:pt x="18001" y="3734"/>
                  <a:pt x="17799" y="3450"/>
                  <a:pt x="17538" y="3266"/>
                </a:cubicBezTo>
                <a:cubicBezTo>
                  <a:pt x="17335" y="3121"/>
                  <a:pt x="17111" y="3062"/>
                  <a:pt x="16880" y="3062"/>
                </a:cubicBezTo>
                <a:cubicBezTo>
                  <a:pt x="16779" y="3062"/>
                  <a:pt x="16677" y="3073"/>
                  <a:pt x="16575" y="3094"/>
                </a:cubicBezTo>
                <a:cubicBezTo>
                  <a:pt x="16223" y="3166"/>
                  <a:pt x="15888" y="3319"/>
                  <a:pt x="15537" y="3397"/>
                </a:cubicBezTo>
                <a:cubicBezTo>
                  <a:pt x="15268" y="3457"/>
                  <a:pt x="14994" y="3485"/>
                  <a:pt x="14721" y="3485"/>
                </a:cubicBezTo>
                <a:cubicBezTo>
                  <a:pt x="14673" y="3485"/>
                  <a:pt x="14624" y="3484"/>
                  <a:pt x="14575" y="3482"/>
                </a:cubicBezTo>
                <a:cubicBezTo>
                  <a:pt x="13922" y="3460"/>
                  <a:pt x="13281" y="3278"/>
                  <a:pt x="12679" y="2996"/>
                </a:cubicBezTo>
                <a:cubicBezTo>
                  <a:pt x="12065" y="2707"/>
                  <a:pt x="11491" y="2306"/>
                  <a:pt x="10973" y="1835"/>
                </a:cubicBezTo>
                <a:cubicBezTo>
                  <a:pt x="10470" y="1378"/>
                  <a:pt x="10039" y="821"/>
                  <a:pt x="9498" y="418"/>
                </a:cubicBezTo>
                <a:cubicBezTo>
                  <a:pt x="9163" y="167"/>
                  <a:pt x="8785" y="1"/>
                  <a:pt x="8398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" name="Google Shape;157;p6"/>
          <p:cNvSpPr/>
          <p:nvPr/>
        </p:nvSpPr>
        <p:spPr>
          <a:xfrm flipH="1" rot="10800000">
            <a:off x="5284589" y="4138897"/>
            <a:ext cx="4092603" cy="1103872"/>
          </a:xfrm>
          <a:custGeom>
            <a:rect b="b" l="l" r="r" t="t"/>
            <a:pathLst>
              <a:path extrusionOk="0" h="6923" w="25667">
                <a:moveTo>
                  <a:pt x="95" y="1"/>
                </a:moveTo>
                <a:lnTo>
                  <a:pt x="95" y="1"/>
                </a:lnTo>
                <a:cubicBezTo>
                  <a:pt x="3" y="325"/>
                  <a:pt x="0" y="652"/>
                  <a:pt x="124" y="980"/>
                </a:cubicBezTo>
                <a:cubicBezTo>
                  <a:pt x="169" y="1098"/>
                  <a:pt x="231" y="1215"/>
                  <a:pt x="310" y="1328"/>
                </a:cubicBezTo>
                <a:cubicBezTo>
                  <a:pt x="324" y="1349"/>
                  <a:pt x="339" y="1369"/>
                  <a:pt x="355" y="1389"/>
                </a:cubicBezTo>
                <a:cubicBezTo>
                  <a:pt x="699" y="1846"/>
                  <a:pt x="1304" y="2249"/>
                  <a:pt x="2067" y="2533"/>
                </a:cubicBezTo>
                <a:cubicBezTo>
                  <a:pt x="2123" y="2554"/>
                  <a:pt x="2182" y="2574"/>
                  <a:pt x="2240" y="2594"/>
                </a:cubicBezTo>
                <a:cubicBezTo>
                  <a:pt x="2505" y="2684"/>
                  <a:pt x="2788" y="2761"/>
                  <a:pt x="3082" y="2820"/>
                </a:cubicBezTo>
                <a:cubicBezTo>
                  <a:pt x="3121" y="2828"/>
                  <a:pt x="3160" y="2836"/>
                  <a:pt x="3199" y="2843"/>
                </a:cubicBezTo>
                <a:cubicBezTo>
                  <a:pt x="3235" y="2848"/>
                  <a:pt x="3269" y="2855"/>
                  <a:pt x="3304" y="2861"/>
                </a:cubicBezTo>
                <a:cubicBezTo>
                  <a:pt x="4479" y="3062"/>
                  <a:pt x="5837" y="3029"/>
                  <a:pt x="6823" y="3420"/>
                </a:cubicBezTo>
                <a:cubicBezTo>
                  <a:pt x="7054" y="3512"/>
                  <a:pt x="7246" y="3619"/>
                  <a:pt x="7410" y="3737"/>
                </a:cubicBezTo>
                <a:cubicBezTo>
                  <a:pt x="7438" y="3757"/>
                  <a:pt x="7465" y="3777"/>
                  <a:pt x="7492" y="3798"/>
                </a:cubicBezTo>
                <a:cubicBezTo>
                  <a:pt x="7907" y="4126"/>
                  <a:pt x="8126" y="4532"/>
                  <a:pt x="8351" y="4940"/>
                </a:cubicBezTo>
                <a:cubicBezTo>
                  <a:pt x="8363" y="4960"/>
                  <a:pt x="8375" y="4981"/>
                  <a:pt x="8386" y="5002"/>
                </a:cubicBezTo>
                <a:cubicBezTo>
                  <a:pt x="8613" y="5409"/>
                  <a:pt x="8857" y="5814"/>
                  <a:pt x="9326" y="6143"/>
                </a:cubicBezTo>
                <a:cubicBezTo>
                  <a:pt x="9338" y="6152"/>
                  <a:pt x="9350" y="6161"/>
                  <a:pt x="9363" y="6170"/>
                </a:cubicBezTo>
                <a:cubicBezTo>
                  <a:pt x="9381" y="6181"/>
                  <a:pt x="9399" y="6193"/>
                  <a:pt x="9417" y="6205"/>
                </a:cubicBezTo>
                <a:cubicBezTo>
                  <a:pt x="10107" y="6649"/>
                  <a:pt x="11200" y="6895"/>
                  <a:pt x="12290" y="6920"/>
                </a:cubicBezTo>
                <a:cubicBezTo>
                  <a:pt x="12359" y="6922"/>
                  <a:pt x="12429" y="6922"/>
                  <a:pt x="12498" y="6922"/>
                </a:cubicBezTo>
                <a:cubicBezTo>
                  <a:pt x="13546" y="6922"/>
                  <a:pt x="14580" y="6739"/>
                  <a:pt x="15482" y="6457"/>
                </a:cubicBezTo>
                <a:cubicBezTo>
                  <a:pt x="15733" y="6379"/>
                  <a:pt x="15977" y="6292"/>
                  <a:pt x="16221" y="6206"/>
                </a:cubicBezTo>
                <a:cubicBezTo>
                  <a:pt x="16279" y="6185"/>
                  <a:pt x="16336" y="6163"/>
                  <a:pt x="16394" y="6143"/>
                </a:cubicBezTo>
                <a:cubicBezTo>
                  <a:pt x="17021" y="5919"/>
                  <a:pt x="17650" y="5699"/>
                  <a:pt x="18381" y="5606"/>
                </a:cubicBezTo>
                <a:cubicBezTo>
                  <a:pt x="18666" y="5570"/>
                  <a:pt x="18954" y="5554"/>
                  <a:pt x="19242" y="5554"/>
                </a:cubicBezTo>
                <a:cubicBezTo>
                  <a:pt x="20278" y="5554"/>
                  <a:pt x="21323" y="5757"/>
                  <a:pt x="22324" y="5932"/>
                </a:cubicBezTo>
                <a:cubicBezTo>
                  <a:pt x="22780" y="6013"/>
                  <a:pt x="23253" y="6086"/>
                  <a:pt x="23731" y="6144"/>
                </a:cubicBezTo>
                <a:cubicBezTo>
                  <a:pt x="23920" y="6169"/>
                  <a:pt x="24110" y="6189"/>
                  <a:pt x="24302" y="6207"/>
                </a:cubicBezTo>
                <a:cubicBezTo>
                  <a:pt x="24756" y="6249"/>
                  <a:pt x="25213" y="6274"/>
                  <a:pt x="25664" y="6275"/>
                </a:cubicBezTo>
                <a:lnTo>
                  <a:pt x="25664" y="6144"/>
                </a:lnTo>
                <a:lnTo>
                  <a:pt x="25665" y="5003"/>
                </a:lnTo>
                <a:lnTo>
                  <a:pt x="25665" y="3738"/>
                </a:lnTo>
                <a:lnTo>
                  <a:pt x="25666" y="2596"/>
                </a:lnTo>
                <a:lnTo>
                  <a:pt x="25666" y="1331"/>
                </a:lnTo>
                <a:lnTo>
                  <a:pt x="25667" y="5"/>
                </a:lnTo>
                <a:lnTo>
                  <a:pt x="3200" y="2"/>
                </a:lnTo>
                <a:lnTo>
                  <a:pt x="3083" y="2"/>
                </a:lnTo>
                <a:lnTo>
                  <a:pt x="95" y="1"/>
                </a:ln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" name="Google Shape;158;p6"/>
          <p:cNvSpPr/>
          <p:nvPr/>
        </p:nvSpPr>
        <p:spPr>
          <a:xfrm flipH="1">
            <a:off x="-391991" y="2569272"/>
            <a:ext cx="3425783" cy="2856228"/>
          </a:xfrm>
          <a:custGeom>
            <a:rect b="b" l="l" r="r" t="t"/>
            <a:pathLst>
              <a:path extrusionOk="0" h="17913" w="21485">
                <a:moveTo>
                  <a:pt x="16498" y="0"/>
                </a:moveTo>
                <a:cubicBezTo>
                  <a:pt x="16431" y="0"/>
                  <a:pt x="16363" y="2"/>
                  <a:pt x="16295" y="5"/>
                </a:cubicBezTo>
                <a:cubicBezTo>
                  <a:pt x="14773" y="76"/>
                  <a:pt x="13358" y="913"/>
                  <a:pt x="11838" y="913"/>
                </a:cubicBezTo>
                <a:cubicBezTo>
                  <a:pt x="11828" y="913"/>
                  <a:pt x="11819" y="913"/>
                  <a:pt x="11809" y="913"/>
                </a:cubicBezTo>
                <a:cubicBezTo>
                  <a:pt x="10328" y="903"/>
                  <a:pt x="8942" y="90"/>
                  <a:pt x="7502" y="90"/>
                </a:cubicBezTo>
                <a:cubicBezTo>
                  <a:pt x="7296" y="90"/>
                  <a:pt x="7089" y="106"/>
                  <a:pt x="6880" y="144"/>
                </a:cubicBezTo>
                <a:cubicBezTo>
                  <a:pt x="6031" y="300"/>
                  <a:pt x="5298" y="798"/>
                  <a:pt x="4738" y="1383"/>
                </a:cubicBezTo>
                <a:cubicBezTo>
                  <a:pt x="4125" y="2021"/>
                  <a:pt x="3678" y="2792"/>
                  <a:pt x="3546" y="3606"/>
                </a:cubicBezTo>
                <a:cubicBezTo>
                  <a:pt x="3331" y="4945"/>
                  <a:pt x="3958" y="6365"/>
                  <a:pt x="3330" y="7612"/>
                </a:cubicBezTo>
                <a:cubicBezTo>
                  <a:pt x="2843" y="8573"/>
                  <a:pt x="1725" y="9179"/>
                  <a:pt x="1025" y="10039"/>
                </a:cubicBezTo>
                <a:cubicBezTo>
                  <a:pt x="129" y="11143"/>
                  <a:pt x="1" y="12623"/>
                  <a:pt x="493" y="13871"/>
                </a:cubicBezTo>
                <a:cubicBezTo>
                  <a:pt x="985" y="15119"/>
                  <a:pt x="2039" y="16147"/>
                  <a:pt x="3280" y="16894"/>
                </a:cubicBezTo>
                <a:cubicBezTo>
                  <a:pt x="4303" y="17509"/>
                  <a:pt x="5501" y="17913"/>
                  <a:pt x="6745" y="17913"/>
                </a:cubicBezTo>
                <a:cubicBezTo>
                  <a:pt x="7100" y="17913"/>
                  <a:pt x="7459" y="17880"/>
                  <a:pt x="7819" y="17810"/>
                </a:cubicBezTo>
                <a:cubicBezTo>
                  <a:pt x="9799" y="17422"/>
                  <a:pt x="10027" y="16541"/>
                  <a:pt x="10831" y="15097"/>
                </a:cubicBezTo>
                <a:cubicBezTo>
                  <a:pt x="11709" y="13519"/>
                  <a:pt x="13719" y="12697"/>
                  <a:pt x="15584" y="12036"/>
                </a:cubicBezTo>
                <a:cubicBezTo>
                  <a:pt x="17450" y="11376"/>
                  <a:pt x="19474" y="10648"/>
                  <a:pt x="20504" y="9137"/>
                </a:cubicBezTo>
                <a:cubicBezTo>
                  <a:pt x="21026" y="8370"/>
                  <a:pt x="21230" y="7476"/>
                  <a:pt x="21324" y="6598"/>
                </a:cubicBezTo>
                <a:cubicBezTo>
                  <a:pt x="21484" y="5087"/>
                  <a:pt x="21327" y="3511"/>
                  <a:pt x="20489" y="2207"/>
                </a:cubicBezTo>
                <a:cubicBezTo>
                  <a:pt x="19684" y="953"/>
                  <a:pt x="18161" y="0"/>
                  <a:pt x="16498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" name="Google Shape;159;p6"/>
          <p:cNvSpPr txBox="1"/>
          <p:nvPr>
            <p:ph type="title"/>
          </p:nvPr>
        </p:nvSpPr>
        <p:spPr>
          <a:xfrm>
            <a:off x="2715675" y="758952"/>
            <a:ext cx="37125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160" name="Google Shape;160;p6"/>
          <p:cNvGrpSpPr/>
          <p:nvPr/>
        </p:nvGrpSpPr>
        <p:grpSpPr>
          <a:xfrm rot="-9900030">
            <a:off x="271409" y="845202"/>
            <a:ext cx="215932" cy="195605"/>
            <a:chOff x="1640475" y="1197075"/>
            <a:chExt cx="55475" cy="50250"/>
          </a:xfrm>
        </p:grpSpPr>
        <p:sp>
          <p:nvSpPr>
            <p:cNvPr id="161" name="Google Shape;161;p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" name="Google Shape;163;p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" name="Google Shape;164;p6"/>
          <p:cNvGrpSpPr/>
          <p:nvPr/>
        </p:nvGrpSpPr>
        <p:grpSpPr>
          <a:xfrm rot="6524430">
            <a:off x="349879" y="2378626"/>
            <a:ext cx="279618" cy="253294"/>
            <a:chOff x="1640475" y="1197075"/>
            <a:chExt cx="55475" cy="50250"/>
          </a:xfrm>
        </p:grpSpPr>
        <p:sp>
          <p:nvSpPr>
            <p:cNvPr id="165" name="Google Shape;165;p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8" name="Google Shape;168;p6"/>
          <p:cNvSpPr/>
          <p:nvPr/>
        </p:nvSpPr>
        <p:spPr>
          <a:xfrm flipH="1" rot="-2121718">
            <a:off x="6738637" y="226323"/>
            <a:ext cx="888103" cy="20804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" name="Google Shape;169;p6"/>
          <p:cNvSpPr/>
          <p:nvPr/>
        </p:nvSpPr>
        <p:spPr>
          <a:xfrm flipH="1" rot="-10799883">
            <a:off x="217109" y="4797573"/>
            <a:ext cx="545177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0" name="Google Shape;170;p6"/>
          <p:cNvGrpSpPr/>
          <p:nvPr/>
        </p:nvGrpSpPr>
        <p:grpSpPr>
          <a:xfrm rot="6300012">
            <a:off x="8577095" y="3925450"/>
            <a:ext cx="290790" cy="263412"/>
            <a:chOff x="1640475" y="1197075"/>
            <a:chExt cx="55475" cy="50250"/>
          </a:xfrm>
        </p:grpSpPr>
        <p:sp>
          <p:nvSpPr>
            <p:cNvPr id="171" name="Google Shape;171;p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" name="Google Shape;172;p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4" name="Google Shape;174;p6"/>
          <p:cNvSpPr/>
          <p:nvPr/>
        </p:nvSpPr>
        <p:spPr>
          <a:xfrm rot="10800000">
            <a:off x="5828025" y="4022950"/>
            <a:ext cx="1167574" cy="854200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" name="Google Shape;175;p6"/>
          <p:cNvSpPr/>
          <p:nvPr/>
        </p:nvSpPr>
        <p:spPr>
          <a:xfrm rot="-10431843">
            <a:off x="-54140" y="-118627"/>
            <a:ext cx="520982" cy="81628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176" name="Shape 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" name="Google Shape;177;p7"/>
          <p:cNvSpPr/>
          <p:nvPr/>
        </p:nvSpPr>
        <p:spPr>
          <a:xfrm>
            <a:off x="-212202" y="2778871"/>
            <a:ext cx="2502288" cy="2607656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" name="Google Shape;178;p7"/>
          <p:cNvSpPr/>
          <p:nvPr/>
        </p:nvSpPr>
        <p:spPr>
          <a:xfrm>
            <a:off x="6580375" y="4142426"/>
            <a:ext cx="2928340" cy="1246805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" name="Google Shape;179;p7"/>
          <p:cNvSpPr/>
          <p:nvPr/>
        </p:nvSpPr>
        <p:spPr>
          <a:xfrm>
            <a:off x="-60710" y="-32232"/>
            <a:ext cx="3923803" cy="1058013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" name="Google Shape;180;p7"/>
          <p:cNvSpPr/>
          <p:nvPr/>
        </p:nvSpPr>
        <p:spPr>
          <a:xfrm>
            <a:off x="5957247" y="-243037"/>
            <a:ext cx="3390448" cy="2704882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" name="Google Shape;181;p7"/>
          <p:cNvSpPr txBox="1"/>
          <p:nvPr>
            <p:ph idx="1" type="body"/>
          </p:nvPr>
        </p:nvSpPr>
        <p:spPr>
          <a:xfrm>
            <a:off x="5169350" y="1897913"/>
            <a:ext cx="2997000" cy="226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●"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indent="-3048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○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048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■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048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●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048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○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048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■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048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●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048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○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048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■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grpSp>
        <p:nvGrpSpPr>
          <p:cNvPr id="182" name="Google Shape;182;p7"/>
          <p:cNvGrpSpPr/>
          <p:nvPr/>
        </p:nvGrpSpPr>
        <p:grpSpPr>
          <a:xfrm rot="1800041">
            <a:off x="8665997" y="4106761"/>
            <a:ext cx="221773" cy="200885"/>
            <a:chOff x="1640475" y="1197075"/>
            <a:chExt cx="55475" cy="50250"/>
          </a:xfrm>
        </p:grpSpPr>
        <p:sp>
          <p:nvSpPr>
            <p:cNvPr id="183" name="Google Shape;183;p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" name="Google Shape;185;p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" name="Google Shape;186;p7"/>
          <p:cNvGrpSpPr/>
          <p:nvPr/>
        </p:nvGrpSpPr>
        <p:grpSpPr>
          <a:xfrm rot="-9900030">
            <a:off x="667534" y="4625752"/>
            <a:ext cx="215932" cy="195605"/>
            <a:chOff x="1640475" y="1197075"/>
            <a:chExt cx="55475" cy="50250"/>
          </a:xfrm>
        </p:grpSpPr>
        <p:sp>
          <p:nvSpPr>
            <p:cNvPr id="187" name="Google Shape;187;p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" name="Google Shape;188;p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" name="Google Shape;190;p7"/>
          <p:cNvGrpSpPr/>
          <p:nvPr/>
        </p:nvGrpSpPr>
        <p:grpSpPr>
          <a:xfrm rot="-5400000">
            <a:off x="8514555" y="2548984"/>
            <a:ext cx="244822" cy="221773"/>
            <a:chOff x="1640475" y="1197075"/>
            <a:chExt cx="55475" cy="50250"/>
          </a:xfrm>
        </p:grpSpPr>
        <p:sp>
          <p:nvSpPr>
            <p:cNvPr id="191" name="Google Shape;191;p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" name="Google Shape;192;p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" name="Google Shape;193;p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4" name="Google Shape;194;p7"/>
          <p:cNvSpPr/>
          <p:nvPr/>
        </p:nvSpPr>
        <p:spPr>
          <a:xfrm rot="912813">
            <a:off x="8372080" y="228912"/>
            <a:ext cx="529792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5" name="Google Shape;195;p7"/>
          <p:cNvGrpSpPr/>
          <p:nvPr/>
        </p:nvGrpSpPr>
        <p:grpSpPr>
          <a:xfrm rot="-5400000">
            <a:off x="313974" y="982572"/>
            <a:ext cx="221772" cy="200884"/>
            <a:chOff x="1640475" y="1197075"/>
            <a:chExt cx="55475" cy="50250"/>
          </a:xfrm>
        </p:grpSpPr>
        <p:sp>
          <p:nvSpPr>
            <p:cNvPr id="196" name="Google Shape;196;p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" name="Google Shape;198;p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9" name="Google Shape;199;p7"/>
          <p:cNvSpPr/>
          <p:nvPr/>
        </p:nvSpPr>
        <p:spPr>
          <a:xfrm>
            <a:off x="8536325" y="4434061"/>
            <a:ext cx="609613" cy="95515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" name="Google Shape;200;p7"/>
          <p:cNvSpPr/>
          <p:nvPr/>
        </p:nvSpPr>
        <p:spPr>
          <a:xfrm rot="-807259">
            <a:off x="1440942" y="4787382"/>
            <a:ext cx="1060734" cy="248492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" name="Google Shape;201;p7"/>
          <p:cNvSpPr txBox="1"/>
          <p:nvPr>
            <p:ph type="title"/>
          </p:nvPr>
        </p:nvSpPr>
        <p:spPr>
          <a:xfrm>
            <a:off x="3284000" y="759398"/>
            <a:ext cx="2576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202" name="Shape 2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" name="Google Shape;203;p8"/>
          <p:cNvSpPr/>
          <p:nvPr/>
        </p:nvSpPr>
        <p:spPr>
          <a:xfrm>
            <a:off x="-42230" y="3467513"/>
            <a:ext cx="3634529" cy="1998485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" name="Google Shape;204;p8"/>
          <p:cNvSpPr/>
          <p:nvPr/>
        </p:nvSpPr>
        <p:spPr>
          <a:xfrm>
            <a:off x="-288300" y="-384812"/>
            <a:ext cx="3133499" cy="2020960"/>
          </a:xfrm>
          <a:custGeom>
            <a:rect b="b" l="l" r="r" t="t"/>
            <a:pathLst>
              <a:path extrusionOk="0" h="11330" w="20526">
                <a:moveTo>
                  <a:pt x="12939" y="1"/>
                </a:moveTo>
                <a:cubicBezTo>
                  <a:pt x="11999" y="1"/>
                  <a:pt x="11086" y="167"/>
                  <a:pt x="10169" y="370"/>
                </a:cubicBezTo>
                <a:cubicBezTo>
                  <a:pt x="9691" y="476"/>
                  <a:pt x="9213" y="584"/>
                  <a:pt x="8731" y="667"/>
                </a:cubicBezTo>
                <a:cubicBezTo>
                  <a:pt x="8234" y="750"/>
                  <a:pt x="7732" y="802"/>
                  <a:pt x="7229" y="839"/>
                </a:cubicBezTo>
                <a:cubicBezTo>
                  <a:pt x="6231" y="913"/>
                  <a:pt x="5230" y="935"/>
                  <a:pt x="4235" y="1052"/>
                </a:cubicBezTo>
                <a:cubicBezTo>
                  <a:pt x="3806" y="1102"/>
                  <a:pt x="3380" y="1184"/>
                  <a:pt x="2951" y="1235"/>
                </a:cubicBezTo>
                <a:cubicBezTo>
                  <a:pt x="2746" y="1260"/>
                  <a:pt x="2537" y="1279"/>
                  <a:pt x="2328" y="1279"/>
                </a:cubicBezTo>
                <a:cubicBezTo>
                  <a:pt x="2138" y="1279"/>
                  <a:pt x="1948" y="1263"/>
                  <a:pt x="1762" y="1222"/>
                </a:cubicBezTo>
                <a:cubicBezTo>
                  <a:pt x="1578" y="1180"/>
                  <a:pt x="1402" y="1113"/>
                  <a:pt x="1242" y="1012"/>
                </a:cubicBezTo>
                <a:cubicBezTo>
                  <a:pt x="1161" y="960"/>
                  <a:pt x="1089" y="870"/>
                  <a:pt x="988" y="868"/>
                </a:cubicBezTo>
                <a:cubicBezTo>
                  <a:pt x="985" y="868"/>
                  <a:pt x="983" y="868"/>
                  <a:pt x="981" y="868"/>
                </a:cubicBezTo>
                <a:cubicBezTo>
                  <a:pt x="897" y="868"/>
                  <a:pt x="810" y="887"/>
                  <a:pt x="732" y="917"/>
                </a:cubicBezTo>
                <a:cubicBezTo>
                  <a:pt x="360" y="1060"/>
                  <a:pt x="147" y="1435"/>
                  <a:pt x="79" y="1816"/>
                </a:cubicBezTo>
                <a:cubicBezTo>
                  <a:pt x="38" y="2046"/>
                  <a:pt x="37" y="2279"/>
                  <a:pt x="38" y="2512"/>
                </a:cubicBezTo>
                <a:cubicBezTo>
                  <a:pt x="38" y="2767"/>
                  <a:pt x="39" y="3024"/>
                  <a:pt x="40" y="3279"/>
                </a:cubicBezTo>
                <a:cubicBezTo>
                  <a:pt x="42" y="3797"/>
                  <a:pt x="44" y="4315"/>
                  <a:pt x="46" y="4833"/>
                </a:cubicBezTo>
                <a:cubicBezTo>
                  <a:pt x="50" y="5817"/>
                  <a:pt x="54" y="6803"/>
                  <a:pt x="57" y="7787"/>
                </a:cubicBezTo>
                <a:cubicBezTo>
                  <a:pt x="55" y="7786"/>
                  <a:pt x="54" y="7785"/>
                  <a:pt x="52" y="7785"/>
                </a:cubicBezTo>
                <a:cubicBezTo>
                  <a:pt x="0" y="7785"/>
                  <a:pt x="101" y="8649"/>
                  <a:pt x="628" y="8724"/>
                </a:cubicBezTo>
                <a:cubicBezTo>
                  <a:pt x="1441" y="8840"/>
                  <a:pt x="1514" y="10145"/>
                  <a:pt x="2146" y="10693"/>
                </a:cubicBezTo>
                <a:cubicBezTo>
                  <a:pt x="2452" y="10957"/>
                  <a:pt x="2805" y="11167"/>
                  <a:pt x="3199" y="11261"/>
                </a:cubicBezTo>
                <a:cubicBezTo>
                  <a:pt x="3402" y="11310"/>
                  <a:pt x="3609" y="11330"/>
                  <a:pt x="3816" y="11330"/>
                </a:cubicBezTo>
                <a:cubicBezTo>
                  <a:pt x="4077" y="11330"/>
                  <a:pt x="4340" y="11298"/>
                  <a:pt x="4597" y="11251"/>
                </a:cubicBezTo>
                <a:cubicBezTo>
                  <a:pt x="5367" y="11113"/>
                  <a:pt x="6207" y="10865"/>
                  <a:pt x="6645" y="10152"/>
                </a:cubicBezTo>
                <a:cubicBezTo>
                  <a:pt x="6859" y="9801"/>
                  <a:pt x="6970" y="9395"/>
                  <a:pt x="7203" y="9055"/>
                </a:cubicBezTo>
                <a:cubicBezTo>
                  <a:pt x="7421" y="8736"/>
                  <a:pt x="7758" y="8532"/>
                  <a:pt x="8120" y="8419"/>
                </a:cubicBezTo>
                <a:cubicBezTo>
                  <a:pt x="8559" y="8282"/>
                  <a:pt x="9011" y="8265"/>
                  <a:pt x="9465" y="8265"/>
                </a:cubicBezTo>
                <a:cubicBezTo>
                  <a:pt x="9615" y="8265"/>
                  <a:pt x="9765" y="8267"/>
                  <a:pt x="9915" y="8267"/>
                </a:cubicBezTo>
                <a:cubicBezTo>
                  <a:pt x="10115" y="8267"/>
                  <a:pt x="10316" y="8264"/>
                  <a:pt x="10515" y="8248"/>
                </a:cubicBezTo>
                <a:cubicBezTo>
                  <a:pt x="10927" y="8216"/>
                  <a:pt x="11342" y="8132"/>
                  <a:pt x="11707" y="7927"/>
                </a:cubicBezTo>
                <a:cubicBezTo>
                  <a:pt x="12074" y="7718"/>
                  <a:pt x="12352" y="7394"/>
                  <a:pt x="12600" y="7055"/>
                </a:cubicBezTo>
                <a:cubicBezTo>
                  <a:pt x="13089" y="6385"/>
                  <a:pt x="13543" y="5673"/>
                  <a:pt x="14244" y="5207"/>
                </a:cubicBezTo>
                <a:cubicBezTo>
                  <a:pt x="14594" y="4972"/>
                  <a:pt x="14986" y="4825"/>
                  <a:pt x="15405" y="4792"/>
                </a:cubicBezTo>
                <a:cubicBezTo>
                  <a:pt x="15494" y="4785"/>
                  <a:pt x="15582" y="4782"/>
                  <a:pt x="15670" y="4782"/>
                </a:cubicBezTo>
                <a:cubicBezTo>
                  <a:pt x="16070" y="4782"/>
                  <a:pt x="16469" y="4843"/>
                  <a:pt x="16866" y="4877"/>
                </a:cubicBezTo>
                <a:cubicBezTo>
                  <a:pt x="17302" y="4915"/>
                  <a:pt x="17740" y="4933"/>
                  <a:pt x="18178" y="4933"/>
                </a:cubicBezTo>
                <a:cubicBezTo>
                  <a:pt x="18243" y="4933"/>
                  <a:pt x="18309" y="4933"/>
                  <a:pt x="18374" y="4932"/>
                </a:cubicBezTo>
                <a:cubicBezTo>
                  <a:pt x="18585" y="4929"/>
                  <a:pt x="18814" y="4941"/>
                  <a:pt x="19012" y="4857"/>
                </a:cubicBezTo>
                <a:cubicBezTo>
                  <a:pt x="19193" y="4780"/>
                  <a:pt x="19305" y="4623"/>
                  <a:pt x="19390" y="4450"/>
                </a:cubicBezTo>
                <a:cubicBezTo>
                  <a:pt x="19618" y="3989"/>
                  <a:pt x="19825" y="3515"/>
                  <a:pt x="20041" y="3049"/>
                </a:cubicBezTo>
                <a:cubicBezTo>
                  <a:pt x="20147" y="2821"/>
                  <a:pt x="20256" y="2595"/>
                  <a:pt x="20357" y="2365"/>
                </a:cubicBezTo>
                <a:cubicBezTo>
                  <a:pt x="20444" y="2165"/>
                  <a:pt x="20525" y="1951"/>
                  <a:pt x="20518" y="1728"/>
                </a:cubicBezTo>
                <a:cubicBezTo>
                  <a:pt x="20505" y="1297"/>
                  <a:pt x="20161" y="1008"/>
                  <a:pt x="19822" y="810"/>
                </a:cubicBezTo>
                <a:cubicBezTo>
                  <a:pt x="19463" y="601"/>
                  <a:pt x="19065" y="469"/>
                  <a:pt x="18660" y="392"/>
                </a:cubicBezTo>
                <a:cubicBezTo>
                  <a:pt x="17815" y="229"/>
                  <a:pt x="16950" y="272"/>
                  <a:pt x="16095" y="224"/>
                </a:cubicBezTo>
                <a:cubicBezTo>
                  <a:pt x="15084" y="168"/>
                  <a:pt x="14079" y="19"/>
                  <a:pt x="13065" y="2"/>
                </a:cubicBezTo>
                <a:cubicBezTo>
                  <a:pt x="13023" y="1"/>
                  <a:pt x="12981" y="1"/>
                  <a:pt x="12939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" name="Google Shape;205;p8"/>
          <p:cNvSpPr/>
          <p:nvPr/>
        </p:nvSpPr>
        <p:spPr>
          <a:xfrm>
            <a:off x="7304265" y="-384807"/>
            <a:ext cx="1985649" cy="2326869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" name="Google Shape;206;p8"/>
          <p:cNvSpPr/>
          <p:nvPr/>
        </p:nvSpPr>
        <p:spPr>
          <a:xfrm>
            <a:off x="5568694" y="4237688"/>
            <a:ext cx="3721240" cy="1536322"/>
          </a:xfrm>
          <a:custGeom>
            <a:rect b="b" l="l" r="r" t="t"/>
            <a:pathLst>
              <a:path extrusionOk="0" h="8613" w="24376">
                <a:moveTo>
                  <a:pt x="12572" y="1"/>
                </a:moveTo>
                <a:cubicBezTo>
                  <a:pt x="11930" y="1"/>
                  <a:pt x="11305" y="137"/>
                  <a:pt x="10778" y="460"/>
                </a:cubicBezTo>
                <a:cubicBezTo>
                  <a:pt x="10193" y="818"/>
                  <a:pt x="9818" y="1341"/>
                  <a:pt x="9503" y="1852"/>
                </a:cubicBezTo>
                <a:cubicBezTo>
                  <a:pt x="9167" y="2398"/>
                  <a:pt x="8889" y="2969"/>
                  <a:pt x="8475" y="3485"/>
                </a:cubicBezTo>
                <a:cubicBezTo>
                  <a:pt x="8044" y="4023"/>
                  <a:pt x="7451" y="4445"/>
                  <a:pt x="6633" y="4599"/>
                </a:cubicBezTo>
                <a:cubicBezTo>
                  <a:pt x="6259" y="4669"/>
                  <a:pt x="5879" y="4690"/>
                  <a:pt x="5496" y="4690"/>
                </a:cubicBezTo>
                <a:cubicBezTo>
                  <a:pt x="4945" y="4690"/>
                  <a:pt x="4388" y="4646"/>
                  <a:pt x="3837" y="4646"/>
                </a:cubicBezTo>
                <a:cubicBezTo>
                  <a:pt x="3701" y="4646"/>
                  <a:pt x="3564" y="4649"/>
                  <a:pt x="3429" y="4656"/>
                </a:cubicBezTo>
                <a:cubicBezTo>
                  <a:pt x="2927" y="4680"/>
                  <a:pt x="2424" y="4755"/>
                  <a:pt x="1974" y="4934"/>
                </a:cubicBezTo>
                <a:cubicBezTo>
                  <a:pt x="1568" y="5095"/>
                  <a:pt x="1218" y="5332"/>
                  <a:pt x="943" y="5611"/>
                </a:cubicBezTo>
                <a:cubicBezTo>
                  <a:pt x="425" y="6133"/>
                  <a:pt x="179" y="6806"/>
                  <a:pt x="311" y="7456"/>
                </a:cubicBezTo>
                <a:cubicBezTo>
                  <a:pt x="309" y="7456"/>
                  <a:pt x="307" y="7456"/>
                  <a:pt x="305" y="7456"/>
                </a:cubicBezTo>
                <a:cubicBezTo>
                  <a:pt x="282" y="7456"/>
                  <a:pt x="258" y="7461"/>
                  <a:pt x="234" y="7475"/>
                </a:cubicBezTo>
                <a:cubicBezTo>
                  <a:pt x="83" y="7556"/>
                  <a:pt x="1" y="7677"/>
                  <a:pt x="4" y="7821"/>
                </a:cubicBezTo>
                <a:cubicBezTo>
                  <a:pt x="12" y="8172"/>
                  <a:pt x="404" y="8373"/>
                  <a:pt x="826" y="8396"/>
                </a:cubicBezTo>
                <a:cubicBezTo>
                  <a:pt x="860" y="8398"/>
                  <a:pt x="894" y="8399"/>
                  <a:pt x="929" y="8399"/>
                </a:cubicBezTo>
                <a:cubicBezTo>
                  <a:pt x="1162" y="8399"/>
                  <a:pt x="1397" y="8361"/>
                  <a:pt x="1626" y="8334"/>
                </a:cubicBezTo>
                <a:cubicBezTo>
                  <a:pt x="1931" y="8297"/>
                  <a:pt x="2238" y="8262"/>
                  <a:pt x="2544" y="8230"/>
                </a:cubicBezTo>
                <a:cubicBezTo>
                  <a:pt x="3747" y="8107"/>
                  <a:pt x="4958" y="8023"/>
                  <a:pt x="6170" y="7965"/>
                </a:cubicBezTo>
                <a:cubicBezTo>
                  <a:pt x="8591" y="7850"/>
                  <a:pt x="11019" y="7838"/>
                  <a:pt x="13445" y="7824"/>
                </a:cubicBezTo>
                <a:cubicBezTo>
                  <a:pt x="13813" y="7822"/>
                  <a:pt x="14182" y="7820"/>
                  <a:pt x="14552" y="7820"/>
                </a:cubicBezTo>
                <a:cubicBezTo>
                  <a:pt x="16507" y="7820"/>
                  <a:pt x="18472" y="7870"/>
                  <a:pt x="20390" y="8174"/>
                </a:cubicBezTo>
                <a:cubicBezTo>
                  <a:pt x="20952" y="8264"/>
                  <a:pt x="21511" y="8375"/>
                  <a:pt x="22057" y="8512"/>
                </a:cubicBezTo>
                <a:cubicBezTo>
                  <a:pt x="22240" y="8558"/>
                  <a:pt x="22430" y="8612"/>
                  <a:pt x="22625" y="8612"/>
                </a:cubicBezTo>
                <a:cubicBezTo>
                  <a:pt x="22665" y="8612"/>
                  <a:pt x="22706" y="8610"/>
                  <a:pt x="22747" y="8605"/>
                </a:cubicBezTo>
                <a:cubicBezTo>
                  <a:pt x="22986" y="8575"/>
                  <a:pt x="23126" y="8437"/>
                  <a:pt x="23188" y="8265"/>
                </a:cubicBezTo>
                <a:cubicBezTo>
                  <a:pt x="23342" y="7840"/>
                  <a:pt x="23440" y="7396"/>
                  <a:pt x="23556" y="6963"/>
                </a:cubicBezTo>
                <a:cubicBezTo>
                  <a:pt x="23675" y="6520"/>
                  <a:pt x="23785" y="6077"/>
                  <a:pt x="23879" y="5631"/>
                </a:cubicBezTo>
                <a:cubicBezTo>
                  <a:pt x="24251" y="3879"/>
                  <a:pt x="24375" y="2063"/>
                  <a:pt x="23717" y="343"/>
                </a:cubicBezTo>
                <a:cubicBezTo>
                  <a:pt x="23697" y="293"/>
                  <a:pt x="23642" y="267"/>
                  <a:pt x="23586" y="267"/>
                </a:cubicBezTo>
                <a:cubicBezTo>
                  <a:pt x="23541" y="267"/>
                  <a:pt x="23495" y="284"/>
                  <a:pt x="23467" y="317"/>
                </a:cubicBezTo>
                <a:cubicBezTo>
                  <a:pt x="23327" y="480"/>
                  <a:pt x="23169" y="631"/>
                  <a:pt x="22991" y="769"/>
                </a:cubicBezTo>
                <a:cubicBezTo>
                  <a:pt x="22274" y="1328"/>
                  <a:pt x="21289" y="1670"/>
                  <a:pt x="20281" y="1764"/>
                </a:cubicBezTo>
                <a:cubicBezTo>
                  <a:pt x="20062" y="1784"/>
                  <a:pt x="19841" y="1794"/>
                  <a:pt x="19620" y="1794"/>
                </a:cubicBezTo>
                <a:cubicBezTo>
                  <a:pt x="18644" y="1794"/>
                  <a:pt x="17671" y="1601"/>
                  <a:pt x="16789" y="1286"/>
                </a:cubicBezTo>
                <a:cubicBezTo>
                  <a:pt x="15722" y="905"/>
                  <a:pt x="14754" y="349"/>
                  <a:pt x="13607" y="110"/>
                </a:cubicBezTo>
                <a:cubicBezTo>
                  <a:pt x="13266" y="40"/>
                  <a:pt x="12917" y="1"/>
                  <a:pt x="12572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" name="Google Shape;207;p8"/>
          <p:cNvSpPr txBox="1"/>
          <p:nvPr>
            <p:ph type="title"/>
          </p:nvPr>
        </p:nvSpPr>
        <p:spPr>
          <a:xfrm>
            <a:off x="2756200" y="1967475"/>
            <a:ext cx="3631500" cy="105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grpSp>
        <p:nvGrpSpPr>
          <p:cNvPr id="208" name="Google Shape;208;p8"/>
          <p:cNvGrpSpPr/>
          <p:nvPr/>
        </p:nvGrpSpPr>
        <p:grpSpPr>
          <a:xfrm rot="4517592">
            <a:off x="8550732" y="3940914"/>
            <a:ext cx="221771" cy="200883"/>
            <a:chOff x="1640475" y="1197075"/>
            <a:chExt cx="55475" cy="50250"/>
          </a:xfrm>
        </p:grpSpPr>
        <p:sp>
          <p:nvSpPr>
            <p:cNvPr id="209" name="Google Shape;209;p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2" name="Google Shape;212;p8"/>
          <p:cNvGrpSpPr/>
          <p:nvPr/>
        </p:nvGrpSpPr>
        <p:grpSpPr>
          <a:xfrm rot="7199963">
            <a:off x="965918" y="4533021"/>
            <a:ext cx="215935" cy="195604"/>
            <a:chOff x="1640475" y="1197075"/>
            <a:chExt cx="55475" cy="50250"/>
          </a:xfrm>
        </p:grpSpPr>
        <p:sp>
          <p:nvSpPr>
            <p:cNvPr id="213" name="Google Shape;213;p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6" name="Google Shape;216;p8"/>
          <p:cNvSpPr/>
          <p:nvPr/>
        </p:nvSpPr>
        <p:spPr>
          <a:xfrm rot="2368484">
            <a:off x="3584583" y="348032"/>
            <a:ext cx="529784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7" name="Google Shape;217;p8"/>
          <p:cNvGrpSpPr/>
          <p:nvPr/>
        </p:nvGrpSpPr>
        <p:grpSpPr>
          <a:xfrm rot="-9900000">
            <a:off x="1490015" y="185475"/>
            <a:ext cx="347165" cy="314462"/>
            <a:chOff x="1640475" y="1197075"/>
            <a:chExt cx="55475" cy="50250"/>
          </a:xfrm>
        </p:grpSpPr>
        <p:sp>
          <p:nvSpPr>
            <p:cNvPr id="218" name="Google Shape;218;p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1" name="Google Shape;221;p8"/>
          <p:cNvGrpSpPr/>
          <p:nvPr/>
        </p:nvGrpSpPr>
        <p:grpSpPr>
          <a:xfrm rot="-9900030">
            <a:off x="7815634" y="527852"/>
            <a:ext cx="215932" cy="195605"/>
            <a:chOff x="1640475" y="1197075"/>
            <a:chExt cx="55475" cy="50250"/>
          </a:xfrm>
        </p:grpSpPr>
        <p:sp>
          <p:nvSpPr>
            <p:cNvPr id="222" name="Google Shape;222;p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5" name="Google Shape;225;p8"/>
          <p:cNvSpPr/>
          <p:nvPr/>
        </p:nvSpPr>
        <p:spPr>
          <a:xfrm rot="-8289780">
            <a:off x="7855805" y="1479192"/>
            <a:ext cx="1153753" cy="844089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" name="Google Shape;226;p8"/>
          <p:cNvSpPr/>
          <p:nvPr/>
        </p:nvSpPr>
        <p:spPr>
          <a:xfrm rot="-120">
            <a:off x="8278108" y="4777486"/>
            <a:ext cx="529792" cy="12411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227" name="Shape 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" name="Google Shape;228;p9"/>
          <p:cNvSpPr/>
          <p:nvPr/>
        </p:nvSpPr>
        <p:spPr>
          <a:xfrm>
            <a:off x="6638737" y="-95375"/>
            <a:ext cx="2579952" cy="1264894"/>
          </a:xfrm>
          <a:custGeom>
            <a:rect b="b" l="l" r="r" t="t"/>
            <a:pathLst>
              <a:path extrusionOk="0" h="8220" w="16766">
                <a:moveTo>
                  <a:pt x="16619" y="0"/>
                </a:moveTo>
                <a:lnTo>
                  <a:pt x="1" y="306"/>
                </a:lnTo>
                <a:cubicBezTo>
                  <a:pt x="61" y="421"/>
                  <a:pt x="130" y="530"/>
                  <a:pt x="209" y="629"/>
                </a:cubicBezTo>
                <a:cubicBezTo>
                  <a:pt x="561" y="1077"/>
                  <a:pt x="1090" y="1341"/>
                  <a:pt x="1620" y="1341"/>
                </a:cubicBezTo>
                <a:cubicBezTo>
                  <a:pt x="1653" y="1341"/>
                  <a:pt x="1687" y="1340"/>
                  <a:pt x="1720" y="1338"/>
                </a:cubicBezTo>
                <a:cubicBezTo>
                  <a:pt x="2137" y="1311"/>
                  <a:pt x="2547" y="1128"/>
                  <a:pt x="2959" y="1128"/>
                </a:cubicBezTo>
                <a:cubicBezTo>
                  <a:pt x="3033" y="1128"/>
                  <a:pt x="3106" y="1133"/>
                  <a:pt x="3180" y="1147"/>
                </a:cubicBezTo>
                <a:cubicBezTo>
                  <a:pt x="3277" y="1165"/>
                  <a:pt x="3367" y="1194"/>
                  <a:pt x="3455" y="1233"/>
                </a:cubicBezTo>
                <a:cubicBezTo>
                  <a:pt x="3474" y="1242"/>
                  <a:pt x="3493" y="1250"/>
                  <a:pt x="3511" y="1261"/>
                </a:cubicBezTo>
                <a:lnTo>
                  <a:pt x="3512" y="1261"/>
                </a:lnTo>
                <a:cubicBezTo>
                  <a:pt x="4178" y="1599"/>
                  <a:pt x="4587" y="2502"/>
                  <a:pt x="5216" y="2997"/>
                </a:cubicBezTo>
                <a:cubicBezTo>
                  <a:pt x="5642" y="3331"/>
                  <a:pt x="6137" y="3458"/>
                  <a:pt x="6653" y="3458"/>
                </a:cubicBezTo>
                <a:cubicBezTo>
                  <a:pt x="7281" y="3458"/>
                  <a:pt x="7939" y="3268"/>
                  <a:pt x="8534" y="3032"/>
                </a:cubicBezTo>
                <a:cubicBezTo>
                  <a:pt x="9061" y="2823"/>
                  <a:pt x="9606" y="2582"/>
                  <a:pt x="10155" y="2582"/>
                </a:cubicBezTo>
                <a:cubicBezTo>
                  <a:pt x="10271" y="2582"/>
                  <a:pt x="10386" y="2593"/>
                  <a:pt x="10502" y="2617"/>
                </a:cubicBezTo>
                <a:cubicBezTo>
                  <a:pt x="11491" y="2819"/>
                  <a:pt x="12129" y="3901"/>
                  <a:pt x="12548" y="4929"/>
                </a:cubicBezTo>
                <a:cubicBezTo>
                  <a:pt x="12966" y="5958"/>
                  <a:pt x="13334" y="7102"/>
                  <a:pt x="14165" y="7742"/>
                </a:cubicBezTo>
                <a:cubicBezTo>
                  <a:pt x="14587" y="8068"/>
                  <a:pt x="15094" y="8220"/>
                  <a:pt x="15606" y="8220"/>
                </a:cubicBezTo>
                <a:cubicBezTo>
                  <a:pt x="16002" y="8220"/>
                  <a:pt x="16401" y="8129"/>
                  <a:pt x="16766" y="7956"/>
                </a:cubicBezTo>
                <a:lnTo>
                  <a:pt x="16619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" name="Google Shape;229;p9"/>
          <p:cNvSpPr/>
          <p:nvPr/>
        </p:nvSpPr>
        <p:spPr>
          <a:xfrm>
            <a:off x="7429385" y="1585074"/>
            <a:ext cx="2205408" cy="4019192"/>
          </a:xfrm>
          <a:custGeom>
            <a:rect b="b" l="l" r="r" t="t"/>
            <a:pathLst>
              <a:path extrusionOk="0" h="26119" w="14332">
                <a:moveTo>
                  <a:pt x="12104" y="0"/>
                </a:moveTo>
                <a:cubicBezTo>
                  <a:pt x="11836" y="0"/>
                  <a:pt x="11579" y="100"/>
                  <a:pt x="11338" y="207"/>
                </a:cubicBezTo>
                <a:cubicBezTo>
                  <a:pt x="11049" y="335"/>
                  <a:pt x="10764" y="475"/>
                  <a:pt x="10478" y="610"/>
                </a:cubicBezTo>
                <a:cubicBezTo>
                  <a:pt x="9890" y="885"/>
                  <a:pt x="9294" y="1149"/>
                  <a:pt x="8713" y="1440"/>
                </a:cubicBezTo>
                <a:cubicBezTo>
                  <a:pt x="8495" y="1549"/>
                  <a:pt x="8298" y="1691"/>
                  <a:pt x="8201" y="1922"/>
                </a:cubicBezTo>
                <a:cubicBezTo>
                  <a:pt x="8095" y="2174"/>
                  <a:pt x="8110" y="2467"/>
                  <a:pt x="8106" y="2735"/>
                </a:cubicBezTo>
                <a:cubicBezTo>
                  <a:pt x="8097" y="3377"/>
                  <a:pt x="8121" y="4019"/>
                  <a:pt x="8176" y="4658"/>
                </a:cubicBezTo>
                <a:cubicBezTo>
                  <a:pt x="8228" y="5277"/>
                  <a:pt x="8331" y="5899"/>
                  <a:pt x="8283" y="6521"/>
                </a:cubicBezTo>
                <a:cubicBezTo>
                  <a:pt x="8242" y="7056"/>
                  <a:pt x="8055" y="7556"/>
                  <a:pt x="7761" y="8004"/>
                </a:cubicBezTo>
                <a:cubicBezTo>
                  <a:pt x="7173" y="8897"/>
                  <a:pt x="6276" y="9476"/>
                  <a:pt x="5434" y="10099"/>
                </a:cubicBezTo>
                <a:cubicBezTo>
                  <a:pt x="5008" y="10415"/>
                  <a:pt x="4600" y="10769"/>
                  <a:pt x="4338" y="11238"/>
                </a:cubicBezTo>
                <a:cubicBezTo>
                  <a:pt x="4078" y="11703"/>
                  <a:pt x="3973" y="12231"/>
                  <a:pt x="3932" y="12758"/>
                </a:cubicBezTo>
                <a:cubicBezTo>
                  <a:pt x="3854" y="13776"/>
                  <a:pt x="4023" y="14819"/>
                  <a:pt x="3717" y="15812"/>
                </a:cubicBezTo>
                <a:cubicBezTo>
                  <a:pt x="3574" y="16273"/>
                  <a:pt x="3319" y="16702"/>
                  <a:pt x="2917" y="16981"/>
                </a:cubicBezTo>
                <a:cubicBezTo>
                  <a:pt x="2489" y="17279"/>
                  <a:pt x="1977" y="17419"/>
                  <a:pt x="1536" y="17694"/>
                </a:cubicBezTo>
                <a:cubicBezTo>
                  <a:pt x="639" y="18252"/>
                  <a:pt x="327" y="19323"/>
                  <a:pt x="152" y="20304"/>
                </a:cubicBezTo>
                <a:cubicBezTo>
                  <a:pt x="48" y="20891"/>
                  <a:pt x="1" y="21500"/>
                  <a:pt x="140" y="22087"/>
                </a:cubicBezTo>
                <a:cubicBezTo>
                  <a:pt x="259" y="22589"/>
                  <a:pt x="523" y="23040"/>
                  <a:pt x="855" y="23429"/>
                </a:cubicBezTo>
                <a:cubicBezTo>
                  <a:pt x="1544" y="24236"/>
                  <a:pt x="3187" y="24329"/>
                  <a:pt x="3333" y="25366"/>
                </a:cubicBezTo>
                <a:cubicBezTo>
                  <a:pt x="3413" y="25937"/>
                  <a:pt x="4213" y="26116"/>
                  <a:pt x="4450" y="26116"/>
                </a:cubicBezTo>
                <a:cubicBezTo>
                  <a:pt x="4499" y="26116"/>
                  <a:pt x="4524" y="26108"/>
                  <a:pt x="4512" y="26094"/>
                </a:cubicBezTo>
                <a:lnTo>
                  <a:pt x="4512" y="26094"/>
                </a:lnTo>
                <a:cubicBezTo>
                  <a:pt x="5752" y="26098"/>
                  <a:pt x="6992" y="26103"/>
                  <a:pt x="8231" y="26108"/>
                </a:cubicBezTo>
                <a:cubicBezTo>
                  <a:pt x="8884" y="26110"/>
                  <a:pt x="9536" y="26113"/>
                  <a:pt x="10188" y="26115"/>
                </a:cubicBezTo>
                <a:cubicBezTo>
                  <a:pt x="10509" y="26116"/>
                  <a:pt x="10831" y="26117"/>
                  <a:pt x="11153" y="26118"/>
                </a:cubicBezTo>
                <a:cubicBezTo>
                  <a:pt x="11181" y="26118"/>
                  <a:pt x="11210" y="26118"/>
                  <a:pt x="11238" y="26118"/>
                </a:cubicBezTo>
                <a:cubicBezTo>
                  <a:pt x="11502" y="26118"/>
                  <a:pt x="11768" y="26112"/>
                  <a:pt x="12030" y="26066"/>
                </a:cubicBezTo>
                <a:cubicBezTo>
                  <a:pt x="12510" y="25980"/>
                  <a:pt x="12981" y="25708"/>
                  <a:pt x="13161" y="25232"/>
                </a:cubicBezTo>
                <a:cubicBezTo>
                  <a:pt x="13200" y="25130"/>
                  <a:pt x="13224" y="25017"/>
                  <a:pt x="13222" y="24907"/>
                </a:cubicBezTo>
                <a:cubicBezTo>
                  <a:pt x="13220" y="24778"/>
                  <a:pt x="13107" y="24687"/>
                  <a:pt x="13042" y="24582"/>
                </a:cubicBezTo>
                <a:cubicBezTo>
                  <a:pt x="12914" y="24378"/>
                  <a:pt x="12829" y="24154"/>
                  <a:pt x="12777" y="23918"/>
                </a:cubicBezTo>
                <a:cubicBezTo>
                  <a:pt x="12667" y="23424"/>
                  <a:pt x="12700" y="22903"/>
                  <a:pt x="12760" y="22402"/>
                </a:cubicBezTo>
                <a:cubicBezTo>
                  <a:pt x="12825" y="21856"/>
                  <a:pt x="12928" y="21313"/>
                  <a:pt x="12991" y="20766"/>
                </a:cubicBezTo>
                <a:cubicBezTo>
                  <a:pt x="13138" y="19498"/>
                  <a:pt x="13165" y="18220"/>
                  <a:pt x="13259" y="16947"/>
                </a:cubicBezTo>
                <a:cubicBezTo>
                  <a:pt x="13306" y="16306"/>
                  <a:pt x="13371" y="15667"/>
                  <a:pt x="13476" y="15033"/>
                </a:cubicBezTo>
                <a:cubicBezTo>
                  <a:pt x="13580" y="14418"/>
                  <a:pt x="13717" y="13809"/>
                  <a:pt x="13850" y="13199"/>
                </a:cubicBezTo>
                <a:cubicBezTo>
                  <a:pt x="14117" y="11977"/>
                  <a:pt x="14332" y="10761"/>
                  <a:pt x="14312" y="9506"/>
                </a:cubicBezTo>
                <a:cubicBezTo>
                  <a:pt x="14292" y="8213"/>
                  <a:pt x="14104" y="6931"/>
                  <a:pt x="14032" y="5641"/>
                </a:cubicBezTo>
                <a:cubicBezTo>
                  <a:pt x="13973" y="4552"/>
                  <a:pt x="14026" y="3448"/>
                  <a:pt x="13821" y="2371"/>
                </a:cubicBezTo>
                <a:cubicBezTo>
                  <a:pt x="13723" y="1854"/>
                  <a:pt x="13559" y="1346"/>
                  <a:pt x="13296" y="889"/>
                </a:cubicBezTo>
                <a:cubicBezTo>
                  <a:pt x="13046" y="456"/>
                  <a:pt x="12681" y="18"/>
                  <a:pt x="12141" y="1"/>
                </a:cubicBezTo>
                <a:cubicBezTo>
                  <a:pt x="12128" y="1"/>
                  <a:pt x="12116" y="0"/>
                  <a:pt x="12104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" name="Google Shape;230;p9"/>
          <p:cNvSpPr/>
          <p:nvPr/>
        </p:nvSpPr>
        <p:spPr>
          <a:xfrm>
            <a:off x="-265362" y="3987346"/>
            <a:ext cx="2499473" cy="1921807"/>
          </a:xfrm>
          <a:custGeom>
            <a:rect b="b" l="l" r="r" t="t"/>
            <a:pathLst>
              <a:path extrusionOk="0" h="12489" w="16243">
                <a:moveTo>
                  <a:pt x="3844" y="0"/>
                </a:moveTo>
                <a:cubicBezTo>
                  <a:pt x="3285" y="0"/>
                  <a:pt x="2723" y="148"/>
                  <a:pt x="2228" y="400"/>
                </a:cubicBezTo>
                <a:cubicBezTo>
                  <a:pt x="1280" y="883"/>
                  <a:pt x="590" y="1767"/>
                  <a:pt x="156" y="2720"/>
                </a:cubicBezTo>
                <a:cubicBezTo>
                  <a:pt x="49" y="2956"/>
                  <a:pt x="1" y="3596"/>
                  <a:pt x="54" y="3596"/>
                </a:cubicBezTo>
                <a:cubicBezTo>
                  <a:pt x="57" y="3596"/>
                  <a:pt x="61" y="3593"/>
                  <a:pt x="66" y="3588"/>
                </a:cubicBezTo>
                <a:cubicBezTo>
                  <a:pt x="269" y="4868"/>
                  <a:pt x="1355" y="5759"/>
                  <a:pt x="2294" y="6557"/>
                </a:cubicBezTo>
                <a:cubicBezTo>
                  <a:pt x="3560" y="7632"/>
                  <a:pt x="4723" y="8824"/>
                  <a:pt x="5756" y="10126"/>
                </a:cubicBezTo>
                <a:cubicBezTo>
                  <a:pt x="6340" y="10862"/>
                  <a:pt x="6881" y="11633"/>
                  <a:pt x="7379" y="12430"/>
                </a:cubicBezTo>
                <a:cubicBezTo>
                  <a:pt x="7403" y="12468"/>
                  <a:pt x="7442" y="12488"/>
                  <a:pt x="7481" y="12488"/>
                </a:cubicBezTo>
                <a:cubicBezTo>
                  <a:pt x="7510" y="12488"/>
                  <a:pt x="7539" y="12478"/>
                  <a:pt x="7563" y="12456"/>
                </a:cubicBezTo>
                <a:cubicBezTo>
                  <a:pt x="9372" y="10767"/>
                  <a:pt x="11182" y="9079"/>
                  <a:pt x="12991" y="7391"/>
                </a:cubicBezTo>
                <a:cubicBezTo>
                  <a:pt x="13444" y="6969"/>
                  <a:pt x="13897" y="6547"/>
                  <a:pt x="14348" y="6125"/>
                </a:cubicBezTo>
                <a:cubicBezTo>
                  <a:pt x="14774" y="5728"/>
                  <a:pt x="15224" y="5346"/>
                  <a:pt x="15621" y="4920"/>
                </a:cubicBezTo>
                <a:cubicBezTo>
                  <a:pt x="15956" y="4561"/>
                  <a:pt x="16230" y="4130"/>
                  <a:pt x="16237" y="3625"/>
                </a:cubicBezTo>
                <a:cubicBezTo>
                  <a:pt x="16243" y="3173"/>
                  <a:pt x="16055" y="2737"/>
                  <a:pt x="15772" y="2393"/>
                </a:cubicBezTo>
                <a:cubicBezTo>
                  <a:pt x="15118" y="1597"/>
                  <a:pt x="13969" y="1326"/>
                  <a:pt x="12990" y="1230"/>
                </a:cubicBezTo>
                <a:cubicBezTo>
                  <a:pt x="12782" y="1209"/>
                  <a:pt x="12575" y="1199"/>
                  <a:pt x="12369" y="1199"/>
                </a:cubicBezTo>
                <a:cubicBezTo>
                  <a:pt x="11579" y="1199"/>
                  <a:pt x="10805" y="1344"/>
                  <a:pt x="10046" y="1589"/>
                </a:cubicBezTo>
                <a:cubicBezTo>
                  <a:pt x="9458" y="1779"/>
                  <a:pt x="8842" y="1996"/>
                  <a:pt x="8230" y="1996"/>
                </a:cubicBezTo>
                <a:cubicBezTo>
                  <a:pt x="7924" y="1996"/>
                  <a:pt x="7618" y="1942"/>
                  <a:pt x="7317" y="1801"/>
                </a:cubicBezTo>
                <a:cubicBezTo>
                  <a:pt x="6411" y="1378"/>
                  <a:pt x="5786" y="517"/>
                  <a:pt x="4835" y="170"/>
                </a:cubicBezTo>
                <a:cubicBezTo>
                  <a:pt x="4516" y="54"/>
                  <a:pt x="4181" y="0"/>
                  <a:pt x="3844" y="0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" name="Google Shape;231;p9"/>
          <p:cNvSpPr/>
          <p:nvPr/>
        </p:nvSpPr>
        <p:spPr>
          <a:xfrm>
            <a:off x="-254591" y="-217300"/>
            <a:ext cx="1913498" cy="3721126"/>
          </a:xfrm>
          <a:custGeom>
            <a:rect b="b" l="l" r="r" t="t"/>
            <a:pathLst>
              <a:path extrusionOk="0" h="24182" w="12435">
                <a:moveTo>
                  <a:pt x="7995" y="0"/>
                </a:moveTo>
                <a:cubicBezTo>
                  <a:pt x="6753" y="0"/>
                  <a:pt x="5507" y="123"/>
                  <a:pt x="4282" y="305"/>
                </a:cubicBezTo>
                <a:cubicBezTo>
                  <a:pt x="3647" y="400"/>
                  <a:pt x="3014" y="509"/>
                  <a:pt x="2384" y="629"/>
                </a:cubicBezTo>
                <a:cubicBezTo>
                  <a:pt x="1767" y="745"/>
                  <a:pt x="1135" y="843"/>
                  <a:pt x="528" y="997"/>
                </a:cubicBezTo>
                <a:cubicBezTo>
                  <a:pt x="284" y="1059"/>
                  <a:pt x="86" y="1199"/>
                  <a:pt x="44" y="1438"/>
                </a:cubicBezTo>
                <a:cubicBezTo>
                  <a:pt x="1" y="1675"/>
                  <a:pt x="98" y="1906"/>
                  <a:pt x="177" y="2128"/>
                </a:cubicBezTo>
                <a:cubicBezTo>
                  <a:pt x="371" y="2674"/>
                  <a:pt x="529" y="3231"/>
                  <a:pt x="657" y="3795"/>
                </a:cubicBezTo>
                <a:cubicBezTo>
                  <a:pt x="1173" y="6076"/>
                  <a:pt x="1176" y="8421"/>
                  <a:pt x="1157" y="10740"/>
                </a:cubicBezTo>
                <a:cubicBezTo>
                  <a:pt x="1137" y="13166"/>
                  <a:pt x="1119" y="15594"/>
                  <a:pt x="956" y="18015"/>
                </a:cubicBezTo>
                <a:cubicBezTo>
                  <a:pt x="873" y="19227"/>
                  <a:pt x="754" y="20438"/>
                  <a:pt x="578" y="21641"/>
                </a:cubicBezTo>
                <a:cubicBezTo>
                  <a:pt x="533" y="21947"/>
                  <a:pt x="484" y="22253"/>
                  <a:pt x="431" y="22559"/>
                </a:cubicBezTo>
                <a:cubicBezTo>
                  <a:pt x="386" y="22822"/>
                  <a:pt x="322" y="23092"/>
                  <a:pt x="343" y="23359"/>
                </a:cubicBezTo>
                <a:cubicBezTo>
                  <a:pt x="374" y="23781"/>
                  <a:pt x="660" y="24173"/>
                  <a:pt x="1161" y="24181"/>
                </a:cubicBezTo>
                <a:cubicBezTo>
                  <a:pt x="1165" y="24181"/>
                  <a:pt x="1169" y="24181"/>
                  <a:pt x="1173" y="24181"/>
                </a:cubicBezTo>
                <a:cubicBezTo>
                  <a:pt x="1371" y="24181"/>
                  <a:pt x="1540" y="24099"/>
                  <a:pt x="1654" y="23951"/>
                </a:cubicBezTo>
                <a:cubicBezTo>
                  <a:pt x="1675" y="23925"/>
                  <a:pt x="1683" y="23898"/>
                  <a:pt x="1682" y="23874"/>
                </a:cubicBezTo>
                <a:lnTo>
                  <a:pt x="1682" y="23874"/>
                </a:lnTo>
                <a:cubicBezTo>
                  <a:pt x="1847" y="23898"/>
                  <a:pt x="2014" y="23909"/>
                  <a:pt x="2180" y="23909"/>
                </a:cubicBezTo>
                <a:cubicBezTo>
                  <a:pt x="2943" y="23909"/>
                  <a:pt x="3699" y="23667"/>
                  <a:pt x="4311" y="23242"/>
                </a:cubicBezTo>
                <a:cubicBezTo>
                  <a:pt x="4708" y="22966"/>
                  <a:pt x="5045" y="22616"/>
                  <a:pt x="5275" y="22211"/>
                </a:cubicBezTo>
                <a:cubicBezTo>
                  <a:pt x="5529" y="21761"/>
                  <a:pt x="5637" y="21258"/>
                  <a:pt x="5672" y="20756"/>
                </a:cubicBezTo>
                <a:cubicBezTo>
                  <a:pt x="5745" y="19694"/>
                  <a:pt x="5474" y="18600"/>
                  <a:pt x="5753" y="17552"/>
                </a:cubicBezTo>
                <a:cubicBezTo>
                  <a:pt x="5970" y="16734"/>
                  <a:pt x="6573" y="16141"/>
                  <a:pt x="7340" y="15710"/>
                </a:cubicBezTo>
                <a:cubicBezTo>
                  <a:pt x="8075" y="15296"/>
                  <a:pt x="8888" y="15018"/>
                  <a:pt x="9665" y="14682"/>
                </a:cubicBezTo>
                <a:cubicBezTo>
                  <a:pt x="10395" y="14367"/>
                  <a:pt x="11138" y="13992"/>
                  <a:pt x="11650" y="13407"/>
                </a:cubicBezTo>
                <a:cubicBezTo>
                  <a:pt x="12358" y="12597"/>
                  <a:pt x="12435" y="11553"/>
                  <a:pt x="12147" y="10578"/>
                </a:cubicBezTo>
                <a:cubicBezTo>
                  <a:pt x="11808" y="9430"/>
                  <a:pt x="11016" y="8461"/>
                  <a:pt x="10472" y="7396"/>
                </a:cubicBezTo>
                <a:cubicBezTo>
                  <a:pt x="9923" y="6314"/>
                  <a:pt x="9632" y="5096"/>
                  <a:pt x="9791" y="3904"/>
                </a:cubicBezTo>
                <a:cubicBezTo>
                  <a:pt x="9926" y="2896"/>
                  <a:pt x="10412" y="1909"/>
                  <a:pt x="11209" y="1194"/>
                </a:cubicBezTo>
                <a:cubicBezTo>
                  <a:pt x="11406" y="1016"/>
                  <a:pt x="11621" y="858"/>
                  <a:pt x="11854" y="718"/>
                </a:cubicBezTo>
                <a:cubicBezTo>
                  <a:pt x="11960" y="654"/>
                  <a:pt x="11944" y="503"/>
                  <a:pt x="11818" y="468"/>
                </a:cubicBezTo>
                <a:cubicBezTo>
                  <a:pt x="10568" y="132"/>
                  <a:pt x="9284" y="0"/>
                  <a:pt x="7995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" name="Google Shape;232;p9"/>
          <p:cNvSpPr txBox="1"/>
          <p:nvPr>
            <p:ph type="title"/>
          </p:nvPr>
        </p:nvSpPr>
        <p:spPr>
          <a:xfrm>
            <a:off x="1080884" y="2182263"/>
            <a:ext cx="2984100" cy="66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233" name="Google Shape;233;p9"/>
          <p:cNvSpPr txBox="1"/>
          <p:nvPr>
            <p:ph idx="1" type="body"/>
          </p:nvPr>
        </p:nvSpPr>
        <p:spPr>
          <a:xfrm>
            <a:off x="4739711" y="1770750"/>
            <a:ext cx="3540300" cy="1602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04800" lvl="0" marL="4572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●"/>
              <a:defRPr sz="1800"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indent="-3048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048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048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048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048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048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048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048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34" name="Google Shape;234;p9"/>
          <p:cNvSpPr txBox="1"/>
          <p:nvPr>
            <p:ph idx="2" type="title"/>
          </p:nvPr>
        </p:nvSpPr>
        <p:spPr>
          <a:xfrm>
            <a:off x="3387900" y="758952"/>
            <a:ext cx="23682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235" name="Google Shape;235;p9"/>
          <p:cNvGrpSpPr/>
          <p:nvPr/>
        </p:nvGrpSpPr>
        <p:grpSpPr>
          <a:xfrm rot="-6300012">
            <a:off x="8329017" y="3907657"/>
            <a:ext cx="221774" cy="200886"/>
            <a:chOff x="1640475" y="1197075"/>
            <a:chExt cx="55475" cy="50250"/>
          </a:xfrm>
        </p:grpSpPr>
        <p:sp>
          <p:nvSpPr>
            <p:cNvPr id="236" name="Google Shape;236;p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9" name="Google Shape;239;p9"/>
          <p:cNvGrpSpPr/>
          <p:nvPr/>
        </p:nvGrpSpPr>
        <p:grpSpPr>
          <a:xfrm rot="-5936682">
            <a:off x="8631239" y="386219"/>
            <a:ext cx="215933" cy="195605"/>
            <a:chOff x="1640475" y="1197075"/>
            <a:chExt cx="55475" cy="50250"/>
          </a:xfrm>
        </p:grpSpPr>
        <p:sp>
          <p:nvSpPr>
            <p:cNvPr id="240" name="Google Shape;240;p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3" name="Google Shape;243;p9"/>
          <p:cNvSpPr/>
          <p:nvPr/>
        </p:nvSpPr>
        <p:spPr>
          <a:xfrm rot="-597351">
            <a:off x="6767407" y="4790731"/>
            <a:ext cx="529781" cy="1241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4" name="Google Shape;244;p9"/>
          <p:cNvGrpSpPr/>
          <p:nvPr/>
        </p:nvGrpSpPr>
        <p:grpSpPr>
          <a:xfrm rot="-4966591">
            <a:off x="1215563" y="428704"/>
            <a:ext cx="244639" cy="221602"/>
            <a:chOff x="1640475" y="1197075"/>
            <a:chExt cx="55475" cy="50250"/>
          </a:xfrm>
        </p:grpSpPr>
        <p:sp>
          <p:nvSpPr>
            <p:cNvPr id="245" name="Google Shape;245;p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8" name="Google Shape;248;p9"/>
          <p:cNvGrpSpPr/>
          <p:nvPr/>
        </p:nvGrpSpPr>
        <p:grpSpPr>
          <a:xfrm rot="-5400136">
            <a:off x="1436469" y="4381433"/>
            <a:ext cx="420678" cy="381051"/>
            <a:chOff x="1640475" y="1197075"/>
            <a:chExt cx="55475" cy="50250"/>
          </a:xfrm>
        </p:grpSpPr>
        <p:sp>
          <p:nvSpPr>
            <p:cNvPr id="249" name="Google Shape;249;p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2" name="Google Shape;252;p9"/>
          <p:cNvSpPr/>
          <p:nvPr/>
        </p:nvSpPr>
        <p:spPr>
          <a:xfrm flipH="1" rot="1865663">
            <a:off x="-99215" y="3419180"/>
            <a:ext cx="609603" cy="955142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3" name="Google Shape;253;p9"/>
          <p:cNvSpPr/>
          <p:nvPr/>
        </p:nvSpPr>
        <p:spPr>
          <a:xfrm rot="-3264252">
            <a:off x="255856" y="807468"/>
            <a:ext cx="529775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254" name="Shape 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" name="Google Shape;255;p10"/>
          <p:cNvSpPr/>
          <p:nvPr>
            <p:ph idx="2" type="pic"/>
          </p:nvPr>
        </p:nvSpPr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256" name="Google Shape;256;p10"/>
          <p:cNvSpPr txBox="1"/>
          <p:nvPr>
            <p:ph type="title"/>
          </p:nvPr>
        </p:nvSpPr>
        <p:spPr>
          <a:xfrm>
            <a:off x="821675" y="3707975"/>
            <a:ext cx="28812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57" name="Google Shape;257;p10"/>
          <p:cNvSpPr/>
          <p:nvPr/>
        </p:nvSpPr>
        <p:spPr>
          <a:xfrm>
            <a:off x="5777548" y="-948481"/>
            <a:ext cx="4112727" cy="2805948"/>
          </a:xfrm>
          <a:custGeom>
            <a:rect b="b" l="l" r="r" t="t"/>
            <a:pathLst>
              <a:path extrusionOk="0" h="113820" w="166828">
                <a:moveTo>
                  <a:pt x="37921" y="1"/>
                </a:moveTo>
                <a:cubicBezTo>
                  <a:pt x="36836" y="1"/>
                  <a:pt x="35541" y="330"/>
                  <a:pt x="34305" y="1407"/>
                </a:cubicBezTo>
                <a:cubicBezTo>
                  <a:pt x="23972" y="10416"/>
                  <a:pt x="8738" y="14467"/>
                  <a:pt x="4398" y="27982"/>
                </a:cubicBezTo>
                <a:cubicBezTo>
                  <a:pt x="0" y="41680"/>
                  <a:pt x="7520" y="58250"/>
                  <a:pt x="21045" y="63486"/>
                </a:cubicBezTo>
                <a:cubicBezTo>
                  <a:pt x="22997" y="64243"/>
                  <a:pt x="25102" y="64731"/>
                  <a:pt x="27186" y="64731"/>
                </a:cubicBezTo>
                <a:cubicBezTo>
                  <a:pt x="28926" y="64731"/>
                  <a:pt x="30652" y="64391"/>
                  <a:pt x="32263" y="63581"/>
                </a:cubicBezTo>
                <a:cubicBezTo>
                  <a:pt x="35432" y="61989"/>
                  <a:pt x="37547" y="59068"/>
                  <a:pt x="39281" y="56069"/>
                </a:cubicBezTo>
                <a:cubicBezTo>
                  <a:pt x="41088" y="52945"/>
                  <a:pt x="42569" y="49589"/>
                  <a:pt x="44777" y="46713"/>
                </a:cubicBezTo>
                <a:cubicBezTo>
                  <a:pt x="46806" y="44071"/>
                  <a:pt x="49700" y="42214"/>
                  <a:pt x="52852" y="41193"/>
                </a:cubicBezTo>
                <a:cubicBezTo>
                  <a:pt x="54502" y="40658"/>
                  <a:pt x="56271" y="40357"/>
                  <a:pt x="58033" y="40357"/>
                </a:cubicBezTo>
                <a:cubicBezTo>
                  <a:pt x="59582" y="40357"/>
                  <a:pt x="61125" y="40589"/>
                  <a:pt x="62577" y="41099"/>
                </a:cubicBezTo>
                <a:cubicBezTo>
                  <a:pt x="65894" y="42264"/>
                  <a:pt x="68169" y="44781"/>
                  <a:pt x="69461" y="48008"/>
                </a:cubicBezTo>
                <a:cubicBezTo>
                  <a:pt x="70920" y="51651"/>
                  <a:pt x="71214" y="55625"/>
                  <a:pt x="72500" y="59321"/>
                </a:cubicBezTo>
                <a:cubicBezTo>
                  <a:pt x="73761" y="62945"/>
                  <a:pt x="76246" y="66870"/>
                  <a:pt x="80098" y="68098"/>
                </a:cubicBezTo>
                <a:cubicBezTo>
                  <a:pt x="80924" y="68361"/>
                  <a:pt x="81738" y="68476"/>
                  <a:pt x="82539" y="68476"/>
                </a:cubicBezTo>
                <a:cubicBezTo>
                  <a:pt x="84915" y="68476"/>
                  <a:pt x="87181" y="67468"/>
                  <a:pt x="89338" y="66338"/>
                </a:cubicBezTo>
                <a:cubicBezTo>
                  <a:pt x="91372" y="65273"/>
                  <a:pt x="93666" y="63918"/>
                  <a:pt x="96008" y="63918"/>
                </a:cubicBezTo>
                <a:cubicBezTo>
                  <a:pt x="96706" y="63918"/>
                  <a:pt x="97408" y="64039"/>
                  <a:pt x="98109" y="64323"/>
                </a:cubicBezTo>
                <a:cubicBezTo>
                  <a:pt x="101824" y="65830"/>
                  <a:pt x="103218" y="70593"/>
                  <a:pt x="104170" y="74096"/>
                </a:cubicBezTo>
                <a:cubicBezTo>
                  <a:pt x="105294" y="78232"/>
                  <a:pt x="106341" y="82392"/>
                  <a:pt x="107639" y="86478"/>
                </a:cubicBezTo>
                <a:cubicBezTo>
                  <a:pt x="110173" y="94464"/>
                  <a:pt x="113842" y="102270"/>
                  <a:pt x="120376" y="107758"/>
                </a:cubicBezTo>
                <a:cubicBezTo>
                  <a:pt x="124773" y="111451"/>
                  <a:pt x="130232" y="113819"/>
                  <a:pt x="135852" y="113819"/>
                </a:cubicBezTo>
                <a:cubicBezTo>
                  <a:pt x="137764" y="113819"/>
                  <a:pt x="139695" y="113545"/>
                  <a:pt x="141609" y="112956"/>
                </a:cubicBezTo>
                <a:cubicBezTo>
                  <a:pt x="148075" y="110966"/>
                  <a:pt x="152915" y="105717"/>
                  <a:pt x="156292" y="100059"/>
                </a:cubicBezTo>
                <a:cubicBezTo>
                  <a:pt x="159974" y="93886"/>
                  <a:pt x="162303" y="87008"/>
                  <a:pt x="164024" y="80059"/>
                </a:cubicBezTo>
                <a:cubicBezTo>
                  <a:pt x="165781" y="72965"/>
                  <a:pt x="166828" y="65469"/>
                  <a:pt x="165704" y="58187"/>
                </a:cubicBezTo>
                <a:cubicBezTo>
                  <a:pt x="164530" y="50572"/>
                  <a:pt x="160681" y="43928"/>
                  <a:pt x="154464" y="39322"/>
                </a:cubicBezTo>
                <a:cubicBezTo>
                  <a:pt x="147232" y="33964"/>
                  <a:pt x="138199" y="31294"/>
                  <a:pt x="129697" y="28706"/>
                </a:cubicBezTo>
                <a:cubicBezTo>
                  <a:pt x="120365" y="25866"/>
                  <a:pt x="110897" y="23505"/>
                  <a:pt x="101432" y="21160"/>
                </a:cubicBezTo>
                <a:cubicBezTo>
                  <a:pt x="82523" y="16474"/>
                  <a:pt x="63390" y="11839"/>
                  <a:pt x="45718" y="3432"/>
                </a:cubicBezTo>
                <a:cubicBezTo>
                  <a:pt x="43955" y="2593"/>
                  <a:pt x="42210" y="1715"/>
                  <a:pt x="40486" y="799"/>
                </a:cubicBezTo>
                <a:cubicBezTo>
                  <a:pt x="40674" y="722"/>
                  <a:pt x="39528" y="1"/>
                  <a:pt x="3792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258" name="Shape 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" name="Google Shape;259;p11"/>
          <p:cNvSpPr/>
          <p:nvPr/>
        </p:nvSpPr>
        <p:spPr>
          <a:xfrm rot="10800000">
            <a:off x="-157853" y="4139715"/>
            <a:ext cx="2673716" cy="1310885"/>
          </a:xfrm>
          <a:custGeom>
            <a:rect b="b" l="l" r="r" t="t"/>
            <a:pathLst>
              <a:path extrusionOk="0" h="8220" w="16766">
                <a:moveTo>
                  <a:pt x="16619" y="0"/>
                </a:moveTo>
                <a:lnTo>
                  <a:pt x="1" y="306"/>
                </a:lnTo>
                <a:cubicBezTo>
                  <a:pt x="61" y="421"/>
                  <a:pt x="130" y="530"/>
                  <a:pt x="209" y="629"/>
                </a:cubicBezTo>
                <a:cubicBezTo>
                  <a:pt x="561" y="1077"/>
                  <a:pt x="1090" y="1341"/>
                  <a:pt x="1620" y="1341"/>
                </a:cubicBezTo>
                <a:cubicBezTo>
                  <a:pt x="1653" y="1341"/>
                  <a:pt x="1687" y="1340"/>
                  <a:pt x="1720" y="1338"/>
                </a:cubicBezTo>
                <a:cubicBezTo>
                  <a:pt x="2137" y="1311"/>
                  <a:pt x="2547" y="1128"/>
                  <a:pt x="2959" y="1128"/>
                </a:cubicBezTo>
                <a:cubicBezTo>
                  <a:pt x="3033" y="1128"/>
                  <a:pt x="3106" y="1133"/>
                  <a:pt x="3180" y="1147"/>
                </a:cubicBezTo>
                <a:cubicBezTo>
                  <a:pt x="3277" y="1165"/>
                  <a:pt x="3367" y="1194"/>
                  <a:pt x="3455" y="1233"/>
                </a:cubicBezTo>
                <a:cubicBezTo>
                  <a:pt x="3474" y="1242"/>
                  <a:pt x="3493" y="1250"/>
                  <a:pt x="3511" y="1261"/>
                </a:cubicBezTo>
                <a:lnTo>
                  <a:pt x="3512" y="1261"/>
                </a:lnTo>
                <a:cubicBezTo>
                  <a:pt x="4178" y="1599"/>
                  <a:pt x="4587" y="2502"/>
                  <a:pt x="5216" y="2997"/>
                </a:cubicBezTo>
                <a:cubicBezTo>
                  <a:pt x="5642" y="3331"/>
                  <a:pt x="6137" y="3458"/>
                  <a:pt x="6653" y="3458"/>
                </a:cubicBezTo>
                <a:cubicBezTo>
                  <a:pt x="7281" y="3458"/>
                  <a:pt x="7939" y="3268"/>
                  <a:pt x="8534" y="3032"/>
                </a:cubicBezTo>
                <a:cubicBezTo>
                  <a:pt x="9061" y="2823"/>
                  <a:pt x="9606" y="2582"/>
                  <a:pt x="10155" y="2582"/>
                </a:cubicBezTo>
                <a:cubicBezTo>
                  <a:pt x="10271" y="2582"/>
                  <a:pt x="10386" y="2593"/>
                  <a:pt x="10502" y="2617"/>
                </a:cubicBezTo>
                <a:cubicBezTo>
                  <a:pt x="11491" y="2819"/>
                  <a:pt x="12129" y="3901"/>
                  <a:pt x="12548" y="4929"/>
                </a:cubicBezTo>
                <a:cubicBezTo>
                  <a:pt x="12966" y="5958"/>
                  <a:pt x="13334" y="7102"/>
                  <a:pt x="14165" y="7742"/>
                </a:cubicBezTo>
                <a:cubicBezTo>
                  <a:pt x="14587" y="8068"/>
                  <a:pt x="15094" y="8220"/>
                  <a:pt x="15606" y="8220"/>
                </a:cubicBezTo>
                <a:cubicBezTo>
                  <a:pt x="16002" y="8220"/>
                  <a:pt x="16401" y="8129"/>
                  <a:pt x="16766" y="7956"/>
                </a:cubicBezTo>
                <a:lnTo>
                  <a:pt x="16619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0" name="Google Shape;260;p11"/>
          <p:cNvSpPr/>
          <p:nvPr/>
        </p:nvSpPr>
        <p:spPr>
          <a:xfrm rot="10800000">
            <a:off x="-684513" y="-456871"/>
            <a:ext cx="2285560" cy="4165328"/>
          </a:xfrm>
          <a:custGeom>
            <a:rect b="b" l="l" r="r" t="t"/>
            <a:pathLst>
              <a:path extrusionOk="0" h="26119" w="14332">
                <a:moveTo>
                  <a:pt x="12104" y="0"/>
                </a:moveTo>
                <a:cubicBezTo>
                  <a:pt x="11836" y="0"/>
                  <a:pt x="11579" y="100"/>
                  <a:pt x="11338" y="207"/>
                </a:cubicBezTo>
                <a:cubicBezTo>
                  <a:pt x="11049" y="335"/>
                  <a:pt x="10764" y="475"/>
                  <a:pt x="10478" y="610"/>
                </a:cubicBezTo>
                <a:cubicBezTo>
                  <a:pt x="9890" y="885"/>
                  <a:pt x="9294" y="1149"/>
                  <a:pt x="8713" y="1440"/>
                </a:cubicBezTo>
                <a:cubicBezTo>
                  <a:pt x="8495" y="1549"/>
                  <a:pt x="8298" y="1691"/>
                  <a:pt x="8201" y="1922"/>
                </a:cubicBezTo>
                <a:cubicBezTo>
                  <a:pt x="8095" y="2174"/>
                  <a:pt x="8110" y="2467"/>
                  <a:pt x="8106" y="2735"/>
                </a:cubicBezTo>
                <a:cubicBezTo>
                  <a:pt x="8097" y="3377"/>
                  <a:pt x="8121" y="4019"/>
                  <a:pt x="8176" y="4658"/>
                </a:cubicBezTo>
                <a:cubicBezTo>
                  <a:pt x="8228" y="5277"/>
                  <a:pt x="8331" y="5899"/>
                  <a:pt x="8283" y="6521"/>
                </a:cubicBezTo>
                <a:cubicBezTo>
                  <a:pt x="8242" y="7056"/>
                  <a:pt x="8055" y="7556"/>
                  <a:pt x="7761" y="8004"/>
                </a:cubicBezTo>
                <a:cubicBezTo>
                  <a:pt x="7173" y="8897"/>
                  <a:pt x="6276" y="9476"/>
                  <a:pt x="5434" y="10099"/>
                </a:cubicBezTo>
                <a:cubicBezTo>
                  <a:pt x="5008" y="10415"/>
                  <a:pt x="4600" y="10769"/>
                  <a:pt x="4338" y="11238"/>
                </a:cubicBezTo>
                <a:cubicBezTo>
                  <a:pt x="4078" y="11703"/>
                  <a:pt x="3973" y="12231"/>
                  <a:pt x="3932" y="12758"/>
                </a:cubicBezTo>
                <a:cubicBezTo>
                  <a:pt x="3854" y="13776"/>
                  <a:pt x="4023" y="14819"/>
                  <a:pt x="3717" y="15812"/>
                </a:cubicBezTo>
                <a:cubicBezTo>
                  <a:pt x="3574" y="16273"/>
                  <a:pt x="3319" y="16702"/>
                  <a:pt x="2917" y="16981"/>
                </a:cubicBezTo>
                <a:cubicBezTo>
                  <a:pt x="2489" y="17279"/>
                  <a:pt x="1977" y="17419"/>
                  <a:pt x="1536" y="17694"/>
                </a:cubicBezTo>
                <a:cubicBezTo>
                  <a:pt x="639" y="18252"/>
                  <a:pt x="327" y="19323"/>
                  <a:pt x="152" y="20304"/>
                </a:cubicBezTo>
                <a:cubicBezTo>
                  <a:pt x="48" y="20891"/>
                  <a:pt x="1" y="21500"/>
                  <a:pt x="140" y="22087"/>
                </a:cubicBezTo>
                <a:cubicBezTo>
                  <a:pt x="259" y="22589"/>
                  <a:pt x="523" y="23040"/>
                  <a:pt x="855" y="23429"/>
                </a:cubicBezTo>
                <a:cubicBezTo>
                  <a:pt x="1544" y="24236"/>
                  <a:pt x="3187" y="24329"/>
                  <a:pt x="3333" y="25366"/>
                </a:cubicBezTo>
                <a:cubicBezTo>
                  <a:pt x="3413" y="25937"/>
                  <a:pt x="4213" y="26116"/>
                  <a:pt x="4450" y="26116"/>
                </a:cubicBezTo>
                <a:cubicBezTo>
                  <a:pt x="4499" y="26116"/>
                  <a:pt x="4524" y="26108"/>
                  <a:pt x="4512" y="26094"/>
                </a:cubicBezTo>
                <a:lnTo>
                  <a:pt x="4512" y="26094"/>
                </a:lnTo>
                <a:cubicBezTo>
                  <a:pt x="5752" y="26098"/>
                  <a:pt x="6992" y="26103"/>
                  <a:pt x="8231" y="26108"/>
                </a:cubicBezTo>
                <a:cubicBezTo>
                  <a:pt x="8884" y="26110"/>
                  <a:pt x="9536" y="26113"/>
                  <a:pt x="10188" y="26115"/>
                </a:cubicBezTo>
                <a:cubicBezTo>
                  <a:pt x="10509" y="26116"/>
                  <a:pt x="10831" y="26117"/>
                  <a:pt x="11153" y="26118"/>
                </a:cubicBezTo>
                <a:cubicBezTo>
                  <a:pt x="11181" y="26118"/>
                  <a:pt x="11210" y="26118"/>
                  <a:pt x="11238" y="26118"/>
                </a:cubicBezTo>
                <a:cubicBezTo>
                  <a:pt x="11502" y="26118"/>
                  <a:pt x="11768" y="26112"/>
                  <a:pt x="12030" y="26066"/>
                </a:cubicBezTo>
                <a:cubicBezTo>
                  <a:pt x="12510" y="25980"/>
                  <a:pt x="12981" y="25708"/>
                  <a:pt x="13161" y="25232"/>
                </a:cubicBezTo>
                <a:cubicBezTo>
                  <a:pt x="13200" y="25130"/>
                  <a:pt x="13224" y="25017"/>
                  <a:pt x="13222" y="24907"/>
                </a:cubicBezTo>
                <a:cubicBezTo>
                  <a:pt x="13220" y="24778"/>
                  <a:pt x="13107" y="24687"/>
                  <a:pt x="13042" y="24582"/>
                </a:cubicBezTo>
                <a:cubicBezTo>
                  <a:pt x="12914" y="24378"/>
                  <a:pt x="12829" y="24154"/>
                  <a:pt x="12777" y="23918"/>
                </a:cubicBezTo>
                <a:cubicBezTo>
                  <a:pt x="12667" y="23424"/>
                  <a:pt x="12700" y="22903"/>
                  <a:pt x="12760" y="22402"/>
                </a:cubicBezTo>
                <a:cubicBezTo>
                  <a:pt x="12825" y="21856"/>
                  <a:pt x="12928" y="21313"/>
                  <a:pt x="12991" y="20766"/>
                </a:cubicBezTo>
                <a:cubicBezTo>
                  <a:pt x="13138" y="19498"/>
                  <a:pt x="13165" y="18220"/>
                  <a:pt x="13259" y="16947"/>
                </a:cubicBezTo>
                <a:cubicBezTo>
                  <a:pt x="13306" y="16306"/>
                  <a:pt x="13371" y="15667"/>
                  <a:pt x="13476" y="15033"/>
                </a:cubicBezTo>
                <a:cubicBezTo>
                  <a:pt x="13580" y="14418"/>
                  <a:pt x="13717" y="13809"/>
                  <a:pt x="13850" y="13199"/>
                </a:cubicBezTo>
                <a:cubicBezTo>
                  <a:pt x="14117" y="11977"/>
                  <a:pt x="14332" y="10761"/>
                  <a:pt x="14312" y="9506"/>
                </a:cubicBezTo>
                <a:cubicBezTo>
                  <a:pt x="14292" y="8213"/>
                  <a:pt x="14104" y="6931"/>
                  <a:pt x="14032" y="5641"/>
                </a:cubicBezTo>
                <a:cubicBezTo>
                  <a:pt x="13973" y="4552"/>
                  <a:pt x="14026" y="3448"/>
                  <a:pt x="13821" y="2371"/>
                </a:cubicBezTo>
                <a:cubicBezTo>
                  <a:pt x="13723" y="1854"/>
                  <a:pt x="13559" y="1346"/>
                  <a:pt x="13296" y="889"/>
                </a:cubicBezTo>
                <a:cubicBezTo>
                  <a:pt x="13046" y="456"/>
                  <a:pt x="12681" y="18"/>
                  <a:pt x="12141" y="1"/>
                </a:cubicBezTo>
                <a:cubicBezTo>
                  <a:pt x="12128" y="1"/>
                  <a:pt x="12116" y="0"/>
                  <a:pt x="12104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1" name="Google Shape;261;p11"/>
          <p:cNvSpPr/>
          <p:nvPr/>
        </p:nvSpPr>
        <p:spPr>
          <a:xfrm rot="10800000">
            <a:off x="6791989" y="-953560"/>
            <a:ext cx="2590312" cy="1991683"/>
          </a:xfrm>
          <a:custGeom>
            <a:rect b="b" l="l" r="r" t="t"/>
            <a:pathLst>
              <a:path extrusionOk="0" h="12489" w="16243">
                <a:moveTo>
                  <a:pt x="3844" y="0"/>
                </a:moveTo>
                <a:cubicBezTo>
                  <a:pt x="3285" y="0"/>
                  <a:pt x="2723" y="148"/>
                  <a:pt x="2228" y="400"/>
                </a:cubicBezTo>
                <a:cubicBezTo>
                  <a:pt x="1280" y="883"/>
                  <a:pt x="590" y="1767"/>
                  <a:pt x="156" y="2720"/>
                </a:cubicBezTo>
                <a:cubicBezTo>
                  <a:pt x="49" y="2956"/>
                  <a:pt x="1" y="3596"/>
                  <a:pt x="54" y="3596"/>
                </a:cubicBezTo>
                <a:cubicBezTo>
                  <a:pt x="57" y="3596"/>
                  <a:pt x="61" y="3593"/>
                  <a:pt x="66" y="3588"/>
                </a:cubicBezTo>
                <a:cubicBezTo>
                  <a:pt x="269" y="4868"/>
                  <a:pt x="1355" y="5759"/>
                  <a:pt x="2294" y="6557"/>
                </a:cubicBezTo>
                <a:cubicBezTo>
                  <a:pt x="3560" y="7632"/>
                  <a:pt x="4723" y="8824"/>
                  <a:pt x="5756" y="10126"/>
                </a:cubicBezTo>
                <a:cubicBezTo>
                  <a:pt x="6340" y="10862"/>
                  <a:pt x="6881" y="11633"/>
                  <a:pt x="7379" y="12430"/>
                </a:cubicBezTo>
                <a:cubicBezTo>
                  <a:pt x="7403" y="12468"/>
                  <a:pt x="7442" y="12488"/>
                  <a:pt x="7481" y="12488"/>
                </a:cubicBezTo>
                <a:cubicBezTo>
                  <a:pt x="7510" y="12488"/>
                  <a:pt x="7539" y="12478"/>
                  <a:pt x="7563" y="12456"/>
                </a:cubicBezTo>
                <a:cubicBezTo>
                  <a:pt x="9372" y="10767"/>
                  <a:pt x="11182" y="9079"/>
                  <a:pt x="12991" y="7391"/>
                </a:cubicBezTo>
                <a:cubicBezTo>
                  <a:pt x="13444" y="6969"/>
                  <a:pt x="13897" y="6547"/>
                  <a:pt x="14348" y="6125"/>
                </a:cubicBezTo>
                <a:cubicBezTo>
                  <a:pt x="14774" y="5728"/>
                  <a:pt x="15224" y="5346"/>
                  <a:pt x="15621" y="4920"/>
                </a:cubicBezTo>
                <a:cubicBezTo>
                  <a:pt x="15956" y="4561"/>
                  <a:pt x="16230" y="4130"/>
                  <a:pt x="16237" y="3625"/>
                </a:cubicBezTo>
                <a:cubicBezTo>
                  <a:pt x="16243" y="3173"/>
                  <a:pt x="16055" y="2737"/>
                  <a:pt x="15772" y="2393"/>
                </a:cubicBezTo>
                <a:cubicBezTo>
                  <a:pt x="15118" y="1597"/>
                  <a:pt x="13969" y="1326"/>
                  <a:pt x="12990" y="1230"/>
                </a:cubicBezTo>
                <a:cubicBezTo>
                  <a:pt x="12782" y="1209"/>
                  <a:pt x="12575" y="1199"/>
                  <a:pt x="12369" y="1199"/>
                </a:cubicBezTo>
                <a:cubicBezTo>
                  <a:pt x="11579" y="1199"/>
                  <a:pt x="10805" y="1344"/>
                  <a:pt x="10046" y="1589"/>
                </a:cubicBezTo>
                <a:cubicBezTo>
                  <a:pt x="9458" y="1779"/>
                  <a:pt x="8842" y="1996"/>
                  <a:pt x="8230" y="1996"/>
                </a:cubicBezTo>
                <a:cubicBezTo>
                  <a:pt x="7924" y="1996"/>
                  <a:pt x="7618" y="1942"/>
                  <a:pt x="7317" y="1801"/>
                </a:cubicBezTo>
                <a:cubicBezTo>
                  <a:pt x="6411" y="1378"/>
                  <a:pt x="5786" y="517"/>
                  <a:pt x="4835" y="170"/>
                </a:cubicBezTo>
                <a:cubicBezTo>
                  <a:pt x="4516" y="54"/>
                  <a:pt x="4181" y="0"/>
                  <a:pt x="3844" y="0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2" name="Google Shape;262;p11"/>
          <p:cNvSpPr/>
          <p:nvPr/>
        </p:nvSpPr>
        <p:spPr>
          <a:xfrm rot="10800000">
            <a:off x="7388097" y="1594175"/>
            <a:ext cx="1983041" cy="3856424"/>
          </a:xfrm>
          <a:custGeom>
            <a:rect b="b" l="l" r="r" t="t"/>
            <a:pathLst>
              <a:path extrusionOk="0" h="24182" w="12435">
                <a:moveTo>
                  <a:pt x="7995" y="0"/>
                </a:moveTo>
                <a:cubicBezTo>
                  <a:pt x="6753" y="0"/>
                  <a:pt x="5507" y="123"/>
                  <a:pt x="4282" y="305"/>
                </a:cubicBezTo>
                <a:cubicBezTo>
                  <a:pt x="3647" y="400"/>
                  <a:pt x="3014" y="509"/>
                  <a:pt x="2384" y="629"/>
                </a:cubicBezTo>
                <a:cubicBezTo>
                  <a:pt x="1767" y="745"/>
                  <a:pt x="1135" y="843"/>
                  <a:pt x="528" y="997"/>
                </a:cubicBezTo>
                <a:cubicBezTo>
                  <a:pt x="284" y="1059"/>
                  <a:pt x="86" y="1199"/>
                  <a:pt x="44" y="1438"/>
                </a:cubicBezTo>
                <a:cubicBezTo>
                  <a:pt x="1" y="1675"/>
                  <a:pt x="98" y="1906"/>
                  <a:pt x="177" y="2128"/>
                </a:cubicBezTo>
                <a:cubicBezTo>
                  <a:pt x="371" y="2674"/>
                  <a:pt x="529" y="3231"/>
                  <a:pt x="657" y="3795"/>
                </a:cubicBezTo>
                <a:cubicBezTo>
                  <a:pt x="1173" y="6076"/>
                  <a:pt x="1176" y="8421"/>
                  <a:pt x="1157" y="10740"/>
                </a:cubicBezTo>
                <a:cubicBezTo>
                  <a:pt x="1137" y="13166"/>
                  <a:pt x="1119" y="15594"/>
                  <a:pt x="956" y="18015"/>
                </a:cubicBezTo>
                <a:cubicBezTo>
                  <a:pt x="873" y="19227"/>
                  <a:pt x="754" y="20438"/>
                  <a:pt x="578" y="21641"/>
                </a:cubicBezTo>
                <a:cubicBezTo>
                  <a:pt x="533" y="21947"/>
                  <a:pt x="484" y="22253"/>
                  <a:pt x="431" y="22559"/>
                </a:cubicBezTo>
                <a:cubicBezTo>
                  <a:pt x="386" y="22822"/>
                  <a:pt x="322" y="23092"/>
                  <a:pt x="343" y="23359"/>
                </a:cubicBezTo>
                <a:cubicBezTo>
                  <a:pt x="374" y="23781"/>
                  <a:pt x="660" y="24173"/>
                  <a:pt x="1161" y="24181"/>
                </a:cubicBezTo>
                <a:cubicBezTo>
                  <a:pt x="1165" y="24181"/>
                  <a:pt x="1169" y="24181"/>
                  <a:pt x="1173" y="24181"/>
                </a:cubicBezTo>
                <a:cubicBezTo>
                  <a:pt x="1371" y="24181"/>
                  <a:pt x="1540" y="24099"/>
                  <a:pt x="1654" y="23951"/>
                </a:cubicBezTo>
                <a:cubicBezTo>
                  <a:pt x="1675" y="23925"/>
                  <a:pt x="1683" y="23898"/>
                  <a:pt x="1682" y="23874"/>
                </a:cubicBezTo>
                <a:lnTo>
                  <a:pt x="1682" y="23874"/>
                </a:lnTo>
                <a:cubicBezTo>
                  <a:pt x="1847" y="23898"/>
                  <a:pt x="2014" y="23909"/>
                  <a:pt x="2180" y="23909"/>
                </a:cubicBezTo>
                <a:cubicBezTo>
                  <a:pt x="2943" y="23909"/>
                  <a:pt x="3699" y="23667"/>
                  <a:pt x="4311" y="23242"/>
                </a:cubicBezTo>
                <a:cubicBezTo>
                  <a:pt x="4708" y="22966"/>
                  <a:pt x="5045" y="22616"/>
                  <a:pt x="5275" y="22211"/>
                </a:cubicBezTo>
                <a:cubicBezTo>
                  <a:pt x="5529" y="21761"/>
                  <a:pt x="5637" y="21258"/>
                  <a:pt x="5672" y="20756"/>
                </a:cubicBezTo>
                <a:cubicBezTo>
                  <a:pt x="5745" y="19694"/>
                  <a:pt x="5474" y="18600"/>
                  <a:pt x="5753" y="17552"/>
                </a:cubicBezTo>
                <a:cubicBezTo>
                  <a:pt x="5970" y="16734"/>
                  <a:pt x="6573" y="16141"/>
                  <a:pt x="7340" y="15710"/>
                </a:cubicBezTo>
                <a:cubicBezTo>
                  <a:pt x="8075" y="15296"/>
                  <a:pt x="8888" y="15018"/>
                  <a:pt x="9665" y="14682"/>
                </a:cubicBezTo>
                <a:cubicBezTo>
                  <a:pt x="10395" y="14367"/>
                  <a:pt x="11138" y="13992"/>
                  <a:pt x="11650" y="13407"/>
                </a:cubicBezTo>
                <a:cubicBezTo>
                  <a:pt x="12358" y="12597"/>
                  <a:pt x="12435" y="11553"/>
                  <a:pt x="12147" y="10578"/>
                </a:cubicBezTo>
                <a:cubicBezTo>
                  <a:pt x="11808" y="9430"/>
                  <a:pt x="11016" y="8461"/>
                  <a:pt x="10472" y="7396"/>
                </a:cubicBezTo>
                <a:cubicBezTo>
                  <a:pt x="9923" y="6314"/>
                  <a:pt x="9632" y="5096"/>
                  <a:pt x="9791" y="3904"/>
                </a:cubicBezTo>
                <a:cubicBezTo>
                  <a:pt x="9926" y="2896"/>
                  <a:pt x="10412" y="1909"/>
                  <a:pt x="11209" y="1194"/>
                </a:cubicBezTo>
                <a:cubicBezTo>
                  <a:pt x="11406" y="1016"/>
                  <a:pt x="11621" y="858"/>
                  <a:pt x="11854" y="718"/>
                </a:cubicBezTo>
                <a:cubicBezTo>
                  <a:pt x="11960" y="654"/>
                  <a:pt x="11944" y="503"/>
                  <a:pt x="11818" y="468"/>
                </a:cubicBezTo>
                <a:cubicBezTo>
                  <a:pt x="10568" y="132"/>
                  <a:pt x="9284" y="0"/>
                  <a:pt x="7995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" name="Google Shape;263;p11"/>
          <p:cNvSpPr txBox="1"/>
          <p:nvPr>
            <p:ph hasCustomPrompt="1" type="title"/>
          </p:nvPr>
        </p:nvSpPr>
        <p:spPr>
          <a:xfrm>
            <a:off x="3196100" y="1106125"/>
            <a:ext cx="27519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64" name="Google Shape;264;p11"/>
          <p:cNvSpPr txBox="1"/>
          <p:nvPr>
            <p:ph idx="2" type="title"/>
          </p:nvPr>
        </p:nvSpPr>
        <p:spPr>
          <a:xfrm>
            <a:off x="2835100" y="3533700"/>
            <a:ext cx="3474000" cy="53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grpSp>
        <p:nvGrpSpPr>
          <p:cNvPr id="265" name="Google Shape;265;p11"/>
          <p:cNvGrpSpPr/>
          <p:nvPr/>
        </p:nvGrpSpPr>
        <p:grpSpPr>
          <a:xfrm rot="4499945">
            <a:off x="238776" y="4505523"/>
            <a:ext cx="215934" cy="195605"/>
            <a:chOff x="1640475" y="1197075"/>
            <a:chExt cx="55475" cy="50250"/>
          </a:xfrm>
        </p:grpSpPr>
        <p:sp>
          <p:nvSpPr>
            <p:cNvPr id="266" name="Google Shape;266;p1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1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1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9" name="Google Shape;269;p11"/>
          <p:cNvGrpSpPr/>
          <p:nvPr/>
        </p:nvGrpSpPr>
        <p:grpSpPr>
          <a:xfrm rot="5627155">
            <a:off x="558570" y="1047404"/>
            <a:ext cx="267257" cy="242085"/>
            <a:chOff x="1640475" y="1197075"/>
            <a:chExt cx="55475" cy="50250"/>
          </a:xfrm>
        </p:grpSpPr>
        <p:sp>
          <p:nvSpPr>
            <p:cNvPr id="270" name="Google Shape;270;p1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1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1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3" name="Google Shape;273;p11"/>
          <p:cNvSpPr/>
          <p:nvPr/>
        </p:nvSpPr>
        <p:spPr>
          <a:xfrm flipH="1" rot="9000107">
            <a:off x="1795856" y="321729"/>
            <a:ext cx="615242" cy="14412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4" name="Google Shape;274;p11"/>
          <p:cNvSpPr/>
          <p:nvPr/>
        </p:nvSpPr>
        <p:spPr>
          <a:xfrm flipH="1" rot="5400117">
            <a:off x="8313434" y="4440398"/>
            <a:ext cx="545177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5" name="Google Shape;275;p11"/>
          <p:cNvGrpSpPr/>
          <p:nvPr/>
        </p:nvGrpSpPr>
        <p:grpSpPr>
          <a:xfrm rot="6300044">
            <a:off x="7574076" y="4480872"/>
            <a:ext cx="228603" cy="207086"/>
            <a:chOff x="1640475" y="1197075"/>
            <a:chExt cx="55475" cy="50250"/>
          </a:xfrm>
        </p:grpSpPr>
        <p:sp>
          <p:nvSpPr>
            <p:cNvPr id="276" name="Google Shape;276;p1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1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1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9" name="Google Shape;279;p11"/>
          <p:cNvSpPr/>
          <p:nvPr/>
        </p:nvSpPr>
        <p:spPr>
          <a:xfrm rot="-1919016">
            <a:off x="8596771" y="46344"/>
            <a:ext cx="809521" cy="1268426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280" name="Shape 28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_1">
    <p:spTree>
      <p:nvGrpSpPr>
        <p:cNvPr id="281" name="Shape 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" name="Google Shape;282;p13"/>
          <p:cNvSpPr/>
          <p:nvPr/>
        </p:nvSpPr>
        <p:spPr>
          <a:xfrm>
            <a:off x="5203188" y="3304363"/>
            <a:ext cx="4205930" cy="2291529"/>
          </a:xfrm>
          <a:custGeom>
            <a:rect b="b" l="l" r="r" t="t"/>
            <a:pathLst>
              <a:path extrusionOk="0" h="14261" w="26175">
                <a:moveTo>
                  <a:pt x="21312" y="0"/>
                </a:moveTo>
                <a:cubicBezTo>
                  <a:pt x="20977" y="0"/>
                  <a:pt x="20642" y="41"/>
                  <a:pt x="20313" y="99"/>
                </a:cubicBezTo>
                <a:cubicBezTo>
                  <a:pt x="19331" y="273"/>
                  <a:pt x="18260" y="586"/>
                  <a:pt x="17702" y="1484"/>
                </a:cubicBezTo>
                <a:cubicBezTo>
                  <a:pt x="17428" y="1925"/>
                  <a:pt x="17287" y="2436"/>
                  <a:pt x="16990" y="2864"/>
                </a:cubicBezTo>
                <a:cubicBezTo>
                  <a:pt x="16710" y="3266"/>
                  <a:pt x="16282" y="3522"/>
                  <a:pt x="15821" y="3664"/>
                </a:cubicBezTo>
                <a:cubicBezTo>
                  <a:pt x="15261" y="3837"/>
                  <a:pt x="14685" y="3858"/>
                  <a:pt x="14107" y="3858"/>
                </a:cubicBezTo>
                <a:cubicBezTo>
                  <a:pt x="13914" y="3858"/>
                  <a:pt x="13720" y="3856"/>
                  <a:pt x="13527" y="3856"/>
                </a:cubicBezTo>
                <a:cubicBezTo>
                  <a:pt x="13273" y="3856"/>
                  <a:pt x="13019" y="3860"/>
                  <a:pt x="12766" y="3880"/>
                </a:cubicBezTo>
                <a:cubicBezTo>
                  <a:pt x="12240" y="3921"/>
                  <a:pt x="11711" y="4025"/>
                  <a:pt x="11246" y="4285"/>
                </a:cubicBezTo>
                <a:cubicBezTo>
                  <a:pt x="10777" y="4547"/>
                  <a:pt x="10423" y="4956"/>
                  <a:pt x="10107" y="5381"/>
                </a:cubicBezTo>
                <a:cubicBezTo>
                  <a:pt x="9484" y="6224"/>
                  <a:pt x="8906" y="7121"/>
                  <a:pt x="8012" y="7708"/>
                </a:cubicBezTo>
                <a:cubicBezTo>
                  <a:pt x="7566" y="8003"/>
                  <a:pt x="7065" y="8190"/>
                  <a:pt x="6530" y="8231"/>
                </a:cubicBezTo>
                <a:cubicBezTo>
                  <a:pt x="6418" y="8239"/>
                  <a:pt x="6306" y="8243"/>
                  <a:pt x="6194" y="8243"/>
                </a:cubicBezTo>
                <a:cubicBezTo>
                  <a:pt x="5684" y="8243"/>
                  <a:pt x="5174" y="8166"/>
                  <a:pt x="4666" y="8122"/>
                </a:cubicBezTo>
                <a:cubicBezTo>
                  <a:pt x="4112" y="8075"/>
                  <a:pt x="3557" y="8052"/>
                  <a:pt x="3001" y="8052"/>
                </a:cubicBezTo>
                <a:cubicBezTo>
                  <a:pt x="2916" y="8052"/>
                  <a:pt x="2830" y="8052"/>
                  <a:pt x="2744" y="8054"/>
                </a:cubicBezTo>
                <a:cubicBezTo>
                  <a:pt x="2475" y="8057"/>
                  <a:pt x="2183" y="8043"/>
                  <a:pt x="1931" y="8148"/>
                </a:cubicBezTo>
                <a:cubicBezTo>
                  <a:pt x="1700" y="8244"/>
                  <a:pt x="1557" y="8443"/>
                  <a:pt x="1448" y="8660"/>
                </a:cubicBezTo>
                <a:cubicBezTo>
                  <a:pt x="1157" y="9242"/>
                  <a:pt x="895" y="9837"/>
                  <a:pt x="618" y="10425"/>
                </a:cubicBezTo>
                <a:cubicBezTo>
                  <a:pt x="483" y="10711"/>
                  <a:pt x="344" y="10996"/>
                  <a:pt x="215" y="11284"/>
                </a:cubicBezTo>
                <a:cubicBezTo>
                  <a:pt x="103" y="11537"/>
                  <a:pt x="1" y="11806"/>
                  <a:pt x="9" y="12087"/>
                </a:cubicBezTo>
                <a:cubicBezTo>
                  <a:pt x="26" y="12628"/>
                  <a:pt x="464" y="12993"/>
                  <a:pt x="898" y="13242"/>
                </a:cubicBezTo>
                <a:cubicBezTo>
                  <a:pt x="1355" y="13506"/>
                  <a:pt x="1863" y="13671"/>
                  <a:pt x="2379" y="13769"/>
                </a:cubicBezTo>
                <a:cubicBezTo>
                  <a:pt x="3456" y="13974"/>
                  <a:pt x="4560" y="13920"/>
                  <a:pt x="5650" y="13980"/>
                </a:cubicBezTo>
                <a:cubicBezTo>
                  <a:pt x="6939" y="14051"/>
                  <a:pt x="8222" y="14239"/>
                  <a:pt x="9514" y="14259"/>
                </a:cubicBezTo>
                <a:cubicBezTo>
                  <a:pt x="9569" y="14260"/>
                  <a:pt x="9623" y="14261"/>
                  <a:pt x="9677" y="14261"/>
                </a:cubicBezTo>
                <a:cubicBezTo>
                  <a:pt x="10875" y="14261"/>
                  <a:pt x="12038" y="14052"/>
                  <a:pt x="13207" y="13797"/>
                </a:cubicBezTo>
                <a:cubicBezTo>
                  <a:pt x="13817" y="13663"/>
                  <a:pt x="14426" y="13526"/>
                  <a:pt x="15041" y="13424"/>
                </a:cubicBezTo>
                <a:cubicBezTo>
                  <a:pt x="15675" y="13317"/>
                  <a:pt x="16315" y="13253"/>
                  <a:pt x="16956" y="13206"/>
                </a:cubicBezTo>
                <a:cubicBezTo>
                  <a:pt x="18228" y="13113"/>
                  <a:pt x="19506" y="13085"/>
                  <a:pt x="20774" y="12938"/>
                </a:cubicBezTo>
                <a:cubicBezTo>
                  <a:pt x="21322" y="12875"/>
                  <a:pt x="21864" y="12773"/>
                  <a:pt x="22412" y="12707"/>
                </a:cubicBezTo>
                <a:cubicBezTo>
                  <a:pt x="22674" y="12676"/>
                  <a:pt x="22942" y="12652"/>
                  <a:pt x="23208" y="12652"/>
                </a:cubicBezTo>
                <a:cubicBezTo>
                  <a:pt x="23451" y="12652"/>
                  <a:pt x="23692" y="12672"/>
                  <a:pt x="23928" y="12724"/>
                </a:cubicBezTo>
                <a:cubicBezTo>
                  <a:pt x="24162" y="12777"/>
                  <a:pt x="24387" y="12861"/>
                  <a:pt x="24591" y="12989"/>
                </a:cubicBezTo>
                <a:cubicBezTo>
                  <a:pt x="24696" y="13055"/>
                  <a:pt x="24788" y="13167"/>
                  <a:pt x="24915" y="13170"/>
                </a:cubicBezTo>
                <a:cubicBezTo>
                  <a:pt x="24918" y="13170"/>
                  <a:pt x="24920" y="13170"/>
                  <a:pt x="24923" y="13170"/>
                </a:cubicBezTo>
                <a:cubicBezTo>
                  <a:pt x="25030" y="13170"/>
                  <a:pt x="25141" y="13147"/>
                  <a:pt x="25241" y="13108"/>
                </a:cubicBezTo>
                <a:cubicBezTo>
                  <a:pt x="25716" y="12928"/>
                  <a:pt x="25988" y="12456"/>
                  <a:pt x="26075" y="11977"/>
                </a:cubicBezTo>
                <a:cubicBezTo>
                  <a:pt x="26127" y="11687"/>
                  <a:pt x="26128" y="11393"/>
                  <a:pt x="26127" y="11099"/>
                </a:cubicBezTo>
                <a:cubicBezTo>
                  <a:pt x="26126" y="10779"/>
                  <a:pt x="26124" y="10457"/>
                  <a:pt x="26123" y="10135"/>
                </a:cubicBezTo>
                <a:cubicBezTo>
                  <a:pt x="26121" y="9483"/>
                  <a:pt x="26118" y="8831"/>
                  <a:pt x="26116" y="8179"/>
                </a:cubicBezTo>
                <a:cubicBezTo>
                  <a:pt x="26112" y="6939"/>
                  <a:pt x="26107" y="5700"/>
                  <a:pt x="26102" y="4459"/>
                </a:cubicBezTo>
                <a:lnTo>
                  <a:pt x="26102" y="4459"/>
                </a:lnTo>
                <a:cubicBezTo>
                  <a:pt x="26105" y="4461"/>
                  <a:pt x="26107" y="4462"/>
                  <a:pt x="26109" y="4462"/>
                </a:cubicBezTo>
                <a:cubicBezTo>
                  <a:pt x="26174" y="4462"/>
                  <a:pt x="26046" y="3375"/>
                  <a:pt x="25375" y="3280"/>
                </a:cubicBezTo>
                <a:cubicBezTo>
                  <a:pt x="24338" y="3135"/>
                  <a:pt x="24244" y="1492"/>
                  <a:pt x="23438" y="803"/>
                </a:cubicBezTo>
                <a:cubicBezTo>
                  <a:pt x="23048" y="470"/>
                  <a:pt x="22597" y="206"/>
                  <a:pt x="22095" y="87"/>
                </a:cubicBezTo>
                <a:cubicBezTo>
                  <a:pt x="21837" y="25"/>
                  <a:pt x="21575" y="0"/>
                  <a:pt x="21312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" name="Google Shape;283;p13"/>
          <p:cNvSpPr/>
          <p:nvPr/>
        </p:nvSpPr>
        <p:spPr>
          <a:xfrm>
            <a:off x="-450899" y="3428735"/>
            <a:ext cx="2089708" cy="2096136"/>
          </a:xfrm>
          <a:custGeom>
            <a:rect b="b" l="l" r="r" t="t"/>
            <a:pathLst>
              <a:path extrusionOk="0" h="13045" w="13005">
                <a:moveTo>
                  <a:pt x="1922" y="1"/>
                </a:moveTo>
                <a:cubicBezTo>
                  <a:pt x="1849" y="1"/>
                  <a:pt x="1776" y="4"/>
                  <a:pt x="1703" y="11"/>
                </a:cubicBezTo>
                <a:cubicBezTo>
                  <a:pt x="1260" y="54"/>
                  <a:pt x="818" y="227"/>
                  <a:pt x="503" y="551"/>
                </a:cubicBezTo>
                <a:cubicBezTo>
                  <a:pt x="150" y="913"/>
                  <a:pt x="38" y="1411"/>
                  <a:pt x="20" y="1903"/>
                </a:cubicBezTo>
                <a:cubicBezTo>
                  <a:pt x="0" y="2484"/>
                  <a:pt x="46" y="3073"/>
                  <a:pt x="66" y="3654"/>
                </a:cubicBezTo>
                <a:cubicBezTo>
                  <a:pt x="86" y="4273"/>
                  <a:pt x="107" y="4891"/>
                  <a:pt x="127" y="5509"/>
                </a:cubicBezTo>
                <a:lnTo>
                  <a:pt x="374" y="12928"/>
                </a:lnTo>
                <a:cubicBezTo>
                  <a:pt x="376" y="12996"/>
                  <a:pt x="429" y="13044"/>
                  <a:pt x="492" y="13044"/>
                </a:cubicBezTo>
                <a:cubicBezTo>
                  <a:pt x="501" y="13044"/>
                  <a:pt x="511" y="13043"/>
                  <a:pt x="520" y="13041"/>
                </a:cubicBezTo>
                <a:cubicBezTo>
                  <a:pt x="1437" y="12830"/>
                  <a:pt x="2365" y="12670"/>
                  <a:pt x="3299" y="12564"/>
                </a:cubicBezTo>
                <a:cubicBezTo>
                  <a:pt x="4235" y="12458"/>
                  <a:pt x="5175" y="12406"/>
                  <a:pt x="6116" y="12406"/>
                </a:cubicBezTo>
                <a:cubicBezTo>
                  <a:pt x="6835" y="12406"/>
                  <a:pt x="7554" y="12436"/>
                  <a:pt x="8271" y="12496"/>
                </a:cubicBezTo>
                <a:cubicBezTo>
                  <a:pt x="8728" y="12533"/>
                  <a:pt x="9209" y="12577"/>
                  <a:pt x="9687" y="12577"/>
                </a:cubicBezTo>
                <a:cubicBezTo>
                  <a:pt x="10492" y="12577"/>
                  <a:pt x="11288" y="12454"/>
                  <a:pt x="11947" y="11977"/>
                </a:cubicBezTo>
                <a:lnTo>
                  <a:pt x="11947" y="11977"/>
                </a:lnTo>
                <a:cubicBezTo>
                  <a:pt x="11945" y="11988"/>
                  <a:pt x="11948" y="11993"/>
                  <a:pt x="11955" y="11993"/>
                </a:cubicBezTo>
                <a:cubicBezTo>
                  <a:pt x="12017" y="11993"/>
                  <a:pt x="12409" y="11534"/>
                  <a:pt x="12496" y="11300"/>
                </a:cubicBezTo>
                <a:cubicBezTo>
                  <a:pt x="12866" y="10319"/>
                  <a:pt x="13005" y="9208"/>
                  <a:pt x="12677" y="8195"/>
                </a:cubicBezTo>
                <a:cubicBezTo>
                  <a:pt x="12404" y="7349"/>
                  <a:pt x="11818" y="6569"/>
                  <a:pt x="11000" y="6188"/>
                </a:cubicBezTo>
                <a:cubicBezTo>
                  <a:pt x="10082" y="5759"/>
                  <a:pt x="9032" y="5924"/>
                  <a:pt x="8092" y="5581"/>
                </a:cubicBezTo>
                <a:cubicBezTo>
                  <a:pt x="7160" y="5240"/>
                  <a:pt x="6737" y="4324"/>
                  <a:pt x="6316" y="3499"/>
                </a:cubicBezTo>
                <a:cubicBezTo>
                  <a:pt x="5859" y="2602"/>
                  <a:pt x="5271" y="1802"/>
                  <a:pt x="4492" y="1159"/>
                </a:cubicBezTo>
                <a:cubicBezTo>
                  <a:pt x="3786" y="579"/>
                  <a:pt x="2870" y="1"/>
                  <a:pt x="1922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" name="Google Shape;284;p13"/>
          <p:cNvSpPr/>
          <p:nvPr/>
        </p:nvSpPr>
        <p:spPr>
          <a:xfrm>
            <a:off x="-317690" y="-239105"/>
            <a:ext cx="3916858" cy="1383980"/>
          </a:xfrm>
          <a:custGeom>
            <a:rect b="b" l="l" r="r" t="t"/>
            <a:pathLst>
              <a:path extrusionOk="0" h="8613" w="24376">
                <a:moveTo>
                  <a:pt x="1748" y="0"/>
                </a:moveTo>
                <a:cubicBezTo>
                  <a:pt x="1709" y="0"/>
                  <a:pt x="1669" y="2"/>
                  <a:pt x="1629" y="7"/>
                </a:cubicBezTo>
                <a:cubicBezTo>
                  <a:pt x="1391" y="38"/>
                  <a:pt x="1250" y="176"/>
                  <a:pt x="1187" y="347"/>
                </a:cubicBezTo>
                <a:cubicBezTo>
                  <a:pt x="1033" y="773"/>
                  <a:pt x="935" y="1218"/>
                  <a:pt x="819" y="1650"/>
                </a:cubicBezTo>
                <a:cubicBezTo>
                  <a:pt x="701" y="2092"/>
                  <a:pt x="590" y="2536"/>
                  <a:pt x="496" y="2983"/>
                </a:cubicBezTo>
                <a:cubicBezTo>
                  <a:pt x="126" y="4733"/>
                  <a:pt x="0" y="6549"/>
                  <a:pt x="659" y="8271"/>
                </a:cubicBezTo>
                <a:cubicBezTo>
                  <a:pt x="678" y="8321"/>
                  <a:pt x="733" y="8346"/>
                  <a:pt x="790" y="8346"/>
                </a:cubicBezTo>
                <a:cubicBezTo>
                  <a:pt x="835" y="8346"/>
                  <a:pt x="881" y="8329"/>
                  <a:pt x="910" y="8296"/>
                </a:cubicBezTo>
                <a:cubicBezTo>
                  <a:pt x="1048" y="8134"/>
                  <a:pt x="1206" y="7983"/>
                  <a:pt x="1385" y="7843"/>
                </a:cubicBezTo>
                <a:cubicBezTo>
                  <a:pt x="2101" y="7284"/>
                  <a:pt x="3087" y="6944"/>
                  <a:pt x="4095" y="6849"/>
                </a:cubicBezTo>
                <a:cubicBezTo>
                  <a:pt x="4314" y="6828"/>
                  <a:pt x="4534" y="6818"/>
                  <a:pt x="4754" y="6818"/>
                </a:cubicBezTo>
                <a:cubicBezTo>
                  <a:pt x="5730" y="6818"/>
                  <a:pt x="6704" y="7012"/>
                  <a:pt x="7586" y="7328"/>
                </a:cubicBezTo>
                <a:cubicBezTo>
                  <a:pt x="8653" y="7708"/>
                  <a:pt x="9622" y="8264"/>
                  <a:pt x="10770" y="8502"/>
                </a:cubicBezTo>
                <a:cubicBezTo>
                  <a:pt x="11110" y="8573"/>
                  <a:pt x="11460" y="8612"/>
                  <a:pt x="11804" y="8612"/>
                </a:cubicBezTo>
                <a:cubicBezTo>
                  <a:pt x="12445" y="8612"/>
                  <a:pt x="13071" y="8476"/>
                  <a:pt x="13597" y="8154"/>
                </a:cubicBezTo>
                <a:cubicBezTo>
                  <a:pt x="14183" y="7795"/>
                  <a:pt x="14557" y="7273"/>
                  <a:pt x="14873" y="6761"/>
                </a:cubicBezTo>
                <a:cubicBezTo>
                  <a:pt x="15208" y="6214"/>
                  <a:pt x="15488" y="5645"/>
                  <a:pt x="15900" y="5129"/>
                </a:cubicBezTo>
                <a:cubicBezTo>
                  <a:pt x="16333" y="4590"/>
                  <a:pt x="16925" y="4168"/>
                  <a:pt x="17743" y="4015"/>
                </a:cubicBezTo>
                <a:cubicBezTo>
                  <a:pt x="18117" y="3945"/>
                  <a:pt x="18497" y="3924"/>
                  <a:pt x="18879" y="3924"/>
                </a:cubicBezTo>
                <a:cubicBezTo>
                  <a:pt x="19431" y="3924"/>
                  <a:pt x="19988" y="3967"/>
                  <a:pt x="20538" y="3967"/>
                </a:cubicBezTo>
                <a:cubicBezTo>
                  <a:pt x="20675" y="3967"/>
                  <a:pt x="20811" y="3964"/>
                  <a:pt x="20947" y="3958"/>
                </a:cubicBezTo>
                <a:cubicBezTo>
                  <a:pt x="21449" y="3933"/>
                  <a:pt x="21952" y="3857"/>
                  <a:pt x="22403" y="3679"/>
                </a:cubicBezTo>
                <a:cubicBezTo>
                  <a:pt x="22808" y="3518"/>
                  <a:pt x="23157" y="3280"/>
                  <a:pt x="23433" y="3003"/>
                </a:cubicBezTo>
                <a:cubicBezTo>
                  <a:pt x="23951" y="2479"/>
                  <a:pt x="24196" y="1807"/>
                  <a:pt x="24066" y="1157"/>
                </a:cubicBezTo>
                <a:lnTo>
                  <a:pt x="24066" y="1157"/>
                </a:lnTo>
                <a:cubicBezTo>
                  <a:pt x="24067" y="1158"/>
                  <a:pt x="24069" y="1158"/>
                  <a:pt x="24071" y="1158"/>
                </a:cubicBezTo>
                <a:cubicBezTo>
                  <a:pt x="24093" y="1158"/>
                  <a:pt x="24117" y="1151"/>
                  <a:pt x="24142" y="1138"/>
                </a:cubicBezTo>
                <a:cubicBezTo>
                  <a:pt x="24292" y="1056"/>
                  <a:pt x="24376" y="935"/>
                  <a:pt x="24372" y="792"/>
                </a:cubicBezTo>
                <a:cubicBezTo>
                  <a:pt x="24363" y="440"/>
                  <a:pt x="23972" y="240"/>
                  <a:pt x="23550" y="217"/>
                </a:cubicBezTo>
                <a:cubicBezTo>
                  <a:pt x="23514" y="215"/>
                  <a:pt x="23478" y="215"/>
                  <a:pt x="23442" y="215"/>
                </a:cubicBezTo>
                <a:cubicBezTo>
                  <a:pt x="23211" y="215"/>
                  <a:pt x="22977" y="252"/>
                  <a:pt x="22750" y="280"/>
                </a:cubicBezTo>
                <a:cubicBezTo>
                  <a:pt x="22445" y="317"/>
                  <a:pt x="22139" y="351"/>
                  <a:pt x="21832" y="383"/>
                </a:cubicBezTo>
                <a:cubicBezTo>
                  <a:pt x="20628" y="507"/>
                  <a:pt x="19418" y="590"/>
                  <a:pt x="18207" y="648"/>
                </a:cubicBezTo>
                <a:cubicBezTo>
                  <a:pt x="15784" y="762"/>
                  <a:pt x="13357" y="774"/>
                  <a:pt x="10932" y="789"/>
                </a:cubicBezTo>
                <a:cubicBezTo>
                  <a:pt x="10568" y="791"/>
                  <a:pt x="10203" y="793"/>
                  <a:pt x="9838" y="793"/>
                </a:cubicBezTo>
                <a:cubicBezTo>
                  <a:pt x="7878" y="793"/>
                  <a:pt x="5909" y="743"/>
                  <a:pt x="3985" y="438"/>
                </a:cubicBezTo>
                <a:cubicBezTo>
                  <a:pt x="3423" y="348"/>
                  <a:pt x="2866" y="237"/>
                  <a:pt x="2318" y="100"/>
                </a:cubicBezTo>
                <a:cubicBezTo>
                  <a:pt x="2134" y="55"/>
                  <a:pt x="1943" y="0"/>
                  <a:pt x="1748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" name="Google Shape;285;p13"/>
          <p:cNvSpPr/>
          <p:nvPr/>
        </p:nvSpPr>
        <p:spPr>
          <a:xfrm>
            <a:off x="5829867" y="-831076"/>
            <a:ext cx="4345244" cy="3055586"/>
          </a:xfrm>
          <a:custGeom>
            <a:rect b="b" l="l" r="r" t="t"/>
            <a:pathLst>
              <a:path extrusionOk="0" h="19016" w="27042">
                <a:moveTo>
                  <a:pt x="5311" y="0"/>
                </a:moveTo>
                <a:cubicBezTo>
                  <a:pt x="5179" y="0"/>
                  <a:pt x="5075" y="178"/>
                  <a:pt x="5211" y="262"/>
                </a:cubicBezTo>
                <a:cubicBezTo>
                  <a:pt x="5431" y="399"/>
                  <a:pt x="5652" y="530"/>
                  <a:pt x="5876" y="657"/>
                </a:cubicBezTo>
                <a:cubicBezTo>
                  <a:pt x="3749" y="1565"/>
                  <a:pt x="1452" y="2798"/>
                  <a:pt x="713" y="5101"/>
                </a:cubicBezTo>
                <a:cubicBezTo>
                  <a:pt x="0" y="7321"/>
                  <a:pt x="1219" y="10007"/>
                  <a:pt x="3411" y="10856"/>
                </a:cubicBezTo>
                <a:cubicBezTo>
                  <a:pt x="3728" y="10979"/>
                  <a:pt x="4069" y="11058"/>
                  <a:pt x="4406" y="11058"/>
                </a:cubicBezTo>
                <a:cubicBezTo>
                  <a:pt x="4688" y="11058"/>
                  <a:pt x="4968" y="11003"/>
                  <a:pt x="5229" y="10871"/>
                </a:cubicBezTo>
                <a:cubicBezTo>
                  <a:pt x="5743" y="10614"/>
                  <a:pt x="6086" y="10140"/>
                  <a:pt x="6367" y="9654"/>
                </a:cubicBezTo>
                <a:cubicBezTo>
                  <a:pt x="6660" y="9147"/>
                  <a:pt x="6901" y="8604"/>
                  <a:pt x="7258" y="8138"/>
                </a:cubicBezTo>
                <a:cubicBezTo>
                  <a:pt x="7586" y="7709"/>
                  <a:pt x="8056" y="7408"/>
                  <a:pt x="8567" y="7243"/>
                </a:cubicBezTo>
                <a:cubicBezTo>
                  <a:pt x="8835" y="7156"/>
                  <a:pt x="9122" y="7107"/>
                  <a:pt x="9407" y="7107"/>
                </a:cubicBezTo>
                <a:cubicBezTo>
                  <a:pt x="9658" y="7107"/>
                  <a:pt x="9908" y="7145"/>
                  <a:pt x="10143" y="7227"/>
                </a:cubicBezTo>
                <a:cubicBezTo>
                  <a:pt x="10681" y="7416"/>
                  <a:pt x="11050" y="7824"/>
                  <a:pt x="11259" y="8347"/>
                </a:cubicBezTo>
                <a:cubicBezTo>
                  <a:pt x="11495" y="8938"/>
                  <a:pt x="11543" y="9582"/>
                  <a:pt x="11752" y="10181"/>
                </a:cubicBezTo>
                <a:cubicBezTo>
                  <a:pt x="11957" y="10769"/>
                  <a:pt x="12358" y="11405"/>
                  <a:pt x="12983" y="11603"/>
                </a:cubicBezTo>
                <a:cubicBezTo>
                  <a:pt x="13117" y="11646"/>
                  <a:pt x="13250" y="11665"/>
                  <a:pt x="13380" y="11665"/>
                </a:cubicBezTo>
                <a:cubicBezTo>
                  <a:pt x="13765" y="11665"/>
                  <a:pt x="14132" y="11502"/>
                  <a:pt x="14481" y="11319"/>
                </a:cubicBezTo>
                <a:cubicBezTo>
                  <a:pt x="14811" y="11146"/>
                  <a:pt x="15183" y="10926"/>
                  <a:pt x="15563" y="10926"/>
                </a:cubicBezTo>
                <a:cubicBezTo>
                  <a:pt x="15675" y="10926"/>
                  <a:pt x="15789" y="10946"/>
                  <a:pt x="15902" y="10992"/>
                </a:cubicBezTo>
                <a:cubicBezTo>
                  <a:pt x="16505" y="11236"/>
                  <a:pt x="16731" y="12009"/>
                  <a:pt x="16886" y="12576"/>
                </a:cubicBezTo>
                <a:cubicBezTo>
                  <a:pt x="17067" y="13246"/>
                  <a:pt x="17237" y="13920"/>
                  <a:pt x="17447" y="14583"/>
                </a:cubicBezTo>
                <a:cubicBezTo>
                  <a:pt x="17859" y="15878"/>
                  <a:pt x="18454" y="17143"/>
                  <a:pt x="19512" y="18032"/>
                </a:cubicBezTo>
                <a:cubicBezTo>
                  <a:pt x="20225" y="18631"/>
                  <a:pt x="21110" y="19015"/>
                  <a:pt x="22020" y="19015"/>
                </a:cubicBezTo>
                <a:cubicBezTo>
                  <a:pt x="22330" y="19015"/>
                  <a:pt x="22643" y="18971"/>
                  <a:pt x="22954" y="18875"/>
                </a:cubicBezTo>
                <a:cubicBezTo>
                  <a:pt x="24002" y="18552"/>
                  <a:pt x="24786" y="17702"/>
                  <a:pt x="25334" y="16784"/>
                </a:cubicBezTo>
                <a:cubicBezTo>
                  <a:pt x="25931" y="15784"/>
                  <a:pt x="26309" y="14669"/>
                  <a:pt x="26587" y="13543"/>
                </a:cubicBezTo>
                <a:cubicBezTo>
                  <a:pt x="26872" y="12393"/>
                  <a:pt x="27042" y="11178"/>
                  <a:pt x="26859" y="9998"/>
                </a:cubicBezTo>
                <a:cubicBezTo>
                  <a:pt x="26669" y="8763"/>
                  <a:pt x="26045" y="7686"/>
                  <a:pt x="25037" y="6940"/>
                </a:cubicBezTo>
                <a:cubicBezTo>
                  <a:pt x="23865" y="6071"/>
                  <a:pt x="22401" y="5638"/>
                  <a:pt x="21023" y="5219"/>
                </a:cubicBezTo>
                <a:cubicBezTo>
                  <a:pt x="19511" y="4758"/>
                  <a:pt x="17976" y="4376"/>
                  <a:pt x="16442" y="3995"/>
                </a:cubicBezTo>
                <a:cubicBezTo>
                  <a:pt x="13377" y="3236"/>
                  <a:pt x="10276" y="2484"/>
                  <a:pt x="7410" y="1122"/>
                </a:cubicBezTo>
                <a:cubicBezTo>
                  <a:pt x="7124" y="986"/>
                  <a:pt x="6842" y="844"/>
                  <a:pt x="6563" y="695"/>
                </a:cubicBezTo>
                <a:cubicBezTo>
                  <a:pt x="6622" y="671"/>
                  <a:pt x="6682" y="645"/>
                  <a:pt x="6742" y="621"/>
                </a:cubicBezTo>
                <a:cubicBezTo>
                  <a:pt x="6901" y="557"/>
                  <a:pt x="6828" y="333"/>
                  <a:pt x="6684" y="333"/>
                </a:cubicBezTo>
                <a:cubicBezTo>
                  <a:pt x="6666" y="333"/>
                  <a:pt x="6646" y="336"/>
                  <a:pt x="6625" y="345"/>
                </a:cubicBezTo>
                <a:cubicBezTo>
                  <a:pt x="6492" y="400"/>
                  <a:pt x="6358" y="454"/>
                  <a:pt x="6223" y="510"/>
                </a:cubicBezTo>
                <a:cubicBezTo>
                  <a:pt x="5943" y="355"/>
                  <a:pt x="5666" y="194"/>
                  <a:pt x="5394" y="25"/>
                </a:cubicBezTo>
                <a:cubicBezTo>
                  <a:pt x="5366" y="8"/>
                  <a:pt x="5338" y="0"/>
                  <a:pt x="5311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" name="Google Shape;286;p13"/>
          <p:cNvSpPr txBox="1"/>
          <p:nvPr>
            <p:ph type="title"/>
          </p:nvPr>
        </p:nvSpPr>
        <p:spPr>
          <a:xfrm>
            <a:off x="2288175" y="673625"/>
            <a:ext cx="4567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87" name="Google Shape;287;p13"/>
          <p:cNvSpPr txBox="1"/>
          <p:nvPr>
            <p:ph idx="2" type="title"/>
          </p:nvPr>
        </p:nvSpPr>
        <p:spPr>
          <a:xfrm>
            <a:off x="800269" y="1911450"/>
            <a:ext cx="2305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88" name="Google Shape;288;p13"/>
          <p:cNvSpPr txBox="1"/>
          <p:nvPr>
            <p:ph idx="1" type="subTitle"/>
          </p:nvPr>
        </p:nvSpPr>
        <p:spPr>
          <a:xfrm>
            <a:off x="704869" y="2650375"/>
            <a:ext cx="24963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89" name="Google Shape;289;p13"/>
          <p:cNvSpPr txBox="1"/>
          <p:nvPr>
            <p:ph idx="3" type="title"/>
          </p:nvPr>
        </p:nvSpPr>
        <p:spPr>
          <a:xfrm>
            <a:off x="3419624" y="1911450"/>
            <a:ext cx="2305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90" name="Google Shape;290;p13"/>
          <p:cNvSpPr txBox="1"/>
          <p:nvPr>
            <p:ph idx="4" type="subTitle"/>
          </p:nvPr>
        </p:nvSpPr>
        <p:spPr>
          <a:xfrm>
            <a:off x="3324974" y="2650375"/>
            <a:ext cx="24960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91" name="Google Shape;291;p13"/>
          <p:cNvSpPr txBox="1"/>
          <p:nvPr>
            <p:ph idx="5" type="title"/>
          </p:nvPr>
        </p:nvSpPr>
        <p:spPr>
          <a:xfrm>
            <a:off x="800269" y="3344850"/>
            <a:ext cx="2305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92" name="Google Shape;292;p13"/>
          <p:cNvSpPr txBox="1"/>
          <p:nvPr>
            <p:ph idx="6" type="subTitle"/>
          </p:nvPr>
        </p:nvSpPr>
        <p:spPr>
          <a:xfrm>
            <a:off x="704869" y="4083775"/>
            <a:ext cx="24963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93" name="Google Shape;293;p13"/>
          <p:cNvSpPr txBox="1"/>
          <p:nvPr>
            <p:ph idx="7" type="title"/>
          </p:nvPr>
        </p:nvSpPr>
        <p:spPr>
          <a:xfrm>
            <a:off x="3419624" y="3344850"/>
            <a:ext cx="2305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94" name="Google Shape;294;p13"/>
          <p:cNvSpPr txBox="1"/>
          <p:nvPr>
            <p:ph idx="8" type="subTitle"/>
          </p:nvPr>
        </p:nvSpPr>
        <p:spPr>
          <a:xfrm>
            <a:off x="3324749" y="4083775"/>
            <a:ext cx="24960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95" name="Google Shape;295;p13"/>
          <p:cNvSpPr txBox="1"/>
          <p:nvPr>
            <p:ph idx="9" type="title"/>
          </p:nvPr>
        </p:nvSpPr>
        <p:spPr>
          <a:xfrm>
            <a:off x="6038978" y="1911450"/>
            <a:ext cx="2305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96" name="Google Shape;296;p13"/>
          <p:cNvSpPr txBox="1"/>
          <p:nvPr>
            <p:ph idx="13" type="subTitle"/>
          </p:nvPr>
        </p:nvSpPr>
        <p:spPr>
          <a:xfrm>
            <a:off x="5944778" y="2650375"/>
            <a:ext cx="24939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97" name="Google Shape;297;p13"/>
          <p:cNvSpPr txBox="1"/>
          <p:nvPr>
            <p:ph idx="14" type="title"/>
          </p:nvPr>
        </p:nvSpPr>
        <p:spPr>
          <a:xfrm>
            <a:off x="6038978" y="3344850"/>
            <a:ext cx="2305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98" name="Google Shape;298;p13"/>
          <p:cNvSpPr txBox="1"/>
          <p:nvPr>
            <p:ph idx="15" type="subTitle"/>
          </p:nvPr>
        </p:nvSpPr>
        <p:spPr>
          <a:xfrm>
            <a:off x="5944328" y="4083775"/>
            <a:ext cx="24948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grpSp>
        <p:nvGrpSpPr>
          <p:cNvPr id="299" name="Google Shape;299;p13"/>
          <p:cNvGrpSpPr/>
          <p:nvPr/>
        </p:nvGrpSpPr>
        <p:grpSpPr>
          <a:xfrm rot="-900055">
            <a:off x="1167109" y="4603778"/>
            <a:ext cx="215934" cy="195605"/>
            <a:chOff x="1640475" y="1197075"/>
            <a:chExt cx="55475" cy="50250"/>
          </a:xfrm>
        </p:grpSpPr>
        <p:sp>
          <p:nvSpPr>
            <p:cNvPr id="300" name="Google Shape;300;p1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1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1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3" name="Google Shape;303;p13"/>
          <p:cNvGrpSpPr/>
          <p:nvPr/>
        </p:nvGrpSpPr>
        <p:grpSpPr>
          <a:xfrm rot="-8100037">
            <a:off x="377992" y="990483"/>
            <a:ext cx="359745" cy="325869"/>
            <a:chOff x="1640475" y="1197075"/>
            <a:chExt cx="55475" cy="50250"/>
          </a:xfrm>
        </p:grpSpPr>
        <p:sp>
          <p:nvSpPr>
            <p:cNvPr id="304" name="Google Shape;304;p1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1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1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7" name="Google Shape;307;p13"/>
          <p:cNvSpPr/>
          <p:nvPr/>
        </p:nvSpPr>
        <p:spPr>
          <a:xfrm flipH="1" rot="9000131">
            <a:off x="391072" y="296850"/>
            <a:ext cx="434381" cy="10175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8" name="Google Shape;308;p13"/>
          <p:cNvSpPr/>
          <p:nvPr/>
        </p:nvSpPr>
        <p:spPr>
          <a:xfrm flipH="1" rot="-9899901">
            <a:off x="4997960" y="4783869"/>
            <a:ext cx="545173" cy="12772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9" name="Google Shape;309;p13"/>
          <p:cNvGrpSpPr/>
          <p:nvPr/>
        </p:nvGrpSpPr>
        <p:grpSpPr>
          <a:xfrm rot="-5399917">
            <a:off x="6572843" y="4726244"/>
            <a:ext cx="228601" cy="207085"/>
            <a:chOff x="1640475" y="1197075"/>
            <a:chExt cx="55475" cy="50250"/>
          </a:xfrm>
        </p:grpSpPr>
        <p:sp>
          <p:nvSpPr>
            <p:cNvPr id="310" name="Google Shape;310;p1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1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1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3" name="Google Shape;313;p13"/>
          <p:cNvSpPr/>
          <p:nvPr/>
        </p:nvSpPr>
        <p:spPr>
          <a:xfrm flipH="1" rot="-143173">
            <a:off x="2772855" y="285646"/>
            <a:ext cx="970033" cy="22723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4" name="Google Shape;314;p13"/>
          <p:cNvGrpSpPr/>
          <p:nvPr/>
        </p:nvGrpSpPr>
        <p:grpSpPr>
          <a:xfrm rot="-8100136">
            <a:off x="8520138" y="497852"/>
            <a:ext cx="296715" cy="268776"/>
            <a:chOff x="1640475" y="1197075"/>
            <a:chExt cx="55475" cy="50250"/>
          </a:xfrm>
        </p:grpSpPr>
        <p:sp>
          <p:nvSpPr>
            <p:cNvPr id="315" name="Google Shape;315;p1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1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1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8" name="Google Shape;318;p13"/>
          <p:cNvSpPr/>
          <p:nvPr/>
        </p:nvSpPr>
        <p:spPr>
          <a:xfrm rot="-2700202">
            <a:off x="-77262" y="3989952"/>
            <a:ext cx="1057332" cy="823806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 1">
  <p:cSld name="CUSTOM_1_2">
    <p:spTree>
      <p:nvGrpSpPr>
        <p:cNvPr id="319" name="Shape 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" name="Google Shape;320;p14"/>
          <p:cNvSpPr txBox="1"/>
          <p:nvPr>
            <p:ph type="title"/>
          </p:nvPr>
        </p:nvSpPr>
        <p:spPr>
          <a:xfrm>
            <a:off x="3195425" y="673625"/>
            <a:ext cx="2753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21" name="Google Shape;321;p14">
            <a:hlinkClick/>
          </p:cNvPr>
          <p:cNvSpPr txBox="1"/>
          <p:nvPr>
            <p:ph idx="2" type="title"/>
          </p:nvPr>
        </p:nvSpPr>
        <p:spPr>
          <a:xfrm>
            <a:off x="6692209" y="2629375"/>
            <a:ext cx="16224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22" name="Google Shape;322;p14"/>
          <p:cNvSpPr txBox="1"/>
          <p:nvPr>
            <p:ph idx="1" type="subTitle"/>
          </p:nvPr>
        </p:nvSpPr>
        <p:spPr>
          <a:xfrm>
            <a:off x="6651584" y="3403300"/>
            <a:ext cx="1703400" cy="663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323" name="Google Shape;323;p14">
            <a:hlinkClick/>
          </p:cNvPr>
          <p:cNvSpPr txBox="1"/>
          <p:nvPr>
            <p:ph idx="3" type="title"/>
          </p:nvPr>
        </p:nvSpPr>
        <p:spPr>
          <a:xfrm>
            <a:off x="4738037" y="2629375"/>
            <a:ext cx="16224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24" name="Google Shape;324;p14"/>
          <p:cNvSpPr txBox="1"/>
          <p:nvPr>
            <p:ph idx="4" type="subTitle"/>
          </p:nvPr>
        </p:nvSpPr>
        <p:spPr>
          <a:xfrm>
            <a:off x="4697412" y="3403300"/>
            <a:ext cx="1703400" cy="663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325" name="Google Shape;325;p14">
            <a:hlinkClick/>
          </p:cNvPr>
          <p:cNvSpPr txBox="1"/>
          <p:nvPr>
            <p:ph idx="5" type="title"/>
          </p:nvPr>
        </p:nvSpPr>
        <p:spPr>
          <a:xfrm>
            <a:off x="2783831" y="2629375"/>
            <a:ext cx="16224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26" name="Google Shape;326;p14"/>
          <p:cNvSpPr txBox="1"/>
          <p:nvPr>
            <p:ph idx="6" type="subTitle"/>
          </p:nvPr>
        </p:nvSpPr>
        <p:spPr>
          <a:xfrm>
            <a:off x="2743206" y="3403300"/>
            <a:ext cx="1703400" cy="663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327" name="Google Shape;327;p14">
            <a:hlinkClick/>
          </p:cNvPr>
          <p:cNvSpPr txBox="1"/>
          <p:nvPr>
            <p:ph idx="7" type="title"/>
          </p:nvPr>
        </p:nvSpPr>
        <p:spPr>
          <a:xfrm>
            <a:off x="829641" y="2629375"/>
            <a:ext cx="16224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28" name="Google Shape;328;p14"/>
          <p:cNvSpPr txBox="1"/>
          <p:nvPr>
            <p:ph idx="8" type="subTitle"/>
          </p:nvPr>
        </p:nvSpPr>
        <p:spPr>
          <a:xfrm>
            <a:off x="789016" y="3403300"/>
            <a:ext cx="1703400" cy="663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329" name="Google Shape;329;p14"/>
          <p:cNvSpPr txBox="1"/>
          <p:nvPr>
            <p:ph hasCustomPrompt="1" idx="9" type="title"/>
          </p:nvPr>
        </p:nvSpPr>
        <p:spPr>
          <a:xfrm>
            <a:off x="789016" y="1880125"/>
            <a:ext cx="17034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330" name="Google Shape;330;p14"/>
          <p:cNvSpPr txBox="1"/>
          <p:nvPr>
            <p:ph hasCustomPrompt="1" idx="13" type="title"/>
          </p:nvPr>
        </p:nvSpPr>
        <p:spPr>
          <a:xfrm>
            <a:off x="2743206" y="1880125"/>
            <a:ext cx="17034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331" name="Google Shape;331;p14"/>
          <p:cNvSpPr txBox="1"/>
          <p:nvPr>
            <p:ph hasCustomPrompt="1" idx="14" type="title"/>
          </p:nvPr>
        </p:nvSpPr>
        <p:spPr>
          <a:xfrm>
            <a:off x="4697412" y="1880125"/>
            <a:ext cx="17034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332" name="Google Shape;332;p14"/>
          <p:cNvSpPr txBox="1"/>
          <p:nvPr>
            <p:ph hasCustomPrompt="1" idx="15" type="title"/>
          </p:nvPr>
        </p:nvSpPr>
        <p:spPr>
          <a:xfrm>
            <a:off x="6651584" y="1880125"/>
            <a:ext cx="17034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333" name="Google Shape;333;p14"/>
          <p:cNvSpPr/>
          <p:nvPr/>
        </p:nvSpPr>
        <p:spPr>
          <a:xfrm rot="-5400000">
            <a:off x="6877487" y="-1944521"/>
            <a:ext cx="2285560" cy="4165328"/>
          </a:xfrm>
          <a:custGeom>
            <a:rect b="b" l="l" r="r" t="t"/>
            <a:pathLst>
              <a:path extrusionOk="0" h="26119" w="14332">
                <a:moveTo>
                  <a:pt x="12104" y="0"/>
                </a:moveTo>
                <a:cubicBezTo>
                  <a:pt x="11836" y="0"/>
                  <a:pt x="11579" y="100"/>
                  <a:pt x="11338" y="207"/>
                </a:cubicBezTo>
                <a:cubicBezTo>
                  <a:pt x="11049" y="335"/>
                  <a:pt x="10764" y="475"/>
                  <a:pt x="10478" y="610"/>
                </a:cubicBezTo>
                <a:cubicBezTo>
                  <a:pt x="9890" y="885"/>
                  <a:pt x="9294" y="1149"/>
                  <a:pt x="8713" y="1440"/>
                </a:cubicBezTo>
                <a:cubicBezTo>
                  <a:pt x="8495" y="1549"/>
                  <a:pt x="8298" y="1691"/>
                  <a:pt x="8201" y="1922"/>
                </a:cubicBezTo>
                <a:cubicBezTo>
                  <a:pt x="8095" y="2174"/>
                  <a:pt x="8110" y="2467"/>
                  <a:pt x="8106" y="2735"/>
                </a:cubicBezTo>
                <a:cubicBezTo>
                  <a:pt x="8097" y="3377"/>
                  <a:pt x="8121" y="4019"/>
                  <a:pt x="8176" y="4658"/>
                </a:cubicBezTo>
                <a:cubicBezTo>
                  <a:pt x="8228" y="5277"/>
                  <a:pt x="8331" y="5899"/>
                  <a:pt x="8283" y="6521"/>
                </a:cubicBezTo>
                <a:cubicBezTo>
                  <a:pt x="8242" y="7056"/>
                  <a:pt x="8055" y="7556"/>
                  <a:pt x="7761" y="8004"/>
                </a:cubicBezTo>
                <a:cubicBezTo>
                  <a:pt x="7173" y="8897"/>
                  <a:pt x="6276" y="9476"/>
                  <a:pt x="5434" y="10099"/>
                </a:cubicBezTo>
                <a:cubicBezTo>
                  <a:pt x="5008" y="10415"/>
                  <a:pt x="4600" y="10769"/>
                  <a:pt x="4338" y="11238"/>
                </a:cubicBezTo>
                <a:cubicBezTo>
                  <a:pt x="4078" y="11703"/>
                  <a:pt x="3973" y="12231"/>
                  <a:pt x="3932" y="12758"/>
                </a:cubicBezTo>
                <a:cubicBezTo>
                  <a:pt x="3854" y="13776"/>
                  <a:pt x="4023" y="14819"/>
                  <a:pt x="3717" y="15812"/>
                </a:cubicBezTo>
                <a:cubicBezTo>
                  <a:pt x="3574" y="16273"/>
                  <a:pt x="3319" y="16702"/>
                  <a:pt x="2917" y="16981"/>
                </a:cubicBezTo>
                <a:cubicBezTo>
                  <a:pt x="2489" y="17279"/>
                  <a:pt x="1977" y="17419"/>
                  <a:pt x="1536" y="17694"/>
                </a:cubicBezTo>
                <a:cubicBezTo>
                  <a:pt x="639" y="18252"/>
                  <a:pt x="327" y="19323"/>
                  <a:pt x="152" y="20304"/>
                </a:cubicBezTo>
                <a:cubicBezTo>
                  <a:pt x="48" y="20891"/>
                  <a:pt x="1" y="21500"/>
                  <a:pt x="140" y="22087"/>
                </a:cubicBezTo>
                <a:cubicBezTo>
                  <a:pt x="259" y="22589"/>
                  <a:pt x="523" y="23040"/>
                  <a:pt x="855" y="23429"/>
                </a:cubicBezTo>
                <a:cubicBezTo>
                  <a:pt x="1544" y="24236"/>
                  <a:pt x="3187" y="24329"/>
                  <a:pt x="3333" y="25366"/>
                </a:cubicBezTo>
                <a:cubicBezTo>
                  <a:pt x="3413" y="25937"/>
                  <a:pt x="4213" y="26116"/>
                  <a:pt x="4450" y="26116"/>
                </a:cubicBezTo>
                <a:cubicBezTo>
                  <a:pt x="4499" y="26116"/>
                  <a:pt x="4524" y="26108"/>
                  <a:pt x="4512" y="26094"/>
                </a:cubicBezTo>
                <a:lnTo>
                  <a:pt x="4512" y="26094"/>
                </a:lnTo>
                <a:cubicBezTo>
                  <a:pt x="5752" y="26098"/>
                  <a:pt x="6992" y="26103"/>
                  <a:pt x="8231" y="26108"/>
                </a:cubicBezTo>
                <a:cubicBezTo>
                  <a:pt x="8884" y="26110"/>
                  <a:pt x="9536" y="26113"/>
                  <a:pt x="10188" y="26115"/>
                </a:cubicBezTo>
                <a:cubicBezTo>
                  <a:pt x="10509" y="26116"/>
                  <a:pt x="10831" y="26117"/>
                  <a:pt x="11153" y="26118"/>
                </a:cubicBezTo>
                <a:cubicBezTo>
                  <a:pt x="11181" y="26118"/>
                  <a:pt x="11210" y="26118"/>
                  <a:pt x="11238" y="26118"/>
                </a:cubicBezTo>
                <a:cubicBezTo>
                  <a:pt x="11502" y="26118"/>
                  <a:pt x="11768" y="26112"/>
                  <a:pt x="12030" y="26066"/>
                </a:cubicBezTo>
                <a:cubicBezTo>
                  <a:pt x="12510" y="25980"/>
                  <a:pt x="12981" y="25708"/>
                  <a:pt x="13161" y="25232"/>
                </a:cubicBezTo>
                <a:cubicBezTo>
                  <a:pt x="13200" y="25130"/>
                  <a:pt x="13224" y="25017"/>
                  <a:pt x="13222" y="24907"/>
                </a:cubicBezTo>
                <a:cubicBezTo>
                  <a:pt x="13220" y="24778"/>
                  <a:pt x="13107" y="24687"/>
                  <a:pt x="13042" y="24582"/>
                </a:cubicBezTo>
                <a:cubicBezTo>
                  <a:pt x="12914" y="24378"/>
                  <a:pt x="12829" y="24154"/>
                  <a:pt x="12777" y="23918"/>
                </a:cubicBezTo>
                <a:cubicBezTo>
                  <a:pt x="12667" y="23424"/>
                  <a:pt x="12700" y="22903"/>
                  <a:pt x="12760" y="22402"/>
                </a:cubicBezTo>
                <a:cubicBezTo>
                  <a:pt x="12825" y="21856"/>
                  <a:pt x="12928" y="21313"/>
                  <a:pt x="12991" y="20766"/>
                </a:cubicBezTo>
                <a:cubicBezTo>
                  <a:pt x="13138" y="19498"/>
                  <a:pt x="13165" y="18220"/>
                  <a:pt x="13259" y="16947"/>
                </a:cubicBezTo>
                <a:cubicBezTo>
                  <a:pt x="13306" y="16306"/>
                  <a:pt x="13371" y="15667"/>
                  <a:pt x="13476" y="15033"/>
                </a:cubicBezTo>
                <a:cubicBezTo>
                  <a:pt x="13580" y="14418"/>
                  <a:pt x="13717" y="13809"/>
                  <a:pt x="13850" y="13199"/>
                </a:cubicBezTo>
                <a:cubicBezTo>
                  <a:pt x="14117" y="11977"/>
                  <a:pt x="14332" y="10761"/>
                  <a:pt x="14312" y="9506"/>
                </a:cubicBezTo>
                <a:cubicBezTo>
                  <a:pt x="14292" y="8213"/>
                  <a:pt x="14104" y="6931"/>
                  <a:pt x="14032" y="5641"/>
                </a:cubicBezTo>
                <a:cubicBezTo>
                  <a:pt x="13973" y="4552"/>
                  <a:pt x="14026" y="3448"/>
                  <a:pt x="13821" y="2371"/>
                </a:cubicBezTo>
                <a:cubicBezTo>
                  <a:pt x="13723" y="1854"/>
                  <a:pt x="13559" y="1346"/>
                  <a:pt x="13296" y="889"/>
                </a:cubicBezTo>
                <a:cubicBezTo>
                  <a:pt x="13046" y="456"/>
                  <a:pt x="12681" y="18"/>
                  <a:pt x="12141" y="1"/>
                </a:cubicBezTo>
                <a:cubicBezTo>
                  <a:pt x="12128" y="1"/>
                  <a:pt x="12116" y="0"/>
                  <a:pt x="12104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4" name="Google Shape;334;p14"/>
          <p:cNvSpPr/>
          <p:nvPr/>
        </p:nvSpPr>
        <p:spPr>
          <a:xfrm flipH="1" rot="10800000">
            <a:off x="6650172" y="3948028"/>
            <a:ext cx="2673716" cy="1310885"/>
          </a:xfrm>
          <a:custGeom>
            <a:rect b="b" l="l" r="r" t="t"/>
            <a:pathLst>
              <a:path extrusionOk="0" h="8220" w="16766">
                <a:moveTo>
                  <a:pt x="16619" y="0"/>
                </a:moveTo>
                <a:lnTo>
                  <a:pt x="1" y="306"/>
                </a:lnTo>
                <a:cubicBezTo>
                  <a:pt x="61" y="421"/>
                  <a:pt x="130" y="530"/>
                  <a:pt x="209" y="629"/>
                </a:cubicBezTo>
                <a:cubicBezTo>
                  <a:pt x="561" y="1077"/>
                  <a:pt x="1090" y="1341"/>
                  <a:pt x="1620" y="1341"/>
                </a:cubicBezTo>
                <a:cubicBezTo>
                  <a:pt x="1653" y="1341"/>
                  <a:pt x="1687" y="1340"/>
                  <a:pt x="1720" y="1338"/>
                </a:cubicBezTo>
                <a:cubicBezTo>
                  <a:pt x="2137" y="1311"/>
                  <a:pt x="2547" y="1128"/>
                  <a:pt x="2959" y="1128"/>
                </a:cubicBezTo>
                <a:cubicBezTo>
                  <a:pt x="3033" y="1128"/>
                  <a:pt x="3106" y="1133"/>
                  <a:pt x="3180" y="1147"/>
                </a:cubicBezTo>
                <a:cubicBezTo>
                  <a:pt x="3277" y="1165"/>
                  <a:pt x="3367" y="1194"/>
                  <a:pt x="3455" y="1233"/>
                </a:cubicBezTo>
                <a:cubicBezTo>
                  <a:pt x="3474" y="1242"/>
                  <a:pt x="3493" y="1250"/>
                  <a:pt x="3511" y="1261"/>
                </a:cubicBezTo>
                <a:lnTo>
                  <a:pt x="3512" y="1261"/>
                </a:lnTo>
                <a:cubicBezTo>
                  <a:pt x="4178" y="1599"/>
                  <a:pt x="4587" y="2502"/>
                  <a:pt x="5216" y="2997"/>
                </a:cubicBezTo>
                <a:cubicBezTo>
                  <a:pt x="5642" y="3331"/>
                  <a:pt x="6137" y="3458"/>
                  <a:pt x="6653" y="3458"/>
                </a:cubicBezTo>
                <a:cubicBezTo>
                  <a:pt x="7281" y="3458"/>
                  <a:pt x="7939" y="3268"/>
                  <a:pt x="8534" y="3032"/>
                </a:cubicBezTo>
                <a:cubicBezTo>
                  <a:pt x="9061" y="2823"/>
                  <a:pt x="9606" y="2582"/>
                  <a:pt x="10155" y="2582"/>
                </a:cubicBezTo>
                <a:cubicBezTo>
                  <a:pt x="10271" y="2582"/>
                  <a:pt x="10386" y="2593"/>
                  <a:pt x="10502" y="2617"/>
                </a:cubicBezTo>
                <a:cubicBezTo>
                  <a:pt x="11491" y="2819"/>
                  <a:pt x="12129" y="3901"/>
                  <a:pt x="12548" y="4929"/>
                </a:cubicBezTo>
                <a:cubicBezTo>
                  <a:pt x="12966" y="5958"/>
                  <a:pt x="13334" y="7102"/>
                  <a:pt x="14165" y="7742"/>
                </a:cubicBezTo>
                <a:cubicBezTo>
                  <a:pt x="14587" y="8068"/>
                  <a:pt x="15094" y="8220"/>
                  <a:pt x="15606" y="8220"/>
                </a:cubicBezTo>
                <a:cubicBezTo>
                  <a:pt x="16002" y="8220"/>
                  <a:pt x="16401" y="8129"/>
                  <a:pt x="16766" y="7956"/>
                </a:cubicBezTo>
                <a:lnTo>
                  <a:pt x="16619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5" name="Google Shape;335;p14"/>
          <p:cNvSpPr/>
          <p:nvPr/>
        </p:nvSpPr>
        <p:spPr>
          <a:xfrm rot="8100000">
            <a:off x="-821724" y="-537528"/>
            <a:ext cx="2590333" cy="1991668"/>
          </a:xfrm>
          <a:custGeom>
            <a:rect b="b" l="l" r="r" t="t"/>
            <a:pathLst>
              <a:path extrusionOk="0" h="12489" w="16243">
                <a:moveTo>
                  <a:pt x="3844" y="0"/>
                </a:moveTo>
                <a:cubicBezTo>
                  <a:pt x="3285" y="0"/>
                  <a:pt x="2723" y="148"/>
                  <a:pt x="2228" y="400"/>
                </a:cubicBezTo>
                <a:cubicBezTo>
                  <a:pt x="1280" y="883"/>
                  <a:pt x="590" y="1767"/>
                  <a:pt x="156" y="2720"/>
                </a:cubicBezTo>
                <a:cubicBezTo>
                  <a:pt x="49" y="2956"/>
                  <a:pt x="1" y="3596"/>
                  <a:pt x="54" y="3596"/>
                </a:cubicBezTo>
                <a:cubicBezTo>
                  <a:pt x="57" y="3596"/>
                  <a:pt x="61" y="3593"/>
                  <a:pt x="66" y="3588"/>
                </a:cubicBezTo>
                <a:cubicBezTo>
                  <a:pt x="269" y="4868"/>
                  <a:pt x="1355" y="5759"/>
                  <a:pt x="2294" y="6557"/>
                </a:cubicBezTo>
                <a:cubicBezTo>
                  <a:pt x="3560" y="7632"/>
                  <a:pt x="4723" y="8824"/>
                  <a:pt x="5756" y="10126"/>
                </a:cubicBezTo>
                <a:cubicBezTo>
                  <a:pt x="6340" y="10862"/>
                  <a:pt x="6881" y="11633"/>
                  <a:pt x="7379" y="12430"/>
                </a:cubicBezTo>
                <a:cubicBezTo>
                  <a:pt x="7403" y="12468"/>
                  <a:pt x="7442" y="12488"/>
                  <a:pt x="7481" y="12488"/>
                </a:cubicBezTo>
                <a:cubicBezTo>
                  <a:pt x="7510" y="12488"/>
                  <a:pt x="7539" y="12478"/>
                  <a:pt x="7563" y="12456"/>
                </a:cubicBezTo>
                <a:cubicBezTo>
                  <a:pt x="9372" y="10767"/>
                  <a:pt x="11182" y="9079"/>
                  <a:pt x="12991" y="7391"/>
                </a:cubicBezTo>
                <a:cubicBezTo>
                  <a:pt x="13444" y="6969"/>
                  <a:pt x="13897" y="6547"/>
                  <a:pt x="14348" y="6125"/>
                </a:cubicBezTo>
                <a:cubicBezTo>
                  <a:pt x="14774" y="5728"/>
                  <a:pt x="15224" y="5346"/>
                  <a:pt x="15621" y="4920"/>
                </a:cubicBezTo>
                <a:cubicBezTo>
                  <a:pt x="15956" y="4561"/>
                  <a:pt x="16230" y="4130"/>
                  <a:pt x="16237" y="3625"/>
                </a:cubicBezTo>
                <a:cubicBezTo>
                  <a:pt x="16243" y="3173"/>
                  <a:pt x="16055" y="2737"/>
                  <a:pt x="15772" y="2393"/>
                </a:cubicBezTo>
                <a:cubicBezTo>
                  <a:pt x="15118" y="1597"/>
                  <a:pt x="13969" y="1326"/>
                  <a:pt x="12990" y="1230"/>
                </a:cubicBezTo>
                <a:cubicBezTo>
                  <a:pt x="12782" y="1209"/>
                  <a:pt x="12575" y="1199"/>
                  <a:pt x="12369" y="1199"/>
                </a:cubicBezTo>
                <a:cubicBezTo>
                  <a:pt x="11579" y="1199"/>
                  <a:pt x="10805" y="1344"/>
                  <a:pt x="10046" y="1589"/>
                </a:cubicBezTo>
                <a:cubicBezTo>
                  <a:pt x="9458" y="1779"/>
                  <a:pt x="8842" y="1996"/>
                  <a:pt x="8230" y="1996"/>
                </a:cubicBezTo>
                <a:cubicBezTo>
                  <a:pt x="7924" y="1996"/>
                  <a:pt x="7618" y="1942"/>
                  <a:pt x="7317" y="1801"/>
                </a:cubicBezTo>
                <a:cubicBezTo>
                  <a:pt x="6411" y="1378"/>
                  <a:pt x="5786" y="517"/>
                  <a:pt x="4835" y="170"/>
                </a:cubicBezTo>
                <a:cubicBezTo>
                  <a:pt x="4516" y="54"/>
                  <a:pt x="4181" y="0"/>
                  <a:pt x="3844" y="0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" name="Google Shape;336;p14"/>
          <p:cNvSpPr/>
          <p:nvPr/>
        </p:nvSpPr>
        <p:spPr>
          <a:xfrm rot="-5400000">
            <a:off x="-482253" y="2967250"/>
            <a:ext cx="1983041" cy="3856424"/>
          </a:xfrm>
          <a:custGeom>
            <a:rect b="b" l="l" r="r" t="t"/>
            <a:pathLst>
              <a:path extrusionOk="0" h="24182" w="12435">
                <a:moveTo>
                  <a:pt x="7995" y="0"/>
                </a:moveTo>
                <a:cubicBezTo>
                  <a:pt x="6753" y="0"/>
                  <a:pt x="5507" y="123"/>
                  <a:pt x="4282" y="305"/>
                </a:cubicBezTo>
                <a:cubicBezTo>
                  <a:pt x="3647" y="400"/>
                  <a:pt x="3014" y="509"/>
                  <a:pt x="2384" y="629"/>
                </a:cubicBezTo>
                <a:cubicBezTo>
                  <a:pt x="1767" y="745"/>
                  <a:pt x="1135" y="843"/>
                  <a:pt x="528" y="997"/>
                </a:cubicBezTo>
                <a:cubicBezTo>
                  <a:pt x="284" y="1059"/>
                  <a:pt x="86" y="1199"/>
                  <a:pt x="44" y="1438"/>
                </a:cubicBezTo>
                <a:cubicBezTo>
                  <a:pt x="1" y="1675"/>
                  <a:pt x="98" y="1906"/>
                  <a:pt x="177" y="2128"/>
                </a:cubicBezTo>
                <a:cubicBezTo>
                  <a:pt x="371" y="2674"/>
                  <a:pt x="529" y="3231"/>
                  <a:pt x="657" y="3795"/>
                </a:cubicBezTo>
                <a:cubicBezTo>
                  <a:pt x="1173" y="6076"/>
                  <a:pt x="1176" y="8421"/>
                  <a:pt x="1157" y="10740"/>
                </a:cubicBezTo>
                <a:cubicBezTo>
                  <a:pt x="1137" y="13166"/>
                  <a:pt x="1119" y="15594"/>
                  <a:pt x="956" y="18015"/>
                </a:cubicBezTo>
                <a:cubicBezTo>
                  <a:pt x="873" y="19227"/>
                  <a:pt x="754" y="20438"/>
                  <a:pt x="578" y="21641"/>
                </a:cubicBezTo>
                <a:cubicBezTo>
                  <a:pt x="533" y="21947"/>
                  <a:pt x="484" y="22253"/>
                  <a:pt x="431" y="22559"/>
                </a:cubicBezTo>
                <a:cubicBezTo>
                  <a:pt x="386" y="22822"/>
                  <a:pt x="322" y="23092"/>
                  <a:pt x="343" y="23359"/>
                </a:cubicBezTo>
                <a:cubicBezTo>
                  <a:pt x="374" y="23781"/>
                  <a:pt x="660" y="24173"/>
                  <a:pt x="1161" y="24181"/>
                </a:cubicBezTo>
                <a:cubicBezTo>
                  <a:pt x="1165" y="24181"/>
                  <a:pt x="1169" y="24181"/>
                  <a:pt x="1173" y="24181"/>
                </a:cubicBezTo>
                <a:cubicBezTo>
                  <a:pt x="1371" y="24181"/>
                  <a:pt x="1540" y="24099"/>
                  <a:pt x="1654" y="23951"/>
                </a:cubicBezTo>
                <a:cubicBezTo>
                  <a:pt x="1675" y="23925"/>
                  <a:pt x="1683" y="23898"/>
                  <a:pt x="1682" y="23874"/>
                </a:cubicBezTo>
                <a:lnTo>
                  <a:pt x="1682" y="23874"/>
                </a:lnTo>
                <a:cubicBezTo>
                  <a:pt x="1847" y="23898"/>
                  <a:pt x="2014" y="23909"/>
                  <a:pt x="2180" y="23909"/>
                </a:cubicBezTo>
                <a:cubicBezTo>
                  <a:pt x="2943" y="23909"/>
                  <a:pt x="3699" y="23667"/>
                  <a:pt x="4311" y="23242"/>
                </a:cubicBezTo>
                <a:cubicBezTo>
                  <a:pt x="4708" y="22966"/>
                  <a:pt x="5045" y="22616"/>
                  <a:pt x="5275" y="22211"/>
                </a:cubicBezTo>
                <a:cubicBezTo>
                  <a:pt x="5529" y="21761"/>
                  <a:pt x="5637" y="21258"/>
                  <a:pt x="5672" y="20756"/>
                </a:cubicBezTo>
                <a:cubicBezTo>
                  <a:pt x="5745" y="19694"/>
                  <a:pt x="5474" y="18600"/>
                  <a:pt x="5753" y="17552"/>
                </a:cubicBezTo>
                <a:cubicBezTo>
                  <a:pt x="5970" y="16734"/>
                  <a:pt x="6573" y="16141"/>
                  <a:pt x="7340" y="15710"/>
                </a:cubicBezTo>
                <a:cubicBezTo>
                  <a:pt x="8075" y="15296"/>
                  <a:pt x="8888" y="15018"/>
                  <a:pt x="9665" y="14682"/>
                </a:cubicBezTo>
                <a:cubicBezTo>
                  <a:pt x="10395" y="14367"/>
                  <a:pt x="11138" y="13992"/>
                  <a:pt x="11650" y="13407"/>
                </a:cubicBezTo>
                <a:cubicBezTo>
                  <a:pt x="12358" y="12597"/>
                  <a:pt x="12435" y="11553"/>
                  <a:pt x="12147" y="10578"/>
                </a:cubicBezTo>
                <a:cubicBezTo>
                  <a:pt x="11808" y="9430"/>
                  <a:pt x="11016" y="8461"/>
                  <a:pt x="10472" y="7396"/>
                </a:cubicBezTo>
                <a:cubicBezTo>
                  <a:pt x="9923" y="6314"/>
                  <a:pt x="9632" y="5096"/>
                  <a:pt x="9791" y="3904"/>
                </a:cubicBezTo>
                <a:cubicBezTo>
                  <a:pt x="9926" y="2896"/>
                  <a:pt x="10412" y="1909"/>
                  <a:pt x="11209" y="1194"/>
                </a:cubicBezTo>
                <a:cubicBezTo>
                  <a:pt x="11406" y="1016"/>
                  <a:pt x="11621" y="858"/>
                  <a:pt x="11854" y="718"/>
                </a:cubicBezTo>
                <a:cubicBezTo>
                  <a:pt x="11960" y="654"/>
                  <a:pt x="11944" y="503"/>
                  <a:pt x="11818" y="468"/>
                </a:cubicBezTo>
                <a:cubicBezTo>
                  <a:pt x="10568" y="132"/>
                  <a:pt x="9284" y="0"/>
                  <a:pt x="7995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7" name="Google Shape;337;p14"/>
          <p:cNvGrpSpPr/>
          <p:nvPr/>
        </p:nvGrpSpPr>
        <p:grpSpPr>
          <a:xfrm rot="4499945">
            <a:off x="541788" y="4505661"/>
            <a:ext cx="215934" cy="195605"/>
            <a:chOff x="1640475" y="1197075"/>
            <a:chExt cx="55475" cy="50250"/>
          </a:xfrm>
        </p:grpSpPr>
        <p:sp>
          <p:nvSpPr>
            <p:cNvPr id="338" name="Google Shape;338;p1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1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1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1" name="Google Shape;341;p14"/>
          <p:cNvSpPr/>
          <p:nvPr/>
        </p:nvSpPr>
        <p:spPr>
          <a:xfrm flipH="1" rot="9000107">
            <a:off x="1432356" y="253729"/>
            <a:ext cx="615242" cy="14412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2" name="Google Shape;342;p14"/>
          <p:cNvSpPr/>
          <p:nvPr/>
        </p:nvSpPr>
        <p:spPr>
          <a:xfrm flipH="1" rot="5400117">
            <a:off x="8338934" y="4440398"/>
            <a:ext cx="545177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3" name="Google Shape;343;p14"/>
          <p:cNvGrpSpPr/>
          <p:nvPr/>
        </p:nvGrpSpPr>
        <p:grpSpPr>
          <a:xfrm rot="3412077">
            <a:off x="7544730" y="4598335"/>
            <a:ext cx="228601" cy="207083"/>
            <a:chOff x="1640475" y="1197075"/>
            <a:chExt cx="55475" cy="50250"/>
          </a:xfrm>
        </p:grpSpPr>
        <p:sp>
          <p:nvSpPr>
            <p:cNvPr id="344" name="Google Shape;344;p1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1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1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7" name="Google Shape;347;p14"/>
          <p:cNvGrpSpPr/>
          <p:nvPr/>
        </p:nvGrpSpPr>
        <p:grpSpPr>
          <a:xfrm rot="5627155">
            <a:off x="8483770" y="851641"/>
            <a:ext cx="267257" cy="242085"/>
            <a:chOff x="1640475" y="1197075"/>
            <a:chExt cx="55475" cy="50250"/>
          </a:xfrm>
        </p:grpSpPr>
        <p:sp>
          <p:nvSpPr>
            <p:cNvPr id="348" name="Google Shape;348;p1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1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1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1" name="Google Shape;351;p14"/>
          <p:cNvSpPr/>
          <p:nvPr/>
        </p:nvSpPr>
        <p:spPr>
          <a:xfrm rot="3218474">
            <a:off x="2157332" y="4435042"/>
            <a:ext cx="809522" cy="1268427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2" name="Google Shape;352;p14"/>
          <p:cNvGrpSpPr/>
          <p:nvPr/>
        </p:nvGrpSpPr>
        <p:grpSpPr>
          <a:xfrm rot="-5400136">
            <a:off x="507506" y="880058"/>
            <a:ext cx="420678" cy="381051"/>
            <a:chOff x="1640475" y="1197075"/>
            <a:chExt cx="55475" cy="50250"/>
          </a:xfrm>
        </p:grpSpPr>
        <p:sp>
          <p:nvSpPr>
            <p:cNvPr id="353" name="Google Shape;353;p1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1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1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2">
    <p:spTree>
      <p:nvGrpSpPr>
        <p:cNvPr id="356" name="Shape 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" name="Google Shape;357;p15"/>
          <p:cNvSpPr/>
          <p:nvPr/>
        </p:nvSpPr>
        <p:spPr>
          <a:xfrm>
            <a:off x="5203188" y="3304363"/>
            <a:ext cx="4205930" cy="2291529"/>
          </a:xfrm>
          <a:custGeom>
            <a:rect b="b" l="l" r="r" t="t"/>
            <a:pathLst>
              <a:path extrusionOk="0" h="14261" w="26175">
                <a:moveTo>
                  <a:pt x="21312" y="0"/>
                </a:moveTo>
                <a:cubicBezTo>
                  <a:pt x="20977" y="0"/>
                  <a:pt x="20642" y="41"/>
                  <a:pt x="20313" y="99"/>
                </a:cubicBezTo>
                <a:cubicBezTo>
                  <a:pt x="19331" y="273"/>
                  <a:pt x="18260" y="586"/>
                  <a:pt x="17702" y="1484"/>
                </a:cubicBezTo>
                <a:cubicBezTo>
                  <a:pt x="17428" y="1925"/>
                  <a:pt x="17287" y="2436"/>
                  <a:pt x="16990" y="2864"/>
                </a:cubicBezTo>
                <a:cubicBezTo>
                  <a:pt x="16710" y="3266"/>
                  <a:pt x="16282" y="3522"/>
                  <a:pt x="15821" y="3664"/>
                </a:cubicBezTo>
                <a:cubicBezTo>
                  <a:pt x="15261" y="3837"/>
                  <a:pt x="14685" y="3858"/>
                  <a:pt x="14107" y="3858"/>
                </a:cubicBezTo>
                <a:cubicBezTo>
                  <a:pt x="13914" y="3858"/>
                  <a:pt x="13720" y="3856"/>
                  <a:pt x="13527" y="3856"/>
                </a:cubicBezTo>
                <a:cubicBezTo>
                  <a:pt x="13273" y="3856"/>
                  <a:pt x="13019" y="3860"/>
                  <a:pt x="12766" y="3880"/>
                </a:cubicBezTo>
                <a:cubicBezTo>
                  <a:pt x="12240" y="3921"/>
                  <a:pt x="11711" y="4025"/>
                  <a:pt x="11246" y="4285"/>
                </a:cubicBezTo>
                <a:cubicBezTo>
                  <a:pt x="10777" y="4547"/>
                  <a:pt x="10423" y="4956"/>
                  <a:pt x="10107" y="5381"/>
                </a:cubicBezTo>
                <a:cubicBezTo>
                  <a:pt x="9484" y="6224"/>
                  <a:pt x="8906" y="7121"/>
                  <a:pt x="8012" y="7708"/>
                </a:cubicBezTo>
                <a:cubicBezTo>
                  <a:pt x="7566" y="8003"/>
                  <a:pt x="7065" y="8190"/>
                  <a:pt x="6530" y="8231"/>
                </a:cubicBezTo>
                <a:cubicBezTo>
                  <a:pt x="6418" y="8239"/>
                  <a:pt x="6306" y="8243"/>
                  <a:pt x="6194" y="8243"/>
                </a:cubicBezTo>
                <a:cubicBezTo>
                  <a:pt x="5684" y="8243"/>
                  <a:pt x="5174" y="8166"/>
                  <a:pt x="4666" y="8122"/>
                </a:cubicBezTo>
                <a:cubicBezTo>
                  <a:pt x="4112" y="8075"/>
                  <a:pt x="3557" y="8052"/>
                  <a:pt x="3001" y="8052"/>
                </a:cubicBezTo>
                <a:cubicBezTo>
                  <a:pt x="2916" y="8052"/>
                  <a:pt x="2830" y="8052"/>
                  <a:pt x="2744" y="8054"/>
                </a:cubicBezTo>
                <a:cubicBezTo>
                  <a:pt x="2475" y="8057"/>
                  <a:pt x="2183" y="8043"/>
                  <a:pt x="1931" y="8148"/>
                </a:cubicBezTo>
                <a:cubicBezTo>
                  <a:pt x="1700" y="8244"/>
                  <a:pt x="1557" y="8443"/>
                  <a:pt x="1448" y="8660"/>
                </a:cubicBezTo>
                <a:cubicBezTo>
                  <a:pt x="1157" y="9242"/>
                  <a:pt x="895" y="9837"/>
                  <a:pt x="618" y="10425"/>
                </a:cubicBezTo>
                <a:cubicBezTo>
                  <a:pt x="483" y="10711"/>
                  <a:pt x="344" y="10996"/>
                  <a:pt x="215" y="11284"/>
                </a:cubicBezTo>
                <a:cubicBezTo>
                  <a:pt x="103" y="11537"/>
                  <a:pt x="1" y="11806"/>
                  <a:pt x="9" y="12087"/>
                </a:cubicBezTo>
                <a:cubicBezTo>
                  <a:pt x="26" y="12628"/>
                  <a:pt x="464" y="12993"/>
                  <a:pt x="898" y="13242"/>
                </a:cubicBezTo>
                <a:cubicBezTo>
                  <a:pt x="1355" y="13506"/>
                  <a:pt x="1863" y="13671"/>
                  <a:pt x="2379" y="13769"/>
                </a:cubicBezTo>
                <a:cubicBezTo>
                  <a:pt x="3456" y="13974"/>
                  <a:pt x="4560" y="13920"/>
                  <a:pt x="5650" y="13980"/>
                </a:cubicBezTo>
                <a:cubicBezTo>
                  <a:pt x="6939" y="14051"/>
                  <a:pt x="8222" y="14239"/>
                  <a:pt x="9514" y="14259"/>
                </a:cubicBezTo>
                <a:cubicBezTo>
                  <a:pt x="9569" y="14260"/>
                  <a:pt x="9623" y="14261"/>
                  <a:pt x="9677" y="14261"/>
                </a:cubicBezTo>
                <a:cubicBezTo>
                  <a:pt x="10875" y="14261"/>
                  <a:pt x="12038" y="14052"/>
                  <a:pt x="13207" y="13797"/>
                </a:cubicBezTo>
                <a:cubicBezTo>
                  <a:pt x="13817" y="13663"/>
                  <a:pt x="14426" y="13526"/>
                  <a:pt x="15041" y="13424"/>
                </a:cubicBezTo>
                <a:cubicBezTo>
                  <a:pt x="15675" y="13317"/>
                  <a:pt x="16315" y="13253"/>
                  <a:pt x="16956" y="13206"/>
                </a:cubicBezTo>
                <a:cubicBezTo>
                  <a:pt x="18228" y="13113"/>
                  <a:pt x="19506" y="13085"/>
                  <a:pt x="20774" y="12938"/>
                </a:cubicBezTo>
                <a:cubicBezTo>
                  <a:pt x="21322" y="12875"/>
                  <a:pt x="21864" y="12773"/>
                  <a:pt x="22412" y="12707"/>
                </a:cubicBezTo>
                <a:cubicBezTo>
                  <a:pt x="22674" y="12676"/>
                  <a:pt x="22942" y="12652"/>
                  <a:pt x="23208" y="12652"/>
                </a:cubicBezTo>
                <a:cubicBezTo>
                  <a:pt x="23451" y="12652"/>
                  <a:pt x="23692" y="12672"/>
                  <a:pt x="23928" y="12724"/>
                </a:cubicBezTo>
                <a:cubicBezTo>
                  <a:pt x="24162" y="12777"/>
                  <a:pt x="24387" y="12861"/>
                  <a:pt x="24591" y="12989"/>
                </a:cubicBezTo>
                <a:cubicBezTo>
                  <a:pt x="24696" y="13055"/>
                  <a:pt x="24788" y="13167"/>
                  <a:pt x="24915" y="13170"/>
                </a:cubicBezTo>
                <a:cubicBezTo>
                  <a:pt x="24918" y="13170"/>
                  <a:pt x="24920" y="13170"/>
                  <a:pt x="24923" y="13170"/>
                </a:cubicBezTo>
                <a:cubicBezTo>
                  <a:pt x="25030" y="13170"/>
                  <a:pt x="25141" y="13147"/>
                  <a:pt x="25241" y="13108"/>
                </a:cubicBezTo>
                <a:cubicBezTo>
                  <a:pt x="25716" y="12928"/>
                  <a:pt x="25988" y="12456"/>
                  <a:pt x="26075" y="11977"/>
                </a:cubicBezTo>
                <a:cubicBezTo>
                  <a:pt x="26127" y="11687"/>
                  <a:pt x="26128" y="11393"/>
                  <a:pt x="26127" y="11099"/>
                </a:cubicBezTo>
                <a:cubicBezTo>
                  <a:pt x="26126" y="10779"/>
                  <a:pt x="26124" y="10457"/>
                  <a:pt x="26123" y="10135"/>
                </a:cubicBezTo>
                <a:cubicBezTo>
                  <a:pt x="26121" y="9483"/>
                  <a:pt x="26118" y="8831"/>
                  <a:pt x="26116" y="8179"/>
                </a:cubicBezTo>
                <a:cubicBezTo>
                  <a:pt x="26112" y="6939"/>
                  <a:pt x="26107" y="5700"/>
                  <a:pt x="26102" y="4459"/>
                </a:cubicBezTo>
                <a:lnTo>
                  <a:pt x="26102" y="4459"/>
                </a:lnTo>
                <a:cubicBezTo>
                  <a:pt x="26105" y="4461"/>
                  <a:pt x="26107" y="4462"/>
                  <a:pt x="26109" y="4462"/>
                </a:cubicBezTo>
                <a:cubicBezTo>
                  <a:pt x="26174" y="4462"/>
                  <a:pt x="26046" y="3375"/>
                  <a:pt x="25375" y="3280"/>
                </a:cubicBezTo>
                <a:cubicBezTo>
                  <a:pt x="24338" y="3135"/>
                  <a:pt x="24244" y="1492"/>
                  <a:pt x="23438" y="803"/>
                </a:cubicBezTo>
                <a:cubicBezTo>
                  <a:pt x="23048" y="470"/>
                  <a:pt x="22597" y="206"/>
                  <a:pt x="22095" y="87"/>
                </a:cubicBezTo>
                <a:cubicBezTo>
                  <a:pt x="21837" y="25"/>
                  <a:pt x="21575" y="0"/>
                  <a:pt x="21312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" name="Google Shape;358;p15"/>
          <p:cNvSpPr/>
          <p:nvPr/>
        </p:nvSpPr>
        <p:spPr>
          <a:xfrm>
            <a:off x="-450899" y="3428735"/>
            <a:ext cx="2089708" cy="2096136"/>
          </a:xfrm>
          <a:custGeom>
            <a:rect b="b" l="l" r="r" t="t"/>
            <a:pathLst>
              <a:path extrusionOk="0" h="13045" w="13005">
                <a:moveTo>
                  <a:pt x="1922" y="1"/>
                </a:moveTo>
                <a:cubicBezTo>
                  <a:pt x="1849" y="1"/>
                  <a:pt x="1776" y="4"/>
                  <a:pt x="1703" y="11"/>
                </a:cubicBezTo>
                <a:cubicBezTo>
                  <a:pt x="1260" y="54"/>
                  <a:pt x="818" y="227"/>
                  <a:pt x="503" y="551"/>
                </a:cubicBezTo>
                <a:cubicBezTo>
                  <a:pt x="150" y="913"/>
                  <a:pt x="38" y="1411"/>
                  <a:pt x="20" y="1903"/>
                </a:cubicBezTo>
                <a:cubicBezTo>
                  <a:pt x="0" y="2484"/>
                  <a:pt x="46" y="3073"/>
                  <a:pt x="66" y="3654"/>
                </a:cubicBezTo>
                <a:cubicBezTo>
                  <a:pt x="86" y="4273"/>
                  <a:pt x="107" y="4891"/>
                  <a:pt x="127" y="5509"/>
                </a:cubicBezTo>
                <a:lnTo>
                  <a:pt x="374" y="12928"/>
                </a:lnTo>
                <a:cubicBezTo>
                  <a:pt x="376" y="12996"/>
                  <a:pt x="429" y="13044"/>
                  <a:pt x="492" y="13044"/>
                </a:cubicBezTo>
                <a:cubicBezTo>
                  <a:pt x="501" y="13044"/>
                  <a:pt x="511" y="13043"/>
                  <a:pt x="520" y="13041"/>
                </a:cubicBezTo>
                <a:cubicBezTo>
                  <a:pt x="1437" y="12830"/>
                  <a:pt x="2365" y="12670"/>
                  <a:pt x="3299" y="12564"/>
                </a:cubicBezTo>
                <a:cubicBezTo>
                  <a:pt x="4235" y="12458"/>
                  <a:pt x="5175" y="12406"/>
                  <a:pt x="6116" y="12406"/>
                </a:cubicBezTo>
                <a:cubicBezTo>
                  <a:pt x="6835" y="12406"/>
                  <a:pt x="7554" y="12436"/>
                  <a:pt x="8271" y="12496"/>
                </a:cubicBezTo>
                <a:cubicBezTo>
                  <a:pt x="8728" y="12533"/>
                  <a:pt x="9209" y="12577"/>
                  <a:pt x="9687" y="12577"/>
                </a:cubicBezTo>
                <a:cubicBezTo>
                  <a:pt x="10492" y="12577"/>
                  <a:pt x="11288" y="12454"/>
                  <a:pt x="11947" y="11977"/>
                </a:cubicBezTo>
                <a:lnTo>
                  <a:pt x="11947" y="11977"/>
                </a:lnTo>
                <a:cubicBezTo>
                  <a:pt x="11945" y="11988"/>
                  <a:pt x="11948" y="11993"/>
                  <a:pt x="11955" y="11993"/>
                </a:cubicBezTo>
                <a:cubicBezTo>
                  <a:pt x="12017" y="11993"/>
                  <a:pt x="12409" y="11534"/>
                  <a:pt x="12496" y="11300"/>
                </a:cubicBezTo>
                <a:cubicBezTo>
                  <a:pt x="12866" y="10319"/>
                  <a:pt x="13005" y="9208"/>
                  <a:pt x="12677" y="8195"/>
                </a:cubicBezTo>
                <a:cubicBezTo>
                  <a:pt x="12404" y="7349"/>
                  <a:pt x="11818" y="6569"/>
                  <a:pt x="11000" y="6188"/>
                </a:cubicBezTo>
                <a:cubicBezTo>
                  <a:pt x="10082" y="5759"/>
                  <a:pt x="9032" y="5924"/>
                  <a:pt x="8092" y="5581"/>
                </a:cubicBezTo>
                <a:cubicBezTo>
                  <a:pt x="7160" y="5240"/>
                  <a:pt x="6737" y="4324"/>
                  <a:pt x="6316" y="3499"/>
                </a:cubicBezTo>
                <a:cubicBezTo>
                  <a:pt x="5859" y="2602"/>
                  <a:pt x="5271" y="1802"/>
                  <a:pt x="4492" y="1159"/>
                </a:cubicBezTo>
                <a:cubicBezTo>
                  <a:pt x="3786" y="579"/>
                  <a:pt x="2870" y="1"/>
                  <a:pt x="1922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" name="Google Shape;359;p15"/>
          <p:cNvSpPr/>
          <p:nvPr/>
        </p:nvSpPr>
        <p:spPr>
          <a:xfrm>
            <a:off x="-317690" y="-239105"/>
            <a:ext cx="3916858" cy="1383980"/>
          </a:xfrm>
          <a:custGeom>
            <a:rect b="b" l="l" r="r" t="t"/>
            <a:pathLst>
              <a:path extrusionOk="0" h="8613" w="24376">
                <a:moveTo>
                  <a:pt x="1748" y="0"/>
                </a:moveTo>
                <a:cubicBezTo>
                  <a:pt x="1709" y="0"/>
                  <a:pt x="1669" y="2"/>
                  <a:pt x="1629" y="7"/>
                </a:cubicBezTo>
                <a:cubicBezTo>
                  <a:pt x="1391" y="38"/>
                  <a:pt x="1250" y="176"/>
                  <a:pt x="1187" y="347"/>
                </a:cubicBezTo>
                <a:cubicBezTo>
                  <a:pt x="1033" y="773"/>
                  <a:pt x="935" y="1218"/>
                  <a:pt x="819" y="1650"/>
                </a:cubicBezTo>
                <a:cubicBezTo>
                  <a:pt x="701" y="2092"/>
                  <a:pt x="590" y="2536"/>
                  <a:pt x="496" y="2983"/>
                </a:cubicBezTo>
                <a:cubicBezTo>
                  <a:pt x="126" y="4733"/>
                  <a:pt x="0" y="6549"/>
                  <a:pt x="659" y="8271"/>
                </a:cubicBezTo>
                <a:cubicBezTo>
                  <a:pt x="678" y="8321"/>
                  <a:pt x="733" y="8346"/>
                  <a:pt x="790" y="8346"/>
                </a:cubicBezTo>
                <a:cubicBezTo>
                  <a:pt x="835" y="8346"/>
                  <a:pt x="881" y="8329"/>
                  <a:pt x="910" y="8296"/>
                </a:cubicBezTo>
                <a:cubicBezTo>
                  <a:pt x="1048" y="8134"/>
                  <a:pt x="1206" y="7983"/>
                  <a:pt x="1385" y="7843"/>
                </a:cubicBezTo>
                <a:cubicBezTo>
                  <a:pt x="2101" y="7284"/>
                  <a:pt x="3087" y="6944"/>
                  <a:pt x="4095" y="6849"/>
                </a:cubicBezTo>
                <a:cubicBezTo>
                  <a:pt x="4314" y="6828"/>
                  <a:pt x="4534" y="6818"/>
                  <a:pt x="4754" y="6818"/>
                </a:cubicBezTo>
                <a:cubicBezTo>
                  <a:pt x="5730" y="6818"/>
                  <a:pt x="6704" y="7012"/>
                  <a:pt x="7586" y="7328"/>
                </a:cubicBezTo>
                <a:cubicBezTo>
                  <a:pt x="8653" y="7708"/>
                  <a:pt x="9622" y="8264"/>
                  <a:pt x="10770" y="8502"/>
                </a:cubicBezTo>
                <a:cubicBezTo>
                  <a:pt x="11110" y="8573"/>
                  <a:pt x="11460" y="8612"/>
                  <a:pt x="11804" y="8612"/>
                </a:cubicBezTo>
                <a:cubicBezTo>
                  <a:pt x="12445" y="8612"/>
                  <a:pt x="13071" y="8476"/>
                  <a:pt x="13597" y="8154"/>
                </a:cubicBezTo>
                <a:cubicBezTo>
                  <a:pt x="14183" y="7795"/>
                  <a:pt x="14557" y="7273"/>
                  <a:pt x="14873" y="6761"/>
                </a:cubicBezTo>
                <a:cubicBezTo>
                  <a:pt x="15208" y="6214"/>
                  <a:pt x="15488" y="5645"/>
                  <a:pt x="15900" y="5129"/>
                </a:cubicBezTo>
                <a:cubicBezTo>
                  <a:pt x="16333" y="4590"/>
                  <a:pt x="16925" y="4168"/>
                  <a:pt x="17743" y="4015"/>
                </a:cubicBezTo>
                <a:cubicBezTo>
                  <a:pt x="18117" y="3945"/>
                  <a:pt x="18497" y="3924"/>
                  <a:pt x="18879" y="3924"/>
                </a:cubicBezTo>
                <a:cubicBezTo>
                  <a:pt x="19431" y="3924"/>
                  <a:pt x="19988" y="3967"/>
                  <a:pt x="20538" y="3967"/>
                </a:cubicBezTo>
                <a:cubicBezTo>
                  <a:pt x="20675" y="3967"/>
                  <a:pt x="20811" y="3964"/>
                  <a:pt x="20947" y="3958"/>
                </a:cubicBezTo>
                <a:cubicBezTo>
                  <a:pt x="21449" y="3933"/>
                  <a:pt x="21952" y="3857"/>
                  <a:pt x="22403" y="3679"/>
                </a:cubicBezTo>
                <a:cubicBezTo>
                  <a:pt x="22808" y="3518"/>
                  <a:pt x="23157" y="3280"/>
                  <a:pt x="23433" y="3003"/>
                </a:cubicBezTo>
                <a:cubicBezTo>
                  <a:pt x="23951" y="2479"/>
                  <a:pt x="24196" y="1807"/>
                  <a:pt x="24066" y="1157"/>
                </a:cubicBezTo>
                <a:lnTo>
                  <a:pt x="24066" y="1157"/>
                </a:lnTo>
                <a:cubicBezTo>
                  <a:pt x="24067" y="1158"/>
                  <a:pt x="24069" y="1158"/>
                  <a:pt x="24071" y="1158"/>
                </a:cubicBezTo>
                <a:cubicBezTo>
                  <a:pt x="24093" y="1158"/>
                  <a:pt x="24117" y="1151"/>
                  <a:pt x="24142" y="1138"/>
                </a:cubicBezTo>
                <a:cubicBezTo>
                  <a:pt x="24292" y="1056"/>
                  <a:pt x="24376" y="935"/>
                  <a:pt x="24372" y="792"/>
                </a:cubicBezTo>
                <a:cubicBezTo>
                  <a:pt x="24363" y="440"/>
                  <a:pt x="23972" y="240"/>
                  <a:pt x="23550" y="217"/>
                </a:cubicBezTo>
                <a:cubicBezTo>
                  <a:pt x="23514" y="215"/>
                  <a:pt x="23478" y="215"/>
                  <a:pt x="23442" y="215"/>
                </a:cubicBezTo>
                <a:cubicBezTo>
                  <a:pt x="23211" y="215"/>
                  <a:pt x="22977" y="252"/>
                  <a:pt x="22750" y="280"/>
                </a:cubicBezTo>
                <a:cubicBezTo>
                  <a:pt x="22445" y="317"/>
                  <a:pt x="22139" y="351"/>
                  <a:pt x="21832" y="383"/>
                </a:cubicBezTo>
                <a:cubicBezTo>
                  <a:pt x="20628" y="507"/>
                  <a:pt x="19418" y="590"/>
                  <a:pt x="18207" y="648"/>
                </a:cubicBezTo>
                <a:cubicBezTo>
                  <a:pt x="15784" y="762"/>
                  <a:pt x="13357" y="774"/>
                  <a:pt x="10932" y="789"/>
                </a:cubicBezTo>
                <a:cubicBezTo>
                  <a:pt x="10568" y="791"/>
                  <a:pt x="10203" y="793"/>
                  <a:pt x="9838" y="793"/>
                </a:cubicBezTo>
                <a:cubicBezTo>
                  <a:pt x="7878" y="793"/>
                  <a:pt x="5909" y="743"/>
                  <a:pt x="3985" y="438"/>
                </a:cubicBezTo>
                <a:cubicBezTo>
                  <a:pt x="3423" y="348"/>
                  <a:pt x="2866" y="237"/>
                  <a:pt x="2318" y="100"/>
                </a:cubicBezTo>
                <a:cubicBezTo>
                  <a:pt x="2134" y="55"/>
                  <a:pt x="1943" y="0"/>
                  <a:pt x="1748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0" name="Google Shape;360;p15"/>
          <p:cNvSpPr/>
          <p:nvPr/>
        </p:nvSpPr>
        <p:spPr>
          <a:xfrm>
            <a:off x="5829867" y="-831076"/>
            <a:ext cx="4345244" cy="3055586"/>
          </a:xfrm>
          <a:custGeom>
            <a:rect b="b" l="l" r="r" t="t"/>
            <a:pathLst>
              <a:path extrusionOk="0" h="19016" w="27042">
                <a:moveTo>
                  <a:pt x="5311" y="0"/>
                </a:moveTo>
                <a:cubicBezTo>
                  <a:pt x="5179" y="0"/>
                  <a:pt x="5075" y="178"/>
                  <a:pt x="5211" y="262"/>
                </a:cubicBezTo>
                <a:cubicBezTo>
                  <a:pt x="5431" y="399"/>
                  <a:pt x="5652" y="530"/>
                  <a:pt x="5876" y="657"/>
                </a:cubicBezTo>
                <a:cubicBezTo>
                  <a:pt x="3749" y="1565"/>
                  <a:pt x="1452" y="2798"/>
                  <a:pt x="713" y="5101"/>
                </a:cubicBezTo>
                <a:cubicBezTo>
                  <a:pt x="0" y="7321"/>
                  <a:pt x="1219" y="10007"/>
                  <a:pt x="3411" y="10856"/>
                </a:cubicBezTo>
                <a:cubicBezTo>
                  <a:pt x="3728" y="10979"/>
                  <a:pt x="4069" y="11058"/>
                  <a:pt x="4406" y="11058"/>
                </a:cubicBezTo>
                <a:cubicBezTo>
                  <a:pt x="4688" y="11058"/>
                  <a:pt x="4968" y="11003"/>
                  <a:pt x="5229" y="10871"/>
                </a:cubicBezTo>
                <a:cubicBezTo>
                  <a:pt x="5743" y="10614"/>
                  <a:pt x="6086" y="10140"/>
                  <a:pt x="6367" y="9654"/>
                </a:cubicBezTo>
                <a:cubicBezTo>
                  <a:pt x="6660" y="9147"/>
                  <a:pt x="6901" y="8604"/>
                  <a:pt x="7258" y="8138"/>
                </a:cubicBezTo>
                <a:cubicBezTo>
                  <a:pt x="7586" y="7709"/>
                  <a:pt x="8056" y="7408"/>
                  <a:pt x="8567" y="7243"/>
                </a:cubicBezTo>
                <a:cubicBezTo>
                  <a:pt x="8835" y="7156"/>
                  <a:pt x="9122" y="7107"/>
                  <a:pt x="9407" y="7107"/>
                </a:cubicBezTo>
                <a:cubicBezTo>
                  <a:pt x="9658" y="7107"/>
                  <a:pt x="9908" y="7145"/>
                  <a:pt x="10143" y="7227"/>
                </a:cubicBezTo>
                <a:cubicBezTo>
                  <a:pt x="10681" y="7416"/>
                  <a:pt x="11050" y="7824"/>
                  <a:pt x="11259" y="8347"/>
                </a:cubicBezTo>
                <a:cubicBezTo>
                  <a:pt x="11495" y="8938"/>
                  <a:pt x="11543" y="9582"/>
                  <a:pt x="11752" y="10181"/>
                </a:cubicBezTo>
                <a:cubicBezTo>
                  <a:pt x="11957" y="10769"/>
                  <a:pt x="12358" y="11405"/>
                  <a:pt x="12983" y="11603"/>
                </a:cubicBezTo>
                <a:cubicBezTo>
                  <a:pt x="13117" y="11646"/>
                  <a:pt x="13250" y="11665"/>
                  <a:pt x="13380" y="11665"/>
                </a:cubicBezTo>
                <a:cubicBezTo>
                  <a:pt x="13765" y="11665"/>
                  <a:pt x="14132" y="11502"/>
                  <a:pt x="14481" y="11319"/>
                </a:cubicBezTo>
                <a:cubicBezTo>
                  <a:pt x="14811" y="11146"/>
                  <a:pt x="15183" y="10926"/>
                  <a:pt x="15563" y="10926"/>
                </a:cubicBezTo>
                <a:cubicBezTo>
                  <a:pt x="15675" y="10926"/>
                  <a:pt x="15789" y="10946"/>
                  <a:pt x="15902" y="10992"/>
                </a:cubicBezTo>
                <a:cubicBezTo>
                  <a:pt x="16505" y="11236"/>
                  <a:pt x="16731" y="12009"/>
                  <a:pt x="16886" y="12576"/>
                </a:cubicBezTo>
                <a:cubicBezTo>
                  <a:pt x="17067" y="13246"/>
                  <a:pt x="17237" y="13920"/>
                  <a:pt x="17447" y="14583"/>
                </a:cubicBezTo>
                <a:cubicBezTo>
                  <a:pt x="17859" y="15878"/>
                  <a:pt x="18454" y="17143"/>
                  <a:pt x="19512" y="18032"/>
                </a:cubicBezTo>
                <a:cubicBezTo>
                  <a:pt x="20225" y="18631"/>
                  <a:pt x="21110" y="19015"/>
                  <a:pt x="22020" y="19015"/>
                </a:cubicBezTo>
                <a:cubicBezTo>
                  <a:pt x="22330" y="19015"/>
                  <a:pt x="22643" y="18971"/>
                  <a:pt x="22954" y="18875"/>
                </a:cubicBezTo>
                <a:cubicBezTo>
                  <a:pt x="24002" y="18552"/>
                  <a:pt x="24786" y="17702"/>
                  <a:pt x="25334" y="16784"/>
                </a:cubicBezTo>
                <a:cubicBezTo>
                  <a:pt x="25931" y="15784"/>
                  <a:pt x="26309" y="14669"/>
                  <a:pt x="26587" y="13543"/>
                </a:cubicBezTo>
                <a:cubicBezTo>
                  <a:pt x="26872" y="12393"/>
                  <a:pt x="27042" y="11178"/>
                  <a:pt x="26859" y="9998"/>
                </a:cubicBezTo>
                <a:cubicBezTo>
                  <a:pt x="26669" y="8763"/>
                  <a:pt x="26045" y="7686"/>
                  <a:pt x="25037" y="6940"/>
                </a:cubicBezTo>
                <a:cubicBezTo>
                  <a:pt x="23865" y="6071"/>
                  <a:pt x="22401" y="5638"/>
                  <a:pt x="21023" y="5219"/>
                </a:cubicBezTo>
                <a:cubicBezTo>
                  <a:pt x="19511" y="4758"/>
                  <a:pt x="17976" y="4376"/>
                  <a:pt x="16442" y="3995"/>
                </a:cubicBezTo>
                <a:cubicBezTo>
                  <a:pt x="13377" y="3236"/>
                  <a:pt x="10276" y="2484"/>
                  <a:pt x="7410" y="1122"/>
                </a:cubicBezTo>
                <a:cubicBezTo>
                  <a:pt x="7124" y="986"/>
                  <a:pt x="6842" y="844"/>
                  <a:pt x="6563" y="695"/>
                </a:cubicBezTo>
                <a:cubicBezTo>
                  <a:pt x="6622" y="671"/>
                  <a:pt x="6682" y="645"/>
                  <a:pt x="6742" y="621"/>
                </a:cubicBezTo>
                <a:cubicBezTo>
                  <a:pt x="6901" y="557"/>
                  <a:pt x="6828" y="333"/>
                  <a:pt x="6684" y="333"/>
                </a:cubicBezTo>
                <a:cubicBezTo>
                  <a:pt x="6666" y="333"/>
                  <a:pt x="6646" y="336"/>
                  <a:pt x="6625" y="345"/>
                </a:cubicBezTo>
                <a:cubicBezTo>
                  <a:pt x="6492" y="400"/>
                  <a:pt x="6358" y="454"/>
                  <a:pt x="6223" y="510"/>
                </a:cubicBezTo>
                <a:cubicBezTo>
                  <a:pt x="5943" y="355"/>
                  <a:pt x="5666" y="194"/>
                  <a:pt x="5394" y="25"/>
                </a:cubicBezTo>
                <a:cubicBezTo>
                  <a:pt x="5366" y="8"/>
                  <a:pt x="5338" y="0"/>
                  <a:pt x="5311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1" name="Google Shape;361;p15"/>
          <p:cNvGrpSpPr/>
          <p:nvPr/>
        </p:nvGrpSpPr>
        <p:grpSpPr>
          <a:xfrm>
            <a:off x="1116830" y="990139"/>
            <a:ext cx="6909619" cy="3217654"/>
            <a:chOff x="3689050" y="919857"/>
            <a:chExt cx="1419425" cy="685950"/>
          </a:xfrm>
        </p:grpSpPr>
        <p:sp>
          <p:nvSpPr>
            <p:cNvPr id="362" name="Google Shape;362;p15"/>
            <p:cNvSpPr/>
            <p:nvPr/>
          </p:nvSpPr>
          <p:spPr>
            <a:xfrm>
              <a:off x="3945175" y="932332"/>
              <a:ext cx="912600" cy="143950"/>
            </a:xfrm>
            <a:custGeom>
              <a:rect b="b" l="l" r="r" t="t"/>
              <a:pathLst>
                <a:path extrusionOk="0" h="5758" w="36504">
                  <a:moveTo>
                    <a:pt x="18144" y="1"/>
                  </a:moveTo>
                  <a:cubicBezTo>
                    <a:pt x="17036" y="1634"/>
                    <a:pt x="15167" y="2647"/>
                    <a:pt x="13238" y="2647"/>
                  </a:cubicBezTo>
                  <a:cubicBezTo>
                    <a:pt x="12616" y="2647"/>
                    <a:pt x="11989" y="2542"/>
                    <a:pt x="11379" y="2319"/>
                  </a:cubicBezTo>
                  <a:cubicBezTo>
                    <a:pt x="9365" y="1581"/>
                    <a:pt x="7828" y="320"/>
                    <a:pt x="5593" y="191"/>
                  </a:cubicBezTo>
                  <a:cubicBezTo>
                    <a:pt x="5449" y="183"/>
                    <a:pt x="5300" y="178"/>
                    <a:pt x="5147" y="178"/>
                  </a:cubicBezTo>
                  <a:cubicBezTo>
                    <a:pt x="2960" y="178"/>
                    <a:pt x="0" y="1073"/>
                    <a:pt x="333" y="3758"/>
                  </a:cubicBezTo>
                  <a:cubicBezTo>
                    <a:pt x="340" y="3806"/>
                    <a:pt x="331" y="3848"/>
                    <a:pt x="315" y="3883"/>
                  </a:cubicBezTo>
                  <a:lnTo>
                    <a:pt x="993" y="3938"/>
                  </a:lnTo>
                  <a:cubicBezTo>
                    <a:pt x="1146" y="3384"/>
                    <a:pt x="1456" y="2883"/>
                    <a:pt x="2007" y="2472"/>
                  </a:cubicBezTo>
                  <a:cubicBezTo>
                    <a:pt x="2725" y="1941"/>
                    <a:pt x="3583" y="1727"/>
                    <a:pt x="4450" y="1727"/>
                  </a:cubicBezTo>
                  <a:cubicBezTo>
                    <a:pt x="4894" y="1727"/>
                    <a:pt x="5341" y="1783"/>
                    <a:pt x="5773" y="1881"/>
                  </a:cubicBezTo>
                  <a:cubicBezTo>
                    <a:pt x="7779" y="2336"/>
                    <a:pt x="9550" y="3481"/>
                    <a:pt x="11575" y="3897"/>
                  </a:cubicBezTo>
                  <a:cubicBezTo>
                    <a:pt x="12135" y="4012"/>
                    <a:pt x="12699" y="4074"/>
                    <a:pt x="13255" y="4074"/>
                  </a:cubicBezTo>
                  <a:cubicBezTo>
                    <a:pt x="14893" y="4074"/>
                    <a:pt x="16460" y="3538"/>
                    <a:pt x="17629" y="2251"/>
                  </a:cubicBezTo>
                  <a:cubicBezTo>
                    <a:pt x="17624" y="2245"/>
                    <a:pt x="17618" y="2243"/>
                    <a:pt x="17612" y="2239"/>
                  </a:cubicBezTo>
                  <a:cubicBezTo>
                    <a:pt x="17546" y="2178"/>
                    <a:pt x="17611" y="2069"/>
                    <a:pt x="17685" y="2069"/>
                  </a:cubicBezTo>
                  <a:cubicBezTo>
                    <a:pt x="17701" y="2069"/>
                    <a:pt x="17717" y="2074"/>
                    <a:pt x="17733" y="2086"/>
                  </a:cubicBezTo>
                  <a:cubicBezTo>
                    <a:pt x="19239" y="3237"/>
                    <a:pt x="20937" y="3852"/>
                    <a:pt x="22793" y="3852"/>
                  </a:cubicBezTo>
                  <a:cubicBezTo>
                    <a:pt x="23059" y="3852"/>
                    <a:pt x="23328" y="3839"/>
                    <a:pt x="23600" y="3814"/>
                  </a:cubicBezTo>
                  <a:cubicBezTo>
                    <a:pt x="25712" y="3617"/>
                    <a:pt x="27523" y="2689"/>
                    <a:pt x="29519" y="2088"/>
                  </a:cubicBezTo>
                  <a:cubicBezTo>
                    <a:pt x="30068" y="1923"/>
                    <a:pt x="30659" y="1810"/>
                    <a:pt x="31242" y="1810"/>
                  </a:cubicBezTo>
                  <a:cubicBezTo>
                    <a:pt x="31952" y="1810"/>
                    <a:pt x="32648" y="1978"/>
                    <a:pt x="33237" y="2426"/>
                  </a:cubicBezTo>
                  <a:cubicBezTo>
                    <a:pt x="34260" y="3201"/>
                    <a:pt x="34563" y="4547"/>
                    <a:pt x="34740" y="5758"/>
                  </a:cubicBezTo>
                  <a:cubicBezTo>
                    <a:pt x="35271" y="5233"/>
                    <a:pt x="35867" y="4776"/>
                    <a:pt x="36504" y="4388"/>
                  </a:cubicBezTo>
                  <a:lnTo>
                    <a:pt x="36202" y="3998"/>
                  </a:lnTo>
                  <a:cubicBezTo>
                    <a:pt x="36068" y="3998"/>
                    <a:pt x="35934" y="3919"/>
                    <a:pt x="35955" y="3758"/>
                  </a:cubicBezTo>
                  <a:cubicBezTo>
                    <a:pt x="36287" y="1073"/>
                    <a:pt x="33327" y="178"/>
                    <a:pt x="31142" y="178"/>
                  </a:cubicBezTo>
                  <a:cubicBezTo>
                    <a:pt x="30989" y="178"/>
                    <a:pt x="30840" y="183"/>
                    <a:pt x="30696" y="191"/>
                  </a:cubicBezTo>
                  <a:cubicBezTo>
                    <a:pt x="28460" y="320"/>
                    <a:pt x="26922" y="1581"/>
                    <a:pt x="24909" y="2319"/>
                  </a:cubicBezTo>
                  <a:cubicBezTo>
                    <a:pt x="24299" y="2542"/>
                    <a:pt x="23672" y="2647"/>
                    <a:pt x="23051" y="2647"/>
                  </a:cubicBezTo>
                  <a:cubicBezTo>
                    <a:pt x="21122" y="2647"/>
                    <a:pt x="19251" y="1634"/>
                    <a:pt x="18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15"/>
            <p:cNvSpPr/>
            <p:nvPr/>
          </p:nvSpPr>
          <p:spPr>
            <a:xfrm>
              <a:off x="3701525" y="974157"/>
              <a:ext cx="1029900" cy="620125"/>
            </a:xfrm>
            <a:custGeom>
              <a:rect b="b" l="l" r="r" t="t"/>
              <a:pathLst>
                <a:path extrusionOk="0" h="24805" w="41196">
                  <a:moveTo>
                    <a:pt x="3847" y="1"/>
                  </a:moveTo>
                  <a:cubicBezTo>
                    <a:pt x="2137" y="1"/>
                    <a:pt x="763" y="859"/>
                    <a:pt x="677" y="3336"/>
                  </a:cubicBezTo>
                  <a:cubicBezTo>
                    <a:pt x="613" y="5220"/>
                    <a:pt x="2550" y="9525"/>
                    <a:pt x="1" y="10579"/>
                  </a:cubicBezTo>
                  <a:cubicBezTo>
                    <a:pt x="3011" y="11967"/>
                    <a:pt x="594" y="15800"/>
                    <a:pt x="538" y="18000"/>
                  </a:cubicBezTo>
                  <a:cubicBezTo>
                    <a:pt x="478" y="20293"/>
                    <a:pt x="2067" y="21963"/>
                    <a:pt x="4339" y="22062"/>
                  </a:cubicBezTo>
                  <a:cubicBezTo>
                    <a:pt x="4416" y="22065"/>
                    <a:pt x="4492" y="22067"/>
                    <a:pt x="4568" y="22067"/>
                  </a:cubicBezTo>
                  <a:cubicBezTo>
                    <a:pt x="6475" y="22067"/>
                    <a:pt x="8130" y="21013"/>
                    <a:pt x="9855" y="20327"/>
                  </a:cubicBezTo>
                  <a:cubicBezTo>
                    <a:pt x="9870" y="20321"/>
                    <a:pt x="9884" y="20318"/>
                    <a:pt x="9897" y="20318"/>
                  </a:cubicBezTo>
                  <a:cubicBezTo>
                    <a:pt x="9969" y="20318"/>
                    <a:pt x="9999" y="20406"/>
                    <a:pt x="9975" y="20473"/>
                  </a:cubicBezTo>
                  <a:cubicBezTo>
                    <a:pt x="10009" y="20508"/>
                    <a:pt x="10035" y="20551"/>
                    <a:pt x="10039" y="20611"/>
                  </a:cubicBezTo>
                  <a:cubicBezTo>
                    <a:pt x="10252" y="22943"/>
                    <a:pt x="12007" y="24671"/>
                    <a:pt x="14359" y="24796"/>
                  </a:cubicBezTo>
                  <a:cubicBezTo>
                    <a:pt x="14475" y="24802"/>
                    <a:pt x="14590" y="24805"/>
                    <a:pt x="14705" y="24805"/>
                  </a:cubicBezTo>
                  <a:cubicBezTo>
                    <a:pt x="16578" y="24805"/>
                    <a:pt x="18354" y="24022"/>
                    <a:pt x="20081" y="23387"/>
                  </a:cubicBezTo>
                  <a:cubicBezTo>
                    <a:pt x="21335" y="22924"/>
                    <a:pt x="22685" y="22498"/>
                    <a:pt x="24038" y="22498"/>
                  </a:cubicBezTo>
                  <a:cubicBezTo>
                    <a:pt x="24447" y="22498"/>
                    <a:pt x="24856" y="22537"/>
                    <a:pt x="25262" y="22625"/>
                  </a:cubicBezTo>
                  <a:cubicBezTo>
                    <a:pt x="26320" y="22854"/>
                    <a:pt x="27557" y="23480"/>
                    <a:pt x="27889" y="24581"/>
                  </a:cubicBezTo>
                  <a:cubicBezTo>
                    <a:pt x="28223" y="23480"/>
                    <a:pt x="29460" y="22854"/>
                    <a:pt x="30517" y="22625"/>
                  </a:cubicBezTo>
                  <a:cubicBezTo>
                    <a:pt x="30924" y="22537"/>
                    <a:pt x="31332" y="22498"/>
                    <a:pt x="31741" y="22498"/>
                  </a:cubicBezTo>
                  <a:cubicBezTo>
                    <a:pt x="33094" y="22498"/>
                    <a:pt x="34445" y="22924"/>
                    <a:pt x="35698" y="23387"/>
                  </a:cubicBezTo>
                  <a:cubicBezTo>
                    <a:pt x="37422" y="24022"/>
                    <a:pt x="39197" y="24803"/>
                    <a:pt x="41066" y="24803"/>
                  </a:cubicBezTo>
                  <a:cubicBezTo>
                    <a:pt x="41109" y="24803"/>
                    <a:pt x="41153" y="24803"/>
                    <a:pt x="41196" y="24802"/>
                  </a:cubicBezTo>
                  <a:lnTo>
                    <a:pt x="41189" y="24209"/>
                  </a:lnTo>
                  <a:cubicBezTo>
                    <a:pt x="41152" y="24211"/>
                    <a:pt x="41115" y="24211"/>
                    <a:pt x="41077" y="24211"/>
                  </a:cubicBezTo>
                  <a:cubicBezTo>
                    <a:pt x="40614" y="24211"/>
                    <a:pt x="40111" y="24107"/>
                    <a:pt x="39568" y="23867"/>
                  </a:cubicBezTo>
                  <a:cubicBezTo>
                    <a:pt x="38792" y="23528"/>
                    <a:pt x="38112" y="23001"/>
                    <a:pt x="37352" y="22627"/>
                  </a:cubicBezTo>
                  <a:cubicBezTo>
                    <a:pt x="36364" y="22138"/>
                    <a:pt x="35299" y="21806"/>
                    <a:pt x="34214" y="21623"/>
                  </a:cubicBezTo>
                  <a:cubicBezTo>
                    <a:pt x="33591" y="21518"/>
                    <a:pt x="32969" y="21469"/>
                    <a:pt x="32350" y="21469"/>
                  </a:cubicBezTo>
                  <a:cubicBezTo>
                    <a:pt x="30774" y="21469"/>
                    <a:pt x="29218" y="21789"/>
                    <a:pt x="27714" y="22329"/>
                  </a:cubicBezTo>
                  <a:cubicBezTo>
                    <a:pt x="27705" y="22333"/>
                    <a:pt x="27696" y="22335"/>
                    <a:pt x="27687" y="22335"/>
                  </a:cubicBezTo>
                  <a:cubicBezTo>
                    <a:pt x="27663" y="22335"/>
                    <a:pt x="27642" y="22322"/>
                    <a:pt x="27629" y="22305"/>
                  </a:cubicBezTo>
                  <a:lnTo>
                    <a:pt x="27603" y="22334"/>
                  </a:lnTo>
                  <a:cubicBezTo>
                    <a:pt x="27656" y="22378"/>
                    <a:pt x="27710" y="22422"/>
                    <a:pt x="27760" y="22470"/>
                  </a:cubicBezTo>
                  <a:cubicBezTo>
                    <a:pt x="27879" y="22578"/>
                    <a:pt x="27768" y="22737"/>
                    <a:pt x="27642" y="22737"/>
                  </a:cubicBezTo>
                  <a:cubicBezTo>
                    <a:pt x="27606" y="22737"/>
                    <a:pt x="27570" y="22724"/>
                    <a:pt x="27537" y="22694"/>
                  </a:cubicBezTo>
                  <a:cubicBezTo>
                    <a:pt x="26519" y="21773"/>
                    <a:pt x="25347" y="21448"/>
                    <a:pt x="24107" y="21448"/>
                  </a:cubicBezTo>
                  <a:cubicBezTo>
                    <a:pt x="21397" y="21448"/>
                    <a:pt x="18367" y="23003"/>
                    <a:pt x="15932" y="23289"/>
                  </a:cubicBezTo>
                  <a:cubicBezTo>
                    <a:pt x="15723" y="23314"/>
                    <a:pt x="15519" y="23326"/>
                    <a:pt x="15320" y="23326"/>
                  </a:cubicBezTo>
                  <a:cubicBezTo>
                    <a:pt x="12671" y="23326"/>
                    <a:pt x="10863" y="21230"/>
                    <a:pt x="10185" y="18734"/>
                  </a:cubicBezTo>
                  <a:lnTo>
                    <a:pt x="10069" y="18766"/>
                  </a:lnTo>
                  <a:cubicBezTo>
                    <a:pt x="10081" y="18794"/>
                    <a:pt x="10079" y="18827"/>
                    <a:pt x="10053" y="18850"/>
                  </a:cubicBezTo>
                  <a:cubicBezTo>
                    <a:pt x="8921" y="19817"/>
                    <a:pt x="6790" y="20981"/>
                    <a:pt x="4952" y="20981"/>
                  </a:cubicBezTo>
                  <a:cubicBezTo>
                    <a:pt x="4112" y="20981"/>
                    <a:pt x="3333" y="20737"/>
                    <a:pt x="2739" y="20120"/>
                  </a:cubicBezTo>
                  <a:cubicBezTo>
                    <a:pt x="243" y="17529"/>
                    <a:pt x="4568" y="13482"/>
                    <a:pt x="1838" y="11034"/>
                  </a:cubicBezTo>
                  <a:lnTo>
                    <a:pt x="1838" y="11034"/>
                  </a:lnTo>
                  <a:cubicBezTo>
                    <a:pt x="1827" y="11038"/>
                    <a:pt x="1816" y="11040"/>
                    <a:pt x="1806" y="11040"/>
                  </a:cubicBezTo>
                  <a:cubicBezTo>
                    <a:pt x="1733" y="11040"/>
                    <a:pt x="1687" y="10950"/>
                    <a:pt x="1741" y="10891"/>
                  </a:cubicBezTo>
                  <a:cubicBezTo>
                    <a:pt x="1737" y="10809"/>
                    <a:pt x="1817" y="10732"/>
                    <a:pt x="1904" y="10732"/>
                  </a:cubicBezTo>
                  <a:cubicBezTo>
                    <a:pt x="1918" y="10732"/>
                    <a:pt x="1933" y="10734"/>
                    <a:pt x="1947" y="10738"/>
                  </a:cubicBezTo>
                  <a:cubicBezTo>
                    <a:pt x="4939" y="8501"/>
                    <a:pt x="196" y="4163"/>
                    <a:pt x="2832" y="2011"/>
                  </a:cubicBezTo>
                  <a:cubicBezTo>
                    <a:pt x="3326" y="1608"/>
                    <a:pt x="3893" y="1443"/>
                    <a:pt x="4496" y="1443"/>
                  </a:cubicBezTo>
                  <a:cubicBezTo>
                    <a:pt x="6603" y="1443"/>
                    <a:pt x="9147" y="3457"/>
                    <a:pt x="10538" y="4354"/>
                  </a:cubicBezTo>
                  <a:cubicBezTo>
                    <a:pt x="10582" y="4382"/>
                    <a:pt x="10600" y="4424"/>
                    <a:pt x="10600" y="4463"/>
                  </a:cubicBezTo>
                  <a:lnTo>
                    <a:pt x="10705" y="4449"/>
                  </a:lnTo>
                  <a:cubicBezTo>
                    <a:pt x="10594" y="3692"/>
                    <a:pt x="10550" y="2939"/>
                    <a:pt x="10739" y="2265"/>
                  </a:cubicBezTo>
                  <a:lnTo>
                    <a:pt x="10061" y="2209"/>
                  </a:lnTo>
                  <a:cubicBezTo>
                    <a:pt x="10019" y="2287"/>
                    <a:pt x="9926" y="2325"/>
                    <a:pt x="9832" y="2325"/>
                  </a:cubicBezTo>
                  <a:cubicBezTo>
                    <a:pt x="9764" y="2325"/>
                    <a:pt x="9695" y="2305"/>
                    <a:pt x="9645" y="2265"/>
                  </a:cubicBezTo>
                  <a:cubicBezTo>
                    <a:pt x="8242" y="1145"/>
                    <a:pt x="5821" y="1"/>
                    <a:pt x="38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15"/>
            <p:cNvSpPr/>
            <p:nvPr/>
          </p:nvSpPr>
          <p:spPr>
            <a:xfrm>
              <a:off x="4731250" y="974157"/>
              <a:ext cx="364750" cy="620075"/>
            </a:xfrm>
            <a:custGeom>
              <a:rect b="b" l="l" r="r" t="t"/>
              <a:pathLst>
                <a:path extrusionOk="0" h="24803" w="14590">
                  <a:moveTo>
                    <a:pt x="10745" y="1"/>
                  </a:moveTo>
                  <a:cubicBezTo>
                    <a:pt x="8771" y="1"/>
                    <a:pt x="6350" y="1145"/>
                    <a:pt x="4947" y="2265"/>
                  </a:cubicBezTo>
                  <a:cubicBezTo>
                    <a:pt x="4895" y="2304"/>
                    <a:pt x="4826" y="2325"/>
                    <a:pt x="4760" y="2325"/>
                  </a:cubicBezTo>
                  <a:lnTo>
                    <a:pt x="5062" y="2715"/>
                  </a:lnTo>
                  <a:cubicBezTo>
                    <a:pt x="5699" y="2328"/>
                    <a:pt x="6378" y="2008"/>
                    <a:pt x="7082" y="1757"/>
                  </a:cubicBezTo>
                  <a:cubicBezTo>
                    <a:pt x="7873" y="1474"/>
                    <a:pt x="8982" y="1106"/>
                    <a:pt x="9976" y="1106"/>
                  </a:cubicBezTo>
                  <a:cubicBezTo>
                    <a:pt x="10413" y="1106"/>
                    <a:pt x="10827" y="1177"/>
                    <a:pt x="11182" y="1358"/>
                  </a:cubicBezTo>
                  <a:cubicBezTo>
                    <a:pt x="12247" y="1898"/>
                    <a:pt x="12651" y="3163"/>
                    <a:pt x="12647" y="4280"/>
                  </a:cubicBezTo>
                  <a:cubicBezTo>
                    <a:pt x="12641" y="6296"/>
                    <a:pt x="11480" y="8423"/>
                    <a:pt x="12856" y="10245"/>
                  </a:cubicBezTo>
                  <a:cubicBezTo>
                    <a:pt x="12914" y="10318"/>
                    <a:pt x="12891" y="10392"/>
                    <a:pt x="12836" y="10436"/>
                  </a:cubicBezTo>
                  <a:lnTo>
                    <a:pt x="12852" y="10459"/>
                  </a:lnTo>
                  <a:cubicBezTo>
                    <a:pt x="12880" y="10436"/>
                    <a:pt x="12907" y="10416"/>
                    <a:pt x="12935" y="10397"/>
                  </a:cubicBezTo>
                  <a:cubicBezTo>
                    <a:pt x="12964" y="10377"/>
                    <a:pt x="12993" y="10369"/>
                    <a:pt x="13020" y="10369"/>
                  </a:cubicBezTo>
                  <a:cubicBezTo>
                    <a:pt x="13151" y="10369"/>
                    <a:pt x="13237" y="10577"/>
                    <a:pt x="13096" y="10674"/>
                  </a:cubicBezTo>
                  <a:cubicBezTo>
                    <a:pt x="9979" y="12831"/>
                    <a:pt x="14313" y="17215"/>
                    <a:pt x="11808" y="19785"/>
                  </a:cubicBezTo>
                  <a:cubicBezTo>
                    <a:pt x="11256" y="20352"/>
                    <a:pt x="10533" y="20576"/>
                    <a:pt x="9745" y="20576"/>
                  </a:cubicBezTo>
                  <a:cubicBezTo>
                    <a:pt x="7840" y="20576"/>
                    <a:pt x="5552" y="19265"/>
                    <a:pt x="4357" y="18293"/>
                  </a:cubicBezTo>
                  <a:lnTo>
                    <a:pt x="4299" y="18365"/>
                  </a:lnTo>
                  <a:cubicBezTo>
                    <a:pt x="4339" y="18400"/>
                    <a:pt x="4362" y="18455"/>
                    <a:pt x="4348" y="18522"/>
                  </a:cubicBezTo>
                  <a:cubicBezTo>
                    <a:pt x="3856" y="20820"/>
                    <a:pt x="2515" y="24108"/>
                    <a:pt x="0" y="24209"/>
                  </a:cubicBezTo>
                  <a:lnTo>
                    <a:pt x="7" y="24802"/>
                  </a:lnTo>
                  <a:cubicBezTo>
                    <a:pt x="82" y="24802"/>
                    <a:pt x="157" y="24800"/>
                    <a:pt x="231" y="24796"/>
                  </a:cubicBezTo>
                  <a:cubicBezTo>
                    <a:pt x="2584" y="24671"/>
                    <a:pt x="4339" y="22943"/>
                    <a:pt x="4551" y="20611"/>
                  </a:cubicBezTo>
                  <a:cubicBezTo>
                    <a:pt x="4556" y="20551"/>
                    <a:pt x="4583" y="20508"/>
                    <a:pt x="4615" y="20473"/>
                  </a:cubicBezTo>
                  <a:cubicBezTo>
                    <a:pt x="4592" y="20407"/>
                    <a:pt x="4622" y="20319"/>
                    <a:pt x="4693" y="20319"/>
                  </a:cubicBezTo>
                  <a:cubicBezTo>
                    <a:pt x="4706" y="20319"/>
                    <a:pt x="4721" y="20322"/>
                    <a:pt x="4736" y="20328"/>
                  </a:cubicBezTo>
                  <a:cubicBezTo>
                    <a:pt x="6461" y="21013"/>
                    <a:pt x="8116" y="22067"/>
                    <a:pt x="10022" y="22067"/>
                  </a:cubicBezTo>
                  <a:cubicBezTo>
                    <a:pt x="10098" y="22067"/>
                    <a:pt x="10175" y="22065"/>
                    <a:pt x="10252" y="22062"/>
                  </a:cubicBezTo>
                  <a:cubicBezTo>
                    <a:pt x="12524" y="21963"/>
                    <a:pt x="14112" y="20293"/>
                    <a:pt x="14053" y="18000"/>
                  </a:cubicBezTo>
                  <a:cubicBezTo>
                    <a:pt x="13997" y="15800"/>
                    <a:pt x="11580" y="11967"/>
                    <a:pt x="14590" y="10579"/>
                  </a:cubicBezTo>
                  <a:cubicBezTo>
                    <a:pt x="12044" y="9525"/>
                    <a:pt x="13979" y="5220"/>
                    <a:pt x="13914" y="3336"/>
                  </a:cubicBezTo>
                  <a:cubicBezTo>
                    <a:pt x="13829" y="859"/>
                    <a:pt x="12455" y="1"/>
                    <a:pt x="107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15"/>
            <p:cNvSpPr/>
            <p:nvPr/>
          </p:nvSpPr>
          <p:spPr>
            <a:xfrm>
              <a:off x="3689050" y="919857"/>
              <a:ext cx="1419425" cy="685950"/>
            </a:xfrm>
            <a:custGeom>
              <a:rect b="b" l="l" r="r" t="t"/>
              <a:pathLst>
                <a:path extrusionOk="0" h="27438" w="56777">
                  <a:moveTo>
                    <a:pt x="28389" y="500"/>
                  </a:moveTo>
                  <a:cubicBezTo>
                    <a:pt x="29496" y="2133"/>
                    <a:pt x="31368" y="3146"/>
                    <a:pt x="33296" y="3146"/>
                  </a:cubicBezTo>
                  <a:cubicBezTo>
                    <a:pt x="33917" y="3146"/>
                    <a:pt x="34544" y="3041"/>
                    <a:pt x="35154" y="2818"/>
                  </a:cubicBezTo>
                  <a:cubicBezTo>
                    <a:pt x="37167" y="2080"/>
                    <a:pt x="38706" y="819"/>
                    <a:pt x="40941" y="690"/>
                  </a:cubicBezTo>
                  <a:cubicBezTo>
                    <a:pt x="41085" y="682"/>
                    <a:pt x="41234" y="677"/>
                    <a:pt x="41387" y="677"/>
                  </a:cubicBezTo>
                  <a:cubicBezTo>
                    <a:pt x="43573" y="677"/>
                    <a:pt x="46532" y="1572"/>
                    <a:pt x="46200" y="4257"/>
                  </a:cubicBezTo>
                  <a:cubicBezTo>
                    <a:pt x="46179" y="4418"/>
                    <a:pt x="46313" y="4497"/>
                    <a:pt x="46447" y="4497"/>
                  </a:cubicBezTo>
                  <a:cubicBezTo>
                    <a:pt x="46514" y="4497"/>
                    <a:pt x="46583" y="4476"/>
                    <a:pt x="46633" y="4437"/>
                  </a:cubicBezTo>
                  <a:cubicBezTo>
                    <a:pt x="48037" y="3317"/>
                    <a:pt x="50458" y="2173"/>
                    <a:pt x="52433" y="2173"/>
                  </a:cubicBezTo>
                  <a:cubicBezTo>
                    <a:pt x="54143" y="2173"/>
                    <a:pt x="55517" y="3031"/>
                    <a:pt x="55602" y="5508"/>
                  </a:cubicBezTo>
                  <a:cubicBezTo>
                    <a:pt x="55667" y="7392"/>
                    <a:pt x="53731" y="11697"/>
                    <a:pt x="56278" y="12751"/>
                  </a:cubicBezTo>
                  <a:cubicBezTo>
                    <a:pt x="53268" y="14139"/>
                    <a:pt x="55685" y="17972"/>
                    <a:pt x="55741" y="20172"/>
                  </a:cubicBezTo>
                  <a:cubicBezTo>
                    <a:pt x="55800" y="22465"/>
                    <a:pt x="54212" y="24135"/>
                    <a:pt x="51940" y="24234"/>
                  </a:cubicBezTo>
                  <a:cubicBezTo>
                    <a:pt x="51863" y="24237"/>
                    <a:pt x="51786" y="24239"/>
                    <a:pt x="51710" y="24239"/>
                  </a:cubicBezTo>
                  <a:cubicBezTo>
                    <a:pt x="49804" y="24239"/>
                    <a:pt x="48149" y="23185"/>
                    <a:pt x="46424" y="22500"/>
                  </a:cubicBezTo>
                  <a:cubicBezTo>
                    <a:pt x="46409" y="22494"/>
                    <a:pt x="46394" y="22491"/>
                    <a:pt x="46381" y="22491"/>
                  </a:cubicBezTo>
                  <a:cubicBezTo>
                    <a:pt x="46310" y="22491"/>
                    <a:pt x="46280" y="22579"/>
                    <a:pt x="46303" y="22645"/>
                  </a:cubicBezTo>
                  <a:cubicBezTo>
                    <a:pt x="46271" y="22680"/>
                    <a:pt x="46244" y="22723"/>
                    <a:pt x="46239" y="22783"/>
                  </a:cubicBezTo>
                  <a:cubicBezTo>
                    <a:pt x="46027" y="25115"/>
                    <a:pt x="44272" y="26843"/>
                    <a:pt x="41919" y="26968"/>
                  </a:cubicBezTo>
                  <a:cubicBezTo>
                    <a:pt x="41845" y="26972"/>
                    <a:pt x="41770" y="26974"/>
                    <a:pt x="41695" y="26974"/>
                  </a:cubicBezTo>
                  <a:cubicBezTo>
                    <a:pt x="41652" y="26975"/>
                    <a:pt x="41609" y="26975"/>
                    <a:pt x="41565" y="26975"/>
                  </a:cubicBezTo>
                  <a:cubicBezTo>
                    <a:pt x="39698" y="26975"/>
                    <a:pt x="37922" y="26194"/>
                    <a:pt x="36197" y="25559"/>
                  </a:cubicBezTo>
                  <a:cubicBezTo>
                    <a:pt x="34943" y="25096"/>
                    <a:pt x="33593" y="24670"/>
                    <a:pt x="32239" y="24670"/>
                  </a:cubicBezTo>
                  <a:cubicBezTo>
                    <a:pt x="31831" y="24670"/>
                    <a:pt x="31423" y="24709"/>
                    <a:pt x="31016" y="24797"/>
                  </a:cubicBezTo>
                  <a:cubicBezTo>
                    <a:pt x="29959" y="25026"/>
                    <a:pt x="28722" y="25652"/>
                    <a:pt x="28389" y="26753"/>
                  </a:cubicBezTo>
                  <a:cubicBezTo>
                    <a:pt x="28056" y="25652"/>
                    <a:pt x="26819" y="25026"/>
                    <a:pt x="25761" y="24797"/>
                  </a:cubicBezTo>
                  <a:cubicBezTo>
                    <a:pt x="25355" y="24709"/>
                    <a:pt x="24947" y="24670"/>
                    <a:pt x="24539" y="24670"/>
                  </a:cubicBezTo>
                  <a:cubicBezTo>
                    <a:pt x="23185" y="24670"/>
                    <a:pt x="21834" y="25096"/>
                    <a:pt x="20580" y="25559"/>
                  </a:cubicBezTo>
                  <a:cubicBezTo>
                    <a:pt x="18853" y="26195"/>
                    <a:pt x="17077" y="26977"/>
                    <a:pt x="15205" y="26977"/>
                  </a:cubicBezTo>
                  <a:cubicBezTo>
                    <a:pt x="15090" y="26977"/>
                    <a:pt x="14974" y="26974"/>
                    <a:pt x="14858" y="26968"/>
                  </a:cubicBezTo>
                  <a:cubicBezTo>
                    <a:pt x="12506" y="26843"/>
                    <a:pt x="10751" y="25115"/>
                    <a:pt x="10538" y="22783"/>
                  </a:cubicBezTo>
                  <a:cubicBezTo>
                    <a:pt x="10534" y="22723"/>
                    <a:pt x="10508" y="22680"/>
                    <a:pt x="10474" y="22645"/>
                  </a:cubicBezTo>
                  <a:cubicBezTo>
                    <a:pt x="10498" y="22579"/>
                    <a:pt x="10468" y="22491"/>
                    <a:pt x="10397" y="22491"/>
                  </a:cubicBezTo>
                  <a:cubicBezTo>
                    <a:pt x="10384" y="22491"/>
                    <a:pt x="10370" y="22494"/>
                    <a:pt x="10355" y="22500"/>
                  </a:cubicBezTo>
                  <a:cubicBezTo>
                    <a:pt x="8629" y="23186"/>
                    <a:pt x="6974" y="24239"/>
                    <a:pt x="5067" y="24239"/>
                  </a:cubicBezTo>
                  <a:cubicBezTo>
                    <a:pt x="4991" y="24239"/>
                    <a:pt x="4915" y="24237"/>
                    <a:pt x="4838" y="24234"/>
                  </a:cubicBezTo>
                  <a:cubicBezTo>
                    <a:pt x="2566" y="24135"/>
                    <a:pt x="977" y="22465"/>
                    <a:pt x="1038" y="20172"/>
                  </a:cubicBezTo>
                  <a:cubicBezTo>
                    <a:pt x="1094" y="17972"/>
                    <a:pt x="3510" y="14140"/>
                    <a:pt x="500" y="12752"/>
                  </a:cubicBezTo>
                  <a:cubicBezTo>
                    <a:pt x="3049" y="11697"/>
                    <a:pt x="1112" y="7392"/>
                    <a:pt x="1176" y="5508"/>
                  </a:cubicBezTo>
                  <a:cubicBezTo>
                    <a:pt x="1262" y="3032"/>
                    <a:pt x="2636" y="2174"/>
                    <a:pt x="4345" y="2174"/>
                  </a:cubicBezTo>
                  <a:cubicBezTo>
                    <a:pt x="6319" y="2174"/>
                    <a:pt x="8741" y="3318"/>
                    <a:pt x="10144" y="4438"/>
                  </a:cubicBezTo>
                  <a:cubicBezTo>
                    <a:pt x="10194" y="4477"/>
                    <a:pt x="10262" y="4497"/>
                    <a:pt x="10331" y="4497"/>
                  </a:cubicBezTo>
                  <a:cubicBezTo>
                    <a:pt x="10425" y="4497"/>
                    <a:pt x="10518" y="4459"/>
                    <a:pt x="10560" y="4382"/>
                  </a:cubicBezTo>
                  <a:cubicBezTo>
                    <a:pt x="10576" y="4347"/>
                    <a:pt x="10585" y="4305"/>
                    <a:pt x="10578" y="4257"/>
                  </a:cubicBezTo>
                  <a:cubicBezTo>
                    <a:pt x="10245" y="1572"/>
                    <a:pt x="13205" y="677"/>
                    <a:pt x="15392" y="677"/>
                  </a:cubicBezTo>
                  <a:cubicBezTo>
                    <a:pt x="15545" y="677"/>
                    <a:pt x="15694" y="682"/>
                    <a:pt x="15838" y="690"/>
                  </a:cubicBezTo>
                  <a:cubicBezTo>
                    <a:pt x="18073" y="819"/>
                    <a:pt x="19610" y="2080"/>
                    <a:pt x="21624" y="2818"/>
                  </a:cubicBezTo>
                  <a:cubicBezTo>
                    <a:pt x="22234" y="3041"/>
                    <a:pt x="22861" y="3146"/>
                    <a:pt x="23483" y="3146"/>
                  </a:cubicBezTo>
                  <a:cubicBezTo>
                    <a:pt x="25412" y="3146"/>
                    <a:pt x="27281" y="2133"/>
                    <a:pt x="28389" y="500"/>
                  </a:cubicBezTo>
                  <a:close/>
                  <a:moveTo>
                    <a:pt x="28294" y="0"/>
                  </a:moveTo>
                  <a:cubicBezTo>
                    <a:pt x="28226" y="0"/>
                    <a:pt x="28159" y="31"/>
                    <a:pt x="28114" y="106"/>
                  </a:cubicBezTo>
                  <a:cubicBezTo>
                    <a:pt x="27161" y="1701"/>
                    <a:pt x="25402" y="2696"/>
                    <a:pt x="23548" y="2696"/>
                  </a:cubicBezTo>
                  <a:cubicBezTo>
                    <a:pt x="23394" y="2696"/>
                    <a:pt x="23239" y="2689"/>
                    <a:pt x="23083" y="2675"/>
                  </a:cubicBezTo>
                  <a:cubicBezTo>
                    <a:pt x="20994" y="2490"/>
                    <a:pt x="19361" y="842"/>
                    <a:pt x="17327" y="378"/>
                  </a:cubicBezTo>
                  <a:cubicBezTo>
                    <a:pt x="16784" y="254"/>
                    <a:pt x="16143" y="185"/>
                    <a:pt x="15469" y="185"/>
                  </a:cubicBezTo>
                  <a:cubicBezTo>
                    <a:pt x="12994" y="185"/>
                    <a:pt x="10087" y="1122"/>
                    <a:pt x="10045" y="3728"/>
                  </a:cubicBezTo>
                  <a:cubicBezTo>
                    <a:pt x="8582" y="2668"/>
                    <a:pt x="6380" y="1518"/>
                    <a:pt x="4422" y="1518"/>
                  </a:cubicBezTo>
                  <a:cubicBezTo>
                    <a:pt x="3581" y="1518"/>
                    <a:pt x="2784" y="1730"/>
                    <a:pt x="2111" y="2253"/>
                  </a:cubicBezTo>
                  <a:cubicBezTo>
                    <a:pt x="1081" y="3051"/>
                    <a:pt x="698" y="4420"/>
                    <a:pt x="691" y="5673"/>
                  </a:cubicBezTo>
                  <a:cubicBezTo>
                    <a:pt x="681" y="7579"/>
                    <a:pt x="2594" y="11588"/>
                    <a:pt x="146" y="12534"/>
                  </a:cubicBezTo>
                  <a:cubicBezTo>
                    <a:pt x="1" y="12592"/>
                    <a:pt x="13" y="12781"/>
                    <a:pt x="118" y="12836"/>
                  </a:cubicBezTo>
                  <a:cubicBezTo>
                    <a:pt x="54" y="12940"/>
                    <a:pt x="63" y="13077"/>
                    <a:pt x="206" y="13139"/>
                  </a:cubicBezTo>
                  <a:cubicBezTo>
                    <a:pt x="2693" y="14224"/>
                    <a:pt x="1063" y="17373"/>
                    <a:pt x="679" y="19193"/>
                  </a:cubicBezTo>
                  <a:cubicBezTo>
                    <a:pt x="379" y="20614"/>
                    <a:pt x="569" y="22158"/>
                    <a:pt x="1520" y="23306"/>
                  </a:cubicBezTo>
                  <a:cubicBezTo>
                    <a:pt x="2424" y="24397"/>
                    <a:pt x="3624" y="24818"/>
                    <a:pt x="4892" y="24818"/>
                  </a:cubicBezTo>
                  <a:cubicBezTo>
                    <a:pt x="6719" y="24818"/>
                    <a:pt x="8685" y="23944"/>
                    <a:pt x="10107" y="22940"/>
                  </a:cubicBezTo>
                  <a:cubicBezTo>
                    <a:pt x="10352" y="25745"/>
                    <a:pt x="12666" y="27438"/>
                    <a:pt x="15300" y="27438"/>
                  </a:cubicBezTo>
                  <a:cubicBezTo>
                    <a:pt x="15610" y="27438"/>
                    <a:pt x="15925" y="27414"/>
                    <a:pt x="16242" y="27366"/>
                  </a:cubicBezTo>
                  <a:cubicBezTo>
                    <a:pt x="18214" y="27071"/>
                    <a:pt x="19998" y="26095"/>
                    <a:pt x="21889" y="25515"/>
                  </a:cubicBezTo>
                  <a:cubicBezTo>
                    <a:pt x="22749" y="25251"/>
                    <a:pt x="23653" y="25046"/>
                    <a:pt x="24556" y="25046"/>
                  </a:cubicBezTo>
                  <a:cubicBezTo>
                    <a:pt x="24926" y="25046"/>
                    <a:pt x="25295" y="25081"/>
                    <a:pt x="25662" y="25159"/>
                  </a:cubicBezTo>
                  <a:cubicBezTo>
                    <a:pt x="26859" y="25413"/>
                    <a:pt x="27541" y="26074"/>
                    <a:pt x="28301" y="26962"/>
                  </a:cubicBezTo>
                  <a:cubicBezTo>
                    <a:pt x="28315" y="26979"/>
                    <a:pt x="28333" y="26987"/>
                    <a:pt x="28350" y="26987"/>
                  </a:cubicBezTo>
                  <a:cubicBezTo>
                    <a:pt x="28364" y="26987"/>
                    <a:pt x="28377" y="26982"/>
                    <a:pt x="28389" y="26974"/>
                  </a:cubicBezTo>
                  <a:cubicBezTo>
                    <a:pt x="28401" y="26982"/>
                    <a:pt x="28414" y="26987"/>
                    <a:pt x="28428" y="26987"/>
                  </a:cubicBezTo>
                  <a:cubicBezTo>
                    <a:pt x="28445" y="26987"/>
                    <a:pt x="28463" y="26979"/>
                    <a:pt x="28477" y="26962"/>
                  </a:cubicBezTo>
                  <a:cubicBezTo>
                    <a:pt x="29239" y="26074"/>
                    <a:pt x="29922" y="25413"/>
                    <a:pt x="31116" y="25159"/>
                  </a:cubicBezTo>
                  <a:cubicBezTo>
                    <a:pt x="31482" y="25081"/>
                    <a:pt x="31852" y="25046"/>
                    <a:pt x="32221" y="25046"/>
                  </a:cubicBezTo>
                  <a:cubicBezTo>
                    <a:pt x="33125" y="25046"/>
                    <a:pt x="34028" y="25251"/>
                    <a:pt x="34889" y="25515"/>
                  </a:cubicBezTo>
                  <a:cubicBezTo>
                    <a:pt x="36780" y="26095"/>
                    <a:pt x="38565" y="27071"/>
                    <a:pt x="40536" y="27366"/>
                  </a:cubicBezTo>
                  <a:cubicBezTo>
                    <a:pt x="40852" y="27414"/>
                    <a:pt x="41168" y="27438"/>
                    <a:pt x="41478" y="27438"/>
                  </a:cubicBezTo>
                  <a:cubicBezTo>
                    <a:pt x="44113" y="27438"/>
                    <a:pt x="46425" y="25745"/>
                    <a:pt x="46671" y="22940"/>
                  </a:cubicBezTo>
                  <a:cubicBezTo>
                    <a:pt x="48092" y="23944"/>
                    <a:pt x="50059" y="24818"/>
                    <a:pt x="51886" y="24818"/>
                  </a:cubicBezTo>
                  <a:cubicBezTo>
                    <a:pt x="53153" y="24818"/>
                    <a:pt x="54354" y="24397"/>
                    <a:pt x="55258" y="23306"/>
                  </a:cubicBezTo>
                  <a:cubicBezTo>
                    <a:pt x="56209" y="22157"/>
                    <a:pt x="56399" y="20614"/>
                    <a:pt x="56098" y="19193"/>
                  </a:cubicBezTo>
                  <a:cubicBezTo>
                    <a:pt x="55715" y="17373"/>
                    <a:pt x="54085" y="14224"/>
                    <a:pt x="56574" y="13139"/>
                  </a:cubicBezTo>
                  <a:cubicBezTo>
                    <a:pt x="56717" y="13077"/>
                    <a:pt x="56723" y="12940"/>
                    <a:pt x="56659" y="12836"/>
                  </a:cubicBezTo>
                  <a:cubicBezTo>
                    <a:pt x="56765" y="12781"/>
                    <a:pt x="56777" y="12592"/>
                    <a:pt x="56632" y="12534"/>
                  </a:cubicBezTo>
                  <a:cubicBezTo>
                    <a:pt x="54184" y="11588"/>
                    <a:pt x="56098" y="7579"/>
                    <a:pt x="56087" y="5673"/>
                  </a:cubicBezTo>
                  <a:cubicBezTo>
                    <a:pt x="56082" y="4420"/>
                    <a:pt x="55697" y="3052"/>
                    <a:pt x="54667" y="2253"/>
                  </a:cubicBezTo>
                  <a:cubicBezTo>
                    <a:pt x="53993" y="1730"/>
                    <a:pt x="53197" y="1518"/>
                    <a:pt x="52357" y="1518"/>
                  </a:cubicBezTo>
                  <a:cubicBezTo>
                    <a:pt x="50399" y="1518"/>
                    <a:pt x="48199" y="2668"/>
                    <a:pt x="46736" y="3728"/>
                  </a:cubicBezTo>
                  <a:cubicBezTo>
                    <a:pt x="46692" y="1122"/>
                    <a:pt x="43784" y="185"/>
                    <a:pt x="41310" y="185"/>
                  </a:cubicBezTo>
                  <a:cubicBezTo>
                    <a:pt x="40637" y="185"/>
                    <a:pt x="39996" y="254"/>
                    <a:pt x="39454" y="378"/>
                  </a:cubicBezTo>
                  <a:cubicBezTo>
                    <a:pt x="37417" y="842"/>
                    <a:pt x="35784" y="2490"/>
                    <a:pt x="33694" y="2675"/>
                  </a:cubicBezTo>
                  <a:cubicBezTo>
                    <a:pt x="33539" y="2689"/>
                    <a:pt x="33384" y="2696"/>
                    <a:pt x="33230" y="2696"/>
                  </a:cubicBezTo>
                  <a:cubicBezTo>
                    <a:pt x="31377" y="2696"/>
                    <a:pt x="29616" y="1701"/>
                    <a:pt x="28664" y="106"/>
                  </a:cubicBezTo>
                  <a:cubicBezTo>
                    <a:pt x="28619" y="31"/>
                    <a:pt x="28552" y="0"/>
                    <a:pt x="28485" y="0"/>
                  </a:cubicBezTo>
                  <a:cubicBezTo>
                    <a:pt x="28453" y="0"/>
                    <a:pt x="28420" y="7"/>
                    <a:pt x="28389" y="20"/>
                  </a:cubicBezTo>
                  <a:cubicBezTo>
                    <a:pt x="28359" y="7"/>
                    <a:pt x="28326" y="0"/>
                    <a:pt x="28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15"/>
            <p:cNvSpPr/>
            <p:nvPr/>
          </p:nvSpPr>
          <p:spPr>
            <a:xfrm>
              <a:off x="4836325" y="1233357"/>
              <a:ext cx="252775" cy="255225"/>
            </a:xfrm>
            <a:custGeom>
              <a:rect b="b" l="l" r="r" t="t"/>
              <a:pathLst>
                <a:path extrusionOk="0" h="10209" w="10111">
                  <a:moveTo>
                    <a:pt x="8816" y="1"/>
                  </a:moveTo>
                  <a:cubicBezTo>
                    <a:pt x="8790" y="1"/>
                    <a:pt x="8761" y="9"/>
                    <a:pt x="8732" y="29"/>
                  </a:cubicBezTo>
                  <a:cubicBezTo>
                    <a:pt x="8704" y="48"/>
                    <a:pt x="8677" y="68"/>
                    <a:pt x="8649" y="91"/>
                  </a:cubicBezTo>
                  <a:cubicBezTo>
                    <a:pt x="6589" y="1592"/>
                    <a:pt x="7764" y="4238"/>
                    <a:pt x="8046" y="6284"/>
                  </a:cubicBezTo>
                  <a:cubicBezTo>
                    <a:pt x="8162" y="7108"/>
                    <a:pt x="8146" y="7985"/>
                    <a:pt x="7718" y="8732"/>
                  </a:cubicBezTo>
                  <a:cubicBezTo>
                    <a:pt x="7255" y="9538"/>
                    <a:pt x="6452" y="9787"/>
                    <a:pt x="5614" y="9787"/>
                  </a:cubicBezTo>
                  <a:cubicBezTo>
                    <a:pt x="5258" y="9787"/>
                    <a:pt x="4895" y="9742"/>
                    <a:pt x="4550" y="9676"/>
                  </a:cubicBezTo>
                  <a:cubicBezTo>
                    <a:pt x="2953" y="9368"/>
                    <a:pt x="1475" y="8660"/>
                    <a:pt x="156" y="7720"/>
                  </a:cubicBezTo>
                  <a:cubicBezTo>
                    <a:pt x="143" y="7711"/>
                    <a:pt x="130" y="7707"/>
                    <a:pt x="117" y="7707"/>
                  </a:cubicBezTo>
                  <a:cubicBezTo>
                    <a:pt x="55" y="7707"/>
                    <a:pt x="0" y="7798"/>
                    <a:pt x="57" y="7847"/>
                  </a:cubicBezTo>
                  <a:cubicBezTo>
                    <a:pt x="90" y="7873"/>
                    <a:pt x="120" y="7901"/>
                    <a:pt x="154" y="7925"/>
                  </a:cubicBezTo>
                  <a:cubicBezTo>
                    <a:pt x="1349" y="8897"/>
                    <a:pt x="3637" y="10208"/>
                    <a:pt x="5542" y="10208"/>
                  </a:cubicBezTo>
                  <a:cubicBezTo>
                    <a:pt x="6330" y="10208"/>
                    <a:pt x="7053" y="9984"/>
                    <a:pt x="7605" y="9417"/>
                  </a:cubicBezTo>
                  <a:cubicBezTo>
                    <a:pt x="10110" y="6847"/>
                    <a:pt x="5776" y="2463"/>
                    <a:pt x="8893" y="306"/>
                  </a:cubicBezTo>
                  <a:cubicBezTo>
                    <a:pt x="9034" y="209"/>
                    <a:pt x="8947" y="1"/>
                    <a:pt x="88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15"/>
            <p:cNvSpPr/>
            <p:nvPr/>
          </p:nvSpPr>
          <p:spPr>
            <a:xfrm>
              <a:off x="3965250" y="975482"/>
              <a:ext cx="1096025" cy="260625"/>
            </a:xfrm>
            <a:custGeom>
              <a:rect b="b" l="l" r="r" t="t"/>
              <a:pathLst>
                <a:path extrusionOk="0" h="10425" w="43841">
                  <a:moveTo>
                    <a:pt x="3647" y="1"/>
                  </a:moveTo>
                  <a:cubicBezTo>
                    <a:pt x="2780" y="1"/>
                    <a:pt x="1922" y="215"/>
                    <a:pt x="1204" y="746"/>
                  </a:cubicBezTo>
                  <a:cubicBezTo>
                    <a:pt x="652" y="1157"/>
                    <a:pt x="343" y="1658"/>
                    <a:pt x="190" y="2212"/>
                  </a:cubicBezTo>
                  <a:cubicBezTo>
                    <a:pt x="1" y="2887"/>
                    <a:pt x="45" y="3639"/>
                    <a:pt x="156" y="4396"/>
                  </a:cubicBezTo>
                  <a:cubicBezTo>
                    <a:pt x="162" y="4444"/>
                    <a:pt x="170" y="4491"/>
                    <a:pt x="176" y="4539"/>
                  </a:cubicBezTo>
                  <a:cubicBezTo>
                    <a:pt x="184" y="4588"/>
                    <a:pt x="226" y="4611"/>
                    <a:pt x="269" y="4611"/>
                  </a:cubicBezTo>
                  <a:cubicBezTo>
                    <a:pt x="323" y="4611"/>
                    <a:pt x="380" y="4575"/>
                    <a:pt x="375" y="4512"/>
                  </a:cubicBezTo>
                  <a:cubicBezTo>
                    <a:pt x="271" y="3318"/>
                    <a:pt x="220" y="2046"/>
                    <a:pt x="1178" y="1173"/>
                  </a:cubicBezTo>
                  <a:cubicBezTo>
                    <a:pt x="1836" y="576"/>
                    <a:pt x="2782" y="328"/>
                    <a:pt x="3665" y="328"/>
                  </a:cubicBezTo>
                  <a:cubicBezTo>
                    <a:pt x="3765" y="328"/>
                    <a:pt x="3863" y="332"/>
                    <a:pt x="3961" y="338"/>
                  </a:cubicBezTo>
                  <a:cubicBezTo>
                    <a:pt x="5856" y="457"/>
                    <a:pt x="7558" y="1551"/>
                    <a:pt x="9331" y="2136"/>
                  </a:cubicBezTo>
                  <a:cubicBezTo>
                    <a:pt x="10347" y="2470"/>
                    <a:pt x="11453" y="2686"/>
                    <a:pt x="12534" y="2686"/>
                  </a:cubicBezTo>
                  <a:cubicBezTo>
                    <a:pt x="14243" y="2686"/>
                    <a:pt x="15890" y="2147"/>
                    <a:pt x="17018" y="686"/>
                  </a:cubicBezTo>
                  <a:cubicBezTo>
                    <a:pt x="18488" y="1908"/>
                    <a:pt x="20222" y="2412"/>
                    <a:pt x="22020" y="2412"/>
                  </a:cubicBezTo>
                  <a:cubicBezTo>
                    <a:pt x="23047" y="2412"/>
                    <a:pt x="24096" y="2248"/>
                    <a:pt x="25127" y="1958"/>
                  </a:cubicBezTo>
                  <a:cubicBezTo>
                    <a:pt x="26821" y="1483"/>
                    <a:pt x="28562" y="394"/>
                    <a:pt x="30355" y="394"/>
                  </a:cubicBezTo>
                  <a:cubicBezTo>
                    <a:pt x="30368" y="394"/>
                    <a:pt x="30381" y="394"/>
                    <a:pt x="30394" y="394"/>
                  </a:cubicBezTo>
                  <a:cubicBezTo>
                    <a:pt x="32736" y="418"/>
                    <a:pt x="33360" y="2355"/>
                    <a:pt x="33647" y="4285"/>
                  </a:cubicBezTo>
                  <a:cubicBezTo>
                    <a:pt x="33658" y="4367"/>
                    <a:pt x="33713" y="4402"/>
                    <a:pt x="33774" y="4402"/>
                  </a:cubicBezTo>
                  <a:cubicBezTo>
                    <a:pt x="33855" y="4402"/>
                    <a:pt x="33946" y="4339"/>
                    <a:pt x="33958" y="4241"/>
                  </a:cubicBezTo>
                  <a:cubicBezTo>
                    <a:pt x="35142" y="3315"/>
                    <a:pt x="36378" y="2512"/>
                    <a:pt x="37802" y="1997"/>
                  </a:cubicBezTo>
                  <a:cubicBezTo>
                    <a:pt x="38613" y="1704"/>
                    <a:pt x="39600" y="1390"/>
                    <a:pt x="40500" y="1390"/>
                  </a:cubicBezTo>
                  <a:cubicBezTo>
                    <a:pt x="41405" y="1390"/>
                    <a:pt x="42222" y="1708"/>
                    <a:pt x="42683" y="2688"/>
                  </a:cubicBezTo>
                  <a:cubicBezTo>
                    <a:pt x="43840" y="5154"/>
                    <a:pt x="41416" y="7993"/>
                    <a:pt x="43214" y="10355"/>
                  </a:cubicBezTo>
                  <a:cubicBezTo>
                    <a:pt x="43252" y="10404"/>
                    <a:pt x="43304" y="10425"/>
                    <a:pt x="43355" y="10425"/>
                  </a:cubicBezTo>
                  <a:cubicBezTo>
                    <a:pt x="43399" y="10425"/>
                    <a:pt x="43443" y="10409"/>
                    <a:pt x="43476" y="10383"/>
                  </a:cubicBezTo>
                  <a:cubicBezTo>
                    <a:pt x="43531" y="10339"/>
                    <a:pt x="43554" y="10265"/>
                    <a:pt x="43496" y="10192"/>
                  </a:cubicBezTo>
                  <a:cubicBezTo>
                    <a:pt x="42120" y="8370"/>
                    <a:pt x="43281" y="6243"/>
                    <a:pt x="43286" y="4227"/>
                  </a:cubicBezTo>
                  <a:cubicBezTo>
                    <a:pt x="43291" y="3110"/>
                    <a:pt x="42886" y="1845"/>
                    <a:pt x="41822" y="1305"/>
                  </a:cubicBezTo>
                  <a:cubicBezTo>
                    <a:pt x="41467" y="1124"/>
                    <a:pt x="41053" y="1053"/>
                    <a:pt x="40616" y="1053"/>
                  </a:cubicBezTo>
                  <a:cubicBezTo>
                    <a:pt x="39622" y="1053"/>
                    <a:pt x="38512" y="1421"/>
                    <a:pt x="37721" y="1704"/>
                  </a:cubicBezTo>
                  <a:cubicBezTo>
                    <a:pt x="37017" y="1955"/>
                    <a:pt x="36339" y="2275"/>
                    <a:pt x="35701" y="2662"/>
                  </a:cubicBezTo>
                  <a:cubicBezTo>
                    <a:pt x="35064" y="3050"/>
                    <a:pt x="34468" y="3507"/>
                    <a:pt x="33937" y="4031"/>
                  </a:cubicBezTo>
                  <a:cubicBezTo>
                    <a:pt x="33760" y="2821"/>
                    <a:pt x="33457" y="1475"/>
                    <a:pt x="32434" y="700"/>
                  </a:cubicBezTo>
                  <a:cubicBezTo>
                    <a:pt x="31845" y="252"/>
                    <a:pt x="31149" y="84"/>
                    <a:pt x="30439" y="84"/>
                  </a:cubicBezTo>
                  <a:cubicBezTo>
                    <a:pt x="29856" y="84"/>
                    <a:pt x="29265" y="197"/>
                    <a:pt x="28716" y="362"/>
                  </a:cubicBezTo>
                  <a:cubicBezTo>
                    <a:pt x="26720" y="963"/>
                    <a:pt x="24909" y="1891"/>
                    <a:pt x="22797" y="2088"/>
                  </a:cubicBezTo>
                  <a:cubicBezTo>
                    <a:pt x="22525" y="2113"/>
                    <a:pt x="22256" y="2126"/>
                    <a:pt x="21990" y="2126"/>
                  </a:cubicBezTo>
                  <a:cubicBezTo>
                    <a:pt x="20134" y="2126"/>
                    <a:pt x="18436" y="1511"/>
                    <a:pt x="16930" y="360"/>
                  </a:cubicBezTo>
                  <a:cubicBezTo>
                    <a:pt x="16914" y="348"/>
                    <a:pt x="16898" y="343"/>
                    <a:pt x="16882" y="343"/>
                  </a:cubicBezTo>
                  <a:cubicBezTo>
                    <a:pt x="16808" y="343"/>
                    <a:pt x="16744" y="452"/>
                    <a:pt x="16809" y="513"/>
                  </a:cubicBezTo>
                  <a:cubicBezTo>
                    <a:pt x="16815" y="517"/>
                    <a:pt x="16821" y="519"/>
                    <a:pt x="16825" y="524"/>
                  </a:cubicBezTo>
                  <a:cubicBezTo>
                    <a:pt x="15657" y="1812"/>
                    <a:pt x="14090" y="2348"/>
                    <a:pt x="12451" y="2348"/>
                  </a:cubicBezTo>
                  <a:cubicBezTo>
                    <a:pt x="11895" y="2348"/>
                    <a:pt x="11331" y="2286"/>
                    <a:pt x="10771" y="2171"/>
                  </a:cubicBezTo>
                  <a:cubicBezTo>
                    <a:pt x="8747" y="1754"/>
                    <a:pt x="6976" y="609"/>
                    <a:pt x="4970" y="155"/>
                  </a:cubicBezTo>
                  <a:cubicBezTo>
                    <a:pt x="4538" y="57"/>
                    <a:pt x="4091" y="1"/>
                    <a:pt x="36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15"/>
            <p:cNvSpPr/>
            <p:nvPr/>
          </p:nvSpPr>
          <p:spPr>
            <a:xfrm>
              <a:off x="3754275" y="983682"/>
              <a:ext cx="1307000" cy="585875"/>
            </a:xfrm>
            <a:custGeom>
              <a:rect b="b" l="l" r="r" t="t"/>
              <a:pathLst>
                <a:path extrusionOk="0" h="23435" w="52280">
                  <a:moveTo>
                    <a:pt x="12107" y="1"/>
                  </a:moveTo>
                  <a:cubicBezTo>
                    <a:pt x="11223" y="1"/>
                    <a:pt x="10275" y="247"/>
                    <a:pt x="9617" y="845"/>
                  </a:cubicBezTo>
                  <a:cubicBezTo>
                    <a:pt x="8659" y="1718"/>
                    <a:pt x="8710" y="2990"/>
                    <a:pt x="8814" y="4185"/>
                  </a:cubicBezTo>
                  <a:cubicBezTo>
                    <a:pt x="8819" y="4247"/>
                    <a:pt x="8762" y="4283"/>
                    <a:pt x="8708" y="4283"/>
                  </a:cubicBezTo>
                  <a:cubicBezTo>
                    <a:pt x="8665" y="4283"/>
                    <a:pt x="8623" y="4260"/>
                    <a:pt x="8615" y="4211"/>
                  </a:cubicBezTo>
                  <a:cubicBezTo>
                    <a:pt x="8609" y="4163"/>
                    <a:pt x="8601" y="4117"/>
                    <a:pt x="8595" y="4068"/>
                  </a:cubicBezTo>
                  <a:lnTo>
                    <a:pt x="8490" y="4082"/>
                  </a:lnTo>
                  <a:cubicBezTo>
                    <a:pt x="8490" y="4154"/>
                    <a:pt x="8435" y="4223"/>
                    <a:pt x="8361" y="4223"/>
                  </a:cubicBezTo>
                  <a:cubicBezTo>
                    <a:pt x="8340" y="4223"/>
                    <a:pt x="8318" y="4218"/>
                    <a:pt x="8295" y="4205"/>
                  </a:cubicBezTo>
                  <a:cubicBezTo>
                    <a:pt x="6844" y="3408"/>
                    <a:pt x="5446" y="2350"/>
                    <a:pt x="3891" y="1771"/>
                  </a:cubicBezTo>
                  <a:cubicBezTo>
                    <a:pt x="3415" y="1593"/>
                    <a:pt x="2858" y="1451"/>
                    <a:pt x="2316" y="1451"/>
                  </a:cubicBezTo>
                  <a:cubicBezTo>
                    <a:pt x="1911" y="1451"/>
                    <a:pt x="1514" y="1530"/>
                    <a:pt x="1165" y="1734"/>
                  </a:cubicBezTo>
                  <a:cubicBezTo>
                    <a:pt x="1" y="2416"/>
                    <a:pt x="301" y="3911"/>
                    <a:pt x="567" y="4978"/>
                  </a:cubicBezTo>
                  <a:cubicBezTo>
                    <a:pt x="1003" y="6726"/>
                    <a:pt x="1853" y="9305"/>
                    <a:pt x="12" y="10494"/>
                  </a:cubicBezTo>
                  <a:cubicBezTo>
                    <a:pt x="1827" y="12187"/>
                    <a:pt x="481" y="14736"/>
                    <a:pt x="213" y="16782"/>
                  </a:cubicBezTo>
                  <a:cubicBezTo>
                    <a:pt x="93" y="17712"/>
                    <a:pt x="158" y="18802"/>
                    <a:pt x="843" y="19524"/>
                  </a:cubicBezTo>
                  <a:cubicBezTo>
                    <a:pt x="1349" y="20060"/>
                    <a:pt x="2058" y="20230"/>
                    <a:pt x="2771" y="20230"/>
                  </a:cubicBezTo>
                  <a:cubicBezTo>
                    <a:pt x="3111" y="20230"/>
                    <a:pt x="3453" y="20191"/>
                    <a:pt x="3774" y="20134"/>
                  </a:cubicBezTo>
                  <a:cubicBezTo>
                    <a:pt x="5259" y="19870"/>
                    <a:pt x="6609" y="19180"/>
                    <a:pt x="7846" y="18342"/>
                  </a:cubicBezTo>
                  <a:cubicBezTo>
                    <a:pt x="7859" y="18333"/>
                    <a:pt x="7871" y="18330"/>
                    <a:pt x="7884" y="18330"/>
                  </a:cubicBezTo>
                  <a:cubicBezTo>
                    <a:pt x="7916" y="18330"/>
                    <a:pt x="7946" y="18354"/>
                    <a:pt x="7959" y="18386"/>
                  </a:cubicBezTo>
                  <a:lnTo>
                    <a:pt x="8075" y="18353"/>
                  </a:lnTo>
                  <a:cubicBezTo>
                    <a:pt x="8061" y="18307"/>
                    <a:pt x="8050" y="18261"/>
                    <a:pt x="8038" y="18215"/>
                  </a:cubicBezTo>
                  <a:cubicBezTo>
                    <a:pt x="8016" y="18129"/>
                    <a:pt x="8085" y="18073"/>
                    <a:pt x="8153" y="18073"/>
                  </a:cubicBezTo>
                  <a:cubicBezTo>
                    <a:pt x="8199" y="18073"/>
                    <a:pt x="8243" y="18098"/>
                    <a:pt x="8259" y="18155"/>
                  </a:cubicBezTo>
                  <a:cubicBezTo>
                    <a:pt x="8782" y="19944"/>
                    <a:pt x="9929" y="21866"/>
                    <a:pt x="11830" y="22431"/>
                  </a:cubicBezTo>
                  <a:cubicBezTo>
                    <a:pt x="12263" y="22560"/>
                    <a:pt x="12697" y="22614"/>
                    <a:pt x="13133" y="22614"/>
                  </a:cubicBezTo>
                  <a:cubicBezTo>
                    <a:pt x="14730" y="22614"/>
                    <a:pt x="16331" y="21886"/>
                    <a:pt x="17844" y="21484"/>
                  </a:cubicBezTo>
                  <a:cubicBezTo>
                    <a:pt x="19093" y="21153"/>
                    <a:pt x="20539" y="20822"/>
                    <a:pt x="21933" y="20822"/>
                  </a:cubicBezTo>
                  <a:cubicBezTo>
                    <a:pt x="23232" y="20822"/>
                    <a:pt x="24486" y="21109"/>
                    <a:pt x="25494" y="21953"/>
                  </a:cubicBezTo>
                  <a:lnTo>
                    <a:pt x="25519" y="21924"/>
                  </a:lnTo>
                  <a:cubicBezTo>
                    <a:pt x="25487" y="21884"/>
                    <a:pt x="25482" y="21815"/>
                    <a:pt x="25537" y="21789"/>
                  </a:cubicBezTo>
                  <a:cubicBezTo>
                    <a:pt x="26999" y="21079"/>
                    <a:pt x="28615" y="20738"/>
                    <a:pt x="30235" y="20738"/>
                  </a:cubicBezTo>
                  <a:cubicBezTo>
                    <a:pt x="31768" y="20738"/>
                    <a:pt x="33306" y="21043"/>
                    <a:pt x="34720" y="21628"/>
                  </a:cubicBezTo>
                  <a:cubicBezTo>
                    <a:pt x="36126" y="22211"/>
                    <a:pt x="37468" y="23435"/>
                    <a:pt x="38962" y="23435"/>
                  </a:cubicBezTo>
                  <a:cubicBezTo>
                    <a:pt x="39398" y="23435"/>
                    <a:pt x="39847" y="23330"/>
                    <a:pt x="40314" y="23075"/>
                  </a:cubicBezTo>
                  <a:cubicBezTo>
                    <a:pt x="42159" y="22069"/>
                    <a:pt x="42635" y="19919"/>
                    <a:pt x="43118" y="18055"/>
                  </a:cubicBezTo>
                  <a:cubicBezTo>
                    <a:pt x="43138" y="17976"/>
                    <a:pt x="43198" y="17941"/>
                    <a:pt x="43261" y="17941"/>
                  </a:cubicBezTo>
                  <a:cubicBezTo>
                    <a:pt x="43303" y="17941"/>
                    <a:pt x="43346" y="17957"/>
                    <a:pt x="43378" y="17985"/>
                  </a:cubicBezTo>
                  <a:lnTo>
                    <a:pt x="43436" y="17913"/>
                  </a:lnTo>
                  <a:cubicBezTo>
                    <a:pt x="43402" y="17888"/>
                    <a:pt x="43372" y="17860"/>
                    <a:pt x="43339" y="17834"/>
                  </a:cubicBezTo>
                  <a:cubicBezTo>
                    <a:pt x="43282" y="17785"/>
                    <a:pt x="43337" y="17694"/>
                    <a:pt x="43399" y="17694"/>
                  </a:cubicBezTo>
                  <a:cubicBezTo>
                    <a:pt x="43412" y="17694"/>
                    <a:pt x="43425" y="17698"/>
                    <a:pt x="43438" y="17707"/>
                  </a:cubicBezTo>
                  <a:cubicBezTo>
                    <a:pt x="44757" y="18647"/>
                    <a:pt x="46235" y="19355"/>
                    <a:pt x="47832" y="19663"/>
                  </a:cubicBezTo>
                  <a:cubicBezTo>
                    <a:pt x="48177" y="19729"/>
                    <a:pt x="48540" y="19774"/>
                    <a:pt x="48896" y="19774"/>
                  </a:cubicBezTo>
                  <a:cubicBezTo>
                    <a:pt x="49734" y="19774"/>
                    <a:pt x="50537" y="19525"/>
                    <a:pt x="51000" y="18719"/>
                  </a:cubicBezTo>
                  <a:cubicBezTo>
                    <a:pt x="51428" y="17973"/>
                    <a:pt x="51444" y="17095"/>
                    <a:pt x="51328" y="16271"/>
                  </a:cubicBezTo>
                  <a:cubicBezTo>
                    <a:pt x="51046" y="14225"/>
                    <a:pt x="49871" y="11579"/>
                    <a:pt x="51931" y="10078"/>
                  </a:cubicBezTo>
                  <a:lnTo>
                    <a:pt x="51915" y="10055"/>
                  </a:lnTo>
                  <a:cubicBezTo>
                    <a:pt x="51882" y="10081"/>
                    <a:pt x="51838" y="10097"/>
                    <a:pt x="51793" y="10097"/>
                  </a:cubicBezTo>
                  <a:cubicBezTo>
                    <a:pt x="51743" y="10097"/>
                    <a:pt x="51691" y="10077"/>
                    <a:pt x="51653" y="10028"/>
                  </a:cubicBezTo>
                  <a:cubicBezTo>
                    <a:pt x="49855" y="7666"/>
                    <a:pt x="52279" y="4826"/>
                    <a:pt x="51122" y="2360"/>
                  </a:cubicBezTo>
                  <a:cubicBezTo>
                    <a:pt x="50662" y="1381"/>
                    <a:pt x="49845" y="1062"/>
                    <a:pt x="48940" y="1062"/>
                  </a:cubicBezTo>
                  <a:cubicBezTo>
                    <a:pt x="48040" y="1062"/>
                    <a:pt x="47052" y="1377"/>
                    <a:pt x="46241" y="1670"/>
                  </a:cubicBezTo>
                  <a:cubicBezTo>
                    <a:pt x="44817" y="2185"/>
                    <a:pt x="43581" y="2988"/>
                    <a:pt x="42397" y="3914"/>
                  </a:cubicBezTo>
                  <a:cubicBezTo>
                    <a:pt x="42385" y="4012"/>
                    <a:pt x="42294" y="4075"/>
                    <a:pt x="42213" y="4075"/>
                  </a:cubicBezTo>
                  <a:cubicBezTo>
                    <a:pt x="42152" y="4075"/>
                    <a:pt x="42097" y="4040"/>
                    <a:pt x="42086" y="3958"/>
                  </a:cubicBezTo>
                  <a:cubicBezTo>
                    <a:pt x="41799" y="2028"/>
                    <a:pt x="41175" y="90"/>
                    <a:pt x="38833" y="67"/>
                  </a:cubicBezTo>
                  <a:cubicBezTo>
                    <a:pt x="38820" y="67"/>
                    <a:pt x="38807" y="67"/>
                    <a:pt x="38794" y="67"/>
                  </a:cubicBezTo>
                  <a:cubicBezTo>
                    <a:pt x="37002" y="67"/>
                    <a:pt x="35260" y="1156"/>
                    <a:pt x="33566" y="1630"/>
                  </a:cubicBezTo>
                  <a:cubicBezTo>
                    <a:pt x="32535" y="1920"/>
                    <a:pt x="31487" y="2085"/>
                    <a:pt x="30459" y="2085"/>
                  </a:cubicBezTo>
                  <a:cubicBezTo>
                    <a:pt x="28662" y="2085"/>
                    <a:pt x="26928" y="1580"/>
                    <a:pt x="25457" y="358"/>
                  </a:cubicBezTo>
                  <a:cubicBezTo>
                    <a:pt x="24329" y="1819"/>
                    <a:pt x="22682" y="2359"/>
                    <a:pt x="20972" y="2359"/>
                  </a:cubicBezTo>
                  <a:cubicBezTo>
                    <a:pt x="19891" y="2359"/>
                    <a:pt x="18785" y="2143"/>
                    <a:pt x="17770" y="1809"/>
                  </a:cubicBezTo>
                  <a:cubicBezTo>
                    <a:pt x="15997" y="1224"/>
                    <a:pt x="14295" y="129"/>
                    <a:pt x="12400" y="10"/>
                  </a:cubicBezTo>
                  <a:cubicBezTo>
                    <a:pt x="12304" y="4"/>
                    <a:pt x="12206" y="1"/>
                    <a:pt x="121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15"/>
            <p:cNvSpPr/>
            <p:nvPr/>
          </p:nvSpPr>
          <p:spPr>
            <a:xfrm>
              <a:off x="4391325" y="1432182"/>
              <a:ext cx="449000" cy="147275"/>
            </a:xfrm>
            <a:custGeom>
              <a:rect b="b" l="l" r="r" t="t"/>
              <a:pathLst>
                <a:path extrusionOk="0" h="5891" w="17960">
                  <a:moveTo>
                    <a:pt x="17779" y="1"/>
                  </a:moveTo>
                  <a:cubicBezTo>
                    <a:pt x="17716" y="1"/>
                    <a:pt x="17656" y="35"/>
                    <a:pt x="17636" y="115"/>
                  </a:cubicBezTo>
                  <a:cubicBezTo>
                    <a:pt x="17153" y="1979"/>
                    <a:pt x="16677" y="4129"/>
                    <a:pt x="14832" y="5135"/>
                  </a:cubicBezTo>
                  <a:cubicBezTo>
                    <a:pt x="14365" y="5390"/>
                    <a:pt x="13916" y="5495"/>
                    <a:pt x="13480" y="5495"/>
                  </a:cubicBezTo>
                  <a:cubicBezTo>
                    <a:pt x="11986" y="5495"/>
                    <a:pt x="10644" y="4271"/>
                    <a:pt x="9238" y="3688"/>
                  </a:cubicBezTo>
                  <a:cubicBezTo>
                    <a:pt x="7824" y="3103"/>
                    <a:pt x="6286" y="2798"/>
                    <a:pt x="4753" y="2798"/>
                  </a:cubicBezTo>
                  <a:cubicBezTo>
                    <a:pt x="3133" y="2798"/>
                    <a:pt x="1517" y="3139"/>
                    <a:pt x="56" y="3849"/>
                  </a:cubicBezTo>
                  <a:cubicBezTo>
                    <a:pt x="0" y="3875"/>
                    <a:pt x="5" y="3944"/>
                    <a:pt x="37" y="3984"/>
                  </a:cubicBezTo>
                  <a:cubicBezTo>
                    <a:pt x="51" y="4001"/>
                    <a:pt x="71" y="4014"/>
                    <a:pt x="95" y="4014"/>
                  </a:cubicBezTo>
                  <a:cubicBezTo>
                    <a:pt x="104" y="4014"/>
                    <a:pt x="113" y="4012"/>
                    <a:pt x="122" y="4008"/>
                  </a:cubicBezTo>
                  <a:cubicBezTo>
                    <a:pt x="1626" y="3468"/>
                    <a:pt x="3182" y="3148"/>
                    <a:pt x="4758" y="3148"/>
                  </a:cubicBezTo>
                  <a:cubicBezTo>
                    <a:pt x="5377" y="3148"/>
                    <a:pt x="5999" y="3197"/>
                    <a:pt x="6622" y="3302"/>
                  </a:cubicBezTo>
                  <a:cubicBezTo>
                    <a:pt x="7707" y="3485"/>
                    <a:pt x="8772" y="3817"/>
                    <a:pt x="9760" y="4306"/>
                  </a:cubicBezTo>
                  <a:cubicBezTo>
                    <a:pt x="10520" y="4680"/>
                    <a:pt x="11200" y="5207"/>
                    <a:pt x="11977" y="5546"/>
                  </a:cubicBezTo>
                  <a:cubicBezTo>
                    <a:pt x="12519" y="5786"/>
                    <a:pt x="13022" y="5890"/>
                    <a:pt x="13485" y="5890"/>
                  </a:cubicBezTo>
                  <a:cubicBezTo>
                    <a:pt x="13523" y="5890"/>
                    <a:pt x="13560" y="5890"/>
                    <a:pt x="13597" y="5888"/>
                  </a:cubicBezTo>
                  <a:cubicBezTo>
                    <a:pt x="16111" y="5787"/>
                    <a:pt x="17453" y="2499"/>
                    <a:pt x="17945" y="201"/>
                  </a:cubicBezTo>
                  <a:cubicBezTo>
                    <a:pt x="17959" y="134"/>
                    <a:pt x="17936" y="79"/>
                    <a:pt x="17896" y="44"/>
                  </a:cubicBezTo>
                  <a:cubicBezTo>
                    <a:pt x="17864" y="16"/>
                    <a:pt x="17821" y="1"/>
                    <a:pt x="177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15"/>
            <p:cNvSpPr/>
            <p:nvPr/>
          </p:nvSpPr>
          <p:spPr>
            <a:xfrm>
              <a:off x="3954650" y="1435482"/>
              <a:ext cx="443875" cy="121825"/>
            </a:xfrm>
            <a:custGeom>
              <a:rect b="b" l="l" r="r" t="t"/>
              <a:pathLst>
                <a:path extrusionOk="0" h="4873" w="17755">
                  <a:moveTo>
                    <a:pt x="138" y="1"/>
                  </a:moveTo>
                  <a:cubicBezTo>
                    <a:pt x="70" y="1"/>
                    <a:pt x="1" y="57"/>
                    <a:pt x="23" y="143"/>
                  </a:cubicBezTo>
                  <a:cubicBezTo>
                    <a:pt x="35" y="189"/>
                    <a:pt x="47" y="235"/>
                    <a:pt x="61" y="281"/>
                  </a:cubicBezTo>
                  <a:cubicBezTo>
                    <a:pt x="738" y="2777"/>
                    <a:pt x="2546" y="4873"/>
                    <a:pt x="5195" y="4873"/>
                  </a:cubicBezTo>
                  <a:cubicBezTo>
                    <a:pt x="5394" y="4873"/>
                    <a:pt x="5598" y="4861"/>
                    <a:pt x="5807" y="4836"/>
                  </a:cubicBezTo>
                  <a:cubicBezTo>
                    <a:pt x="8242" y="4550"/>
                    <a:pt x="11272" y="2995"/>
                    <a:pt x="13982" y="2995"/>
                  </a:cubicBezTo>
                  <a:cubicBezTo>
                    <a:pt x="15222" y="2995"/>
                    <a:pt x="16394" y="3320"/>
                    <a:pt x="17412" y="4241"/>
                  </a:cubicBezTo>
                  <a:cubicBezTo>
                    <a:pt x="17445" y="4271"/>
                    <a:pt x="17481" y="4284"/>
                    <a:pt x="17517" y="4284"/>
                  </a:cubicBezTo>
                  <a:cubicBezTo>
                    <a:pt x="17643" y="4284"/>
                    <a:pt x="17754" y="4125"/>
                    <a:pt x="17636" y="4017"/>
                  </a:cubicBezTo>
                  <a:cubicBezTo>
                    <a:pt x="17585" y="3969"/>
                    <a:pt x="17531" y="3925"/>
                    <a:pt x="17479" y="3881"/>
                  </a:cubicBezTo>
                  <a:cubicBezTo>
                    <a:pt x="16471" y="3037"/>
                    <a:pt x="15218" y="2749"/>
                    <a:pt x="13919" y="2749"/>
                  </a:cubicBezTo>
                  <a:cubicBezTo>
                    <a:pt x="12525" y="2749"/>
                    <a:pt x="11079" y="3081"/>
                    <a:pt x="9829" y="3412"/>
                  </a:cubicBezTo>
                  <a:cubicBezTo>
                    <a:pt x="8316" y="3814"/>
                    <a:pt x="6715" y="4542"/>
                    <a:pt x="5118" y="4542"/>
                  </a:cubicBezTo>
                  <a:cubicBezTo>
                    <a:pt x="4682" y="4542"/>
                    <a:pt x="4248" y="4488"/>
                    <a:pt x="3815" y="4359"/>
                  </a:cubicBezTo>
                  <a:cubicBezTo>
                    <a:pt x="1914" y="3793"/>
                    <a:pt x="767" y="1872"/>
                    <a:pt x="244" y="83"/>
                  </a:cubicBezTo>
                  <a:cubicBezTo>
                    <a:pt x="228" y="25"/>
                    <a:pt x="183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15"/>
            <p:cNvSpPr/>
            <p:nvPr/>
          </p:nvSpPr>
          <p:spPr>
            <a:xfrm>
              <a:off x="3706450" y="1010207"/>
              <a:ext cx="260125" cy="488475"/>
            </a:xfrm>
            <a:custGeom>
              <a:rect b="b" l="l" r="r" t="t"/>
              <a:pathLst>
                <a:path extrusionOk="0" h="19539" w="10405">
                  <a:moveTo>
                    <a:pt x="4298" y="0"/>
                  </a:moveTo>
                  <a:cubicBezTo>
                    <a:pt x="3696" y="0"/>
                    <a:pt x="3129" y="165"/>
                    <a:pt x="2635" y="568"/>
                  </a:cubicBezTo>
                  <a:cubicBezTo>
                    <a:pt x="0" y="2721"/>
                    <a:pt x="4742" y="7059"/>
                    <a:pt x="1750" y="9296"/>
                  </a:cubicBezTo>
                  <a:cubicBezTo>
                    <a:pt x="1736" y="9292"/>
                    <a:pt x="1721" y="9290"/>
                    <a:pt x="1707" y="9290"/>
                  </a:cubicBezTo>
                  <a:cubicBezTo>
                    <a:pt x="1620" y="9290"/>
                    <a:pt x="1540" y="9367"/>
                    <a:pt x="1544" y="9449"/>
                  </a:cubicBezTo>
                  <a:cubicBezTo>
                    <a:pt x="1490" y="9507"/>
                    <a:pt x="1536" y="9598"/>
                    <a:pt x="1609" y="9598"/>
                  </a:cubicBezTo>
                  <a:cubicBezTo>
                    <a:pt x="1619" y="9598"/>
                    <a:pt x="1630" y="9596"/>
                    <a:pt x="1641" y="9592"/>
                  </a:cubicBezTo>
                  <a:lnTo>
                    <a:pt x="1641" y="9592"/>
                  </a:lnTo>
                  <a:cubicBezTo>
                    <a:pt x="4371" y="12040"/>
                    <a:pt x="46" y="16087"/>
                    <a:pt x="2542" y="18678"/>
                  </a:cubicBezTo>
                  <a:cubicBezTo>
                    <a:pt x="3136" y="19295"/>
                    <a:pt x="3915" y="19538"/>
                    <a:pt x="4755" y="19538"/>
                  </a:cubicBezTo>
                  <a:cubicBezTo>
                    <a:pt x="6593" y="19538"/>
                    <a:pt x="8724" y="18374"/>
                    <a:pt x="9856" y="17408"/>
                  </a:cubicBezTo>
                  <a:cubicBezTo>
                    <a:pt x="9882" y="17384"/>
                    <a:pt x="9884" y="17352"/>
                    <a:pt x="9872" y="17324"/>
                  </a:cubicBezTo>
                  <a:cubicBezTo>
                    <a:pt x="9859" y="17293"/>
                    <a:pt x="9829" y="17268"/>
                    <a:pt x="9798" y="17268"/>
                  </a:cubicBezTo>
                  <a:cubicBezTo>
                    <a:pt x="9785" y="17268"/>
                    <a:pt x="9772" y="17272"/>
                    <a:pt x="9760" y="17281"/>
                  </a:cubicBezTo>
                  <a:cubicBezTo>
                    <a:pt x="8522" y="18119"/>
                    <a:pt x="7172" y="18809"/>
                    <a:pt x="5687" y="19072"/>
                  </a:cubicBezTo>
                  <a:cubicBezTo>
                    <a:pt x="5366" y="19129"/>
                    <a:pt x="5023" y="19169"/>
                    <a:pt x="4681" y="19169"/>
                  </a:cubicBezTo>
                  <a:cubicBezTo>
                    <a:pt x="3970" y="19169"/>
                    <a:pt x="3262" y="18998"/>
                    <a:pt x="2756" y="18463"/>
                  </a:cubicBezTo>
                  <a:cubicBezTo>
                    <a:pt x="2071" y="17740"/>
                    <a:pt x="2006" y="16650"/>
                    <a:pt x="2126" y="15720"/>
                  </a:cubicBezTo>
                  <a:cubicBezTo>
                    <a:pt x="2394" y="13674"/>
                    <a:pt x="3740" y="11125"/>
                    <a:pt x="1925" y="9433"/>
                  </a:cubicBezTo>
                  <a:cubicBezTo>
                    <a:pt x="3766" y="8244"/>
                    <a:pt x="2916" y="5665"/>
                    <a:pt x="2480" y="3917"/>
                  </a:cubicBezTo>
                  <a:cubicBezTo>
                    <a:pt x="2214" y="2850"/>
                    <a:pt x="1914" y="1355"/>
                    <a:pt x="3078" y="673"/>
                  </a:cubicBezTo>
                  <a:cubicBezTo>
                    <a:pt x="3426" y="469"/>
                    <a:pt x="3823" y="390"/>
                    <a:pt x="4229" y="390"/>
                  </a:cubicBezTo>
                  <a:cubicBezTo>
                    <a:pt x="4771" y="390"/>
                    <a:pt x="5328" y="532"/>
                    <a:pt x="5804" y="710"/>
                  </a:cubicBezTo>
                  <a:cubicBezTo>
                    <a:pt x="7359" y="1289"/>
                    <a:pt x="8757" y="2347"/>
                    <a:pt x="10208" y="3144"/>
                  </a:cubicBezTo>
                  <a:cubicBezTo>
                    <a:pt x="10231" y="3157"/>
                    <a:pt x="10253" y="3162"/>
                    <a:pt x="10274" y="3162"/>
                  </a:cubicBezTo>
                  <a:cubicBezTo>
                    <a:pt x="10348" y="3162"/>
                    <a:pt x="10404" y="3093"/>
                    <a:pt x="10404" y="3021"/>
                  </a:cubicBezTo>
                  <a:cubicBezTo>
                    <a:pt x="10404" y="2982"/>
                    <a:pt x="10385" y="2940"/>
                    <a:pt x="10341" y="2912"/>
                  </a:cubicBezTo>
                  <a:cubicBezTo>
                    <a:pt x="8950" y="2015"/>
                    <a:pt x="6406" y="0"/>
                    <a:pt x="4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2" name="Google Shape;372;p15"/>
          <p:cNvSpPr txBox="1"/>
          <p:nvPr>
            <p:ph type="ctrTitle"/>
          </p:nvPr>
        </p:nvSpPr>
        <p:spPr>
          <a:xfrm flipH="1">
            <a:off x="3050275" y="3150850"/>
            <a:ext cx="3043500" cy="42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373" name="Google Shape;373;p15"/>
          <p:cNvSpPr txBox="1"/>
          <p:nvPr>
            <p:ph idx="1" type="subTitle"/>
          </p:nvPr>
        </p:nvSpPr>
        <p:spPr>
          <a:xfrm flipH="1">
            <a:off x="1698300" y="1796000"/>
            <a:ext cx="5747400" cy="135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Gloria Hallelujah"/>
              <a:buNone/>
              <a:defRPr sz="23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374" name="Google Shape;374;p15"/>
          <p:cNvGrpSpPr/>
          <p:nvPr/>
        </p:nvGrpSpPr>
        <p:grpSpPr>
          <a:xfrm rot="899936">
            <a:off x="1146983" y="4620964"/>
            <a:ext cx="226551" cy="205209"/>
            <a:chOff x="1640475" y="1197075"/>
            <a:chExt cx="55475" cy="50250"/>
          </a:xfrm>
        </p:grpSpPr>
        <p:sp>
          <p:nvSpPr>
            <p:cNvPr id="375" name="Google Shape;375;p1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1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1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8" name="Google Shape;378;p15"/>
          <p:cNvSpPr/>
          <p:nvPr/>
        </p:nvSpPr>
        <p:spPr>
          <a:xfrm flipH="1" rot="-1799742">
            <a:off x="364579" y="391309"/>
            <a:ext cx="434371" cy="10175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9" name="Google Shape;379;p15"/>
          <p:cNvSpPr/>
          <p:nvPr/>
        </p:nvSpPr>
        <p:spPr>
          <a:xfrm flipH="1" rot="-9899901">
            <a:off x="5037735" y="4802269"/>
            <a:ext cx="545173" cy="12772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0" name="Google Shape;380;p15"/>
          <p:cNvGrpSpPr/>
          <p:nvPr/>
        </p:nvGrpSpPr>
        <p:grpSpPr>
          <a:xfrm rot="-7199893">
            <a:off x="6496818" y="4744065"/>
            <a:ext cx="228603" cy="207088"/>
            <a:chOff x="1640475" y="1197075"/>
            <a:chExt cx="55475" cy="50250"/>
          </a:xfrm>
        </p:grpSpPr>
        <p:sp>
          <p:nvSpPr>
            <p:cNvPr id="381" name="Google Shape;381;p1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1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1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4" name="Google Shape;384;p15"/>
          <p:cNvSpPr/>
          <p:nvPr/>
        </p:nvSpPr>
        <p:spPr>
          <a:xfrm flipH="1" rot="-143173">
            <a:off x="2774705" y="264946"/>
            <a:ext cx="970033" cy="22723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5" name="Google Shape;385;p15"/>
          <p:cNvGrpSpPr/>
          <p:nvPr/>
        </p:nvGrpSpPr>
        <p:grpSpPr>
          <a:xfrm rot="-5400176">
            <a:off x="8462420" y="504765"/>
            <a:ext cx="324157" cy="293631"/>
            <a:chOff x="1640475" y="1197075"/>
            <a:chExt cx="55475" cy="50250"/>
          </a:xfrm>
        </p:grpSpPr>
        <p:sp>
          <p:nvSpPr>
            <p:cNvPr id="386" name="Google Shape;386;p1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1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1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9" name="Google Shape;389;p15"/>
          <p:cNvGrpSpPr/>
          <p:nvPr/>
        </p:nvGrpSpPr>
        <p:grpSpPr>
          <a:xfrm rot="-9900030">
            <a:off x="667534" y="4625752"/>
            <a:ext cx="215932" cy="195605"/>
            <a:chOff x="1640475" y="1197075"/>
            <a:chExt cx="55475" cy="50250"/>
          </a:xfrm>
        </p:grpSpPr>
        <p:sp>
          <p:nvSpPr>
            <p:cNvPr id="390" name="Google Shape;390;p1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1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1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3" name="Google Shape;393;p15"/>
          <p:cNvGrpSpPr/>
          <p:nvPr/>
        </p:nvGrpSpPr>
        <p:grpSpPr>
          <a:xfrm rot="-7200118">
            <a:off x="415533" y="1000416"/>
            <a:ext cx="332475" cy="301169"/>
            <a:chOff x="1640475" y="1197075"/>
            <a:chExt cx="55475" cy="50250"/>
          </a:xfrm>
        </p:grpSpPr>
        <p:sp>
          <p:nvSpPr>
            <p:cNvPr id="394" name="Google Shape;394;p1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1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1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7" name="Google Shape;397;p15"/>
          <p:cNvSpPr/>
          <p:nvPr/>
        </p:nvSpPr>
        <p:spPr>
          <a:xfrm>
            <a:off x="8536325" y="4434061"/>
            <a:ext cx="609613" cy="95515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8" name="Google Shape;398;p15"/>
          <p:cNvSpPr/>
          <p:nvPr/>
        </p:nvSpPr>
        <p:spPr>
          <a:xfrm rot="-1920372">
            <a:off x="-35598" y="3964576"/>
            <a:ext cx="988874" cy="900813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 1">
  <p:cSld name="CUSTOM_2_1">
    <p:spTree>
      <p:nvGrpSpPr>
        <p:cNvPr id="399" name="Shape 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" name="Google Shape;400;p16"/>
          <p:cNvSpPr txBox="1"/>
          <p:nvPr>
            <p:ph type="ctrTitle"/>
          </p:nvPr>
        </p:nvSpPr>
        <p:spPr>
          <a:xfrm flipH="1">
            <a:off x="5176498" y="3324697"/>
            <a:ext cx="2776500" cy="42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401" name="Google Shape;401;p16"/>
          <p:cNvSpPr txBox="1"/>
          <p:nvPr>
            <p:ph idx="1" type="subTitle"/>
          </p:nvPr>
        </p:nvSpPr>
        <p:spPr>
          <a:xfrm flipH="1">
            <a:off x="4771100" y="1171938"/>
            <a:ext cx="3587100" cy="1907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Gloria Hallelujah"/>
              <a:buNone/>
              <a:defRPr sz="23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02" name="Google Shape;402;p16"/>
          <p:cNvSpPr/>
          <p:nvPr/>
        </p:nvSpPr>
        <p:spPr>
          <a:xfrm flipH="1" rot="10800000">
            <a:off x="7304265" y="3447135"/>
            <a:ext cx="1985649" cy="2326869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3" name="Google Shape;403;p16"/>
          <p:cNvSpPr/>
          <p:nvPr/>
        </p:nvSpPr>
        <p:spPr>
          <a:xfrm rot="10800000">
            <a:off x="5767795" y="-76801"/>
            <a:ext cx="3634529" cy="1998485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4" name="Google Shape;404;p16"/>
          <p:cNvSpPr/>
          <p:nvPr/>
        </p:nvSpPr>
        <p:spPr>
          <a:xfrm flipH="1" rot="10800000">
            <a:off x="-288300" y="3753050"/>
            <a:ext cx="3133499" cy="2020960"/>
          </a:xfrm>
          <a:custGeom>
            <a:rect b="b" l="l" r="r" t="t"/>
            <a:pathLst>
              <a:path extrusionOk="0" h="11330" w="20526">
                <a:moveTo>
                  <a:pt x="12939" y="1"/>
                </a:moveTo>
                <a:cubicBezTo>
                  <a:pt x="11999" y="1"/>
                  <a:pt x="11086" y="167"/>
                  <a:pt x="10169" y="370"/>
                </a:cubicBezTo>
                <a:cubicBezTo>
                  <a:pt x="9691" y="476"/>
                  <a:pt x="9213" y="584"/>
                  <a:pt x="8731" y="667"/>
                </a:cubicBezTo>
                <a:cubicBezTo>
                  <a:pt x="8234" y="750"/>
                  <a:pt x="7732" y="802"/>
                  <a:pt x="7229" y="839"/>
                </a:cubicBezTo>
                <a:cubicBezTo>
                  <a:pt x="6231" y="913"/>
                  <a:pt x="5230" y="935"/>
                  <a:pt x="4235" y="1052"/>
                </a:cubicBezTo>
                <a:cubicBezTo>
                  <a:pt x="3806" y="1102"/>
                  <a:pt x="3380" y="1184"/>
                  <a:pt x="2951" y="1235"/>
                </a:cubicBezTo>
                <a:cubicBezTo>
                  <a:pt x="2746" y="1260"/>
                  <a:pt x="2537" y="1279"/>
                  <a:pt x="2328" y="1279"/>
                </a:cubicBezTo>
                <a:cubicBezTo>
                  <a:pt x="2138" y="1279"/>
                  <a:pt x="1948" y="1263"/>
                  <a:pt x="1762" y="1222"/>
                </a:cubicBezTo>
                <a:cubicBezTo>
                  <a:pt x="1578" y="1180"/>
                  <a:pt x="1402" y="1113"/>
                  <a:pt x="1242" y="1012"/>
                </a:cubicBezTo>
                <a:cubicBezTo>
                  <a:pt x="1161" y="960"/>
                  <a:pt x="1089" y="870"/>
                  <a:pt x="988" y="868"/>
                </a:cubicBezTo>
                <a:cubicBezTo>
                  <a:pt x="985" y="868"/>
                  <a:pt x="983" y="868"/>
                  <a:pt x="981" y="868"/>
                </a:cubicBezTo>
                <a:cubicBezTo>
                  <a:pt x="897" y="868"/>
                  <a:pt x="810" y="887"/>
                  <a:pt x="732" y="917"/>
                </a:cubicBezTo>
                <a:cubicBezTo>
                  <a:pt x="360" y="1060"/>
                  <a:pt x="147" y="1435"/>
                  <a:pt x="79" y="1816"/>
                </a:cubicBezTo>
                <a:cubicBezTo>
                  <a:pt x="38" y="2046"/>
                  <a:pt x="37" y="2279"/>
                  <a:pt x="38" y="2512"/>
                </a:cubicBezTo>
                <a:cubicBezTo>
                  <a:pt x="38" y="2767"/>
                  <a:pt x="39" y="3024"/>
                  <a:pt x="40" y="3279"/>
                </a:cubicBezTo>
                <a:cubicBezTo>
                  <a:pt x="42" y="3797"/>
                  <a:pt x="44" y="4315"/>
                  <a:pt x="46" y="4833"/>
                </a:cubicBezTo>
                <a:cubicBezTo>
                  <a:pt x="50" y="5817"/>
                  <a:pt x="54" y="6803"/>
                  <a:pt x="57" y="7787"/>
                </a:cubicBezTo>
                <a:cubicBezTo>
                  <a:pt x="55" y="7786"/>
                  <a:pt x="54" y="7785"/>
                  <a:pt x="52" y="7785"/>
                </a:cubicBezTo>
                <a:cubicBezTo>
                  <a:pt x="0" y="7785"/>
                  <a:pt x="101" y="8649"/>
                  <a:pt x="628" y="8724"/>
                </a:cubicBezTo>
                <a:cubicBezTo>
                  <a:pt x="1441" y="8840"/>
                  <a:pt x="1514" y="10145"/>
                  <a:pt x="2146" y="10693"/>
                </a:cubicBezTo>
                <a:cubicBezTo>
                  <a:pt x="2452" y="10957"/>
                  <a:pt x="2805" y="11167"/>
                  <a:pt x="3199" y="11261"/>
                </a:cubicBezTo>
                <a:cubicBezTo>
                  <a:pt x="3402" y="11310"/>
                  <a:pt x="3609" y="11330"/>
                  <a:pt x="3816" y="11330"/>
                </a:cubicBezTo>
                <a:cubicBezTo>
                  <a:pt x="4077" y="11330"/>
                  <a:pt x="4340" y="11298"/>
                  <a:pt x="4597" y="11251"/>
                </a:cubicBezTo>
                <a:cubicBezTo>
                  <a:pt x="5367" y="11113"/>
                  <a:pt x="6207" y="10865"/>
                  <a:pt x="6645" y="10152"/>
                </a:cubicBezTo>
                <a:cubicBezTo>
                  <a:pt x="6859" y="9801"/>
                  <a:pt x="6970" y="9395"/>
                  <a:pt x="7203" y="9055"/>
                </a:cubicBezTo>
                <a:cubicBezTo>
                  <a:pt x="7421" y="8736"/>
                  <a:pt x="7758" y="8532"/>
                  <a:pt x="8120" y="8419"/>
                </a:cubicBezTo>
                <a:cubicBezTo>
                  <a:pt x="8559" y="8282"/>
                  <a:pt x="9011" y="8265"/>
                  <a:pt x="9465" y="8265"/>
                </a:cubicBezTo>
                <a:cubicBezTo>
                  <a:pt x="9615" y="8265"/>
                  <a:pt x="9765" y="8267"/>
                  <a:pt x="9915" y="8267"/>
                </a:cubicBezTo>
                <a:cubicBezTo>
                  <a:pt x="10115" y="8267"/>
                  <a:pt x="10316" y="8264"/>
                  <a:pt x="10515" y="8248"/>
                </a:cubicBezTo>
                <a:cubicBezTo>
                  <a:pt x="10927" y="8216"/>
                  <a:pt x="11342" y="8132"/>
                  <a:pt x="11707" y="7927"/>
                </a:cubicBezTo>
                <a:cubicBezTo>
                  <a:pt x="12074" y="7718"/>
                  <a:pt x="12352" y="7394"/>
                  <a:pt x="12600" y="7055"/>
                </a:cubicBezTo>
                <a:cubicBezTo>
                  <a:pt x="13089" y="6385"/>
                  <a:pt x="13543" y="5673"/>
                  <a:pt x="14244" y="5207"/>
                </a:cubicBezTo>
                <a:cubicBezTo>
                  <a:pt x="14594" y="4972"/>
                  <a:pt x="14986" y="4825"/>
                  <a:pt x="15405" y="4792"/>
                </a:cubicBezTo>
                <a:cubicBezTo>
                  <a:pt x="15494" y="4785"/>
                  <a:pt x="15582" y="4782"/>
                  <a:pt x="15670" y="4782"/>
                </a:cubicBezTo>
                <a:cubicBezTo>
                  <a:pt x="16070" y="4782"/>
                  <a:pt x="16469" y="4843"/>
                  <a:pt x="16866" y="4877"/>
                </a:cubicBezTo>
                <a:cubicBezTo>
                  <a:pt x="17302" y="4915"/>
                  <a:pt x="17740" y="4933"/>
                  <a:pt x="18178" y="4933"/>
                </a:cubicBezTo>
                <a:cubicBezTo>
                  <a:pt x="18243" y="4933"/>
                  <a:pt x="18309" y="4933"/>
                  <a:pt x="18374" y="4932"/>
                </a:cubicBezTo>
                <a:cubicBezTo>
                  <a:pt x="18585" y="4929"/>
                  <a:pt x="18814" y="4941"/>
                  <a:pt x="19012" y="4857"/>
                </a:cubicBezTo>
                <a:cubicBezTo>
                  <a:pt x="19193" y="4780"/>
                  <a:pt x="19305" y="4623"/>
                  <a:pt x="19390" y="4450"/>
                </a:cubicBezTo>
                <a:cubicBezTo>
                  <a:pt x="19618" y="3989"/>
                  <a:pt x="19825" y="3515"/>
                  <a:pt x="20041" y="3049"/>
                </a:cubicBezTo>
                <a:cubicBezTo>
                  <a:pt x="20147" y="2821"/>
                  <a:pt x="20256" y="2595"/>
                  <a:pt x="20357" y="2365"/>
                </a:cubicBezTo>
                <a:cubicBezTo>
                  <a:pt x="20444" y="2165"/>
                  <a:pt x="20525" y="1951"/>
                  <a:pt x="20518" y="1728"/>
                </a:cubicBezTo>
                <a:cubicBezTo>
                  <a:pt x="20505" y="1297"/>
                  <a:pt x="20161" y="1008"/>
                  <a:pt x="19822" y="810"/>
                </a:cubicBezTo>
                <a:cubicBezTo>
                  <a:pt x="19463" y="601"/>
                  <a:pt x="19065" y="469"/>
                  <a:pt x="18660" y="392"/>
                </a:cubicBezTo>
                <a:cubicBezTo>
                  <a:pt x="17815" y="229"/>
                  <a:pt x="16950" y="272"/>
                  <a:pt x="16095" y="224"/>
                </a:cubicBezTo>
                <a:cubicBezTo>
                  <a:pt x="15084" y="168"/>
                  <a:pt x="14079" y="19"/>
                  <a:pt x="13065" y="2"/>
                </a:cubicBezTo>
                <a:cubicBezTo>
                  <a:pt x="13023" y="1"/>
                  <a:pt x="12981" y="1"/>
                  <a:pt x="12939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5" name="Google Shape;405;p16"/>
          <p:cNvSpPr/>
          <p:nvPr/>
        </p:nvSpPr>
        <p:spPr>
          <a:xfrm rot="10800000">
            <a:off x="-582169" y="-470812"/>
            <a:ext cx="3721240" cy="1536322"/>
          </a:xfrm>
          <a:custGeom>
            <a:rect b="b" l="l" r="r" t="t"/>
            <a:pathLst>
              <a:path extrusionOk="0" h="8613" w="24376">
                <a:moveTo>
                  <a:pt x="12572" y="1"/>
                </a:moveTo>
                <a:cubicBezTo>
                  <a:pt x="11930" y="1"/>
                  <a:pt x="11305" y="137"/>
                  <a:pt x="10778" y="460"/>
                </a:cubicBezTo>
                <a:cubicBezTo>
                  <a:pt x="10193" y="818"/>
                  <a:pt x="9818" y="1341"/>
                  <a:pt x="9503" y="1852"/>
                </a:cubicBezTo>
                <a:cubicBezTo>
                  <a:pt x="9167" y="2398"/>
                  <a:pt x="8889" y="2969"/>
                  <a:pt x="8475" y="3485"/>
                </a:cubicBezTo>
                <a:cubicBezTo>
                  <a:pt x="8044" y="4023"/>
                  <a:pt x="7451" y="4445"/>
                  <a:pt x="6633" y="4599"/>
                </a:cubicBezTo>
                <a:cubicBezTo>
                  <a:pt x="6259" y="4669"/>
                  <a:pt x="5879" y="4690"/>
                  <a:pt x="5496" y="4690"/>
                </a:cubicBezTo>
                <a:cubicBezTo>
                  <a:pt x="4945" y="4690"/>
                  <a:pt x="4388" y="4646"/>
                  <a:pt x="3837" y="4646"/>
                </a:cubicBezTo>
                <a:cubicBezTo>
                  <a:pt x="3701" y="4646"/>
                  <a:pt x="3564" y="4649"/>
                  <a:pt x="3429" y="4656"/>
                </a:cubicBezTo>
                <a:cubicBezTo>
                  <a:pt x="2927" y="4680"/>
                  <a:pt x="2424" y="4755"/>
                  <a:pt x="1974" y="4934"/>
                </a:cubicBezTo>
                <a:cubicBezTo>
                  <a:pt x="1568" y="5095"/>
                  <a:pt x="1218" y="5332"/>
                  <a:pt x="943" y="5611"/>
                </a:cubicBezTo>
                <a:cubicBezTo>
                  <a:pt x="425" y="6133"/>
                  <a:pt x="179" y="6806"/>
                  <a:pt x="311" y="7456"/>
                </a:cubicBezTo>
                <a:cubicBezTo>
                  <a:pt x="309" y="7456"/>
                  <a:pt x="307" y="7456"/>
                  <a:pt x="305" y="7456"/>
                </a:cubicBezTo>
                <a:cubicBezTo>
                  <a:pt x="282" y="7456"/>
                  <a:pt x="258" y="7461"/>
                  <a:pt x="234" y="7475"/>
                </a:cubicBezTo>
                <a:cubicBezTo>
                  <a:pt x="83" y="7556"/>
                  <a:pt x="1" y="7677"/>
                  <a:pt x="4" y="7821"/>
                </a:cubicBezTo>
                <a:cubicBezTo>
                  <a:pt x="12" y="8172"/>
                  <a:pt x="404" y="8373"/>
                  <a:pt x="826" y="8396"/>
                </a:cubicBezTo>
                <a:cubicBezTo>
                  <a:pt x="860" y="8398"/>
                  <a:pt x="894" y="8399"/>
                  <a:pt x="929" y="8399"/>
                </a:cubicBezTo>
                <a:cubicBezTo>
                  <a:pt x="1162" y="8399"/>
                  <a:pt x="1397" y="8361"/>
                  <a:pt x="1626" y="8334"/>
                </a:cubicBezTo>
                <a:cubicBezTo>
                  <a:pt x="1931" y="8297"/>
                  <a:pt x="2238" y="8262"/>
                  <a:pt x="2544" y="8230"/>
                </a:cubicBezTo>
                <a:cubicBezTo>
                  <a:pt x="3747" y="8107"/>
                  <a:pt x="4958" y="8023"/>
                  <a:pt x="6170" y="7965"/>
                </a:cubicBezTo>
                <a:cubicBezTo>
                  <a:pt x="8591" y="7850"/>
                  <a:pt x="11019" y="7838"/>
                  <a:pt x="13445" y="7824"/>
                </a:cubicBezTo>
                <a:cubicBezTo>
                  <a:pt x="13813" y="7822"/>
                  <a:pt x="14182" y="7820"/>
                  <a:pt x="14552" y="7820"/>
                </a:cubicBezTo>
                <a:cubicBezTo>
                  <a:pt x="16507" y="7820"/>
                  <a:pt x="18472" y="7870"/>
                  <a:pt x="20390" y="8174"/>
                </a:cubicBezTo>
                <a:cubicBezTo>
                  <a:pt x="20952" y="8264"/>
                  <a:pt x="21511" y="8375"/>
                  <a:pt x="22057" y="8512"/>
                </a:cubicBezTo>
                <a:cubicBezTo>
                  <a:pt x="22240" y="8558"/>
                  <a:pt x="22430" y="8612"/>
                  <a:pt x="22625" y="8612"/>
                </a:cubicBezTo>
                <a:cubicBezTo>
                  <a:pt x="22665" y="8612"/>
                  <a:pt x="22706" y="8610"/>
                  <a:pt x="22747" y="8605"/>
                </a:cubicBezTo>
                <a:cubicBezTo>
                  <a:pt x="22986" y="8575"/>
                  <a:pt x="23126" y="8437"/>
                  <a:pt x="23188" y="8265"/>
                </a:cubicBezTo>
                <a:cubicBezTo>
                  <a:pt x="23342" y="7840"/>
                  <a:pt x="23440" y="7396"/>
                  <a:pt x="23556" y="6963"/>
                </a:cubicBezTo>
                <a:cubicBezTo>
                  <a:pt x="23675" y="6520"/>
                  <a:pt x="23785" y="6077"/>
                  <a:pt x="23879" y="5631"/>
                </a:cubicBezTo>
                <a:cubicBezTo>
                  <a:pt x="24251" y="3879"/>
                  <a:pt x="24375" y="2063"/>
                  <a:pt x="23717" y="343"/>
                </a:cubicBezTo>
                <a:cubicBezTo>
                  <a:pt x="23697" y="293"/>
                  <a:pt x="23642" y="267"/>
                  <a:pt x="23586" y="267"/>
                </a:cubicBezTo>
                <a:cubicBezTo>
                  <a:pt x="23541" y="267"/>
                  <a:pt x="23495" y="284"/>
                  <a:pt x="23467" y="317"/>
                </a:cubicBezTo>
                <a:cubicBezTo>
                  <a:pt x="23327" y="480"/>
                  <a:pt x="23169" y="631"/>
                  <a:pt x="22991" y="769"/>
                </a:cubicBezTo>
                <a:cubicBezTo>
                  <a:pt x="22274" y="1328"/>
                  <a:pt x="21289" y="1670"/>
                  <a:pt x="20281" y="1764"/>
                </a:cubicBezTo>
                <a:cubicBezTo>
                  <a:pt x="20062" y="1784"/>
                  <a:pt x="19841" y="1794"/>
                  <a:pt x="19620" y="1794"/>
                </a:cubicBezTo>
                <a:cubicBezTo>
                  <a:pt x="18644" y="1794"/>
                  <a:pt x="17671" y="1601"/>
                  <a:pt x="16789" y="1286"/>
                </a:cubicBezTo>
                <a:cubicBezTo>
                  <a:pt x="15722" y="905"/>
                  <a:pt x="14754" y="349"/>
                  <a:pt x="13607" y="110"/>
                </a:cubicBezTo>
                <a:cubicBezTo>
                  <a:pt x="13266" y="40"/>
                  <a:pt x="12917" y="1"/>
                  <a:pt x="12572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6" name="Google Shape;406;p16"/>
          <p:cNvGrpSpPr/>
          <p:nvPr/>
        </p:nvGrpSpPr>
        <p:grpSpPr>
          <a:xfrm flipH="1" rot="6282408">
            <a:off x="8550732" y="1247401"/>
            <a:ext cx="221771" cy="200883"/>
            <a:chOff x="1640475" y="1197075"/>
            <a:chExt cx="55475" cy="50250"/>
          </a:xfrm>
        </p:grpSpPr>
        <p:sp>
          <p:nvSpPr>
            <p:cNvPr id="407" name="Google Shape;407;p1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1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1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0" name="Google Shape;410;p16"/>
          <p:cNvGrpSpPr/>
          <p:nvPr/>
        </p:nvGrpSpPr>
        <p:grpSpPr>
          <a:xfrm flipH="1" rot="1058897">
            <a:off x="1580056" y="228600"/>
            <a:ext cx="215936" cy="195603"/>
            <a:chOff x="1640475" y="1197075"/>
            <a:chExt cx="55475" cy="50250"/>
          </a:xfrm>
        </p:grpSpPr>
        <p:sp>
          <p:nvSpPr>
            <p:cNvPr id="411" name="Google Shape;411;p1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1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1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4" name="Google Shape;414;p16"/>
          <p:cNvSpPr/>
          <p:nvPr/>
        </p:nvSpPr>
        <p:spPr>
          <a:xfrm flipH="1" rot="8431516">
            <a:off x="3395658" y="4170446"/>
            <a:ext cx="529784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15" name="Google Shape;415;p16"/>
          <p:cNvGrpSpPr/>
          <p:nvPr/>
        </p:nvGrpSpPr>
        <p:grpSpPr>
          <a:xfrm flipH="1" rot="-900000">
            <a:off x="544277" y="3921386"/>
            <a:ext cx="347165" cy="314462"/>
            <a:chOff x="1640475" y="1197075"/>
            <a:chExt cx="55475" cy="50250"/>
          </a:xfrm>
        </p:grpSpPr>
        <p:sp>
          <p:nvSpPr>
            <p:cNvPr id="416" name="Google Shape;416;p1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1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1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9" name="Google Shape;419;p16"/>
          <p:cNvGrpSpPr/>
          <p:nvPr/>
        </p:nvGrpSpPr>
        <p:grpSpPr>
          <a:xfrm flipH="1" rot="-899970">
            <a:off x="8808559" y="3390166"/>
            <a:ext cx="215932" cy="195605"/>
            <a:chOff x="1640475" y="1197075"/>
            <a:chExt cx="55475" cy="50250"/>
          </a:xfrm>
        </p:grpSpPr>
        <p:sp>
          <p:nvSpPr>
            <p:cNvPr id="420" name="Google Shape;420;p1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1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1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3" name="Google Shape;423;p16"/>
          <p:cNvSpPr/>
          <p:nvPr/>
        </p:nvSpPr>
        <p:spPr>
          <a:xfrm flipH="1" rot="-10799880">
            <a:off x="6525508" y="258994"/>
            <a:ext cx="529792" cy="12411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4" name="Google Shape;424;p16"/>
          <p:cNvSpPr/>
          <p:nvPr/>
        </p:nvSpPr>
        <p:spPr>
          <a:xfrm flipH="1">
            <a:off x="3766739" y="438088"/>
            <a:ext cx="529811" cy="424916"/>
          </a:xfrm>
          <a:custGeom>
            <a:rect b="b" l="l" r="r" t="t"/>
            <a:pathLst>
              <a:path extrusionOk="0" h="7512" w="9366">
                <a:moveTo>
                  <a:pt x="1151" y="361"/>
                </a:moveTo>
                <a:cubicBezTo>
                  <a:pt x="1522" y="390"/>
                  <a:pt x="1902" y="410"/>
                  <a:pt x="2283" y="429"/>
                </a:cubicBezTo>
                <a:cubicBezTo>
                  <a:pt x="3044" y="488"/>
                  <a:pt x="3805" y="536"/>
                  <a:pt x="4556" y="605"/>
                </a:cubicBezTo>
                <a:cubicBezTo>
                  <a:pt x="5951" y="712"/>
                  <a:pt x="7346" y="858"/>
                  <a:pt x="8741" y="1044"/>
                </a:cubicBezTo>
                <a:cubicBezTo>
                  <a:pt x="8165" y="1746"/>
                  <a:pt x="7570" y="2419"/>
                  <a:pt x="6936" y="3063"/>
                </a:cubicBezTo>
                <a:lnTo>
                  <a:pt x="3639" y="1561"/>
                </a:lnTo>
                <a:cubicBezTo>
                  <a:pt x="3083" y="1307"/>
                  <a:pt x="2517" y="1053"/>
                  <a:pt x="1961" y="800"/>
                </a:cubicBezTo>
                <a:cubicBezTo>
                  <a:pt x="1639" y="653"/>
                  <a:pt x="1307" y="497"/>
                  <a:pt x="976" y="361"/>
                </a:cubicBezTo>
                <a:close/>
                <a:moveTo>
                  <a:pt x="605" y="819"/>
                </a:moveTo>
                <a:cubicBezTo>
                  <a:pt x="888" y="1044"/>
                  <a:pt x="1180" y="1258"/>
                  <a:pt x="1463" y="1473"/>
                </a:cubicBezTo>
                <a:lnTo>
                  <a:pt x="2839" y="2556"/>
                </a:lnTo>
                <a:lnTo>
                  <a:pt x="5434" y="4595"/>
                </a:lnTo>
                <a:cubicBezTo>
                  <a:pt x="5161" y="4770"/>
                  <a:pt x="4888" y="4956"/>
                  <a:pt x="4614" y="5151"/>
                </a:cubicBezTo>
                <a:cubicBezTo>
                  <a:pt x="4609" y="5150"/>
                  <a:pt x="4604" y="5149"/>
                  <a:pt x="4599" y="5149"/>
                </a:cubicBezTo>
                <a:cubicBezTo>
                  <a:pt x="4546" y="5149"/>
                  <a:pt x="4495" y="5195"/>
                  <a:pt x="4468" y="5248"/>
                </a:cubicBezTo>
                <a:cubicBezTo>
                  <a:pt x="4088" y="5512"/>
                  <a:pt x="3717" y="5785"/>
                  <a:pt x="3346" y="6058"/>
                </a:cubicBezTo>
                <a:cubicBezTo>
                  <a:pt x="2839" y="5102"/>
                  <a:pt x="2341" y="4146"/>
                  <a:pt x="1854" y="3190"/>
                </a:cubicBezTo>
                <a:lnTo>
                  <a:pt x="1034" y="1639"/>
                </a:lnTo>
                <a:cubicBezTo>
                  <a:pt x="888" y="1366"/>
                  <a:pt x="732" y="1102"/>
                  <a:pt x="605" y="819"/>
                </a:cubicBezTo>
                <a:close/>
                <a:moveTo>
                  <a:pt x="1434" y="995"/>
                </a:moveTo>
                <a:lnTo>
                  <a:pt x="1776" y="1151"/>
                </a:lnTo>
                <a:cubicBezTo>
                  <a:pt x="2332" y="1405"/>
                  <a:pt x="2897" y="1668"/>
                  <a:pt x="3454" y="1922"/>
                </a:cubicBezTo>
                <a:lnTo>
                  <a:pt x="6907" y="3483"/>
                </a:lnTo>
                <a:cubicBezTo>
                  <a:pt x="6917" y="3483"/>
                  <a:pt x="6926" y="3492"/>
                  <a:pt x="6946" y="3492"/>
                </a:cubicBezTo>
                <a:cubicBezTo>
                  <a:pt x="6936" y="3551"/>
                  <a:pt x="6936" y="3600"/>
                  <a:pt x="6936" y="3658"/>
                </a:cubicBezTo>
                <a:cubicBezTo>
                  <a:pt x="6917" y="3834"/>
                  <a:pt x="6907" y="4009"/>
                  <a:pt x="6897" y="4185"/>
                </a:cubicBezTo>
                <a:cubicBezTo>
                  <a:pt x="6868" y="4517"/>
                  <a:pt x="6848" y="4848"/>
                  <a:pt x="6829" y="5180"/>
                </a:cubicBezTo>
                <a:lnTo>
                  <a:pt x="6751" y="6273"/>
                </a:lnTo>
                <a:cubicBezTo>
                  <a:pt x="6644" y="6009"/>
                  <a:pt x="6536" y="5736"/>
                  <a:pt x="6439" y="5463"/>
                </a:cubicBezTo>
                <a:cubicBezTo>
                  <a:pt x="6341" y="5200"/>
                  <a:pt x="6214" y="4946"/>
                  <a:pt x="6078" y="4702"/>
                </a:cubicBezTo>
                <a:cubicBezTo>
                  <a:pt x="6009" y="4585"/>
                  <a:pt x="5873" y="4361"/>
                  <a:pt x="5717" y="4341"/>
                </a:cubicBezTo>
                <a:lnTo>
                  <a:pt x="3093" y="2292"/>
                </a:lnTo>
                <a:lnTo>
                  <a:pt x="1707" y="1219"/>
                </a:lnTo>
                <a:cubicBezTo>
                  <a:pt x="1610" y="1141"/>
                  <a:pt x="1522" y="1073"/>
                  <a:pt x="1434" y="995"/>
                </a:cubicBezTo>
                <a:close/>
                <a:moveTo>
                  <a:pt x="5668" y="4878"/>
                </a:moveTo>
                <a:lnTo>
                  <a:pt x="5697" y="4917"/>
                </a:lnTo>
                <a:cubicBezTo>
                  <a:pt x="5834" y="5151"/>
                  <a:pt x="5941" y="5395"/>
                  <a:pt x="6039" y="5648"/>
                </a:cubicBezTo>
                <a:cubicBezTo>
                  <a:pt x="6185" y="6029"/>
                  <a:pt x="6331" y="6419"/>
                  <a:pt x="6478" y="6799"/>
                </a:cubicBezTo>
                <a:cubicBezTo>
                  <a:pt x="6292" y="6634"/>
                  <a:pt x="6107" y="6468"/>
                  <a:pt x="5912" y="6302"/>
                </a:cubicBezTo>
                <a:cubicBezTo>
                  <a:pt x="5707" y="6117"/>
                  <a:pt x="5502" y="5921"/>
                  <a:pt x="5297" y="5717"/>
                </a:cubicBezTo>
                <a:cubicBezTo>
                  <a:pt x="5200" y="5619"/>
                  <a:pt x="5092" y="5512"/>
                  <a:pt x="4995" y="5404"/>
                </a:cubicBezTo>
                <a:cubicBezTo>
                  <a:pt x="4975" y="5395"/>
                  <a:pt x="4966" y="5375"/>
                  <a:pt x="4956" y="5365"/>
                </a:cubicBezTo>
                <a:cubicBezTo>
                  <a:pt x="5200" y="5200"/>
                  <a:pt x="5434" y="5034"/>
                  <a:pt x="5668" y="4878"/>
                </a:cubicBezTo>
                <a:close/>
                <a:moveTo>
                  <a:pt x="781" y="1"/>
                </a:moveTo>
                <a:cubicBezTo>
                  <a:pt x="615" y="1"/>
                  <a:pt x="449" y="9"/>
                  <a:pt x="283" y="19"/>
                </a:cubicBezTo>
                <a:cubicBezTo>
                  <a:pt x="267" y="13"/>
                  <a:pt x="250" y="10"/>
                  <a:pt x="234" y="10"/>
                </a:cubicBezTo>
                <a:cubicBezTo>
                  <a:pt x="202" y="10"/>
                  <a:pt x="169" y="23"/>
                  <a:pt x="137" y="49"/>
                </a:cubicBezTo>
                <a:lnTo>
                  <a:pt x="107" y="49"/>
                </a:lnTo>
                <a:cubicBezTo>
                  <a:pt x="29" y="68"/>
                  <a:pt x="0" y="156"/>
                  <a:pt x="39" y="224"/>
                </a:cubicBezTo>
                <a:cubicBezTo>
                  <a:pt x="39" y="234"/>
                  <a:pt x="49" y="253"/>
                  <a:pt x="59" y="263"/>
                </a:cubicBezTo>
                <a:cubicBezTo>
                  <a:pt x="49" y="302"/>
                  <a:pt x="59" y="351"/>
                  <a:pt x="98" y="380"/>
                </a:cubicBezTo>
                <a:cubicBezTo>
                  <a:pt x="146" y="839"/>
                  <a:pt x="410" y="1268"/>
                  <a:pt x="624" y="1678"/>
                </a:cubicBezTo>
                <a:lnTo>
                  <a:pt x="1434" y="3229"/>
                </a:lnTo>
                <a:cubicBezTo>
                  <a:pt x="1990" y="4292"/>
                  <a:pt x="2546" y="5346"/>
                  <a:pt x="3112" y="6409"/>
                </a:cubicBezTo>
                <a:cubicBezTo>
                  <a:pt x="3142" y="6482"/>
                  <a:pt x="3207" y="6521"/>
                  <a:pt x="3275" y="6521"/>
                </a:cubicBezTo>
                <a:cubicBezTo>
                  <a:pt x="3316" y="6521"/>
                  <a:pt x="3358" y="6507"/>
                  <a:pt x="3395" y="6477"/>
                </a:cubicBezTo>
                <a:cubicBezTo>
                  <a:pt x="3805" y="6175"/>
                  <a:pt x="4214" y="5882"/>
                  <a:pt x="4624" y="5590"/>
                </a:cubicBezTo>
                <a:lnTo>
                  <a:pt x="4702" y="5668"/>
                </a:lnTo>
                <a:cubicBezTo>
                  <a:pt x="4810" y="5775"/>
                  <a:pt x="4907" y="5882"/>
                  <a:pt x="5014" y="5980"/>
                </a:cubicBezTo>
                <a:cubicBezTo>
                  <a:pt x="5210" y="6185"/>
                  <a:pt x="5414" y="6370"/>
                  <a:pt x="5619" y="6556"/>
                </a:cubicBezTo>
                <a:cubicBezTo>
                  <a:pt x="5834" y="6741"/>
                  <a:pt x="6048" y="6926"/>
                  <a:pt x="6273" y="7102"/>
                </a:cubicBezTo>
                <a:cubicBezTo>
                  <a:pt x="6380" y="7190"/>
                  <a:pt x="6497" y="7277"/>
                  <a:pt x="6614" y="7355"/>
                </a:cubicBezTo>
                <a:cubicBezTo>
                  <a:pt x="6692" y="7434"/>
                  <a:pt x="6790" y="7482"/>
                  <a:pt x="6897" y="7512"/>
                </a:cubicBezTo>
                <a:cubicBezTo>
                  <a:pt x="6946" y="7512"/>
                  <a:pt x="6985" y="7482"/>
                  <a:pt x="6995" y="7434"/>
                </a:cubicBezTo>
                <a:lnTo>
                  <a:pt x="6995" y="7414"/>
                </a:lnTo>
                <a:cubicBezTo>
                  <a:pt x="7053" y="7385"/>
                  <a:pt x="7083" y="7326"/>
                  <a:pt x="7092" y="7268"/>
                </a:cubicBezTo>
                <a:cubicBezTo>
                  <a:pt x="7112" y="6575"/>
                  <a:pt x="7141" y="5882"/>
                  <a:pt x="7170" y="5180"/>
                </a:cubicBezTo>
                <a:cubicBezTo>
                  <a:pt x="7180" y="4839"/>
                  <a:pt x="7190" y="4487"/>
                  <a:pt x="7209" y="4146"/>
                </a:cubicBezTo>
                <a:cubicBezTo>
                  <a:pt x="7209" y="3970"/>
                  <a:pt x="7219" y="3795"/>
                  <a:pt x="7229" y="3619"/>
                </a:cubicBezTo>
                <a:cubicBezTo>
                  <a:pt x="7239" y="3531"/>
                  <a:pt x="7229" y="3453"/>
                  <a:pt x="7190" y="3375"/>
                </a:cubicBezTo>
                <a:cubicBezTo>
                  <a:pt x="7931" y="2624"/>
                  <a:pt x="8624" y="1834"/>
                  <a:pt x="9287" y="1014"/>
                </a:cubicBezTo>
                <a:cubicBezTo>
                  <a:pt x="9365" y="888"/>
                  <a:pt x="9297" y="712"/>
                  <a:pt x="9141" y="692"/>
                </a:cubicBezTo>
                <a:cubicBezTo>
                  <a:pt x="7639" y="497"/>
                  <a:pt x="6127" y="332"/>
                  <a:pt x="4614" y="205"/>
                </a:cubicBezTo>
                <a:cubicBezTo>
                  <a:pt x="3853" y="146"/>
                  <a:pt x="3093" y="97"/>
                  <a:pt x="2332" y="58"/>
                </a:cubicBezTo>
                <a:cubicBezTo>
                  <a:pt x="1951" y="39"/>
                  <a:pt x="1571" y="29"/>
                  <a:pt x="1190" y="19"/>
                </a:cubicBezTo>
                <a:cubicBezTo>
                  <a:pt x="1054" y="6"/>
                  <a:pt x="917" y="1"/>
                  <a:pt x="7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SECTION_HEADER_1">
    <p:spTree>
      <p:nvGrpSpPr>
        <p:cNvPr id="425" name="Shape 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6" name="Google Shape;426;p17"/>
          <p:cNvSpPr/>
          <p:nvPr/>
        </p:nvSpPr>
        <p:spPr>
          <a:xfrm rot="10800000">
            <a:off x="-470007" y="-486251"/>
            <a:ext cx="4205930" cy="2291529"/>
          </a:xfrm>
          <a:custGeom>
            <a:rect b="b" l="l" r="r" t="t"/>
            <a:pathLst>
              <a:path extrusionOk="0" h="14261" w="26175">
                <a:moveTo>
                  <a:pt x="21312" y="0"/>
                </a:moveTo>
                <a:cubicBezTo>
                  <a:pt x="20977" y="0"/>
                  <a:pt x="20642" y="41"/>
                  <a:pt x="20313" y="99"/>
                </a:cubicBezTo>
                <a:cubicBezTo>
                  <a:pt x="19331" y="273"/>
                  <a:pt x="18260" y="586"/>
                  <a:pt x="17702" y="1484"/>
                </a:cubicBezTo>
                <a:cubicBezTo>
                  <a:pt x="17428" y="1925"/>
                  <a:pt x="17287" y="2436"/>
                  <a:pt x="16990" y="2864"/>
                </a:cubicBezTo>
                <a:cubicBezTo>
                  <a:pt x="16710" y="3266"/>
                  <a:pt x="16282" y="3522"/>
                  <a:pt x="15821" y="3664"/>
                </a:cubicBezTo>
                <a:cubicBezTo>
                  <a:pt x="15261" y="3837"/>
                  <a:pt x="14685" y="3858"/>
                  <a:pt x="14107" y="3858"/>
                </a:cubicBezTo>
                <a:cubicBezTo>
                  <a:pt x="13914" y="3858"/>
                  <a:pt x="13720" y="3856"/>
                  <a:pt x="13527" y="3856"/>
                </a:cubicBezTo>
                <a:cubicBezTo>
                  <a:pt x="13273" y="3856"/>
                  <a:pt x="13019" y="3860"/>
                  <a:pt x="12766" y="3880"/>
                </a:cubicBezTo>
                <a:cubicBezTo>
                  <a:pt x="12240" y="3921"/>
                  <a:pt x="11711" y="4025"/>
                  <a:pt x="11246" y="4285"/>
                </a:cubicBezTo>
                <a:cubicBezTo>
                  <a:pt x="10777" y="4547"/>
                  <a:pt x="10423" y="4956"/>
                  <a:pt x="10107" y="5381"/>
                </a:cubicBezTo>
                <a:cubicBezTo>
                  <a:pt x="9484" y="6224"/>
                  <a:pt x="8906" y="7121"/>
                  <a:pt x="8012" y="7708"/>
                </a:cubicBezTo>
                <a:cubicBezTo>
                  <a:pt x="7566" y="8003"/>
                  <a:pt x="7065" y="8190"/>
                  <a:pt x="6530" y="8231"/>
                </a:cubicBezTo>
                <a:cubicBezTo>
                  <a:pt x="6418" y="8239"/>
                  <a:pt x="6306" y="8243"/>
                  <a:pt x="6194" y="8243"/>
                </a:cubicBezTo>
                <a:cubicBezTo>
                  <a:pt x="5684" y="8243"/>
                  <a:pt x="5174" y="8166"/>
                  <a:pt x="4666" y="8122"/>
                </a:cubicBezTo>
                <a:cubicBezTo>
                  <a:pt x="4112" y="8075"/>
                  <a:pt x="3557" y="8052"/>
                  <a:pt x="3001" y="8052"/>
                </a:cubicBezTo>
                <a:cubicBezTo>
                  <a:pt x="2916" y="8052"/>
                  <a:pt x="2830" y="8052"/>
                  <a:pt x="2744" y="8054"/>
                </a:cubicBezTo>
                <a:cubicBezTo>
                  <a:pt x="2475" y="8057"/>
                  <a:pt x="2183" y="8043"/>
                  <a:pt x="1931" y="8148"/>
                </a:cubicBezTo>
                <a:cubicBezTo>
                  <a:pt x="1700" y="8244"/>
                  <a:pt x="1557" y="8443"/>
                  <a:pt x="1448" y="8660"/>
                </a:cubicBezTo>
                <a:cubicBezTo>
                  <a:pt x="1157" y="9242"/>
                  <a:pt x="895" y="9837"/>
                  <a:pt x="618" y="10425"/>
                </a:cubicBezTo>
                <a:cubicBezTo>
                  <a:pt x="483" y="10711"/>
                  <a:pt x="344" y="10996"/>
                  <a:pt x="215" y="11284"/>
                </a:cubicBezTo>
                <a:cubicBezTo>
                  <a:pt x="103" y="11537"/>
                  <a:pt x="1" y="11806"/>
                  <a:pt x="9" y="12087"/>
                </a:cubicBezTo>
                <a:cubicBezTo>
                  <a:pt x="26" y="12628"/>
                  <a:pt x="464" y="12993"/>
                  <a:pt x="898" y="13242"/>
                </a:cubicBezTo>
                <a:cubicBezTo>
                  <a:pt x="1355" y="13506"/>
                  <a:pt x="1863" y="13671"/>
                  <a:pt x="2379" y="13769"/>
                </a:cubicBezTo>
                <a:cubicBezTo>
                  <a:pt x="3456" y="13974"/>
                  <a:pt x="4560" y="13920"/>
                  <a:pt x="5650" y="13980"/>
                </a:cubicBezTo>
                <a:cubicBezTo>
                  <a:pt x="6939" y="14051"/>
                  <a:pt x="8222" y="14239"/>
                  <a:pt x="9514" y="14259"/>
                </a:cubicBezTo>
                <a:cubicBezTo>
                  <a:pt x="9569" y="14260"/>
                  <a:pt x="9623" y="14261"/>
                  <a:pt x="9677" y="14261"/>
                </a:cubicBezTo>
                <a:cubicBezTo>
                  <a:pt x="10875" y="14261"/>
                  <a:pt x="12038" y="14052"/>
                  <a:pt x="13207" y="13797"/>
                </a:cubicBezTo>
                <a:cubicBezTo>
                  <a:pt x="13817" y="13663"/>
                  <a:pt x="14426" y="13526"/>
                  <a:pt x="15041" y="13424"/>
                </a:cubicBezTo>
                <a:cubicBezTo>
                  <a:pt x="15675" y="13317"/>
                  <a:pt x="16315" y="13253"/>
                  <a:pt x="16956" y="13206"/>
                </a:cubicBezTo>
                <a:cubicBezTo>
                  <a:pt x="18228" y="13113"/>
                  <a:pt x="19506" y="13085"/>
                  <a:pt x="20774" y="12938"/>
                </a:cubicBezTo>
                <a:cubicBezTo>
                  <a:pt x="21322" y="12875"/>
                  <a:pt x="21864" y="12773"/>
                  <a:pt x="22412" y="12707"/>
                </a:cubicBezTo>
                <a:cubicBezTo>
                  <a:pt x="22674" y="12676"/>
                  <a:pt x="22942" y="12652"/>
                  <a:pt x="23208" y="12652"/>
                </a:cubicBezTo>
                <a:cubicBezTo>
                  <a:pt x="23451" y="12652"/>
                  <a:pt x="23692" y="12672"/>
                  <a:pt x="23928" y="12724"/>
                </a:cubicBezTo>
                <a:cubicBezTo>
                  <a:pt x="24162" y="12777"/>
                  <a:pt x="24387" y="12861"/>
                  <a:pt x="24591" y="12989"/>
                </a:cubicBezTo>
                <a:cubicBezTo>
                  <a:pt x="24696" y="13055"/>
                  <a:pt x="24788" y="13167"/>
                  <a:pt x="24915" y="13170"/>
                </a:cubicBezTo>
                <a:cubicBezTo>
                  <a:pt x="24918" y="13170"/>
                  <a:pt x="24920" y="13170"/>
                  <a:pt x="24923" y="13170"/>
                </a:cubicBezTo>
                <a:cubicBezTo>
                  <a:pt x="25030" y="13170"/>
                  <a:pt x="25141" y="13147"/>
                  <a:pt x="25241" y="13108"/>
                </a:cubicBezTo>
                <a:cubicBezTo>
                  <a:pt x="25716" y="12928"/>
                  <a:pt x="25988" y="12456"/>
                  <a:pt x="26075" y="11977"/>
                </a:cubicBezTo>
                <a:cubicBezTo>
                  <a:pt x="26127" y="11687"/>
                  <a:pt x="26128" y="11393"/>
                  <a:pt x="26127" y="11099"/>
                </a:cubicBezTo>
                <a:cubicBezTo>
                  <a:pt x="26126" y="10779"/>
                  <a:pt x="26124" y="10457"/>
                  <a:pt x="26123" y="10135"/>
                </a:cubicBezTo>
                <a:cubicBezTo>
                  <a:pt x="26121" y="9483"/>
                  <a:pt x="26118" y="8831"/>
                  <a:pt x="26116" y="8179"/>
                </a:cubicBezTo>
                <a:cubicBezTo>
                  <a:pt x="26112" y="6939"/>
                  <a:pt x="26107" y="5700"/>
                  <a:pt x="26102" y="4459"/>
                </a:cubicBezTo>
                <a:lnTo>
                  <a:pt x="26102" y="4459"/>
                </a:lnTo>
                <a:cubicBezTo>
                  <a:pt x="26105" y="4461"/>
                  <a:pt x="26107" y="4462"/>
                  <a:pt x="26109" y="4462"/>
                </a:cubicBezTo>
                <a:cubicBezTo>
                  <a:pt x="26174" y="4462"/>
                  <a:pt x="26046" y="3375"/>
                  <a:pt x="25375" y="3280"/>
                </a:cubicBezTo>
                <a:cubicBezTo>
                  <a:pt x="24338" y="3135"/>
                  <a:pt x="24244" y="1492"/>
                  <a:pt x="23438" y="803"/>
                </a:cubicBezTo>
                <a:cubicBezTo>
                  <a:pt x="23048" y="470"/>
                  <a:pt x="22597" y="206"/>
                  <a:pt x="22095" y="87"/>
                </a:cubicBezTo>
                <a:cubicBezTo>
                  <a:pt x="21837" y="25"/>
                  <a:pt x="21575" y="0"/>
                  <a:pt x="21312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7" name="Google Shape;427;p17"/>
          <p:cNvSpPr/>
          <p:nvPr/>
        </p:nvSpPr>
        <p:spPr>
          <a:xfrm rot="10800000">
            <a:off x="7300302" y="-415230"/>
            <a:ext cx="2089708" cy="2096136"/>
          </a:xfrm>
          <a:custGeom>
            <a:rect b="b" l="l" r="r" t="t"/>
            <a:pathLst>
              <a:path extrusionOk="0" h="13045" w="13005">
                <a:moveTo>
                  <a:pt x="1922" y="1"/>
                </a:moveTo>
                <a:cubicBezTo>
                  <a:pt x="1849" y="1"/>
                  <a:pt x="1776" y="4"/>
                  <a:pt x="1703" y="11"/>
                </a:cubicBezTo>
                <a:cubicBezTo>
                  <a:pt x="1260" y="54"/>
                  <a:pt x="818" y="227"/>
                  <a:pt x="503" y="551"/>
                </a:cubicBezTo>
                <a:cubicBezTo>
                  <a:pt x="150" y="913"/>
                  <a:pt x="38" y="1411"/>
                  <a:pt x="20" y="1903"/>
                </a:cubicBezTo>
                <a:cubicBezTo>
                  <a:pt x="0" y="2484"/>
                  <a:pt x="46" y="3073"/>
                  <a:pt x="66" y="3654"/>
                </a:cubicBezTo>
                <a:cubicBezTo>
                  <a:pt x="86" y="4273"/>
                  <a:pt x="107" y="4891"/>
                  <a:pt x="127" y="5509"/>
                </a:cubicBezTo>
                <a:lnTo>
                  <a:pt x="374" y="12928"/>
                </a:lnTo>
                <a:cubicBezTo>
                  <a:pt x="376" y="12996"/>
                  <a:pt x="429" y="13044"/>
                  <a:pt x="492" y="13044"/>
                </a:cubicBezTo>
                <a:cubicBezTo>
                  <a:pt x="501" y="13044"/>
                  <a:pt x="511" y="13043"/>
                  <a:pt x="520" y="13041"/>
                </a:cubicBezTo>
                <a:cubicBezTo>
                  <a:pt x="1437" y="12830"/>
                  <a:pt x="2365" y="12670"/>
                  <a:pt x="3299" y="12564"/>
                </a:cubicBezTo>
                <a:cubicBezTo>
                  <a:pt x="4235" y="12458"/>
                  <a:pt x="5175" y="12406"/>
                  <a:pt x="6116" y="12406"/>
                </a:cubicBezTo>
                <a:cubicBezTo>
                  <a:pt x="6835" y="12406"/>
                  <a:pt x="7554" y="12436"/>
                  <a:pt x="8271" y="12496"/>
                </a:cubicBezTo>
                <a:cubicBezTo>
                  <a:pt x="8728" y="12533"/>
                  <a:pt x="9209" y="12577"/>
                  <a:pt x="9687" y="12577"/>
                </a:cubicBezTo>
                <a:cubicBezTo>
                  <a:pt x="10492" y="12577"/>
                  <a:pt x="11288" y="12454"/>
                  <a:pt x="11947" y="11977"/>
                </a:cubicBezTo>
                <a:lnTo>
                  <a:pt x="11947" y="11977"/>
                </a:lnTo>
                <a:cubicBezTo>
                  <a:pt x="11945" y="11988"/>
                  <a:pt x="11948" y="11993"/>
                  <a:pt x="11955" y="11993"/>
                </a:cubicBezTo>
                <a:cubicBezTo>
                  <a:pt x="12017" y="11993"/>
                  <a:pt x="12409" y="11534"/>
                  <a:pt x="12496" y="11300"/>
                </a:cubicBezTo>
                <a:cubicBezTo>
                  <a:pt x="12866" y="10319"/>
                  <a:pt x="13005" y="9208"/>
                  <a:pt x="12677" y="8195"/>
                </a:cubicBezTo>
                <a:cubicBezTo>
                  <a:pt x="12404" y="7349"/>
                  <a:pt x="11818" y="6569"/>
                  <a:pt x="11000" y="6188"/>
                </a:cubicBezTo>
                <a:cubicBezTo>
                  <a:pt x="10082" y="5759"/>
                  <a:pt x="9032" y="5924"/>
                  <a:pt x="8092" y="5581"/>
                </a:cubicBezTo>
                <a:cubicBezTo>
                  <a:pt x="7160" y="5240"/>
                  <a:pt x="6737" y="4324"/>
                  <a:pt x="6316" y="3499"/>
                </a:cubicBezTo>
                <a:cubicBezTo>
                  <a:pt x="5859" y="2602"/>
                  <a:pt x="5271" y="1802"/>
                  <a:pt x="4492" y="1159"/>
                </a:cubicBezTo>
                <a:cubicBezTo>
                  <a:pt x="3786" y="579"/>
                  <a:pt x="2870" y="1"/>
                  <a:pt x="1922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8" name="Google Shape;428;p17"/>
          <p:cNvSpPr/>
          <p:nvPr/>
        </p:nvSpPr>
        <p:spPr>
          <a:xfrm rot="10800000">
            <a:off x="5339943" y="3964766"/>
            <a:ext cx="3916858" cy="1383980"/>
          </a:xfrm>
          <a:custGeom>
            <a:rect b="b" l="l" r="r" t="t"/>
            <a:pathLst>
              <a:path extrusionOk="0" h="8613" w="24376">
                <a:moveTo>
                  <a:pt x="1748" y="0"/>
                </a:moveTo>
                <a:cubicBezTo>
                  <a:pt x="1709" y="0"/>
                  <a:pt x="1669" y="2"/>
                  <a:pt x="1629" y="7"/>
                </a:cubicBezTo>
                <a:cubicBezTo>
                  <a:pt x="1391" y="38"/>
                  <a:pt x="1250" y="176"/>
                  <a:pt x="1187" y="347"/>
                </a:cubicBezTo>
                <a:cubicBezTo>
                  <a:pt x="1033" y="773"/>
                  <a:pt x="935" y="1218"/>
                  <a:pt x="819" y="1650"/>
                </a:cubicBezTo>
                <a:cubicBezTo>
                  <a:pt x="701" y="2092"/>
                  <a:pt x="590" y="2536"/>
                  <a:pt x="496" y="2983"/>
                </a:cubicBezTo>
                <a:cubicBezTo>
                  <a:pt x="126" y="4733"/>
                  <a:pt x="0" y="6549"/>
                  <a:pt x="659" y="8271"/>
                </a:cubicBezTo>
                <a:cubicBezTo>
                  <a:pt x="678" y="8321"/>
                  <a:pt x="733" y="8346"/>
                  <a:pt x="790" y="8346"/>
                </a:cubicBezTo>
                <a:cubicBezTo>
                  <a:pt x="835" y="8346"/>
                  <a:pt x="881" y="8329"/>
                  <a:pt x="910" y="8296"/>
                </a:cubicBezTo>
                <a:cubicBezTo>
                  <a:pt x="1048" y="8134"/>
                  <a:pt x="1206" y="7983"/>
                  <a:pt x="1385" y="7843"/>
                </a:cubicBezTo>
                <a:cubicBezTo>
                  <a:pt x="2101" y="7284"/>
                  <a:pt x="3087" y="6944"/>
                  <a:pt x="4095" y="6849"/>
                </a:cubicBezTo>
                <a:cubicBezTo>
                  <a:pt x="4314" y="6828"/>
                  <a:pt x="4534" y="6818"/>
                  <a:pt x="4754" y="6818"/>
                </a:cubicBezTo>
                <a:cubicBezTo>
                  <a:pt x="5730" y="6818"/>
                  <a:pt x="6704" y="7012"/>
                  <a:pt x="7586" y="7328"/>
                </a:cubicBezTo>
                <a:cubicBezTo>
                  <a:pt x="8653" y="7708"/>
                  <a:pt x="9622" y="8264"/>
                  <a:pt x="10770" y="8502"/>
                </a:cubicBezTo>
                <a:cubicBezTo>
                  <a:pt x="11110" y="8573"/>
                  <a:pt x="11460" y="8612"/>
                  <a:pt x="11804" y="8612"/>
                </a:cubicBezTo>
                <a:cubicBezTo>
                  <a:pt x="12445" y="8612"/>
                  <a:pt x="13071" y="8476"/>
                  <a:pt x="13597" y="8154"/>
                </a:cubicBezTo>
                <a:cubicBezTo>
                  <a:pt x="14183" y="7795"/>
                  <a:pt x="14557" y="7273"/>
                  <a:pt x="14873" y="6761"/>
                </a:cubicBezTo>
                <a:cubicBezTo>
                  <a:pt x="15208" y="6214"/>
                  <a:pt x="15488" y="5645"/>
                  <a:pt x="15900" y="5129"/>
                </a:cubicBezTo>
                <a:cubicBezTo>
                  <a:pt x="16333" y="4590"/>
                  <a:pt x="16925" y="4168"/>
                  <a:pt x="17743" y="4015"/>
                </a:cubicBezTo>
                <a:cubicBezTo>
                  <a:pt x="18117" y="3945"/>
                  <a:pt x="18497" y="3924"/>
                  <a:pt x="18879" y="3924"/>
                </a:cubicBezTo>
                <a:cubicBezTo>
                  <a:pt x="19431" y="3924"/>
                  <a:pt x="19988" y="3967"/>
                  <a:pt x="20538" y="3967"/>
                </a:cubicBezTo>
                <a:cubicBezTo>
                  <a:pt x="20675" y="3967"/>
                  <a:pt x="20811" y="3964"/>
                  <a:pt x="20947" y="3958"/>
                </a:cubicBezTo>
                <a:cubicBezTo>
                  <a:pt x="21449" y="3933"/>
                  <a:pt x="21952" y="3857"/>
                  <a:pt x="22403" y="3679"/>
                </a:cubicBezTo>
                <a:cubicBezTo>
                  <a:pt x="22808" y="3518"/>
                  <a:pt x="23157" y="3280"/>
                  <a:pt x="23433" y="3003"/>
                </a:cubicBezTo>
                <a:cubicBezTo>
                  <a:pt x="23951" y="2479"/>
                  <a:pt x="24196" y="1807"/>
                  <a:pt x="24066" y="1157"/>
                </a:cubicBezTo>
                <a:lnTo>
                  <a:pt x="24066" y="1157"/>
                </a:lnTo>
                <a:cubicBezTo>
                  <a:pt x="24067" y="1158"/>
                  <a:pt x="24069" y="1158"/>
                  <a:pt x="24071" y="1158"/>
                </a:cubicBezTo>
                <a:cubicBezTo>
                  <a:pt x="24093" y="1158"/>
                  <a:pt x="24117" y="1151"/>
                  <a:pt x="24142" y="1138"/>
                </a:cubicBezTo>
                <a:cubicBezTo>
                  <a:pt x="24292" y="1056"/>
                  <a:pt x="24376" y="935"/>
                  <a:pt x="24372" y="792"/>
                </a:cubicBezTo>
                <a:cubicBezTo>
                  <a:pt x="24363" y="440"/>
                  <a:pt x="23972" y="240"/>
                  <a:pt x="23550" y="217"/>
                </a:cubicBezTo>
                <a:cubicBezTo>
                  <a:pt x="23514" y="215"/>
                  <a:pt x="23478" y="215"/>
                  <a:pt x="23442" y="215"/>
                </a:cubicBezTo>
                <a:cubicBezTo>
                  <a:pt x="23211" y="215"/>
                  <a:pt x="22977" y="252"/>
                  <a:pt x="22750" y="280"/>
                </a:cubicBezTo>
                <a:cubicBezTo>
                  <a:pt x="22445" y="317"/>
                  <a:pt x="22139" y="351"/>
                  <a:pt x="21832" y="383"/>
                </a:cubicBezTo>
                <a:cubicBezTo>
                  <a:pt x="20628" y="507"/>
                  <a:pt x="19418" y="590"/>
                  <a:pt x="18207" y="648"/>
                </a:cubicBezTo>
                <a:cubicBezTo>
                  <a:pt x="15784" y="762"/>
                  <a:pt x="13357" y="774"/>
                  <a:pt x="10932" y="789"/>
                </a:cubicBezTo>
                <a:cubicBezTo>
                  <a:pt x="10568" y="791"/>
                  <a:pt x="10203" y="793"/>
                  <a:pt x="9838" y="793"/>
                </a:cubicBezTo>
                <a:cubicBezTo>
                  <a:pt x="7878" y="793"/>
                  <a:pt x="5909" y="743"/>
                  <a:pt x="3985" y="438"/>
                </a:cubicBezTo>
                <a:cubicBezTo>
                  <a:pt x="3423" y="348"/>
                  <a:pt x="2866" y="237"/>
                  <a:pt x="2318" y="100"/>
                </a:cubicBezTo>
                <a:cubicBezTo>
                  <a:pt x="2134" y="55"/>
                  <a:pt x="1943" y="0"/>
                  <a:pt x="1748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9" name="Google Shape;429;p17"/>
          <p:cNvSpPr/>
          <p:nvPr/>
        </p:nvSpPr>
        <p:spPr>
          <a:xfrm rot="10800000">
            <a:off x="-1235999" y="2885131"/>
            <a:ext cx="4345244" cy="3055586"/>
          </a:xfrm>
          <a:custGeom>
            <a:rect b="b" l="l" r="r" t="t"/>
            <a:pathLst>
              <a:path extrusionOk="0" h="19016" w="27042">
                <a:moveTo>
                  <a:pt x="5311" y="0"/>
                </a:moveTo>
                <a:cubicBezTo>
                  <a:pt x="5179" y="0"/>
                  <a:pt x="5075" y="178"/>
                  <a:pt x="5211" y="262"/>
                </a:cubicBezTo>
                <a:cubicBezTo>
                  <a:pt x="5431" y="399"/>
                  <a:pt x="5652" y="530"/>
                  <a:pt x="5876" y="657"/>
                </a:cubicBezTo>
                <a:cubicBezTo>
                  <a:pt x="3749" y="1565"/>
                  <a:pt x="1452" y="2798"/>
                  <a:pt x="713" y="5101"/>
                </a:cubicBezTo>
                <a:cubicBezTo>
                  <a:pt x="0" y="7321"/>
                  <a:pt x="1219" y="10007"/>
                  <a:pt x="3411" y="10856"/>
                </a:cubicBezTo>
                <a:cubicBezTo>
                  <a:pt x="3728" y="10979"/>
                  <a:pt x="4069" y="11058"/>
                  <a:pt x="4406" y="11058"/>
                </a:cubicBezTo>
                <a:cubicBezTo>
                  <a:pt x="4688" y="11058"/>
                  <a:pt x="4968" y="11003"/>
                  <a:pt x="5229" y="10871"/>
                </a:cubicBezTo>
                <a:cubicBezTo>
                  <a:pt x="5743" y="10614"/>
                  <a:pt x="6086" y="10140"/>
                  <a:pt x="6367" y="9654"/>
                </a:cubicBezTo>
                <a:cubicBezTo>
                  <a:pt x="6660" y="9147"/>
                  <a:pt x="6901" y="8604"/>
                  <a:pt x="7258" y="8138"/>
                </a:cubicBezTo>
                <a:cubicBezTo>
                  <a:pt x="7586" y="7709"/>
                  <a:pt x="8056" y="7408"/>
                  <a:pt x="8567" y="7243"/>
                </a:cubicBezTo>
                <a:cubicBezTo>
                  <a:pt x="8835" y="7156"/>
                  <a:pt x="9122" y="7107"/>
                  <a:pt x="9407" y="7107"/>
                </a:cubicBezTo>
                <a:cubicBezTo>
                  <a:pt x="9658" y="7107"/>
                  <a:pt x="9908" y="7145"/>
                  <a:pt x="10143" y="7227"/>
                </a:cubicBezTo>
                <a:cubicBezTo>
                  <a:pt x="10681" y="7416"/>
                  <a:pt x="11050" y="7824"/>
                  <a:pt x="11259" y="8347"/>
                </a:cubicBezTo>
                <a:cubicBezTo>
                  <a:pt x="11495" y="8938"/>
                  <a:pt x="11543" y="9582"/>
                  <a:pt x="11752" y="10181"/>
                </a:cubicBezTo>
                <a:cubicBezTo>
                  <a:pt x="11957" y="10769"/>
                  <a:pt x="12358" y="11405"/>
                  <a:pt x="12983" y="11603"/>
                </a:cubicBezTo>
                <a:cubicBezTo>
                  <a:pt x="13117" y="11646"/>
                  <a:pt x="13250" y="11665"/>
                  <a:pt x="13380" y="11665"/>
                </a:cubicBezTo>
                <a:cubicBezTo>
                  <a:pt x="13765" y="11665"/>
                  <a:pt x="14132" y="11502"/>
                  <a:pt x="14481" y="11319"/>
                </a:cubicBezTo>
                <a:cubicBezTo>
                  <a:pt x="14811" y="11146"/>
                  <a:pt x="15183" y="10926"/>
                  <a:pt x="15563" y="10926"/>
                </a:cubicBezTo>
                <a:cubicBezTo>
                  <a:pt x="15675" y="10926"/>
                  <a:pt x="15789" y="10946"/>
                  <a:pt x="15902" y="10992"/>
                </a:cubicBezTo>
                <a:cubicBezTo>
                  <a:pt x="16505" y="11236"/>
                  <a:pt x="16731" y="12009"/>
                  <a:pt x="16886" y="12576"/>
                </a:cubicBezTo>
                <a:cubicBezTo>
                  <a:pt x="17067" y="13246"/>
                  <a:pt x="17237" y="13920"/>
                  <a:pt x="17447" y="14583"/>
                </a:cubicBezTo>
                <a:cubicBezTo>
                  <a:pt x="17859" y="15878"/>
                  <a:pt x="18454" y="17143"/>
                  <a:pt x="19512" y="18032"/>
                </a:cubicBezTo>
                <a:cubicBezTo>
                  <a:pt x="20225" y="18631"/>
                  <a:pt x="21110" y="19015"/>
                  <a:pt x="22020" y="19015"/>
                </a:cubicBezTo>
                <a:cubicBezTo>
                  <a:pt x="22330" y="19015"/>
                  <a:pt x="22643" y="18971"/>
                  <a:pt x="22954" y="18875"/>
                </a:cubicBezTo>
                <a:cubicBezTo>
                  <a:pt x="24002" y="18552"/>
                  <a:pt x="24786" y="17702"/>
                  <a:pt x="25334" y="16784"/>
                </a:cubicBezTo>
                <a:cubicBezTo>
                  <a:pt x="25931" y="15784"/>
                  <a:pt x="26309" y="14669"/>
                  <a:pt x="26587" y="13543"/>
                </a:cubicBezTo>
                <a:cubicBezTo>
                  <a:pt x="26872" y="12393"/>
                  <a:pt x="27042" y="11178"/>
                  <a:pt x="26859" y="9998"/>
                </a:cubicBezTo>
                <a:cubicBezTo>
                  <a:pt x="26669" y="8763"/>
                  <a:pt x="26045" y="7686"/>
                  <a:pt x="25037" y="6940"/>
                </a:cubicBezTo>
                <a:cubicBezTo>
                  <a:pt x="23865" y="6071"/>
                  <a:pt x="22401" y="5638"/>
                  <a:pt x="21023" y="5219"/>
                </a:cubicBezTo>
                <a:cubicBezTo>
                  <a:pt x="19511" y="4758"/>
                  <a:pt x="17976" y="4376"/>
                  <a:pt x="16442" y="3995"/>
                </a:cubicBezTo>
                <a:cubicBezTo>
                  <a:pt x="13377" y="3236"/>
                  <a:pt x="10276" y="2484"/>
                  <a:pt x="7410" y="1122"/>
                </a:cubicBezTo>
                <a:cubicBezTo>
                  <a:pt x="7124" y="986"/>
                  <a:pt x="6842" y="844"/>
                  <a:pt x="6563" y="695"/>
                </a:cubicBezTo>
                <a:cubicBezTo>
                  <a:pt x="6622" y="671"/>
                  <a:pt x="6682" y="645"/>
                  <a:pt x="6742" y="621"/>
                </a:cubicBezTo>
                <a:cubicBezTo>
                  <a:pt x="6901" y="557"/>
                  <a:pt x="6828" y="333"/>
                  <a:pt x="6684" y="333"/>
                </a:cubicBezTo>
                <a:cubicBezTo>
                  <a:pt x="6666" y="333"/>
                  <a:pt x="6646" y="336"/>
                  <a:pt x="6625" y="345"/>
                </a:cubicBezTo>
                <a:cubicBezTo>
                  <a:pt x="6492" y="400"/>
                  <a:pt x="6358" y="454"/>
                  <a:pt x="6223" y="510"/>
                </a:cubicBezTo>
                <a:cubicBezTo>
                  <a:pt x="5943" y="355"/>
                  <a:pt x="5666" y="194"/>
                  <a:pt x="5394" y="25"/>
                </a:cubicBezTo>
                <a:cubicBezTo>
                  <a:pt x="5366" y="8"/>
                  <a:pt x="5338" y="0"/>
                  <a:pt x="5311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0" name="Google Shape;430;p17"/>
          <p:cNvSpPr txBox="1"/>
          <p:nvPr>
            <p:ph type="title"/>
          </p:nvPr>
        </p:nvSpPr>
        <p:spPr>
          <a:xfrm>
            <a:off x="3225150" y="1000350"/>
            <a:ext cx="26937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431" name="Google Shape;431;p17">
            <a:hlinkClick/>
          </p:cNvPr>
          <p:cNvSpPr txBox="1"/>
          <p:nvPr>
            <p:ph idx="1" type="subTitle"/>
          </p:nvPr>
        </p:nvSpPr>
        <p:spPr>
          <a:xfrm>
            <a:off x="3923100" y="3369800"/>
            <a:ext cx="1297800" cy="59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Gloria Hallelujah"/>
              <a:buNone/>
              <a:defRPr sz="20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9pPr>
          </a:lstStyle>
          <a:p/>
        </p:txBody>
      </p:sp>
      <p:sp>
        <p:nvSpPr>
          <p:cNvPr id="432" name="Google Shape;432;p17"/>
          <p:cNvSpPr txBox="1"/>
          <p:nvPr>
            <p:ph idx="2" type="subTitle"/>
          </p:nvPr>
        </p:nvSpPr>
        <p:spPr>
          <a:xfrm>
            <a:off x="3041400" y="2310025"/>
            <a:ext cx="3061200" cy="59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Raleway SemiBold"/>
              <a:buNone/>
              <a:defRPr sz="16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grpSp>
        <p:nvGrpSpPr>
          <p:cNvPr id="433" name="Google Shape;433;p17"/>
          <p:cNvGrpSpPr/>
          <p:nvPr/>
        </p:nvGrpSpPr>
        <p:grpSpPr>
          <a:xfrm rot="2699963">
            <a:off x="8381489" y="3848384"/>
            <a:ext cx="359745" cy="325872"/>
            <a:chOff x="1640475" y="1197075"/>
            <a:chExt cx="55475" cy="50250"/>
          </a:xfrm>
        </p:grpSpPr>
        <p:sp>
          <p:nvSpPr>
            <p:cNvPr id="434" name="Google Shape;434;p1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1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1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7" name="Google Shape;437;p17"/>
          <p:cNvSpPr/>
          <p:nvPr/>
        </p:nvSpPr>
        <p:spPr>
          <a:xfrm flipH="1" rot="9000131">
            <a:off x="8344172" y="4740550"/>
            <a:ext cx="434381" cy="10175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8" name="Google Shape;438;p17"/>
          <p:cNvSpPr/>
          <p:nvPr/>
        </p:nvSpPr>
        <p:spPr>
          <a:xfrm flipH="1" rot="-9899901">
            <a:off x="3552435" y="201919"/>
            <a:ext cx="545173" cy="12772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9" name="Google Shape;439;p17"/>
          <p:cNvGrpSpPr/>
          <p:nvPr/>
        </p:nvGrpSpPr>
        <p:grpSpPr>
          <a:xfrm rot="900044">
            <a:off x="2322530" y="197808"/>
            <a:ext cx="228603" cy="207086"/>
            <a:chOff x="1640475" y="1197075"/>
            <a:chExt cx="55475" cy="50250"/>
          </a:xfrm>
        </p:grpSpPr>
        <p:sp>
          <p:nvSpPr>
            <p:cNvPr id="440" name="Google Shape;440;p1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1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1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3" name="Google Shape;443;p17"/>
          <p:cNvSpPr/>
          <p:nvPr/>
        </p:nvSpPr>
        <p:spPr>
          <a:xfrm rot="1133433">
            <a:off x="5319131" y="4688796"/>
            <a:ext cx="970030" cy="22723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4" name="Google Shape;444;p17"/>
          <p:cNvGrpSpPr/>
          <p:nvPr/>
        </p:nvGrpSpPr>
        <p:grpSpPr>
          <a:xfrm rot="-425803">
            <a:off x="271352" y="4437569"/>
            <a:ext cx="296718" cy="268774"/>
            <a:chOff x="1640475" y="1197075"/>
            <a:chExt cx="55475" cy="50250"/>
          </a:xfrm>
        </p:grpSpPr>
        <p:sp>
          <p:nvSpPr>
            <p:cNvPr id="445" name="Google Shape;445;p1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1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1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8" name="Google Shape;448;p17"/>
          <p:cNvSpPr/>
          <p:nvPr/>
        </p:nvSpPr>
        <p:spPr>
          <a:xfrm rot="-2700202">
            <a:off x="-480512" y="2884702"/>
            <a:ext cx="1057332" cy="823806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9" name="Google Shape;449;p17"/>
          <p:cNvGrpSpPr/>
          <p:nvPr/>
        </p:nvGrpSpPr>
        <p:grpSpPr>
          <a:xfrm rot="8627988">
            <a:off x="7778674" y="237617"/>
            <a:ext cx="243106" cy="220218"/>
            <a:chOff x="1640475" y="1197075"/>
            <a:chExt cx="55475" cy="50250"/>
          </a:xfrm>
        </p:grpSpPr>
        <p:sp>
          <p:nvSpPr>
            <p:cNvPr id="450" name="Google Shape;450;p1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1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1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3" name="Google Shape;453;p17"/>
          <p:cNvSpPr/>
          <p:nvPr/>
        </p:nvSpPr>
        <p:spPr>
          <a:xfrm>
            <a:off x="0" y="292884"/>
            <a:ext cx="559644" cy="827407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2">
  <p:cSld name="SECTION_HEADER_1_1">
    <p:spTree>
      <p:nvGrpSpPr>
        <p:cNvPr id="454" name="Shape 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" name="Google Shape;455;p18"/>
          <p:cNvSpPr txBox="1"/>
          <p:nvPr>
            <p:ph type="title"/>
          </p:nvPr>
        </p:nvSpPr>
        <p:spPr>
          <a:xfrm>
            <a:off x="4461813" y="1249392"/>
            <a:ext cx="2402400" cy="50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456" name="Google Shape;456;p18">
            <a:hlinkClick/>
          </p:cNvPr>
          <p:cNvSpPr txBox="1"/>
          <p:nvPr>
            <p:ph idx="1" type="subTitle"/>
          </p:nvPr>
        </p:nvSpPr>
        <p:spPr>
          <a:xfrm>
            <a:off x="3923100" y="3401625"/>
            <a:ext cx="1297800" cy="59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Gloria Hallelujah"/>
              <a:buNone/>
              <a:defRPr sz="20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9pPr>
          </a:lstStyle>
          <a:p/>
        </p:txBody>
      </p:sp>
      <p:sp>
        <p:nvSpPr>
          <p:cNvPr id="457" name="Google Shape;457;p18"/>
          <p:cNvSpPr txBox="1"/>
          <p:nvPr>
            <p:ph idx="2" type="subTitle"/>
          </p:nvPr>
        </p:nvSpPr>
        <p:spPr>
          <a:xfrm>
            <a:off x="4287150" y="2065492"/>
            <a:ext cx="2804400" cy="59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Raleway SemiBold"/>
              <a:buNone/>
              <a:defRPr sz="16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58" name="Google Shape;458;p18"/>
          <p:cNvSpPr txBox="1"/>
          <p:nvPr>
            <p:ph hasCustomPrompt="1" idx="3" type="title"/>
          </p:nvPr>
        </p:nvSpPr>
        <p:spPr>
          <a:xfrm>
            <a:off x="1635675" y="1249400"/>
            <a:ext cx="1926600" cy="132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9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59" name="Google Shape;459;p18"/>
          <p:cNvSpPr/>
          <p:nvPr/>
        </p:nvSpPr>
        <p:spPr>
          <a:xfrm>
            <a:off x="7070064" y="-128785"/>
            <a:ext cx="2145942" cy="1053151"/>
          </a:xfrm>
          <a:custGeom>
            <a:rect b="b" l="l" r="r" t="t"/>
            <a:pathLst>
              <a:path extrusionOk="0" h="6456" w="13155">
                <a:moveTo>
                  <a:pt x="11275" y="1"/>
                </a:moveTo>
                <a:lnTo>
                  <a:pt x="11275" y="4"/>
                </a:lnTo>
                <a:lnTo>
                  <a:pt x="209" y="2"/>
                </a:lnTo>
                <a:cubicBezTo>
                  <a:pt x="185" y="57"/>
                  <a:pt x="164" y="111"/>
                  <a:pt x="145" y="167"/>
                </a:cubicBezTo>
                <a:cubicBezTo>
                  <a:pt x="138" y="184"/>
                  <a:pt x="132" y="203"/>
                  <a:pt x="127" y="221"/>
                </a:cubicBezTo>
                <a:cubicBezTo>
                  <a:pt x="59" y="429"/>
                  <a:pt x="18" y="643"/>
                  <a:pt x="6" y="860"/>
                </a:cubicBezTo>
                <a:cubicBezTo>
                  <a:pt x="0" y="984"/>
                  <a:pt x="3" y="1110"/>
                  <a:pt x="14" y="1233"/>
                </a:cubicBezTo>
                <a:cubicBezTo>
                  <a:pt x="16" y="1251"/>
                  <a:pt x="18" y="1270"/>
                  <a:pt x="20" y="1288"/>
                </a:cubicBezTo>
                <a:cubicBezTo>
                  <a:pt x="60" y="1638"/>
                  <a:pt x="172" y="1982"/>
                  <a:pt x="341" y="2300"/>
                </a:cubicBezTo>
                <a:cubicBezTo>
                  <a:pt x="351" y="2319"/>
                  <a:pt x="361" y="2337"/>
                  <a:pt x="371" y="2355"/>
                </a:cubicBezTo>
                <a:cubicBezTo>
                  <a:pt x="531" y="2642"/>
                  <a:pt x="740" y="2905"/>
                  <a:pt x="987" y="3134"/>
                </a:cubicBezTo>
                <a:cubicBezTo>
                  <a:pt x="1075" y="3217"/>
                  <a:pt x="1169" y="3295"/>
                  <a:pt x="1269" y="3368"/>
                </a:cubicBezTo>
                <a:cubicBezTo>
                  <a:pt x="1295" y="3387"/>
                  <a:pt x="1320" y="3405"/>
                  <a:pt x="1345" y="3422"/>
                </a:cubicBezTo>
                <a:cubicBezTo>
                  <a:pt x="1608" y="3604"/>
                  <a:pt x="1902" y="3745"/>
                  <a:pt x="2218" y="3827"/>
                </a:cubicBezTo>
                <a:cubicBezTo>
                  <a:pt x="2441" y="3883"/>
                  <a:pt x="2668" y="3908"/>
                  <a:pt x="2896" y="3908"/>
                </a:cubicBezTo>
                <a:cubicBezTo>
                  <a:pt x="3496" y="3908"/>
                  <a:pt x="4103" y="3734"/>
                  <a:pt x="4654" y="3501"/>
                </a:cubicBezTo>
                <a:cubicBezTo>
                  <a:pt x="4713" y="3476"/>
                  <a:pt x="4773" y="3450"/>
                  <a:pt x="4833" y="3424"/>
                </a:cubicBezTo>
                <a:cubicBezTo>
                  <a:pt x="4873" y="3406"/>
                  <a:pt x="4915" y="3387"/>
                  <a:pt x="4955" y="3369"/>
                </a:cubicBezTo>
                <a:cubicBezTo>
                  <a:pt x="5539" y="3105"/>
                  <a:pt x="6130" y="2820"/>
                  <a:pt x="6764" y="2820"/>
                </a:cubicBezTo>
                <a:cubicBezTo>
                  <a:pt x="6811" y="2820"/>
                  <a:pt x="6859" y="2822"/>
                  <a:pt x="6907" y="2825"/>
                </a:cubicBezTo>
                <a:cubicBezTo>
                  <a:pt x="7405" y="2860"/>
                  <a:pt x="7836" y="3071"/>
                  <a:pt x="8213" y="3369"/>
                </a:cubicBezTo>
                <a:cubicBezTo>
                  <a:pt x="8237" y="3387"/>
                  <a:pt x="8259" y="3405"/>
                  <a:pt x="8281" y="3424"/>
                </a:cubicBezTo>
                <a:cubicBezTo>
                  <a:pt x="8634" y="3715"/>
                  <a:pt x="8939" y="4078"/>
                  <a:pt x="9207" y="4436"/>
                </a:cubicBezTo>
                <a:cubicBezTo>
                  <a:pt x="9219" y="4454"/>
                  <a:pt x="9233" y="4472"/>
                  <a:pt x="9246" y="4490"/>
                </a:cubicBezTo>
                <a:cubicBezTo>
                  <a:pt x="9246" y="4490"/>
                  <a:pt x="9247" y="4490"/>
                  <a:pt x="9247" y="4491"/>
                </a:cubicBezTo>
                <a:cubicBezTo>
                  <a:pt x="9498" y="4831"/>
                  <a:pt x="9757" y="5189"/>
                  <a:pt x="10053" y="5504"/>
                </a:cubicBezTo>
                <a:cubicBezTo>
                  <a:pt x="10070" y="5523"/>
                  <a:pt x="10087" y="5541"/>
                  <a:pt x="10104" y="5559"/>
                </a:cubicBezTo>
                <a:cubicBezTo>
                  <a:pt x="10436" y="5901"/>
                  <a:pt x="10812" y="6189"/>
                  <a:pt x="11272" y="6342"/>
                </a:cubicBezTo>
                <a:cubicBezTo>
                  <a:pt x="11292" y="6348"/>
                  <a:pt x="11311" y="6355"/>
                  <a:pt x="11333" y="6361"/>
                </a:cubicBezTo>
                <a:cubicBezTo>
                  <a:pt x="11361" y="6370"/>
                  <a:pt x="11391" y="6378"/>
                  <a:pt x="11420" y="6386"/>
                </a:cubicBezTo>
                <a:cubicBezTo>
                  <a:pt x="11605" y="6434"/>
                  <a:pt x="11791" y="6456"/>
                  <a:pt x="11976" y="6456"/>
                </a:cubicBezTo>
                <a:cubicBezTo>
                  <a:pt x="12384" y="6456"/>
                  <a:pt x="12786" y="6349"/>
                  <a:pt x="13154" y="6177"/>
                </a:cubicBezTo>
                <a:lnTo>
                  <a:pt x="13154" y="5505"/>
                </a:lnTo>
                <a:lnTo>
                  <a:pt x="13154" y="4492"/>
                </a:lnTo>
                <a:lnTo>
                  <a:pt x="13154" y="3371"/>
                </a:lnTo>
                <a:lnTo>
                  <a:pt x="13155" y="2358"/>
                </a:lnTo>
                <a:lnTo>
                  <a:pt x="13155" y="1236"/>
                </a:lnTo>
                <a:lnTo>
                  <a:pt x="13155" y="221"/>
                </a:lnTo>
                <a:lnTo>
                  <a:pt x="13155" y="5"/>
                </a:lnTo>
                <a:lnTo>
                  <a:pt x="11334" y="4"/>
                </a:lnTo>
                <a:lnTo>
                  <a:pt x="11334" y="1"/>
                </a:lnTo>
                <a:close/>
              </a:path>
            </a:pathLst>
          </a:custGeom>
          <a:solidFill>
            <a:schemeClr val="dk2">
              <a:alpha val="4018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0" name="Google Shape;460;p18"/>
          <p:cNvSpPr/>
          <p:nvPr/>
        </p:nvSpPr>
        <p:spPr>
          <a:xfrm>
            <a:off x="7237760" y="3032148"/>
            <a:ext cx="2387697" cy="2484758"/>
          </a:xfrm>
          <a:custGeom>
            <a:rect b="b" l="l" r="r" t="t"/>
            <a:pathLst>
              <a:path extrusionOk="0" h="15232" w="14637">
                <a:moveTo>
                  <a:pt x="11445" y="0"/>
                </a:moveTo>
                <a:cubicBezTo>
                  <a:pt x="11308" y="0"/>
                  <a:pt x="11172" y="12"/>
                  <a:pt x="11039" y="38"/>
                </a:cubicBezTo>
                <a:cubicBezTo>
                  <a:pt x="10644" y="116"/>
                  <a:pt x="10316" y="327"/>
                  <a:pt x="10145" y="596"/>
                </a:cubicBezTo>
                <a:cubicBezTo>
                  <a:pt x="9794" y="1152"/>
                  <a:pt x="10018" y="1791"/>
                  <a:pt x="9781" y="2367"/>
                </a:cubicBezTo>
                <a:cubicBezTo>
                  <a:pt x="9296" y="3551"/>
                  <a:pt x="6867" y="3019"/>
                  <a:pt x="6220" y="4123"/>
                </a:cubicBezTo>
                <a:cubicBezTo>
                  <a:pt x="6016" y="4474"/>
                  <a:pt x="6063" y="4867"/>
                  <a:pt x="6119" y="5237"/>
                </a:cubicBezTo>
                <a:cubicBezTo>
                  <a:pt x="6188" y="5684"/>
                  <a:pt x="6293" y="6128"/>
                  <a:pt x="6331" y="6578"/>
                </a:cubicBezTo>
                <a:cubicBezTo>
                  <a:pt x="6392" y="7292"/>
                  <a:pt x="6256" y="8099"/>
                  <a:pt x="5518" y="8624"/>
                </a:cubicBezTo>
                <a:cubicBezTo>
                  <a:pt x="4829" y="9115"/>
                  <a:pt x="3797" y="9174"/>
                  <a:pt x="2910" y="9343"/>
                </a:cubicBezTo>
                <a:cubicBezTo>
                  <a:pt x="2462" y="9427"/>
                  <a:pt x="2020" y="9543"/>
                  <a:pt x="1637" y="9735"/>
                </a:cubicBezTo>
                <a:cubicBezTo>
                  <a:pt x="1309" y="9901"/>
                  <a:pt x="1030" y="10112"/>
                  <a:pt x="810" y="10355"/>
                </a:cubicBezTo>
                <a:cubicBezTo>
                  <a:pt x="347" y="10864"/>
                  <a:pt x="157" y="11482"/>
                  <a:pt x="81" y="12082"/>
                </a:cubicBezTo>
                <a:cubicBezTo>
                  <a:pt x="1" y="12715"/>
                  <a:pt x="23" y="13379"/>
                  <a:pt x="158" y="14007"/>
                </a:cubicBezTo>
                <a:cubicBezTo>
                  <a:pt x="228" y="14329"/>
                  <a:pt x="371" y="14667"/>
                  <a:pt x="709" y="14896"/>
                </a:cubicBezTo>
                <a:cubicBezTo>
                  <a:pt x="1077" y="15146"/>
                  <a:pt x="1583" y="15204"/>
                  <a:pt x="2068" y="15214"/>
                </a:cubicBezTo>
                <a:cubicBezTo>
                  <a:pt x="2549" y="15226"/>
                  <a:pt x="3032" y="15229"/>
                  <a:pt x="3515" y="15229"/>
                </a:cubicBezTo>
                <a:cubicBezTo>
                  <a:pt x="4226" y="15229"/>
                  <a:pt x="4937" y="15222"/>
                  <a:pt x="5646" y="15222"/>
                </a:cubicBezTo>
                <a:cubicBezTo>
                  <a:pt x="5675" y="15222"/>
                  <a:pt x="5704" y="15222"/>
                  <a:pt x="5733" y="15222"/>
                </a:cubicBezTo>
                <a:lnTo>
                  <a:pt x="9469" y="15227"/>
                </a:lnTo>
                <a:cubicBezTo>
                  <a:pt x="10086" y="15228"/>
                  <a:pt x="10704" y="15228"/>
                  <a:pt x="11322" y="15229"/>
                </a:cubicBezTo>
                <a:cubicBezTo>
                  <a:pt x="11640" y="15230"/>
                  <a:pt x="11959" y="15231"/>
                  <a:pt x="12278" y="15231"/>
                </a:cubicBezTo>
                <a:cubicBezTo>
                  <a:pt x="12529" y="15231"/>
                  <a:pt x="12784" y="15225"/>
                  <a:pt x="13014" y="15145"/>
                </a:cubicBezTo>
                <a:cubicBezTo>
                  <a:pt x="13410" y="15008"/>
                  <a:pt x="13574" y="14685"/>
                  <a:pt x="13640" y="14388"/>
                </a:cubicBezTo>
                <a:cubicBezTo>
                  <a:pt x="13728" y="13988"/>
                  <a:pt x="13742" y="13577"/>
                  <a:pt x="13785" y="13173"/>
                </a:cubicBezTo>
                <a:cubicBezTo>
                  <a:pt x="13882" y="12264"/>
                  <a:pt x="13977" y="11357"/>
                  <a:pt x="14072" y="10449"/>
                </a:cubicBezTo>
                <a:cubicBezTo>
                  <a:pt x="14166" y="9541"/>
                  <a:pt x="14259" y="8633"/>
                  <a:pt x="14352" y="7724"/>
                </a:cubicBezTo>
                <a:cubicBezTo>
                  <a:pt x="14437" y="6875"/>
                  <a:pt x="14530" y="6026"/>
                  <a:pt x="14567" y="5174"/>
                </a:cubicBezTo>
                <a:cubicBezTo>
                  <a:pt x="14637" y="3541"/>
                  <a:pt x="14491" y="1869"/>
                  <a:pt x="13640" y="340"/>
                </a:cubicBezTo>
                <a:cubicBezTo>
                  <a:pt x="13611" y="289"/>
                  <a:pt x="13548" y="267"/>
                  <a:pt x="13488" y="267"/>
                </a:cubicBezTo>
                <a:cubicBezTo>
                  <a:pt x="13394" y="267"/>
                  <a:pt x="13305" y="319"/>
                  <a:pt x="13349" y="398"/>
                </a:cubicBezTo>
                <a:cubicBezTo>
                  <a:pt x="13385" y="461"/>
                  <a:pt x="13419" y="526"/>
                  <a:pt x="13452" y="589"/>
                </a:cubicBezTo>
                <a:cubicBezTo>
                  <a:pt x="13105" y="411"/>
                  <a:pt x="12738" y="253"/>
                  <a:pt x="12342" y="140"/>
                </a:cubicBezTo>
                <a:cubicBezTo>
                  <a:pt x="12060" y="59"/>
                  <a:pt x="11751" y="0"/>
                  <a:pt x="11445" y="0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1" name="Google Shape;461;p18"/>
          <p:cNvSpPr/>
          <p:nvPr/>
        </p:nvSpPr>
        <p:spPr>
          <a:xfrm flipH="1" rot="10800000">
            <a:off x="-476125" y="3695300"/>
            <a:ext cx="4706555" cy="1587067"/>
          </a:xfrm>
          <a:custGeom>
            <a:rect b="b" l="l" r="r" t="t"/>
            <a:pathLst>
              <a:path extrusionOk="0" h="9729" w="28852">
                <a:moveTo>
                  <a:pt x="27909" y="1"/>
                </a:moveTo>
                <a:cubicBezTo>
                  <a:pt x="27641" y="1"/>
                  <a:pt x="27359" y="65"/>
                  <a:pt x="27138" y="117"/>
                </a:cubicBezTo>
                <a:cubicBezTo>
                  <a:pt x="26393" y="292"/>
                  <a:pt x="25642" y="438"/>
                  <a:pt x="24886" y="556"/>
                </a:cubicBezTo>
                <a:cubicBezTo>
                  <a:pt x="23384" y="791"/>
                  <a:pt x="21867" y="918"/>
                  <a:pt x="20347" y="969"/>
                </a:cubicBezTo>
                <a:cubicBezTo>
                  <a:pt x="19779" y="988"/>
                  <a:pt x="19211" y="997"/>
                  <a:pt x="18643" y="997"/>
                </a:cubicBezTo>
                <a:cubicBezTo>
                  <a:pt x="16156" y="997"/>
                  <a:pt x="13669" y="829"/>
                  <a:pt x="11190" y="628"/>
                </a:cubicBezTo>
                <a:cubicBezTo>
                  <a:pt x="9660" y="504"/>
                  <a:pt x="8132" y="368"/>
                  <a:pt x="6601" y="249"/>
                </a:cubicBezTo>
                <a:cubicBezTo>
                  <a:pt x="5839" y="189"/>
                  <a:pt x="5076" y="132"/>
                  <a:pt x="4312" y="87"/>
                </a:cubicBezTo>
                <a:cubicBezTo>
                  <a:pt x="4099" y="75"/>
                  <a:pt x="3881" y="64"/>
                  <a:pt x="3664" y="64"/>
                </a:cubicBezTo>
                <a:cubicBezTo>
                  <a:pt x="3221" y="64"/>
                  <a:pt x="2777" y="107"/>
                  <a:pt x="2362" y="261"/>
                </a:cubicBezTo>
                <a:cubicBezTo>
                  <a:pt x="1198" y="695"/>
                  <a:pt x="625" y="1959"/>
                  <a:pt x="327" y="3085"/>
                </a:cubicBezTo>
                <a:cubicBezTo>
                  <a:pt x="51" y="4125"/>
                  <a:pt x="0" y="5240"/>
                  <a:pt x="241" y="6293"/>
                </a:cubicBezTo>
                <a:cubicBezTo>
                  <a:pt x="475" y="7320"/>
                  <a:pt x="1013" y="8271"/>
                  <a:pt x="1861" y="8911"/>
                </a:cubicBezTo>
                <a:cubicBezTo>
                  <a:pt x="2297" y="9241"/>
                  <a:pt x="2827" y="9490"/>
                  <a:pt x="3378" y="9490"/>
                </a:cubicBezTo>
                <a:cubicBezTo>
                  <a:pt x="3472" y="9490"/>
                  <a:pt x="3567" y="9482"/>
                  <a:pt x="3662" y="9467"/>
                </a:cubicBezTo>
                <a:cubicBezTo>
                  <a:pt x="4312" y="9361"/>
                  <a:pt x="4799" y="8877"/>
                  <a:pt x="5302" y="8495"/>
                </a:cubicBezTo>
                <a:cubicBezTo>
                  <a:pt x="5837" y="8088"/>
                  <a:pt x="6442" y="7738"/>
                  <a:pt x="7106" y="7594"/>
                </a:cubicBezTo>
                <a:cubicBezTo>
                  <a:pt x="7279" y="7557"/>
                  <a:pt x="7450" y="7538"/>
                  <a:pt x="7618" y="7538"/>
                </a:cubicBezTo>
                <a:cubicBezTo>
                  <a:pt x="8095" y="7538"/>
                  <a:pt x="8551" y="7686"/>
                  <a:pt x="8965" y="7966"/>
                </a:cubicBezTo>
                <a:cubicBezTo>
                  <a:pt x="9884" y="8588"/>
                  <a:pt x="10692" y="9729"/>
                  <a:pt x="11891" y="9729"/>
                </a:cubicBezTo>
                <a:cubicBezTo>
                  <a:pt x="11980" y="9729"/>
                  <a:pt x="12071" y="9723"/>
                  <a:pt x="12164" y="9709"/>
                </a:cubicBezTo>
                <a:cubicBezTo>
                  <a:pt x="13260" y="9554"/>
                  <a:pt x="13511" y="8401"/>
                  <a:pt x="13804" y="7521"/>
                </a:cubicBezTo>
                <a:cubicBezTo>
                  <a:pt x="13945" y="7099"/>
                  <a:pt x="14127" y="6643"/>
                  <a:pt x="14504" y="6377"/>
                </a:cubicBezTo>
                <a:cubicBezTo>
                  <a:pt x="14738" y="6212"/>
                  <a:pt x="15003" y="6142"/>
                  <a:pt x="15276" y="6142"/>
                </a:cubicBezTo>
                <a:cubicBezTo>
                  <a:pt x="15402" y="6142"/>
                  <a:pt x="15530" y="6157"/>
                  <a:pt x="15656" y="6184"/>
                </a:cubicBezTo>
                <a:cubicBezTo>
                  <a:pt x="16572" y="6381"/>
                  <a:pt x="17354" y="6961"/>
                  <a:pt x="18244" y="7232"/>
                </a:cubicBezTo>
                <a:cubicBezTo>
                  <a:pt x="18502" y="7311"/>
                  <a:pt x="18774" y="7363"/>
                  <a:pt x="19044" y="7363"/>
                </a:cubicBezTo>
                <a:cubicBezTo>
                  <a:pt x="19207" y="7363"/>
                  <a:pt x="19369" y="7344"/>
                  <a:pt x="19529" y="7301"/>
                </a:cubicBezTo>
                <a:cubicBezTo>
                  <a:pt x="19978" y="7178"/>
                  <a:pt x="20331" y="6877"/>
                  <a:pt x="20595" y="6501"/>
                </a:cubicBezTo>
                <a:cubicBezTo>
                  <a:pt x="21130" y="5738"/>
                  <a:pt x="21292" y="4712"/>
                  <a:pt x="21999" y="4070"/>
                </a:cubicBezTo>
                <a:cubicBezTo>
                  <a:pt x="22362" y="3741"/>
                  <a:pt x="22807" y="3634"/>
                  <a:pt x="23269" y="3634"/>
                </a:cubicBezTo>
                <a:cubicBezTo>
                  <a:pt x="23739" y="3634"/>
                  <a:pt x="24227" y="3745"/>
                  <a:pt x="24664" y="3849"/>
                </a:cubicBezTo>
                <a:cubicBezTo>
                  <a:pt x="25227" y="3981"/>
                  <a:pt x="25851" y="4166"/>
                  <a:pt x="26455" y="4166"/>
                </a:cubicBezTo>
                <a:cubicBezTo>
                  <a:pt x="26763" y="4166"/>
                  <a:pt x="27066" y="4118"/>
                  <a:pt x="27353" y="3990"/>
                </a:cubicBezTo>
                <a:cubicBezTo>
                  <a:pt x="28400" y="3523"/>
                  <a:pt x="28496" y="2313"/>
                  <a:pt x="28400" y="1304"/>
                </a:cubicBezTo>
                <a:cubicBezTo>
                  <a:pt x="28773" y="1190"/>
                  <a:pt x="28851" y="712"/>
                  <a:pt x="28673" y="381"/>
                </a:cubicBezTo>
                <a:cubicBezTo>
                  <a:pt x="28515" y="88"/>
                  <a:pt x="28221" y="1"/>
                  <a:pt x="27909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2" name="Google Shape;462;p18"/>
          <p:cNvSpPr/>
          <p:nvPr/>
        </p:nvSpPr>
        <p:spPr>
          <a:xfrm flipH="1" rot="10800000">
            <a:off x="-128825" y="-135269"/>
            <a:ext cx="3566130" cy="1460872"/>
          </a:xfrm>
          <a:custGeom>
            <a:rect b="b" l="l" r="r" t="t"/>
            <a:pathLst>
              <a:path extrusionOk="0" h="7088" w="21861">
                <a:moveTo>
                  <a:pt x="1470" y="1"/>
                </a:moveTo>
                <a:cubicBezTo>
                  <a:pt x="969" y="1"/>
                  <a:pt x="465" y="73"/>
                  <a:pt x="0" y="211"/>
                </a:cubicBezTo>
                <a:lnTo>
                  <a:pt x="0" y="7087"/>
                </a:lnTo>
                <a:lnTo>
                  <a:pt x="21860" y="7087"/>
                </a:lnTo>
                <a:cubicBezTo>
                  <a:pt x="21784" y="6987"/>
                  <a:pt x="21696" y="6892"/>
                  <a:pt x="21596" y="6806"/>
                </a:cubicBezTo>
                <a:cubicBezTo>
                  <a:pt x="21135" y="6406"/>
                  <a:pt x="20429" y="6167"/>
                  <a:pt x="19720" y="6167"/>
                </a:cubicBezTo>
                <a:cubicBezTo>
                  <a:pt x="19688" y="6167"/>
                  <a:pt x="19657" y="6168"/>
                  <a:pt x="19626" y="6169"/>
                </a:cubicBezTo>
                <a:cubicBezTo>
                  <a:pt x="19086" y="6184"/>
                  <a:pt x="18553" y="6331"/>
                  <a:pt x="18022" y="6331"/>
                </a:cubicBezTo>
                <a:cubicBezTo>
                  <a:pt x="17915" y="6331"/>
                  <a:pt x="17808" y="6325"/>
                  <a:pt x="17701" y="6311"/>
                </a:cubicBezTo>
                <a:cubicBezTo>
                  <a:pt x="17575" y="6294"/>
                  <a:pt x="17455" y="6267"/>
                  <a:pt x="17341" y="6232"/>
                </a:cubicBezTo>
                <a:cubicBezTo>
                  <a:pt x="17316" y="6223"/>
                  <a:pt x="17292" y="6216"/>
                  <a:pt x="17268" y="6207"/>
                </a:cubicBezTo>
                <a:cubicBezTo>
                  <a:pt x="16400" y="5904"/>
                  <a:pt x="15883" y="5118"/>
                  <a:pt x="15068" y="4680"/>
                </a:cubicBezTo>
                <a:cubicBezTo>
                  <a:pt x="14496" y="4373"/>
                  <a:pt x="13820" y="4258"/>
                  <a:pt x="13115" y="4258"/>
                </a:cubicBezTo>
                <a:cubicBezTo>
                  <a:pt x="12312" y="4258"/>
                  <a:pt x="11471" y="4408"/>
                  <a:pt x="10706" y="4596"/>
                </a:cubicBezTo>
                <a:cubicBezTo>
                  <a:pt x="10023" y="4765"/>
                  <a:pt x="9316" y="4959"/>
                  <a:pt x="8608" y="4959"/>
                </a:cubicBezTo>
                <a:cubicBezTo>
                  <a:pt x="8441" y="4959"/>
                  <a:pt x="8274" y="4948"/>
                  <a:pt x="8107" y="4924"/>
                </a:cubicBezTo>
                <a:cubicBezTo>
                  <a:pt x="6811" y="4733"/>
                  <a:pt x="5999" y="3788"/>
                  <a:pt x="5474" y="2893"/>
                </a:cubicBezTo>
                <a:cubicBezTo>
                  <a:pt x="4948" y="1997"/>
                  <a:pt x="4493" y="1003"/>
                  <a:pt x="3416" y="436"/>
                </a:cubicBezTo>
                <a:cubicBezTo>
                  <a:pt x="2851" y="140"/>
                  <a:pt x="2164" y="1"/>
                  <a:pt x="1470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3" name="Google Shape;463;p18"/>
          <p:cNvSpPr/>
          <p:nvPr/>
        </p:nvSpPr>
        <p:spPr>
          <a:xfrm rot="10800000">
            <a:off x="7573482" y="3136804"/>
            <a:ext cx="12575" cy="4050"/>
          </a:xfrm>
          <a:custGeom>
            <a:rect b="b" l="l" r="r" t="t"/>
            <a:pathLst>
              <a:path extrusionOk="0" h="162" w="503">
                <a:moveTo>
                  <a:pt x="61" y="0"/>
                </a:moveTo>
                <a:cubicBezTo>
                  <a:pt x="37" y="0"/>
                  <a:pt x="16" y="17"/>
                  <a:pt x="9" y="40"/>
                </a:cubicBezTo>
                <a:cubicBezTo>
                  <a:pt x="1" y="70"/>
                  <a:pt x="18" y="101"/>
                  <a:pt x="47" y="110"/>
                </a:cubicBezTo>
                <a:cubicBezTo>
                  <a:pt x="170" y="145"/>
                  <a:pt x="298" y="162"/>
                  <a:pt x="429" y="162"/>
                </a:cubicBezTo>
                <a:lnTo>
                  <a:pt x="447" y="162"/>
                </a:lnTo>
                <a:cubicBezTo>
                  <a:pt x="478" y="162"/>
                  <a:pt x="503" y="136"/>
                  <a:pt x="502" y="105"/>
                </a:cubicBezTo>
                <a:cubicBezTo>
                  <a:pt x="502" y="78"/>
                  <a:pt x="483" y="50"/>
                  <a:pt x="454" y="50"/>
                </a:cubicBezTo>
                <a:cubicBezTo>
                  <a:pt x="451" y="50"/>
                  <a:pt x="449" y="50"/>
                  <a:pt x="446" y="51"/>
                </a:cubicBezTo>
                <a:cubicBezTo>
                  <a:pt x="442" y="51"/>
                  <a:pt x="438" y="51"/>
                  <a:pt x="435" y="51"/>
                </a:cubicBezTo>
                <a:cubicBezTo>
                  <a:pt x="312" y="51"/>
                  <a:pt x="192" y="35"/>
                  <a:pt x="78" y="3"/>
                </a:cubicBezTo>
                <a:cubicBezTo>
                  <a:pt x="72" y="1"/>
                  <a:pt x="67" y="0"/>
                  <a:pt x="6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4" name="Google Shape;464;p18"/>
          <p:cNvSpPr/>
          <p:nvPr/>
        </p:nvSpPr>
        <p:spPr>
          <a:xfrm rot="10800000">
            <a:off x="7341532" y="3544979"/>
            <a:ext cx="10925" cy="8600"/>
          </a:xfrm>
          <a:custGeom>
            <a:rect b="b" l="l" r="r" t="t"/>
            <a:pathLst>
              <a:path extrusionOk="0" h="344" w="437">
                <a:moveTo>
                  <a:pt x="63" y="0"/>
                </a:moveTo>
                <a:cubicBezTo>
                  <a:pt x="45" y="0"/>
                  <a:pt x="28" y="9"/>
                  <a:pt x="17" y="25"/>
                </a:cubicBezTo>
                <a:cubicBezTo>
                  <a:pt x="0" y="49"/>
                  <a:pt x="6" y="85"/>
                  <a:pt x="32" y="102"/>
                </a:cubicBezTo>
                <a:cubicBezTo>
                  <a:pt x="137" y="173"/>
                  <a:pt x="240" y="250"/>
                  <a:pt x="340" y="332"/>
                </a:cubicBezTo>
                <a:cubicBezTo>
                  <a:pt x="350" y="340"/>
                  <a:pt x="362" y="343"/>
                  <a:pt x="375" y="343"/>
                </a:cubicBezTo>
                <a:cubicBezTo>
                  <a:pt x="391" y="343"/>
                  <a:pt x="407" y="337"/>
                  <a:pt x="418" y="323"/>
                </a:cubicBezTo>
                <a:cubicBezTo>
                  <a:pt x="437" y="299"/>
                  <a:pt x="434" y="264"/>
                  <a:pt x="410" y="245"/>
                </a:cubicBezTo>
                <a:cubicBezTo>
                  <a:pt x="308" y="162"/>
                  <a:pt x="202" y="83"/>
                  <a:pt x="94" y="10"/>
                </a:cubicBezTo>
                <a:cubicBezTo>
                  <a:pt x="84" y="4"/>
                  <a:pt x="74" y="0"/>
                  <a:pt x="6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5" name="Google Shape;465;p18"/>
          <p:cNvSpPr/>
          <p:nvPr/>
        </p:nvSpPr>
        <p:spPr>
          <a:xfrm rot="10800000">
            <a:off x="7022857" y="2140429"/>
            <a:ext cx="738550" cy="540325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6" name="Google Shape;466;p18"/>
          <p:cNvSpPr/>
          <p:nvPr/>
        </p:nvSpPr>
        <p:spPr>
          <a:xfrm rot="9893225">
            <a:off x="5566886" y="326831"/>
            <a:ext cx="605796" cy="14193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7" name="Google Shape;467;p18"/>
          <p:cNvGrpSpPr/>
          <p:nvPr/>
        </p:nvGrpSpPr>
        <p:grpSpPr>
          <a:xfrm rot="5400000">
            <a:off x="895797" y="4078555"/>
            <a:ext cx="221772" cy="200884"/>
            <a:chOff x="1640475" y="1197075"/>
            <a:chExt cx="55475" cy="50250"/>
          </a:xfrm>
        </p:grpSpPr>
        <p:sp>
          <p:nvSpPr>
            <p:cNvPr id="468" name="Google Shape;468;p1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1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1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1" name="Google Shape;471;p18"/>
          <p:cNvSpPr/>
          <p:nvPr/>
        </p:nvSpPr>
        <p:spPr>
          <a:xfrm rot="-834203">
            <a:off x="8546511" y="363435"/>
            <a:ext cx="993864" cy="1557213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2" name="Google Shape;472;p18"/>
          <p:cNvGrpSpPr/>
          <p:nvPr/>
        </p:nvGrpSpPr>
        <p:grpSpPr>
          <a:xfrm rot="4654902">
            <a:off x="837054" y="307905"/>
            <a:ext cx="433642" cy="392824"/>
            <a:chOff x="1640475" y="1197075"/>
            <a:chExt cx="55475" cy="50250"/>
          </a:xfrm>
        </p:grpSpPr>
        <p:sp>
          <p:nvSpPr>
            <p:cNvPr id="473" name="Google Shape;473;p1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1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1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6" name="Google Shape;476;p18"/>
          <p:cNvSpPr/>
          <p:nvPr/>
        </p:nvSpPr>
        <p:spPr>
          <a:xfrm rot="9299609">
            <a:off x="8459354" y="3703232"/>
            <a:ext cx="580163" cy="13591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7" name="Google Shape;477;p18"/>
          <p:cNvGrpSpPr/>
          <p:nvPr/>
        </p:nvGrpSpPr>
        <p:grpSpPr>
          <a:xfrm rot="5400000">
            <a:off x="8214811" y="2120822"/>
            <a:ext cx="221772" cy="200884"/>
            <a:chOff x="1640475" y="1197075"/>
            <a:chExt cx="55475" cy="50250"/>
          </a:xfrm>
        </p:grpSpPr>
        <p:sp>
          <p:nvSpPr>
            <p:cNvPr id="478" name="Google Shape;478;p1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1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1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3">
  <p:cSld name="SECTION_HEADER_1_1_3">
    <p:spTree>
      <p:nvGrpSpPr>
        <p:cNvPr id="481" name="Shape 4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2" name="Google Shape;482;p19"/>
          <p:cNvSpPr txBox="1"/>
          <p:nvPr>
            <p:ph type="title"/>
          </p:nvPr>
        </p:nvSpPr>
        <p:spPr>
          <a:xfrm>
            <a:off x="2848650" y="1984588"/>
            <a:ext cx="3446700" cy="45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483" name="Google Shape;483;p19">
            <a:hlinkClick/>
          </p:cNvPr>
          <p:cNvSpPr txBox="1"/>
          <p:nvPr>
            <p:ph idx="1" type="subTitle"/>
          </p:nvPr>
        </p:nvSpPr>
        <p:spPr>
          <a:xfrm>
            <a:off x="3923100" y="3825325"/>
            <a:ext cx="1297800" cy="59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Gloria Hallelujah"/>
              <a:buNone/>
              <a:defRPr sz="20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9pPr>
          </a:lstStyle>
          <a:p/>
        </p:txBody>
      </p:sp>
      <p:sp>
        <p:nvSpPr>
          <p:cNvPr id="484" name="Google Shape;484;p19"/>
          <p:cNvSpPr txBox="1"/>
          <p:nvPr>
            <p:ph idx="2" type="subTitle"/>
          </p:nvPr>
        </p:nvSpPr>
        <p:spPr>
          <a:xfrm>
            <a:off x="3041400" y="2839138"/>
            <a:ext cx="3061200" cy="59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Raleway SemiBold"/>
              <a:buNone/>
              <a:defRPr sz="16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85" name="Google Shape;485;p19"/>
          <p:cNvSpPr txBox="1"/>
          <p:nvPr>
            <p:ph hasCustomPrompt="1" idx="3" type="title"/>
          </p:nvPr>
        </p:nvSpPr>
        <p:spPr>
          <a:xfrm>
            <a:off x="3196050" y="540025"/>
            <a:ext cx="2751900" cy="1202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9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86" name="Google Shape;486;p19"/>
          <p:cNvSpPr/>
          <p:nvPr/>
        </p:nvSpPr>
        <p:spPr>
          <a:xfrm flipH="1" rot="10800000">
            <a:off x="6216363" y="-495213"/>
            <a:ext cx="4205930" cy="2291529"/>
          </a:xfrm>
          <a:custGeom>
            <a:rect b="b" l="l" r="r" t="t"/>
            <a:pathLst>
              <a:path extrusionOk="0" h="14261" w="26175">
                <a:moveTo>
                  <a:pt x="21312" y="0"/>
                </a:moveTo>
                <a:cubicBezTo>
                  <a:pt x="20977" y="0"/>
                  <a:pt x="20642" y="41"/>
                  <a:pt x="20313" y="99"/>
                </a:cubicBezTo>
                <a:cubicBezTo>
                  <a:pt x="19331" y="273"/>
                  <a:pt x="18260" y="586"/>
                  <a:pt x="17702" y="1484"/>
                </a:cubicBezTo>
                <a:cubicBezTo>
                  <a:pt x="17428" y="1925"/>
                  <a:pt x="17287" y="2436"/>
                  <a:pt x="16990" y="2864"/>
                </a:cubicBezTo>
                <a:cubicBezTo>
                  <a:pt x="16710" y="3266"/>
                  <a:pt x="16282" y="3522"/>
                  <a:pt x="15821" y="3664"/>
                </a:cubicBezTo>
                <a:cubicBezTo>
                  <a:pt x="15261" y="3837"/>
                  <a:pt x="14685" y="3858"/>
                  <a:pt x="14107" y="3858"/>
                </a:cubicBezTo>
                <a:cubicBezTo>
                  <a:pt x="13914" y="3858"/>
                  <a:pt x="13720" y="3856"/>
                  <a:pt x="13527" y="3856"/>
                </a:cubicBezTo>
                <a:cubicBezTo>
                  <a:pt x="13273" y="3856"/>
                  <a:pt x="13019" y="3860"/>
                  <a:pt x="12766" y="3880"/>
                </a:cubicBezTo>
                <a:cubicBezTo>
                  <a:pt x="12240" y="3921"/>
                  <a:pt x="11711" y="4025"/>
                  <a:pt x="11246" y="4285"/>
                </a:cubicBezTo>
                <a:cubicBezTo>
                  <a:pt x="10777" y="4547"/>
                  <a:pt x="10423" y="4956"/>
                  <a:pt x="10107" y="5381"/>
                </a:cubicBezTo>
                <a:cubicBezTo>
                  <a:pt x="9484" y="6224"/>
                  <a:pt x="8906" y="7121"/>
                  <a:pt x="8012" y="7708"/>
                </a:cubicBezTo>
                <a:cubicBezTo>
                  <a:pt x="7566" y="8003"/>
                  <a:pt x="7065" y="8190"/>
                  <a:pt x="6530" y="8231"/>
                </a:cubicBezTo>
                <a:cubicBezTo>
                  <a:pt x="6418" y="8239"/>
                  <a:pt x="6306" y="8243"/>
                  <a:pt x="6194" y="8243"/>
                </a:cubicBezTo>
                <a:cubicBezTo>
                  <a:pt x="5684" y="8243"/>
                  <a:pt x="5174" y="8166"/>
                  <a:pt x="4666" y="8122"/>
                </a:cubicBezTo>
                <a:cubicBezTo>
                  <a:pt x="4112" y="8075"/>
                  <a:pt x="3557" y="8052"/>
                  <a:pt x="3001" y="8052"/>
                </a:cubicBezTo>
                <a:cubicBezTo>
                  <a:pt x="2916" y="8052"/>
                  <a:pt x="2830" y="8052"/>
                  <a:pt x="2744" y="8054"/>
                </a:cubicBezTo>
                <a:cubicBezTo>
                  <a:pt x="2475" y="8057"/>
                  <a:pt x="2183" y="8043"/>
                  <a:pt x="1931" y="8148"/>
                </a:cubicBezTo>
                <a:cubicBezTo>
                  <a:pt x="1700" y="8244"/>
                  <a:pt x="1557" y="8443"/>
                  <a:pt x="1448" y="8660"/>
                </a:cubicBezTo>
                <a:cubicBezTo>
                  <a:pt x="1157" y="9242"/>
                  <a:pt x="895" y="9837"/>
                  <a:pt x="618" y="10425"/>
                </a:cubicBezTo>
                <a:cubicBezTo>
                  <a:pt x="483" y="10711"/>
                  <a:pt x="344" y="10996"/>
                  <a:pt x="215" y="11284"/>
                </a:cubicBezTo>
                <a:cubicBezTo>
                  <a:pt x="103" y="11537"/>
                  <a:pt x="1" y="11806"/>
                  <a:pt x="9" y="12087"/>
                </a:cubicBezTo>
                <a:cubicBezTo>
                  <a:pt x="26" y="12628"/>
                  <a:pt x="464" y="12993"/>
                  <a:pt x="898" y="13242"/>
                </a:cubicBezTo>
                <a:cubicBezTo>
                  <a:pt x="1355" y="13506"/>
                  <a:pt x="1863" y="13671"/>
                  <a:pt x="2379" y="13769"/>
                </a:cubicBezTo>
                <a:cubicBezTo>
                  <a:pt x="3456" y="13974"/>
                  <a:pt x="4560" y="13920"/>
                  <a:pt x="5650" y="13980"/>
                </a:cubicBezTo>
                <a:cubicBezTo>
                  <a:pt x="6939" y="14051"/>
                  <a:pt x="8222" y="14239"/>
                  <a:pt x="9514" y="14259"/>
                </a:cubicBezTo>
                <a:cubicBezTo>
                  <a:pt x="9569" y="14260"/>
                  <a:pt x="9623" y="14261"/>
                  <a:pt x="9677" y="14261"/>
                </a:cubicBezTo>
                <a:cubicBezTo>
                  <a:pt x="10875" y="14261"/>
                  <a:pt x="12038" y="14052"/>
                  <a:pt x="13207" y="13797"/>
                </a:cubicBezTo>
                <a:cubicBezTo>
                  <a:pt x="13817" y="13663"/>
                  <a:pt x="14426" y="13526"/>
                  <a:pt x="15041" y="13424"/>
                </a:cubicBezTo>
                <a:cubicBezTo>
                  <a:pt x="15675" y="13317"/>
                  <a:pt x="16315" y="13253"/>
                  <a:pt x="16956" y="13206"/>
                </a:cubicBezTo>
                <a:cubicBezTo>
                  <a:pt x="18228" y="13113"/>
                  <a:pt x="19506" y="13085"/>
                  <a:pt x="20774" y="12938"/>
                </a:cubicBezTo>
                <a:cubicBezTo>
                  <a:pt x="21322" y="12875"/>
                  <a:pt x="21864" y="12773"/>
                  <a:pt x="22412" y="12707"/>
                </a:cubicBezTo>
                <a:cubicBezTo>
                  <a:pt x="22674" y="12676"/>
                  <a:pt x="22942" y="12652"/>
                  <a:pt x="23208" y="12652"/>
                </a:cubicBezTo>
                <a:cubicBezTo>
                  <a:pt x="23451" y="12652"/>
                  <a:pt x="23692" y="12672"/>
                  <a:pt x="23928" y="12724"/>
                </a:cubicBezTo>
                <a:cubicBezTo>
                  <a:pt x="24162" y="12777"/>
                  <a:pt x="24387" y="12861"/>
                  <a:pt x="24591" y="12989"/>
                </a:cubicBezTo>
                <a:cubicBezTo>
                  <a:pt x="24696" y="13055"/>
                  <a:pt x="24788" y="13167"/>
                  <a:pt x="24915" y="13170"/>
                </a:cubicBezTo>
                <a:cubicBezTo>
                  <a:pt x="24918" y="13170"/>
                  <a:pt x="24920" y="13170"/>
                  <a:pt x="24923" y="13170"/>
                </a:cubicBezTo>
                <a:cubicBezTo>
                  <a:pt x="25030" y="13170"/>
                  <a:pt x="25141" y="13147"/>
                  <a:pt x="25241" y="13108"/>
                </a:cubicBezTo>
                <a:cubicBezTo>
                  <a:pt x="25716" y="12928"/>
                  <a:pt x="25988" y="12456"/>
                  <a:pt x="26075" y="11977"/>
                </a:cubicBezTo>
                <a:cubicBezTo>
                  <a:pt x="26127" y="11687"/>
                  <a:pt x="26128" y="11393"/>
                  <a:pt x="26127" y="11099"/>
                </a:cubicBezTo>
                <a:cubicBezTo>
                  <a:pt x="26126" y="10779"/>
                  <a:pt x="26124" y="10457"/>
                  <a:pt x="26123" y="10135"/>
                </a:cubicBezTo>
                <a:cubicBezTo>
                  <a:pt x="26121" y="9483"/>
                  <a:pt x="26118" y="8831"/>
                  <a:pt x="26116" y="8179"/>
                </a:cubicBezTo>
                <a:cubicBezTo>
                  <a:pt x="26112" y="6939"/>
                  <a:pt x="26107" y="5700"/>
                  <a:pt x="26102" y="4459"/>
                </a:cubicBezTo>
                <a:lnTo>
                  <a:pt x="26102" y="4459"/>
                </a:lnTo>
                <a:cubicBezTo>
                  <a:pt x="26105" y="4461"/>
                  <a:pt x="26107" y="4462"/>
                  <a:pt x="26109" y="4462"/>
                </a:cubicBezTo>
                <a:cubicBezTo>
                  <a:pt x="26174" y="4462"/>
                  <a:pt x="26046" y="3375"/>
                  <a:pt x="25375" y="3280"/>
                </a:cubicBezTo>
                <a:cubicBezTo>
                  <a:pt x="24338" y="3135"/>
                  <a:pt x="24244" y="1492"/>
                  <a:pt x="23438" y="803"/>
                </a:cubicBezTo>
                <a:cubicBezTo>
                  <a:pt x="23048" y="470"/>
                  <a:pt x="22597" y="206"/>
                  <a:pt x="22095" y="87"/>
                </a:cubicBezTo>
                <a:cubicBezTo>
                  <a:pt x="21837" y="25"/>
                  <a:pt x="21575" y="0"/>
                  <a:pt x="21312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7" name="Google Shape;487;p19"/>
          <p:cNvSpPr/>
          <p:nvPr/>
        </p:nvSpPr>
        <p:spPr>
          <a:xfrm>
            <a:off x="-244024" y="3401631"/>
            <a:ext cx="2089708" cy="2096136"/>
          </a:xfrm>
          <a:custGeom>
            <a:rect b="b" l="l" r="r" t="t"/>
            <a:pathLst>
              <a:path extrusionOk="0" h="13045" w="13005">
                <a:moveTo>
                  <a:pt x="1922" y="1"/>
                </a:moveTo>
                <a:cubicBezTo>
                  <a:pt x="1849" y="1"/>
                  <a:pt x="1776" y="4"/>
                  <a:pt x="1703" y="11"/>
                </a:cubicBezTo>
                <a:cubicBezTo>
                  <a:pt x="1260" y="54"/>
                  <a:pt x="818" y="227"/>
                  <a:pt x="503" y="551"/>
                </a:cubicBezTo>
                <a:cubicBezTo>
                  <a:pt x="150" y="913"/>
                  <a:pt x="38" y="1411"/>
                  <a:pt x="20" y="1903"/>
                </a:cubicBezTo>
                <a:cubicBezTo>
                  <a:pt x="0" y="2484"/>
                  <a:pt x="46" y="3073"/>
                  <a:pt x="66" y="3654"/>
                </a:cubicBezTo>
                <a:cubicBezTo>
                  <a:pt x="86" y="4273"/>
                  <a:pt x="107" y="4891"/>
                  <a:pt x="127" y="5509"/>
                </a:cubicBezTo>
                <a:lnTo>
                  <a:pt x="374" y="12928"/>
                </a:lnTo>
                <a:cubicBezTo>
                  <a:pt x="376" y="12996"/>
                  <a:pt x="429" y="13044"/>
                  <a:pt x="492" y="13044"/>
                </a:cubicBezTo>
                <a:cubicBezTo>
                  <a:pt x="501" y="13044"/>
                  <a:pt x="511" y="13043"/>
                  <a:pt x="520" y="13041"/>
                </a:cubicBezTo>
                <a:cubicBezTo>
                  <a:pt x="1437" y="12830"/>
                  <a:pt x="2365" y="12670"/>
                  <a:pt x="3299" y="12564"/>
                </a:cubicBezTo>
                <a:cubicBezTo>
                  <a:pt x="4235" y="12458"/>
                  <a:pt x="5175" y="12406"/>
                  <a:pt x="6116" y="12406"/>
                </a:cubicBezTo>
                <a:cubicBezTo>
                  <a:pt x="6835" y="12406"/>
                  <a:pt x="7554" y="12436"/>
                  <a:pt x="8271" y="12496"/>
                </a:cubicBezTo>
                <a:cubicBezTo>
                  <a:pt x="8728" y="12533"/>
                  <a:pt x="9209" y="12577"/>
                  <a:pt x="9687" y="12577"/>
                </a:cubicBezTo>
                <a:cubicBezTo>
                  <a:pt x="10492" y="12577"/>
                  <a:pt x="11288" y="12454"/>
                  <a:pt x="11947" y="11977"/>
                </a:cubicBezTo>
                <a:lnTo>
                  <a:pt x="11947" y="11977"/>
                </a:lnTo>
                <a:cubicBezTo>
                  <a:pt x="11945" y="11988"/>
                  <a:pt x="11948" y="11993"/>
                  <a:pt x="11955" y="11993"/>
                </a:cubicBezTo>
                <a:cubicBezTo>
                  <a:pt x="12017" y="11993"/>
                  <a:pt x="12409" y="11534"/>
                  <a:pt x="12496" y="11300"/>
                </a:cubicBezTo>
                <a:cubicBezTo>
                  <a:pt x="12866" y="10319"/>
                  <a:pt x="13005" y="9208"/>
                  <a:pt x="12677" y="8195"/>
                </a:cubicBezTo>
                <a:cubicBezTo>
                  <a:pt x="12404" y="7349"/>
                  <a:pt x="11818" y="6569"/>
                  <a:pt x="11000" y="6188"/>
                </a:cubicBezTo>
                <a:cubicBezTo>
                  <a:pt x="10082" y="5759"/>
                  <a:pt x="9032" y="5924"/>
                  <a:pt x="8092" y="5581"/>
                </a:cubicBezTo>
                <a:cubicBezTo>
                  <a:pt x="7160" y="5240"/>
                  <a:pt x="6737" y="4324"/>
                  <a:pt x="6316" y="3499"/>
                </a:cubicBezTo>
                <a:cubicBezTo>
                  <a:pt x="5859" y="2602"/>
                  <a:pt x="5271" y="1802"/>
                  <a:pt x="4492" y="1159"/>
                </a:cubicBezTo>
                <a:cubicBezTo>
                  <a:pt x="3786" y="579"/>
                  <a:pt x="2870" y="1"/>
                  <a:pt x="1922" y="1"/>
                </a:cubicBezTo>
                <a:close/>
              </a:path>
            </a:pathLst>
          </a:custGeom>
          <a:solidFill>
            <a:schemeClr val="dk2">
              <a:alpha val="4018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8" name="Google Shape;488;p19"/>
          <p:cNvSpPr/>
          <p:nvPr/>
        </p:nvSpPr>
        <p:spPr>
          <a:xfrm rot="10800000">
            <a:off x="6036760" y="3964766"/>
            <a:ext cx="3916858" cy="1383980"/>
          </a:xfrm>
          <a:custGeom>
            <a:rect b="b" l="l" r="r" t="t"/>
            <a:pathLst>
              <a:path extrusionOk="0" h="8613" w="24376">
                <a:moveTo>
                  <a:pt x="1748" y="0"/>
                </a:moveTo>
                <a:cubicBezTo>
                  <a:pt x="1709" y="0"/>
                  <a:pt x="1669" y="2"/>
                  <a:pt x="1629" y="7"/>
                </a:cubicBezTo>
                <a:cubicBezTo>
                  <a:pt x="1391" y="38"/>
                  <a:pt x="1250" y="176"/>
                  <a:pt x="1187" y="347"/>
                </a:cubicBezTo>
                <a:cubicBezTo>
                  <a:pt x="1033" y="773"/>
                  <a:pt x="935" y="1218"/>
                  <a:pt x="819" y="1650"/>
                </a:cubicBezTo>
                <a:cubicBezTo>
                  <a:pt x="701" y="2092"/>
                  <a:pt x="590" y="2536"/>
                  <a:pt x="496" y="2983"/>
                </a:cubicBezTo>
                <a:cubicBezTo>
                  <a:pt x="126" y="4733"/>
                  <a:pt x="0" y="6549"/>
                  <a:pt x="659" y="8271"/>
                </a:cubicBezTo>
                <a:cubicBezTo>
                  <a:pt x="678" y="8321"/>
                  <a:pt x="733" y="8346"/>
                  <a:pt x="790" y="8346"/>
                </a:cubicBezTo>
                <a:cubicBezTo>
                  <a:pt x="835" y="8346"/>
                  <a:pt x="881" y="8329"/>
                  <a:pt x="910" y="8296"/>
                </a:cubicBezTo>
                <a:cubicBezTo>
                  <a:pt x="1048" y="8134"/>
                  <a:pt x="1206" y="7983"/>
                  <a:pt x="1385" y="7843"/>
                </a:cubicBezTo>
                <a:cubicBezTo>
                  <a:pt x="2101" y="7284"/>
                  <a:pt x="3087" y="6944"/>
                  <a:pt x="4095" y="6849"/>
                </a:cubicBezTo>
                <a:cubicBezTo>
                  <a:pt x="4314" y="6828"/>
                  <a:pt x="4534" y="6818"/>
                  <a:pt x="4754" y="6818"/>
                </a:cubicBezTo>
                <a:cubicBezTo>
                  <a:pt x="5730" y="6818"/>
                  <a:pt x="6704" y="7012"/>
                  <a:pt x="7586" y="7328"/>
                </a:cubicBezTo>
                <a:cubicBezTo>
                  <a:pt x="8653" y="7708"/>
                  <a:pt x="9622" y="8264"/>
                  <a:pt x="10770" y="8502"/>
                </a:cubicBezTo>
                <a:cubicBezTo>
                  <a:pt x="11110" y="8573"/>
                  <a:pt x="11460" y="8612"/>
                  <a:pt x="11804" y="8612"/>
                </a:cubicBezTo>
                <a:cubicBezTo>
                  <a:pt x="12445" y="8612"/>
                  <a:pt x="13071" y="8476"/>
                  <a:pt x="13597" y="8154"/>
                </a:cubicBezTo>
                <a:cubicBezTo>
                  <a:pt x="14183" y="7795"/>
                  <a:pt x="14557" y="7273"/>
                  <a:pt x="14873" y="6761"/>
                </a:cubicBezTo>
                <a:cubicBezTo>
                  <a:pt x="15208" y="6214"/>
                  <a:pt x="15488" y="5645"/>
                  <a:pt x="15900" y="5129"/>
                </a:cubicBezTo>
                <a:cubicBezTo>
                  <a:pt x="16333" y="4590"/>
                  <a:pt x="16925" y="4168"/>
                  <a:pt x="17743" y="4015"/>
                </a:cubicBezTo>
                <a:cubicBezTo>
                  <a:pt x="18117" y="3945"/>
                  <a:pt x="18497" y="3924"/>
                  <a:pt x="18879" y="3924"/>
                </a:cubicBezTo>
                <a:cubicBezTo>
                  <a:pt x="19431" y="3924"/>
                  <a:pt x="19988" y="3967"/>
                  <a:pt x="20538" y="3967"/>
                </a:cubicBezTo>
                <a:cubicBezTo>
                  <a:pt x="20675" y="3967"/>
                  <a:pt x="20811" y="3964"/>
                  <a:pt x="20947" y="3958"/>
                </a:cubicBezTo>
                <a:cubicBezTo>
                  <a:pt x="21449" y="3933"/>
                  <a:pt x="21952" y="3857"/>
                  <a:pt x="22403" y="3679"/>
                </a:cubicBezTo>
                <a:cubicBezTo>
                  <a:pt x="22808" y="3518"/>
                  <a:pt x="23157" y="3280"/>
                  <a:pt x="23433" y="3003"/>
                </a:cubicBezTo>
                <a:cubicBezTo>
                  <a:pt x="23951" y="2479"/>
                  <a:pt x="24196" y="1807"/>
                  <a:pt x="24066" y="1157"/>
                </a:cubicBezTo>
                <a:lnTo>
                  <a:pt x="24066" y="1157"/>
                </a:lnTo>
                <a:cubicBezTo>
                  <a:pt x="24067" y="1158"/>
                  <a:pt x="24069" y="1158"/>
                  <a:pt x="24071" y="1158"/>
                </a:cubicBezTo>
                <a:cubicBezTo>
                  <a:pt x="24093" y="1158"/>
                  <a:pt x="24117" y="1151"/>
                  <a:pt x="24142" y="1138"/>
                </a:cubicBezTo>
                <a:cubicBezTo>
                  <a:pt x="24292" y="1056"/>
                  <a:pt x="24376" y="935"/>
                  <a:pt x="24372" y="792"/>
                </a:cubicBezTo>
                <a:cubicBezTo>
                  <a:pt x="24363" y="440"/>
                  <a:pt x="23972" y="240"/>
                  <a:pt x="23550" y="217"/>
                </a:cubicBezTo>
                <a:cubicBezTo>
                  <a:pt x="23514" y="215"/>
                  <a:pt x="23478" y="215"/>
                  <a:pt x="23442" y="215"/>
                </a:cubicBezTo>
                <a:cubicBezTo>
                  <a:pt x="23211" y="215"/>
                  <a:pt x="22977" y="252"/>
                  <a:pt x="22750" y="280"/>
                </a:cubicBezTo>
                <a:cubicBezTo>
                  <a:pt x="22445" y="317"/>
                  <a:pt x="22139" y="351"/>
                  <a:pt x="21832" y="383"/>
                </a:cubicBezTo>
                <a:cubicBezTo>
                  <a:pt x="20628" y="507"/>
                  <a:pt x="19418" y="590"/>
                  <a:pt x="18207" y="648"/>
                </a:cubicBezTo>
                <a:cubicBezTo>
                  <a:pt x="15784" y="762"/>
                  <a:pt x="13357" y="774"/>
                  <a:pt x="10932" y="789"/>
                </a:cubicBezTo>
                <a:cubicBezTo>
                  <a:pt x="10568" y="791"/>
                  <a:pt x="10203" y="793"/>
                  <a:pt x="9838" y="793"/>
                </a:cubicBezTo>
                <a:cubicBezTo>
                  <a:pt x="7878" y="793"/>
                  <a:pt x="5909" y="743"/>
                  <a:pt x="3985" y="438"/>
                </a:cubicBezTo>
                <a:cubicBezTo>
                  <a:pt x="3423" y="348"/>
                  <a:pt x="2866" y="237"/>
                  <a:pt x="2318" y="100"/>
                </a:cubicBezTo>
                <a:cubicBezTo>
                  <a:pt x="2134" y="55"/>
                  <a:pt x="1943" y="0"/>
                  <a:pt x="1748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9" name="Google Shape;489;p19"/>
          <p:cNvSpPr/>
          <p:nvPr/>
        </p:nvSpPr>
        <p:spPr>
          <a:xfrm flipH="1" rot="-1106655">
            <a:off x="-1741193" y="-924117"/>
            <a:ext cx="4345217" cy="3055567"/>
          </a:xfrm>
          <a:custGeom>
            <a:rect b="b" l="l" r="r" t="t"/>
            <a:pathLst>
              <a:path extrusionOk="0" h="19016" w="27042">
                <a:moveTo>
                  <a:pt x="5311" y="0"/>
                </a:moveTo>
                <a:cubicBezTo>
                  <a:pt x="5179" y="0"/>
                  <a:pt x="5075" y="178"/>
                  <a:pt x="5211" y="262"/>
                </a:cubicBezTo>
                <a:cubicBezTo>
                  <a:pt x="5431" y="399"/>
                  <a:pt x="5652" y="530"/>
                  <a:pt x="5876" y="657"/>
                </a:cubicBezTo>
                <a:cubicBezTo>
                  <a:pt x="3749" y="1565"/>
                  <a:pt x="1452" y="2798"/>
                  <a:pt x="713" y="5101"/>
                </a:cubicBezTo>
                <a:cubicBezTo>
                  <a:pt x="0" y="7321"/>
                  <a:pt x="1219" y="10007"/>
                  <a:pt x="3411" y="10856"/>
                </a:cubicBezTo>
                <a:cubicBezTo>
                  <a:pt x="3728" y="10979"/>
                  <a:pt x="4069" y="11058"/>
                  <a:pt x="4406" y="11058"/>
                </a:cubicBezTo>
                <a:cubicBezTo>
                  <a:pt x="4688" y="11058"/>
                  <a:pt x="4968" y="11003"/>
                  <a:pt x="5229" y="10871"/>
                </a:cubicBezTo>
                <a:cubicBezTo>
                  <a:pt x="5743" y="10614"/>
                  <a:pt x="6086" y="10140"/>
                  <a:pt x="6367" y="9654"/>
                </a:cubicBezTo>
                <a:cubicBezTo>
                  <a:pt x="6660" y="9147"/>
                  <a:pt x="6901" y="8604"/>
                  <a:pt x="7258" y="8138"/>
                </a:cubicBezTo>
                <a:cubicBezTo>
                  <a:pt x="7586" y="7709"/>
                  <a:pt x="8056" y="7408"/>
                  <a:pt x="8567" y="7243"/>
                </a:cubicBezTo>
                <a:cubicBezTo>
                  <a:pt x="8835" y="7156"/>
                  <a:pt x="9122" y="7107"/>
                  <a:pt x="9407" y="7107"/>
                </a:cubicBezTo>
                <a:cubicBezTo>
                  <a:pt x="9658" y="7107"/>
                  <a:pt x="9908" y="7145"/>
                  <a:pt x="10143" y="7227"/>
                </a:cubicBezTo>
                <a:cubicBezTo>
                  <a:pt x="10681" y="7416"/>
                  <a:pt x="11050" y="7824"/>
                  <a:pt x="11259" y="8347"/>
                </a:cubicBezTo>
                <a:cubicBezTo>
                  <a:pt x="11495" y="8938"/>
                  <a:pt x="11543" y="9582"/>
                  <a:pt x="11752" y="10181"/>
                </a:cubicBezTo>
                <a:cubicBezTo>
                  <a:pt x="11957" y="10769"/>
                  <a:pt x="12358" y="11405"/>
                  <a:pt x="12983" y="11603"/>
                </a:cubicBezTo>
                <a:cubicBezTo>
                  <a:pt x="13117" y="11646"/>
                  <a:pt x="13250" y="11665"/>
                  <a:pt x="13380" y="11665"/>
                </a:cubicBezTo>
                <a:cubicBezTo>
                  <a:pt x="13765" y="11665"/>
                  <a:pt x="14132" y="11502"/>
                  <a:pt x="14481" y="11319"/>
                </a:cubicBezTo>
                <a:cubicBezTo>
                  <a:pt x="14811" y="11146"/>
                  <a:pt x="15183" y="10926"/>
                  <a:pt x="15563" y="10926"/>
                </a:cubicBezTo>
                <a:cubicBezTo>
                  <a:pt x="15675" y="10926"/>
                  <a:pt x="15789" y="10946"/>
                  <a:pt x="15902" y="10992"/>
                </a:cubicBezTo>
                <a:cubicBezTo>
                  <a:pt x="16505" y="11236"/>
                  <a:pt x="16731" y="12009"/>
                  <a:pt x="16886" y="12576"/>
                </a:cubicBezTo>
                <a:cubicBezTo>
                  <a:pt x="17067" y="13246"/>
                  <a:pt x="17237" y="13920"/>
                  <a:pt x="17447" y="14583"/>
                </a:cubicBezTo>
                <a:cubicBezTo>
                  <a:pt x="17859" y="15878"/>
                  <a:pt x="18454" y="17143"/>
                  <a:pt x="19512" y="18032"/>
                </a:cubicBezTo>
                <a:cubicBezTo>
                  <a:pt x="20225" y="18631"/>
                  <a:pt x="21110" y="19015"/>
                  <a:pt x="22020" y="19015"/>
                </a:cubicBezTo>
                <a:cubicBezTo>
                  <a:pt x="22330" y="19015"/>
                  <a:pt x="22643" y="18971"/>
                  <a:pt x="22954" y="18875"/>
                </a:cubicBezTo>
                <a:cubicBezTo>
                  <a:pt x="24002" y="18552"/>
                  <a:pt x="24786" y="17702"/>
                  <a:pt x="25334" y="16784"/>
                </a:cubicBezTo>
                <a:cubicBezTo>
                  <a:pt x="25931" y="15784"/>
                  <a:pt x="26309" y="14669"/>
                  <a:pt x="26587" y="13543"/>
                </a:cubicBezTo>
                <a:cubicBezTo>
                  <a:pt x="26872" y="12393"/>
                  <a:pt x="27042" y="11178"/>
                  <a:pt x="26859" y="9998"/>
                </a:cubicBezTo>
                <a:cubicBezTo>
                  <a:pt x="26669" y="8763"/>
                  <a:pt x="26045" y="7686"/>
                  <a:pt x="25037" y="6940"/>
                </a:cubicBezTo>
                <a:cubicBezTo>
                  <a:pt x="23865" y="6071"/>
                  <a:pt x="22401" y="5638"/>
                  <a:pt x="21023" y="5219"/>
                </a:cubicBezTo>
                <a:cubicBezTo>
                  <a:pt x="19511" y="4758"/>
                  <a:pt x="17976" y="4376"/>
                  <a:pt x="16442" y="3995"/>
                </a:cubicBezTo>
                <a:cubicBezTo>
                  <a:pt x="13377" y="3236"/>
                  <a:pt x="10276" y="2484"/>
                  <a:pt x="7410" y="1122"/>
                </a:cubicBezTo>
                <a:cubicBezTo>
                  <a:pt x="7124" y="986"/>
                  <a:pt x="6842" y="844"/>
                  <a:pt x="6563" y="695"/>
                </a:cubicBezTo>
                <a:cubicBezTo>
                  <a:pt x="6622" y="671"/>
                  <a:pt x="6682" y="645"/>
                  <a:pt x="6742" y="621"/>
                </a:cubicBezTo>
                <a:cubicBezTo>
                  <a:pt x="6901" y="557"/>
                  <a:pt x="6828" y="333"/>
                  <a:pt x="6684" y="333"/>
                </a:cubicBezTo>
                <a:cubicBezTo>
                  <a:pt x="6666" y="333"/>
                  <a:pt x="6646" y="336"/>
                  <a:pt x="6625" y="345"/>
                </a:cubicBezTo>
                <a:cubicBezTo>
                  <a:pt x="6492" y="400"/>
                  <a:pt x="6358" y="454"/>
                  <a:pt x="6223" y="510"/>
                </a:cubicBezTo>
                <a:cubicBezTo>
                  <a:pt x="5943" y="355"/>
                  <a:pt x="5666" y="194"/>
                  <a:pt x="5394" y="25"/>
                </a:cubicBezTo>
                <a:cubicBezTo>
                  <a:pt x="5366" y="8"/>
                  <a:pt x="5338" y="0"/>
                  <a:pt x="5311" y="0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0" name="Google Shape;490;p19"/>
          <p:cNvSpPr/>
          <p:nvPr/>
        </p:nvSpPr>
        <p:spPr>
          <a:xfrm flipH="1" rot="9000131">
            <a:off x="8344172" y="4740550"/>
            <a:ext cx="434381" cy="10175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1" name="Google Shape;491;p19"/>
          <p:cNvSpPr/>
          <p:nvPr/>
        </p:nvSpPr>
        <p:spPr>
          <a:xfrm flipH="1" rot="-9899901">
            <a:off x="1737560" y="291519"/>
            <a:ext cx="545173" cy="12772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2" name="Google Shape;492;p19"/>
          <p:cNvGrpSpPr/>
          <p:nvPr/>
        </p:nvGrpSpPr>
        <p:grpSpPr>
          <a:xfrm rot="900044">
            <a:off x="8343430" y="2439620"/>
            <a:ext cx="228603" cy="207086"/>
            <a:chOff x="1640475" y="1197075"/>
            <a:chExt cx="55475" cy="50250"/>
          </a:xfrm>
        </p:grpSpPr>
        <p:sp>
          <p:nvSpPr>
            <p:cNvPr id="493" name="Google Shape;493;p1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1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1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6" name="Google Shape;496;p19"/>
          <p:cNvSpPr/>
          <p:nvPr/>
        </p:nvSpPr>
        <p:spPr>
          <a:xfrm rot="1133433">
            <a:off x="682181" y="4093383"/>
            <a:ext cx="970030" cy="22723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7" name="Google Shape;497;p19"/>
          <p:cNvSpPr/>
          <p:nvPr/>
        </p:nvSpPr>
        <p:spPr>
          <a:xfrm rot="6434815">
            <a:off x="6414621" y="-91496"/>
            <a:ext cx="559646" cy="827411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8" name="Google Shape;498;p19"/>
          <p:cNvGrpSpPr/>
          <p:nvPr/>
        </p:nvGrpSpPr>
        <p:grpSpPr>
          <a:xfrm rot="-10470744">
            <a:off x="6410236" y="860386"/>
            <a:ext cx="274444" cy="248605"/>
            <a:chOff x="1640475" y="1197075"/>
            <a:chExt cx="55475" cy="50250"/>
          </a:xfrm>
        </p:grpSpPr>
        <p:sp>
          <p:nvSpPr>
            <p:cNvPr id="499" name="Google Shape;499;p1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1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1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2" name="Google Shape;502;p19"/>
          <p:cNvSpPr/>
          <p:nvPr/>
        </p:nvSpPr>
        <p:spPr>
          <a:xfrm flipH="1" rot="-3485199">
            <a:off x="8553503" y="1281933"/>
            <a:ext cx="434401" cy="10175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3" name="Google Shape;503;p19"/>
          <p:cNvGrpSpPr/>
          <p:nvPr/>
        </p:nvGrpSpPr>
        <p:grpSpPr>
          <a:xfrm rot="7711333">
            <a:off x="720310" y="1410592"/>
            <a:ext cx="294397" cy="266683"/>
            <a:chOff x="1640475" y="1197075"/>
            <a:chExt cx="55475" cy="50250"/>
          </a:xfrm>
        </p:grpSpPr>
        <p:sp>
          <p:nvSpPr>
            <p:cNvPr id="504" name="Google Shape;504;p1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1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1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_5">
    <p:spTree>
      <p:nvGrpSpPr>
        <p:cNvPr id="507" name="Shape 5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" name="Google Shape;508;p20"/>
          <p:cNvSpPr/>
          <p:nvPr/>
        </p:nvSpPr>
        <p:spPr>
          <a:xfrm>
            <a:off x="-148873" y="3525345"/>
            <a:ext cx="3825648" cy="1800343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9" name="Google Shape;509;p20"/>
          <p:cNvSpPr/>
          <p:nvPr/>
        </p:nvSpPr>
        <p:spPr>
          <a:xfrm>
            <a:off x="-425898" y="-291775"/>
            <a:ext cx="3298272" cy="1820589"/>
          </a:xfrm>
          <a:custGeom>
            <a:rect b="b" l="l" r="r" t="t"/>
            <a:pathLst>
              <a:path extrusionOk="0" h="11330" w="20526">
                <a:moveTo>
                  <a:pt x="12939" y="1"/>
                </a:moveTo>
                <a:cubicBezTo>
                  <a:pt x="11999" y="1"/>
                  <a:pt x="11086" y="167"/>
                  <a:pt x="10169" y="370"/>
                </a:cubicBezTo>
                <a:cubicBezTo>
                  <a:pt x="9691" y="476"/>
                  <a:pt x="9213" y="584"/>
                  <a:pt x="8731" y="667"/>
                </a:cubicBezTo>
                <a:cubicBezTo>
                  <a:pt x="8234" y="750"/>
                  <a:pt x="7732" y="802"/>
                  <a:pt x="7229" y="839"/>
                </a:cubicBezTo>
                <a:cubicBezTo>
                  <a:pt x="6231" y="913"/>
                  <a:pt x="5230" y="935"/>
                  <a:pt x="4235" y="1052"/>
                </a:cubicBezTo>
                <a:cubicBezTo>
                  <a:pt x="3806" y="1102"/>
                  <a:pt x="3380" y="1184"/>
                  <a:pt x="2951" y="1235"/>
                </a:cubicBezTo>
                <a:cubicBezTo>
                  <a:pt x="2746" y="1260"/>
                  <a:pt x="2537" y="1279"/>
                  <a:pt x="2328" y="1279"/>
                </a:cubicBezTo>
                <a:cubicBezTo>
                  <a:pt x="2138" y="1279"/>
                  <a:pt x="1948" y="1263"/>
                  <a:pt x="1762" y="1222"/>
                </a:cubicBezTo>
                <a:cubicBezTo>
                  <a:pt x="1578" y="1180"/>
                  <a:pt x="1402" y="1113"/>
                  <a:pt x="1242" y="1012"/>
                </a:cubicBezTo>
                <a:cubicBezTo>
                  <a:pt x="1161" y="960"/>
                  <a:pt x="1089" y="870"/>
                  <a:pt x="988" y="868"/>
                </a:cubicBezTo>
                <a:cubicBezTo>
                  <a:pt x="985" y="868"/>
                  <a:pt x="983" y="868"/>
                  <a:pt x="981" y="868"/>
                </a:cubicBezTo>
                <a:cubicBezTo>
                  <a:pt x="897" y="868"/>
                  <a:pt x="810" y="887"/>
                  <a:pt x="732" y="917"/>
                </a:cubicBezTo>
                <a:cubicBezTo>
                  <a:pt x="360" y="1060"/>
                  <a:pt x="147" y="1435"/>
                  <a:pt x="79" y="1816"/>
                </a:cubicBezTo>
                <a:cubicBezTo>
                  <a:pt x="38" y="2046"/>
                  <a:pt x="37" y="2279"/>
                  <a:pt x="38" y="2512"/>
                </a:cubicBezTo>
                <a:cubicBezTo>
                  <a:pt x="38" y="2767"/>
                  <a:pt x="39" y="3024"/>
                  <a:pt x="40" y="3279"/>
                </a:cubicBezTo>
                <a:cubicBezTo>
                  <a:pt x="42" y="3797"/>
                  <a:pt x="44" y="4315"/>
                  <a:pt x="46" y="4833"/>
                </a:cubicBezTo>
                <a:cubicBezTo>
                  <a:pt x="50" y="5817"/>
                  <a:pt x="54" y="6803"/>
                  <a:pt x="57" y="7787"/>
                </a:cubicBezTo>
                <a:cubicBezTo>
                  <a:pt x="55" y="7786"/>
                  <a:pt x="54" y="7785"/>
                  <a:pt x="52" y="7785"/>
                </a:cubicBezTo>
                <a:cubicBezTo>
                  <a:pt x="0" y="7785"/>
                  <a:pt x="101" y="8649"/>
                  <a:pt x="628" y="8724"/>
                </a:cubicBezTo>
                <a:cubicBezTo>
                  <a:pt x="1441" y="8840"/>
                  <a:pt x="1514" y="10145"/>
                  <a:pt x="2146" y="10693"/>
                </a:cubicBezTo>
                <a:cubicBezTo>
                  <a:pt x="2452" y="10957"/>
                  <a:pt x="2805" y="11167"/>
                  <a:pt x="3199" y="11261"/>
                </a:cubicBezTo>
                <a:cubicBezTo>
                  <a:pt x="3402" y="11310"/>
                  <a:pt x="3609" y="11330"/>
                  <a:pt x="3816" y="11330"/>
                </a:cubicBezTo>
                <a:cubicBezTo>
                  <a:pt x="4077" y="11330"/>
                  <a:pt x="4340" y="11298"/>
                  <a:pt x="4597" y="11251"/>
                </a:cubicBezTo>
                <a:cubicBezTo>
                  <a:pt x="5367" y="11113"/>
                  <a:pt x="6207" y="10865"/>
                  <a:pt x="6645" y="10152"/>
                </a:cubicBezTo>
                <a:cubicBezTo>
                  <a:pt x="6859" y="9801"/>
                  <a:pt x="6970" y="9395"/>
                  <a:pt x="7203" y="9055"/>
                </a:cubicBezTo>
                <a:cubicBezTo>
                  <a:pt x="7421" y="8736"/>
                  <a:pt x="7758" y="8532"/>
                  <a:pt x="8120" y="8419"/>
                </a:cubicBezTo>
                <a:cubicBezTo>
                  <a:pt x="8559" y="8282"/>
                  <a:pt x="9011" y="8265"/>
                  <a:pt x="9465" y="8265"/>
                </a:cubicBezTo>
                <a:cubicBezTo>
                  <a:pt x="9615" y="8265"/>
                  <a:pt x="9765" y="8267"/>
                  <a:pt x="9915" y="8267"/>
                </a:cubicBezTo>
                <a:cubicBezTo>
                  <a:pt x="10115" y="8267"/>
                  <a:pt x="10316" y="8264"/>
                  <a:pt x="10515" y="8248"/>
                </a:cubicBezTo>
                <a:cubicBezTo>
                  <a:pt x="10927" y="8216"/>
                  <a:pt x="11342" y="8132"/>
                  <a:pt x="11707" y="7927"/>
                </a:cubicBezTo>
                <a:cubicBezTo>
                  <a:pt x="12074" y="7718"/>
                  <a:pt x="12352" y="7394"/>
                  <a:pt x="12600" y="7055"/>
                </a:cubicBezTo>
                <a:cubicBezTo>
                  <a:pt x="13089" y="6385"/>
                  <a:pt x="13543" y="5673"/>
                  <a:pt x="14244" y="5207"/>
                </a:cubicBezTo>
                <a:cubicBezTo>
                  <a:pt x="14594" y="4972"/>
                  <a:pt x="14986" y="4825"/>
                  <a:pt x="15405" y="4792"/>
                </a:cubicBezTo>
                <a:cubicBezTo>
                  <a:pt x="15494" y="4785"/>
                  <a:pt x="15582" y="4782"/>
                  <a:pt x="15670" y="4782"/>
                </a:cubicBezTo>
                <a:cubicBezTo>
                  <a:pt x="16070" y="4782"/>
                  <a:pt x="16469" y="4843"/>
                  <a:pt x="16866" y="4877"/>
                </a:cubicBezTo>
                <a:cubicBezTo>
                  <a:pt x="17302" y="4915"/>
                  <a:pt x="17740" y="4933"/>
                  <a:pt x="18178" y="4933"/>
                </a:cubicBezTo>
                <a:cubicBezTo>
                  <a:pt x="18243" y="4933"/>
                  <a:pt x="18309" y="4933"/>
                  <a:pt x="18374" y="4932"/>
                </a:cubicBezTo>
                <a:cubicBezTo>
                  <a:pt x="18585" y="4929"/>
                  <a:pt x="18814" y="4941"/>
                  <a:pt x="19012" y="4857"/>
                </a:cubicBezTo>
                <a:cubicBezTo>
                  <a:pt x="19193" y="4780"/>
                  <a:pt x="19305" y="4623"/>
                  <a:pt x="19390" y="4450"/>
                </a:cubicBezTo>
                <a:cubicBezTo>
                  <a:pt x="19618" y="3989"/>
                  <a:pt x="19825" y="3515"/>
                  <a:pt x="20041" y="3049"/>
                </a:cubicBezTo>
                <a:cubicBezTo>
                  <a:pt x="20147" y="2821"/>
                  <a:pt x="20256" y="2595"/>
                  <a:pt x="20357" y="2365"/>
                </a:cubicBezTo>
                <a:cubicBezTo>
                  <a:pt x="20444" y="2165"/>
                  <a:pt x="20525" y="1951"/>
                  <a:pt x="20518" y="1728"/>
                </a:cubicBezTo>
                <a:cubicBezTo>
                  <a:pt x="20505" y="1297"/>
                  <a:pt x="20161" y="1008"/>
                  <a:pt x="19822" y="810"/>
                </a:cubicBezTo>
                <a:cubicBezTo>
                  <a:pt x="19463" y="601"/>
                  <a:pt x="19065" y="469"/>
                  <a:pt x="18660" y="392"/>
                </a:cubicBezTo>
                <a:cubicBezTo>
                  <a:pt x="17815" y="229"/>
                  <a:pt x="16950" y="272"/>
                  <a:pt x="16095" y="224"/>
                </a:cubicBezTo>
                <a:cubicBezTo>
                  <a:pt x="15084" y="168"/>
                  <a:pt x="14079" y="19"/>
                  <a:pt x="13065" y="2"/>
                </a:cubicBezTo>
                <a:cubicBezTo>
                  <a:pt x="13023" y="1"/>
                  <a:pt x="12981" y="1"/>
                  <a:pt x="12939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0" name="Google Shape;510;p20"/>
          <p:cNvSpPr/>
          <p:nvPr/>
        </p:nvSpPr>
        <p:spPr>
          <a:xfrm>
            <a:off x="7342677" y="-220591"/>
            <a:ext cx="2090062" cy="2096168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1" name="Google Shape;511;p20"/>
          <p:cNvSpPr/>
          <p:nvPr/>
        </p:nvSpPr>
        <p:spPr>
          <a:xfrm>
            <a:off x="5382456" y="4159416"/>
            <a:ext cx="3916919" cy="1384001"/>
          </a:xfrm>
          <a:custGeom>
            <a:rect b="b" l="l" r="r" t="t"/>
            <a:pathLst>
              <a:path extrusionOk="0" h="8613" w="24376">
                <a:moveTo>
                  <a:pt x="12572" y="1"/>
                </a:moveTo>
                <a:cubicBezTo>
                  <a:pt x="11930" y="1"/>
                  <a:pt x="11305" y="137"/>
                  <a:pt x="10778" y="460"/>
                </a:cubicBezTo>
                <a:cubicBezTo>
                  <a:pt x="10193" y="818"/>
                  <a:pt x="9818" y="1341"/>
                  <a:pt x="9503" y="1852"/>
                </a:cubicBezTo>
                <a:cubicBezTo>
                  <a:pt x="9167" y="2398"/>
                  <a:pt x="8889" y="2969"/>
                  <a:pt x="8475" y="3485"/>
                </a:cubicBezTo>
                <a:cubicBezTo>
                  <a:pt x="8044" y="4023"/>
                  <a:pt x="7451" y="4445"/>
                  <a:pt x="6633" y="4599"/>
                </a:cubicBezTo>
                <a:cubicBezTo>
                  <a:pt x="6259" y="4669"/>
                  <a:pt x="5879" y="4690"/>
                  <a:pt x="5496" y="4690"/>
                </a:cubicBezTo>
                <a:cubicBezTo>
                  <a:pt x="4945" y="4690"/>
                  <a:pt x="4388" y="4646"/>
                  <a:pt x="3837" y="4646"/>
                </a:cubicBezTo>
                <a:cubicBezTo>
                  <a:pt x="3701" y="4646"/>
                  <a:pt x="3564" y="4649"/>
                  <a:pt x="3429" y="4656"/>
                </a:cubicBezTo>
                <a:cubicBezTo>
                  <a:pt x="2927" y="4680"/>
                  <a:pt x="2424" y="4755"/>
                  <a:pt x="1974" y="4934"/>
                </a:cubicBezTo>
                <a:cubicBezTo>
                  <a:pt x="1568" y="5095"/>
                  <a:pt x="1218" y="5332"/>
                  <a:pt x="943" y="5611"/>
                </a:cubicBezTo>
                <a:cubicBezTo>
                  <a:pt x="425" y="6133"/>
                  <a:pt x="179" y="6806"/>
                  <a:pt x="311" y="7456"/>
                </a:cubicBezTo>
                <a:cubicBezTo>
                  <a:pt x="309" y="7456"/>
                  <a:pt x="307" y="7456"/>
                  <a:pt x="305" y="7456"/>
                </a:cubicBezTo>
                <a:cubicBezTo>
                  <a:pt x="282" y="7456"/>
                  <a:pt x="258" y="7461"/>
                  <a:pt x="234" y="7475"/>
                </a:cubicBezTo>
                <a:cubicBezTo>
                  <a:pt x="83" y="7556"/>
                  <a:pt x="1" y="7677"/>
                  <a:pt x="4" y="7821"/>
                </a:cubicBezTo>
                <a:cubicBezTo>
                  <a:pt x="12" y="8172"/>
                  <a:pt x="404" y="8373"/>
                  <a:pt x="826" y="8396"/>
                </a:cubicBezTo>
                <a:cubicBezTo>
                  <a:pt x="860" y="8398"/>
                  <a:pt x="894" y="8399"/>
                  <a:pt x="929" y="8399"/>
                </a:cubicBezTo>
                <a:cubicBezTo>
                  <a:pt x="1162" y="8399"/>
                  <a:pt x="1397" y="8361"/>
                  <a:pt x="1626" y="8334"/>
                </a:cubicBezTo>
                <a:cubicBezTo>
                  <a:pt x="1931" y="8297"/>
                  <a:pt x="2238" y="8262"/>
                  <a:pt x="2544" y="8230"/>
                </a:cubicBezTo>
                <a:cubicBezTo>
                  <a:pt x="3747" y="8107"/>
                  <a:pt x="4958" y="8023"/>
                  <a:pt x="6170" y="7965"/>
                </a:cubicBezTo>
                <a:cubicBezTo>
                  <a:pt x="8591" y="7850"/>
                  <a:pt x="11019" y="7838"/>
                  <a:pt x="13445" y="7824"/>
                </a:cubicBezTo>
                <a:cubicBezTo>
                  <a:pt x="13813" y="7822"/>
                  <a:pt x="14182" y="7820"/>
                  <a:pt x="14552" y="7820"/>
                </a:cubicBezTo>
                <a:cubicBezTo>
                  <a:pt x="16507" y="7820"/>
                  <a:pt x="18472" y="7870"/>
                  <a:pt x="20390" y="8174"/>
                </a:cubicBezTo>
                <a:cubicBezTo>
                  <a:pt x="20952" y="8264"/>
                  <a:pt x="21511" y="8375"/>
                  <a:pt x="22057" y="8512"/>
                </a:cubicBezTo>
                <a:cubicBezTo>
                  <a:pt x="22240" y="8558"/>
                  <a:pt x="22430" y="8612"/>
                  <a:pt x="22625" y="8612"/>
                </a:cubicBezTo>
                <a:cubicBezTo>
                  <a:pt x="22665" y="8612"/>
                  <a:pt x="22706" y="8610"/>
                  <a:pt x="22747" y="8605"/>
                </a:cubicBezTo>
                <a:cubicBezTo>
                  <a:pt x="22986" y="8575"/>
                  <a:pt x="23126" y="8437"/>
                  <a:pt x="23188" y="8265"/>
                </a:cubicBezTo>
                <a:cubicBezTo>
                  <a:pt x="23342" y="7840"/>
                  <a:pt x="23440" y="7396"/>
                  <a:pt x="23556" y="6963"/>
                </a:cubicBezTo>
                <a:cubicBezTo>
                  <a:pt x="23675" y="6520"/>
                  <a:pt x="23785" y="6077"/>
                  <a:pt x="23879" y="5631"/>
                </a:cubicBezTo>
                <a:cubicBezTo>
                  <a:pt x="24251" y="3879"/>
                  <a:pt x="24375" y="2063"/>
                  <a:pt x="23717" y="343"/>
                </a:cubicBezTo>
                <a:cubicBezTo>
                  <a:pt x="23697" y="293"/>
                  <a:pt x="23642" y="267"/>
                  <a:pt x="23586" y="267"/>
                </a:cubicBezTo>
                <a:cubicBezTo>
                  <a:pt x="23541" y="267"/>
                  <a:pt x="23495" y="284"/>
                  <a:pt x="23467" y="317"/>
                </a:cubicBezTo>
                <a:cubicBezTo>
                  <a:pt x="23327" y="480"/>
                  <a:pt x="23169" y="631"/>
                  <a:pt x="22991" y="769"/>
                </a:cubicBezTo>
                <a:cubicBezTo>
                  <a:pt x="22274" y="1328"/>
                  <a:pt x="21289" y="1670"/>
                  <a:pt x="20281" y="1764"/>
                </a:cubicBezTo>
                <a:cubicBezTo>
                  <a:pt x="20062" y="1784"/>
                  <a:pt x="19841" y="1794"/>
                  <a:pt x="19620" y="1794"/>
                </a:cubicBezTo>
                <a:cubicBezTo>
                  <a:pt x="18644" y="1794"/>
                  <a:pt x="17671" y="1601"/>
                  <a:pt x="16789" y="1286"/>
                </a:cubicBezTo>
                <a:cubicBezTo>
                  <a:pt x="15722" y="905"/>
                  <a:pt x="14754" y="349"/>
                  <a:pt x="13607" y="110"/>
                </a:cubicBezTo>
                <a:cubicBezTo>
                  <a:pt x="13266" y="40"/>
                  <a:pt x="12917" y="1"/>
                  <a:pt x="12572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2" name="Google Shape;512;p20"/>
          <p:cNvGrpSpPr/>
          <p:nvPr/>
        </p:nvGrpSpPr>
        <p:grpSpPr>
          <a:xfrm>
            <a:off x="1539904" y="862266"/>
            <a:ext cx="6063713" cy="3662083"/>
            <a:chOff x="5677150" y="460514"/>
            <a:chExt cx="675803" cy="826730"/>
          </a:xfrm>
        </p:grpSpPr>
        <p:sp>
          <p:nvSpPr>
            <p:cNvPr id="513" name="Google Shape;513;p20"/>
            <p:cNvSpPr/>
            <p:nvPr/>
          </p:nvSpPr>
          <p:spPr>
            <a:xfrm>
              <a:off x="5677150" y="460514"/>
              <a:ext cx="675803" cy="826730"/>
            </a:xfrm>
            <a:custGeom>
              <a:rect b="b" l="l" r="r" t="t"/>
              <a:pathLst>
                <a:path extrusionOk="0" h="15595" w="12748">
                  <a:moveTo>
                    <a:pt x="6151" y="195"/>
                  </a:moveTo>
                  <a:cubicBezTo>
                    <a:pt x="6218" y="195"/>
                    <a:pt x="6285" y="195"/>
                    <a:pt x="6352" y="195"/>
                  </a:cubicBezTo>
                  <a:cubicBezTo>
                    <a:pt x="8186" y="199"/>
                    <a:pt x="10024" y="201"/>
                    <a:pt x="11858" y="230"/>
                  </a:cubicBezTo>
                  <a:cubicBezTo>
                    <a:pt x="11845" y="240"/>
                    <a:pt x="11838" y="256"/>
                    <a:pt x="11838" y="278"/>
                  </a:cubicBezTo>
                  <a:cubicBezTo>
                    <a:pt x="11857" y="2636"/>
                    <a:pt x="11871" y="4995"/>
                    <a:pt x="11887" y="7353"/>
                  </a:cubicBezTo>
                  <a:cubicBezTo>
                    <a:pt x="11903" y="9687"/>
                    <a:pt x="11851" y="12033"/>
                    <a:pt x="11954" y="14364"/>
                  </a:cubicBezTo>
                  <a:cubicBezTo>
                    <a:pt x="10088" y="13366"/>
                    <a:pt x="8242" y="12312"/>
                    <a:pt x="6345" y="11377"/>
                  </a:cubicBezTo>
                  <a:cubicBezTo>
                    <a:pt x="6338" y="11374"/>
                    <a:pt x="6331" y="11372"/>
                    <a:pt x="6324" y="11372"/>
                  </a:cubicBezTo>
                  <a:cubicBezTo>
                    <a:pt x="6291" y="11372"/>
                    <a:pt x="6268" y="11406"/>
                    <a:pt x="6278" y="11434"/>
                  </a:cubicBezTo>
                  <a:cubicBezTo>
                    <a:pt x="6270" y="11434"/>
                    <a:pt x="6261" y="11437"/>
                    <a:pt x="6253" y="11440"/>
                  </a:cubicBezTo>
                  <a:cubicBezTo>
                    <a:pt x="4488" y="12273"/>
                    <a:pt x="2694" y="13048"/>
                    <a:pt x="921" y="13861"/>
                  </a:cubicBezTo>
                  <a:cubicBezTo>
                    <a:pt x="924" y="9315"/>
                    <a:pt x="924" y="4763"/>
                    <a:pt x="835" y="219"/>
                  </a:cubicBezTo>
                  <a:lnTo>
                    <a:pt x="835" y="219"/>
                  </a:lnTo>
                  <a:cubicBezTo>
                    <a:pt x="1127" y="221"/>
                    <a:pt x="1419" y="222"/>
                    <a:pt x="1712" y="222"/>
                  </a:cubicBezTo>
                  <a:cubicBezTo>
                    <a:pt x="3192" y="222"/>
                    <a:pt x="4672" y="195"/>
                    <a:pt x="6151" y="195"/>
                  </a:cubicBezTo>
                  <a:close/>
                  <a:moveTo>
                    <a:pt x="189" y="210"/>
                  </a:moveTo>
                  <a:cubicBezTo>
                    <a:pt x="381" y="213"/>
                    <a:pt x="572" y="216"/>
                    <a:pt x="765" y="218"/>
                  </a:cubicBezTo>
                  <a:cubicBezTo>
                    <a:pt x="712" y="4804"/>
                    <a:pt x="770" y="9396"/>
                    <a:pt x="810" y="13984"/>
                  </a:cubicBezTo>
                  <a:cubicBezTo>
                    <a:pt x="810" y="14024"/>
                    <a:pt x="845" y="14044"/>
                    <a:pt x="881" y="14044"/>
                  </a:cubicBezTo>
                  <a:cubicBezTo>
                    <a:pt x="916" y="14044"/>
                    <a:pt x="952" y="14024"/>
                    <a:pt x="952" y="13984"/>
                  </a:cubicBezTo>
                  <a:lnTo>
                    <a:pt x="952" y="13971"/>
                  </a:lnTo>
                  <a:cubicBezTo>
                    <a:pt x="2715" y="13211"/>
                    <a:pt x="4535" y="12371"/>
                    <a:pt x="6322" y="11545"/>
                  </a:cubicBezTo>
                  <a:cubicBezTo>
                    <a:pt x="6351" y="11532"/>
                    <a:pt x="6356" y="11508"/>
                    <a:pt x="6348" y="11486"/>
                  </a:cubicBezTo>
                  <a:lnTo>
                    <a:pt x="6348" y="11486"/>
                  </a:lnTo>
                  <a:cubicBezTo>
                    <a:pt x="8163" y="12536"/>
                    <a:pt x="10044" y="13482"/>
                    <a:pt x="11891" y="14472"/>
                  </a:cubicBezTo>
                  <a:cubicBezTo>
                    <a:pt x="11901" y="14477"/>
                    <a:pt x="11910" y="14479"/>
                    <a:pt x="11919" y="14479"/>
                  </a:cubicBezTo>
                  <a:cubicBezTo>
                    <a:pt x="11938" y="14479"/>
                    <a:pt x="11955" y="14470"/>
                    <a:pt x="11967" y="14456"/>
                  </a:cubicBezTo>
                  <a:cubicBezTo>
                    <a:pt x="11974" y="14463"/>
                    <a:pt x="11984" y="14467"/>
                    <a:pt x="11994" y="14467"/>
                  </a:cubicBezTo>
                  <a:cubicBezTo>
                    <a:pt x="12013" y="14467"/>
                    <a:pt x="12031" y="14454"/>
                    <a:pt x="12032" y="14429"/>
                  </a:cubicBezTo>
                  <a:cubicBezTo>
                    <a:pt x="12108" y="12076"/>
                    <a:pt x="12027" y="9708"/>
                    <a:pt x="12014" y="7353"/>
                  </a:cubicBezTo>
                  <a:cubicBezTo>
                    <a:pt x="12001" y="4995"/>
                    <a:pt x="11984" y="2635"/>
                    <a:pt x="11974" y="278"/>
                  </a:cubicBezTo>
                  <a:cubicBezTo>
                    <a:pt x="11974" y="257"/>
                    <a:pt x="11966" y="242"/>
                    <a:pt x="11955" y="231"/>
                  </a:cubicBezTo>
                  <a:lnTo>
                    <a:pt x="11955" y="231"/>
                  </a:lnTo>
                  <a:cubicBezTo>
                    <a:pt x="12129" y="234"/>
                    <a:pt x="12303" y="236"/>
                    <a:pt x="12477" y="239"/>
                  </a:cubicBezTo>
                  <a:cubicBezTo>
                    <a:pt x="12539" y="2733"/>
                    <a:pt x="12582" y="5227"/>
                    <a:pt x="12558" y="7721"/>
                  </a:cubicBezTo>
                  <a:cubicBezTo>
                    <a:pt x="12546" y="8949"/>
                    <a:pt x="12545" y="10177"/>
                    <a:pt x="12542" y="11406"/>
                  </a:cubicBezTo>
                  <a:cubicBezTo>
                    <a:pt x="12537" y="12659"/>
                    <a:pt x="12458" y="13942"/>
                    <a:pt x="12556" y="15193"/>
                  </a:cubicBezTo>
                  <a:cubicBezTo>
                    <a:pt x="12553" y="15197"/>
                    <a:pt x="12550" y="15202"/>
                    <a:pt x="12548" y="15207"/>
                  </a:cubicBezTo>
                  <a:cubicBezTo>
                    <a:pt x="12531" y="15248"/>
                    <a:pt x="12544" y="15296"/>
                    <a:pt x="12544" y="15338"/>
                  </a:cubicBezTo>
                  <a:cubicBezTo>
                    <a:pt x="12544" y="15374"/>
                    <a:pt x="12539" y="15409"/>
                    <a:pt x="12535" y="15442"/>
                  </a:cubicBezTo>
                  <a:cubicBezTo>
                    <a:pt x="11424" y="14918"/>
                    <a:pt x="10314" y="14392"/>
                    <a:pt x="9213" y="13848"/>
                  </a:cubicBezTo>
                  <a:cubicBezTo>
                    <a:pt x="8673" y="13582"/>
                    <a:pt x="8134" y="13312"/>
                    <a:pt x="7596" y="13039"/>
                  </a:cubicBezTo>
                  <a:cubicBezTo>
                    <a:pt x="7186" y="12831"/>
                    <a:pt x="6723" y="12518"/>
                    <a:pt x="6251" y="12493"/>
                  </a:cubicBezTo>
                  <a:cubicBezTo>
                    <a:pt x="6250" y="12493"/>
                    <a:pt x="6249" y="12493"/>
                    <a:pt x="6249" y="12493"/>
                  </a:cubicBezTo>
                  <a:cubicBezTo>
                    <a:pt x="6238" y="12493"/>
                    <a:pt x="6231" y="12498"/>
                    <a:pt x="6226" y="12505"/>
                  </a:cubicBezTo>
                  <a:cubicBezTo>
                    <a:pt x="6218" y="12503"/>
                    <a:pt x="6210" y="12502"/>
                    <a:pt x="6201" y="12502"/>
                  </a:cubicBezTo>
                  <a:cubicBezTo>
                    <a:pt x="6190" y="12502"/>
                    <a:pt x="6177" y="12504"/>
                    <a:pt x="6165" y="12511"/>
                  </a:cubicBezTo>
                  <a:cubicBezTo>
                    <a:pt x="4198" y="13498"/>
                    <a:pt x="2163" y="14274"/>
                    <a:pt x="132" y="15113"/>
                  </a:cubicBezTo>
                  <a:lnTo>
                    <a:pt x="131" y="15113"/>
                  </a:lnTo>
                  <a:cubicBezTo>
                    <a:pt x="198" y="13891"/>
                    <a:pt x="165" y="12657"/>
                    <a:pt x="169" y="11434"/>
                  </a:cubicBezTo>
                  <a:cubicBezTo>
                    <a:pt x="172" y="10188"/>
                    <a:pt x="170" y="8942"/>
                    <a:pt x="176" y="7698"/>
                  </a:cubicBezTo>
                  <a:cubicBezTo>
                    <a:pt x="189" y="5207"/>
                    <a:pt x="189" y="2715"/>
                    <a:pt x="192" y="225"/>
                  </a:cubicBezTo>
                  <a:cubicBezTo>
                    <a:pt x="192" y="220"/>
                    <a:pt x="190" y="216"/>
                    <a:pt x="189" y="210"/>
                  </a:cubicBezTo>
                  <a:close/>
                  <a:moveTo>
                    <a:pt x="4658" y="1"/>
                  </a:moveTo>
                  <a:cubicBezTo>
                    <a:pt x="3153" y="1"/>
                    <a:pt x="1649" y="26"/>
                    <a:pt x="148" y="95"/>
                  </a:cubicBezTo>
                  <a:cubicBezTo>
                    <a:pt x="110" y="98"/>
                    <a:pt x="91" y="130"/>
                    <a:pt x="94" y="160"/>
                  </a:cubicBezTo>
                  <a:cubicBezTo>
                    <a:pt x="68" y="169"/>
                    <a:pt x="47" y="190"/>
                    <a:pt x="47" y="226"/>
                  </a:cubicBezTo>
                  <a:cubicBezTo>
                    <a:pt x="44" y="2716"/>
                    <a:pt x="36" y="5207"/>
                    <a:pt x="42" y="7698"/>
                  </a:cubicBezTo>
                  <a:cubicBezTo>
                    <a:pt x="45" y="8917"/>
                    <a:pt x="39" y="10136"/>
                    <a:pt x="39" y="11355"/>
                  </a:cubicBezTo>
                  <a:cubicBezTo>
                    <a:pt x="39" y="12623"/>
                    <a:pt x="1" y="13904"/>
                    <a:pt x="68" y="15170"/>
                  </a:cubicBezTo>
                  <a:cubicBezTo>
                    <a:pt x="69" y="15189"/>
                    <a:pt x="84" y="15199"/>
                    <a:pt x="99" y="15199"/>
                  </a:cubicBezTo>
                  <a:cubicBezTo>
                    <a:pt x="101" y="15199"/>
                    <a:pt x="104" y="15199"/>
                    <a:pt x="106" y="15198"/>
                  </a:cubicBezTo>
                  <a:cubicBezTo>
                    <a:pt x="114" y="15210"/>
                    <a:pt x="127" y="15220"/>
                    <a:pt x="144" y="15220"/>
                  </a:cubicBezTo>
                  <a:cubicBezTo>
                    <a:pt x="149" y="15220"/>
                    <a:pt x="155" y="15219"/>
                    <a:pt x="161" y="15217"/>
                  </a:cubicBezTo>
                  <a:cubicBezTo>
                    <a:pt x="2256" y="14587"/>
                    <a:pt x="4297" y="13628"/>
                    <a:pt x="6248" y="12653"/>
                  </a:cubicBezTo>
                  <a:cubicBezTo>
                    <a:pt x="6277" y="12639"/>
                    <a:pt x="6289" y="12613"/>
                    <a:pt x="6289" y="12590"/>
                  </a:cubicBezTo>
                  <a:cubicBezTo>
                    <a:pt x="6734" y="12822"/>
                    <a:pt x="7210" y="13014"/>
                    <a:pt x="7658" y="13244"/>
                  </a:cubicBezTo>
                  <a:cubicBezTo>
                    <a:pt x="8195" y="13520"/>
                    <a:pt x="8733" y="13791"/>
                    <a:pt x="9272" y="14059"/>
                  </a:cubicBezTo>
                  <a:cubicBezTo>
                    <a:pt x="10328" y="14583"/>
                    <a:pt x="11389" y="15096"/>
                    <a:pt x="12460" y="15586"/>
                  </a:cubicBezTo>
                  <a:cubicBezTo>
                    <a:pt x="12473" y="15592"/>
                    <a:pt x="12485" y="15594"/>
                    <a:pt x="12496" y="15594"/>
                  </a:cubicBezTo>
                  <a:cubicBezTo>
                    <a:pt x="12531" y="15594"/>
                    <a:pt x="12561" y="15570"/>
                    <a:pt x="12575" y="15541"/>
                  </a:cubicBezTo>
                  <a:cubicBezTo>
                    <a:pt x="12579" y="15542"/>
                    <a:pt x="12583" y="15543"/>
                    <a:pt x="12587" y="15543"/>
                  </a:cubicBezTo>
                  <a:cubicBezTo>
                    <a:pt x="12602" y="15543"/>
                    <a:pt x="12615" y="15536"/>
                    <a:pt x="12624" y="15516"/>
                  </a:cubicBezTo>
                  <a:cubicBezTo>
                    <a:pt x="12648" y="15465"/>
                    <a:pt x="12662" y="15413"/>
                    <a:pt x="12671" y="15356"/>
                  </a:cubicBezTo>
                  <a:cubicBezTo>
                    <a:pt x="12679" y="15302"/>
                    <a:pt x="12690" y="15241"/>
                    <a:pt x="12658" y="15193"/>
                  </a:cubicBezTo>
                  <a:cubicBezTo>
                    <a:pt x="12655" y="15188"/>
                    <a:pt x="12650" y="15182"/>
                    <a:pt x="12646" y="15179"/>
                  </a:cubicBezTo>
                  <a:cubicBezTo>
                    <a:pt x="12748" y="13959"/>
                    <a:pt x="12679" y="12709"/>
                    <a:pt x="12684" y="11486"/>
                  </a:cubicBezTo>
                  <a:cubicBezTo>
                    <a:pt x="12687" y="10231"/>
                    <a:pt x="12697" y="8976"/>
                    <a:pt x="12690" y="7721"/>
                  </a:cubicBezTo>
                  <a:cubicBezTo>
                    <a:pt x="12676" y="5223"/>
                    <a:pt x="12739" y="2724"/>
                    <a:pt x="12648" y="226"/>
                  </a:cubicBezTo>
                  <a:cubicBezTo>
                    <a:pt x="12647" y="189"/>
                    <a:pt x="12626" y="165"/>
                    <a:pt x="12600" y="153"/>
                  </a:cubicBezTo>
                  <a:cubicBezTo>
                    <a:pt x="12592" y="137"/>
                    <a:pt x="12577" y="124"/>
                    <a:pt x="12552" y="124"/>
                  </a:cubicBezTo>
                  <a:cubicBezTo>
                    <a:pt x="9927" y="77"/>
                    <a:pt x="7291" y="1"/>
                    <a:pt x="46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20"/>
            <p:cNvSpPr/>
            <p:nvPr/>
          </p:nvSpPr>
          <p:spPr>
            <a:xfrm>
              <a:off x="5684148" y="471647"/>
              <a:ext cx="660059" cy="807486"/>
            </a:xfrm>
            <a:custGeom>
              <a:rect b="b" l="l" r="r" t="t"/>
              <a:pathLst>
                <a:path extrusionOk="0" h="15232" w="12451">
                  <a:moveTo>
                    <a:pt x="58" y="0"/>
                  </a:moveTo>
                  <a:cubicBezTo>
                    <a:pt x="58" y="7"/>
                    <a:pt x="60" y="10"/>
                    <a:pt x="60" y="16"/>
                  </a:cubicBezTo>
                  <a:cubicBezTo>
                    <a:pt x="57" y="2506"/>
                    <a:pt x="58" y="4997"/>
                    <a:pt x="45" y="7488"/>
                  </a:cubicBezTo>
                  <a:cubicBezTo>
                    <a:pt x="39" y="8732"/>
                    <a:pt x="40" y="9978"/>
                    <a:pt x="37" y="11224"/>
                  </a:cubicBezTo>
                  <a:cubicBezTo>
                    <a:pt x="33" y="12447"/>
                    <a:pt x="66" y="13681"/>
                    <a:pt x="0" y="14903"/>
                  </a:cubicBezTo>
                  <a:cubicBezTo>
                    <a:pt x="2031" y="14064"/>
                    <a:pt x="4066" y="13288"/>
                    <a:pt x="6034" y="12301"/>
                  </a:cubicBezTo>
                  <a:cubicBezTo>
                    <a:pt x="6046" y="12294"/>
                    <a:pt x="6058" y="12292"/>
                    <a:pt x="6070" y="12292"/>
                  </a:cubicBezTo>
                  <a:cubicBezTo>
                    <a:pt x="6078" y="12292"/>
                    <a:pt x="6086" y="12293"/>
                    <a:pt x="6094" y="12295"/>
                  </a:cubicBezTo>
                  <a:cubicBezTo>
                    <a:pt x="6099" y="12288"/>
                    <a:pt x="6106" y="12283"/>
                    <a:pt x="6117" y="12283"/>
                  </a:cubicBezTo>
                  <a:cubicBezTo>
                    <a:pt x="6117" y="12283"/>
                    <a:pt x="6118" y="12283"/>
                    <a:pt x="6119" y="12283"/>
                  </a:cubicBezTo>
                  <a:cubicBezTo>
                    <a:pt x="6591" y="12308"/>
                    <a:pt x="7054" y="12621"/>
                    <a:pt x="7466" y="12829"/>
                  </a:cubicBezTo>
                  <a:cubicBezTo>
                    <a:pt x="8003" y="13102"/>
                    <a:pt x="8541" y="13372"/>
                    <a:pt x="9081" y="13639"/>
                  </a:cubicBezTo>
                  <a:cubicBezTo>
                    <a:pt x="10182" y="14183"/>
                    <a:pt x="11292" y="14708"/>
                    <a:pt x="12403" y="15232"/>
                  </a:cubicBezTo>
                  <a:cubicBezTo>
                    <a:pt x="12407" y="15199"/>
                    <a:pt x="12412" y="15165"/>
                    <a:pt x="12412" y="15129"/>
                  </a:cubicBezTo>
                  <a:cubicBezTo>
                    <a:pt x="12412" y="15086"/>
                    <a:pt x="12399" y="15039"/>
                    <a:pt x="12416" y="14997"/>
                  </a:cubicBezTo>
                  <a:cubicBezTo>
                    <a:pt x="12418" y="14992"/>
                    <a:pt x="12421" y="14987"/>
                    <a:pt x="12424" y="14983"/>
                  </a:cubicBezTo>
                  <a:cubicBezTo>
                    <a:pt x="12327" y="13732"/>
                    <a:pt x="12405" y="12449"/>
                    <a:pt x="12410" y="11196"/>
                  </a:cubicBezTo>
                  <a:cubicBezTo>
                    <a:pt x="12413" y="9967"/>
                    <a:pt x="12414" y="8739"/>
                    <a:pt x="12426" y="7511"/>
                  </a:cubicBezTo>
                  <a:cubicBezTo>
                    <a:pt x="12450" y="5017"/>
                    <a:pt x="12407" y="2523"/>
                    <a:pt x="12345" y="29"/>
                  </a:cubicBezTo>
                  <a:cubicBezTo>
                    <a:pt x="12171" y="26"/>
                    <a:pt x="11997" y="24"/>
                    <a:pt x="11823" y="21"/>
                  </a:cubicBezTo>
                  <a:lnTo>
                    <a:pt x="11823" y="21"/>
                  </a:lnTo>
                  <a:cubicBezTo>
                    <a:pt x="11835" y="32"/>
                    <a:pt x="11842" y="47"/>
                    <a:pt x="11842" y="68"/>
                  </a:cubicBezTo>
                  <a:cubicBezTo>
                    <a:pt x="11852" y="2426"/>
                    <a:pt x="11869" y="4785"/>
                    <a:pt x="11882" y="7144"/>
                  </a:cubicBezTo>
                  <a:cubicBezTo>
                    <a:pt x="11896" y="9498"/>
                    <a:pt x="11976" y="11867"/>
                    <a:pt x="11900" y="14219"/>
                  </a:cubicBezTo>
                  <a:cubicBezTo>
                    <a:pt x="11899" y="14244"/>
                    <a:pt x="11881" y="14257"/>
                    <a:pt x="11863" y="14257"/>
                  </a:cubicBezTo>
                  <a:cubicBezTo>
                    <a:pt x="11853" y="14257"/>
                    <a:pt x="11843" y="14253"/>
                    <a:pt x="11835" y="14246"/>
                  </a:cubicBezTo>
                  <a:cubicBezTo>
                    <a:pt x="11823" y="14260"/>
                    <a:pt x="11807" y="14270"/>
                    <a:pt x="11788" y="14270"/>
                  </a:cubicBezTo>
                  <a:cubicBezTo>
                    <a:pt x="11779" y="14270"/>
                    <a:pt x="11769" y="14267"/>
                    <a:pt x="11759" y="14262"/>
                  </a:cubicBezTo>
                  <a:cubicBezTo>
                    <a:pt x="9912" y="13272"/>
                    <a:pt x="8031" y="12326"/>
                    <a:pt x="6217" y="11276"/>
                  </a:cubicBezTo>
                  <a:lnTo>
                    <a:pt x="6217" y="11276"/>
                  </a:lnTo>
                  <a:cubicBezTo>
                    <a:pt x="6224" y="11298"/>
                    <a:pt x="6219" y="11323"/>
                    <a:pt x="6191" y="11336"/>
                  </a:cubicBezTo>
                  <a:cubicBezTo>
                    <a:pt x="4403" y="12161"/>
                    <a:pt x="2583" y="13002"/>
                    <a:pt x="820" y="13761"/>
                  </a:cubicBezTo>
                  <a:lnTo>
                    <a:pt x="820" y="13774"/>
                  </a:lnTo>
                  <a:cubicBezTo>
                    <a:pt x="820" y="13814"/>
                    <a:pt x="784" y="13834"/>
                    <a:pt x="749" y="13834"/>
                  </a:cubicBezTo>
                  <a:cubicBezTo>
                    <a:pt x="713" y="13834"/>
                    <a:pt x="678" y="13814"/>
                    <a:pt x="678" y="13774"/>
                  </a:cubicBezTo>
                  <a:cubicBezTo>
                    <a:pt x="638" y="9186"/>
                    <a:pt x="580" y="4594"/>
                    <a:pt x="634" y="8"/>
                  </a:cubicBezTo>
                  <a:cubicBezTo>
                    <a:pt x="442" y="7"/>
                    <a:pt x="249" y="3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20"/>
            <p:cNvSpPr/>
            <p:nvPr/>
          </p:nvSpPr>
          <p:spPr>
            <a:xfrm>
              <a:off x="5721415" y="470851"/>
              <a:ext cx="589393" cy="751187"/>
            </a:xfrm>
            <a:custGeom>
              <a:rect b="b" l="l" r="r" t="t"/>
              <a:pathLst>
                <a:path extrusionOk="0" h="14170" w="11118">
                  <a:moveTo>
                    <a:pt x="5316" y="0"/>
                  </a:moveTo>
                  <a:cubicBezTo>
                    <a:pt x="3837" y="0"/>
                    <a:pt x="2357" y="27"/>
                    <a:pt x="877" y="27"/>
                  </a:cubicBezTo>
                  <a:cubicBezTo>
                    <a:pt x="584" y="27"/>
                    <a:pt x="292" y="26"/>
                    <a:pt x="0" y="24"/>
                  </a:cubicBezTo>
                  <a:lnTo>
                    <a:pt x="0" y="24"/>
                  </a:lnTo>
                  <a:cubicBezTo>
                    <a:pt x="89" y="4568"/>
                    <a:pt x="89" y="9120"/>
                    <a:pt x="86" y="13666"/>
                  </a:cubicBezTo>
                  <a:cubicBezTo>
                    <a:pt x="1859" y="12853"/>
                    <a:pt x="3653" y="12077"/>
                    <a:pt x="5418" y="11245"/>
                  </a:cubicBezTo>
                  <a:cubicBezTo>
                    <a:pt x="5426" y="11241"/>
                    <a:pt x="5435" y="11239"/>
                    <a:pt x="5443" y="11239"/>
                  </a:cubicBezTo>
                  <a:cubicBezTo>
                    <a:pt x="5433" y="11211"/>
                    <a:pt x="5456" y="11177"/>
                    <a:pt x="5489" y="11177"/>
                  </a:cubicBezTo>
                  <a:cubicBezTo>
                    <a:pt x="5496" y="11177"/>
                    <a:pt x="5503" y="11179"/>
                    <a:pt x="5510" y="11182"/>
                  </a:cubicBezTo>
                  <a:cubicBezTo>
                    <a:pt x="7407" y="12117"/>
                    <a:pt x="9253" y="13171"/>
                    <a:pt x="11118" y="14169"/>
                  </a:cubicBezTo>
                  <a:cubicBezTo>
                    <a:pt x="11016" y="11838"/>
                    <a:pt x="11067" y="9492"/>
                    <a:pt x="11051" y="7158"/>
                  </a:cubicBezTo>
                  <a:cubicBezTo>
                    <a:pt x="11035" y="4800"/>
                    <a:pt x="11022" y="2441"/>
                    <a:pt x="11003" y="83"/>
                  </a:cubicBezTo>
                  <a:cubicBezTo>
                    <a:pt x="11003" y="61"/>
                    <a:pt x="11010" y="45"/>
                    <a:pt x="11023" y="35"/>
                  </a:cubicBezTo>
                  <a:cubicBezTo>
                    <a:pt x="9189" y="6"/>
                    <a:pt x="7351" y="4"/>
                    <a:pt x="5517" y="0"/>
                  </a:cubicBezTo>
                  <a:cubicBezTo>
                    <a:pt x="5450" y="0"/>
                    <a:pt x="5383" y="0"/>
                    <a:pt x="53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6" name="Google Shape;516;p20"/>
          <p:cNvSpPr txBox="1"/>
          <p:nvPr>
            <p:ph idx="1" type="subTitle"/>
          </p:nvPr>
        </p:nvSpPr>
        <p:spPr>
          <a:xfrm flipH="1">
            <a:off x="2649475" y="2513525"/>
            <a:ext cx="3845100" cy="869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loria Hallelujah"/>
              <a:buNone/>
              <a:defRPr sz="16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17" name="Google Shape;517;p20"/>
          <p:cNvSpPr/>
          <p:nvPr/>
        </p:nvSpPr>
        <p:spPr>
          <a:xfrm>
            <a:off x="433397" y="3873365"/>
            <a:ext cx="559652" cy="537631"/>
          </a:xfrm>
          <a:custGeom>
            <a:rect b="b" l="l" r="r" t="t"/>
            <a:pathLst>
              <a:path extrusionOk="0" h="3786" w="3941">
                <a:moveTo>
                  <a:pt x="2590" y="410"/>
                </a:moveTo>
                <a:cubicBezTo>
                  <a:pt x="2599" y="410"/>
                  <a:pt x="2603" y="418"/>
                  <a:pt x="2606" y="432"/>
                </a:cubicBezTo>
                <a:cubicBezTo>
                  <a:pt x="2612" y="467"/>
                  <a:pt x="2609" y="510"/>
                  <a:pt x="2601" y="528"/>
                </a:cubicBezTo>
                <a:cubicBezTo>
                  <a:pt x="2592" y="547"/>
                  <a:pt x="2589" y="613"/>
                  <a:pt x="2594" y="677"/>
                </a:cubicBezTo>
                <a:cubicBezTo>
                  <a:pt x="2599" y="740"/>
                  <a:pt x="2591" y="856"/>
                  <a:pt x="2574" y="935"/>
                </a:cubicBezTo>
                <a:cubicBezTo>
                  <a:pt x="2558" y="1013"/>
                  <a:pt x="2555" y="1111"/>
                  <a:pt x="2567" y="1154"/>
                </a:cubicBezTo>
                <a:cubicBezTo>
                  <a:pt x="2590" y="1227"/>
                  <a:pt x="2599" y="1232"/>
                  <a:pt x="2755" y="1262"/>
                </a:cubicBezTo>
                <a:cubicBezTo>
                  <a:pt x="2846" y="1279"/>
                  <a:pt x="2956" y="1305"/>
                  <a:pt x="3003" y="1321"/>
                </a:cubicBezTo>
                <a:cubicBezTo>
                  <a:pt x="3049" y="1335"/>
                  <a:pt x="3174" y="1360"/>
                  <a:pt x="3279" y="1375"/>
                </a:cubicBezTo>
                <a:cubicBezTo>
                  <a:pt x="3533" y="1411"/>
                  <a:pt x="3610" y="1431"/>
                  <a:pt x="3598" y="1454"/>
                </a:cubicBezTo>
                <a:cubicBezTo>
                  <a:pt x="3593" y="1466"/>
                  <a:pt x="3377" y="1549"/>
                  <a:pt x="3120" y="1639"/>
                </a:cubicBezTo>
                <a:cubicBezTo>
                  <a:pt x="2601" y="1819"/>
                  <a:pt x="2539" y="1873"/>
                  <a:pt x="2695" y="2002"/>
                </a:cubicBezTo>
                <a:cubicBezTo>
                  <a:pt x="2742" y="2041"/>
                  <a:pt x="2909" y="2204"/>
                  <a:pt x="3069" y="2369"/>
                </a:cubicBezTo>
                <a:lnTo>
                  <a:pt x="3359" y="2666"/>
                </a:lnTo>
                <a:lnTo>
                  <a:pt x="3237" y="2646"/>
                </a:lnTo>
                <a:cubicBezTo>
                  <a:pt x="3170" y="2636"/>
                  <a:pt x="2955" y="2593"/>
                  <a:pt x="2758" y="2550"/>
                </a:cubicBezTo>
                <a:cubicBezTo>
                  <a:pt x="2592" y="2515"/>
                  <a:pt x="2484" y="2498"/>
                  <a:pt x="2423" y="2498"/>
                </a:cubicBezTo>
                <a:cubicBezTo>
                  <a:pt x="2392" y="2498"/>
                  <a:pt x="2373" y="2502"/>
                  <a:pt x="2364" y="2511"/>
                </a:cubicBezTo>
                <a:cubicBezTo>
                  <a:pt x="2345" y="2532"/>
                  <a:pt x="2330" y="2622"/>
                  <a:pt x="2331" y="2713"/>
                </a:cubicBezTo>
                <a:cubicBezTo>
                  <a:pt x="2332" y="2803"/>
                  <a:pt x="2323" y="2954"/>
                  <a:pt x="2309" y="3050"/>
                </a:cubicBezTo>
                <a:cubicBezTo>
                  <a:pt x="2295" y="3145"/>
                  <a:pt x="2289" y="3245"/>
                  <a:pt x="2294" y="3270"/>
                </a:cubicBezTo>
                <a:cubicBezTo>
                  <a:pt x="2300" y="3297"/>
                  <a:pt x="2297" y="3309"/>
                  <a:pt x="2290" y="3309"/>
                </a:cubicBezTo>
                <a:cubicBezTo>
                  <a:pt x="2276" y="3309"/>
                  <a:pt x="2243" y="3265"/>
                  <a:pt x="2216" y="3199"/>
                </a:cubicBezTo>
                <a:cubicBezTo>
                  <a:pt x="2196" y="3147"/>
                  <a:pt x="2135" y="3007"/>
                  <a:pt x="2082" y="2891"/>
                </a:cubicBezTo>
                <a:cubicBezTo>
                  <a:pt x="2030" y="2774"/>
                  <a:pt x="1974" y="2644"/>
                  <a:pt x="1961" y="2606"/>
                </a:cubicBezTo>
                <a:cubicBezTo>
                  <a:pt x="1941" y="2548"/>
                  <a:pt x="1920" y="2534"/>
                  <a:pt x="1854" y="2532"/>
                </a:cubicBezTo>
                <a:cubicBezTo>
                  <a:pt x="1853" y="2532"/>
                  <a:pt x="1853" y="2532"/>
                  <a:pt x="1853" y="2532"/>
                </a:cubicBezTo>
                <a:cubicBezTo>
                  <a:pt x="1777" y="2532"/>
                  <a:pt x="1468" y="2664"/>
                  <a:pt x="1272" y="2783"/>
                </a:cubicBezTo>
                <a:cubicBezTo>
                  <a:pt x="1229" y="2809"/>
                  <a:pt x="1147" y="2851"/>
                  <a:pt x="1092" y="2876"/>
                </a:cubicBezTo>
                <a:lnTo>
                  <a:pt x="992" y="2922"/>
                </a:lnTo>
                <a:lnTo>
                  <a:pt x="1194" y="2531"/>
                </a:lnTo>
                <a:cubicBezTo>
                  <a:pt x="1347" y="2231"/>
                  <a:pt x="1391" y="2125"/>
                  <a:pt x="1381" y="2077"/>
                </a:cubicBezTo>
                <a:cubicBezTo>
                  <a:pt x="1368" y="2025"/>
                  <a:pt x="1317" y="1996"/>
                  <a:pt x="1044" y="1880"/>
                </a:cubicBezTo>
                <a:cubicBezTo>
                  <a:pt x="866" y="1804"/>
                  <a:pt x="659" y="1728"/>
                  <a:pt x="581" y="1706"/>
                </a:cubicBezTo>
                <a:cubicBezTo>
                  <a:pt x="501" y="1685"/>
                  <a:pt x="442" y="1665"/>
                  <a:pt x="444" y="1659"/>
                </a:cubicBezTo>
                <a:cubicBezTo>
                  <a:pt x="447" y="1654"/>
                  <a:pt x="521" y="1645"/>
                  <a:pt x="614" y="1640"/>
                </a:cubicBezTo>
                <a:cubicBezTo>
                  <a:pt x="705" y="1635"/>
                  <a:pt x="829" y="1620"/>
                  <a:pt x="896" y="1607"/>
                </a:cubicBezTo>
                <a:cubicBezTo>
                  <a:pt x="960" y="1595"/>
                  <a:pt x="1127" y="1580"/>
                  <a:pt x="1264" y="1575"/>
                </a:cubicBezTo>
                <a:cubicBezTo>
                  <a:pt x="1550" y="1564"/>
                  <a:pt x="1602" y="1522"/>
                  <a:pt x="1540" y="1348"/>
                </a:cubicBezTo>
                <a:cubicBezTo>
                  <a:pt x="1517" y="1285"/>
                  <a:pt x="1481" y="1150"/>
                  <a:pt x="1459" y="1046"/>
                </a:cubicBezTo>
                <a:cubicBezTo>
                  <a:pt x="1436" y="942"/>
                  <a:pt x="1405" y="815"/>
                  <a:pt x="1389" y="762"/>
                </a:cubicBezTo>
                <a:cubicBezTo>
                  <a:pt x="1366" y="682"/>
                  <a:pt x="1362" y="642"/>
                  <a:pt x="1378" y="642"/>
                </a:cubicBezTo>
                <a:cubicBezTo>
                  <a:pt x="1392" y="642"/>
                  <a:pt x="1422" y="675"/>
                  <a:pt x="1466" y="740"/>
                </a:cubicBezTo>
                <a:cubicBezTo>
                  <a:pt x="1555" y="874"/>
                  <a:pt x="1817" y="1083"/>
                  <a:pt x="1904" y="1091"/>
                </a:cubicBezTo>
                <a:cubicBezTo>
                  <a:pt x="1905" y="1091"/>
                  <a:pt x="1906" y="1091"/>
                  <a:pt x="1907" y="1091"/>
                </a:cubicBezTo>
                <a:cubicBezTo>
                  <a:pt x="1934" y="1091"/>
                  <a:pt x="1978" y="1064"/>
                  <a:pt x="2004" y="1030"/>
                </a:cubicBezTo>
                <a:cubicBezTo>
                  <a:pt x="2033" y="995"/>
                  <a:pt x="2177" y="832"/>
                  <a:pt x="2326" y="667"/>
                </a:cubicBezTo>
                <a:cubicBezTo>
                  <a:pt x="2496" y="478"/>
                  <a:pt x="2563" y="410"/>
                  <a:pt x="2590" y="410"/>
                </a:cubicBezTo>
                <a:close/>
                <a:moveTo>
                  <a:pt x="2709" y="0"/>
                </a:moveTo>
                <a:cubicBezTo>
                  <a:pt x="2682" y="0"/>
                  <a:pt x="2652" y="9"/>
                  <a:pt x="2622" y="27"/>
                </a:cubicBezTo>
                <a:cubicBezTo>
                  <a:pt x="2580" y="52"/>
                  <a:pt x="2547" y="89"/>
                  <a:pt x="2550" y="107"/>
                </a:cubicBezTo>
                <a:cubicBezTo>
                  <a:pt x="2552" y="126"/>
                  <a:pt x="2468" y="241"/>
                  <a:pt x="2365" y="360"/>
                </a:cubicBezTo>
                <a:cubicBezTo>
                  <a:pt x="2262" y="480"/>
                  <a:pt x="2174" y="588"/>
                  <a:pt x="2171" y="597"/>
                </a:cubicBezTo>
                <a:cubicBezTo>
                  <a:pt x="2168" y="607"/>
                  <a:pt x="2146" y="631"/>
                  <a:pt x="2122" y="652"/>
                </a:cubicBezTo>
                <a:cubicBezTo>
                  <a:pt x="2098" y="672"/>
                  <a:pt x="2039" y="733"/>
                  <a:pt x="1989" y="790"/>
                </a:cubicBezTo>
                <a:cubicBezTo>
                  <a:pt x="1939" y="846"/>
                  <a:pt x="1914" y="869"/>
                  <a:pt x="1886" y="869"/>
                </a:cubicBezTo>
                <a:cubicBezTo>
                  <a:pt x="1868" y="869"/>
                  <a:pt x="1850" y="860"/>
                  <a:pt x="1824" y="844"/>
                </a:cubicBezTo>
                <a:cubicBezTo>
                  <a:pt x="1782" y="818"/>
                  <a:pt x="1694" y="726"/>
                  <a:pt x="1626" y="635"/>
                </a:cubicBezTo>
                <a:cubicBezTo>
                  <a:pt x="1442" y="390"/>
                  <a:pt x="1245" y="223"/>
                  <a:pt x="1149" y="223"/>
                </a:cubicBezTo>
                <a:cubicBezTo>
                  <a:pt x="1133" y="223"/>
                  <a:pt x="1120" y="228"/>
                  <a:pt x="1110" y="237"/>
                </a:cubicBezTo>
                <a:cubicBezTo>
                  <a:pt x="1064" y="282"/>
                  <a:pt x="1073" y="379"/>
                  <a:pt x="1140" y="584"/>
                </a:cubicBezTo>
                <a:cubicBezTo>
                  <a:pt x="1172" y="680"/>
                  <a:pt x="1214" y="830"/>
                  <a:pt x="1232" y="915"/>
                </a:cubicBezTo>
                <a:cubicBezTo>
                  <a:pt x="1250" y="1000"/>
                  <a:pt x="1281" y="1139"/>
                  <a:pt x="1299" y="1225"/>
                </a:cubicBezTo>
                <a:cubicBezTo>
                  <a:pt x="1320" y="1320"/>
                  <a:pt x="1320" y="1376"/>
                  <a:pt x="1298" y="1376"/>
                </a:cubicBezTo>
                <a:cubicBezTo>
                  <a:pt x="1298" y="1376"/>
                  <a:pt x="1298" y="1376"/>
                  <a:pt x="1297" y="1376"/>
                </a:cubicBezTo>
                <a:cubicBezTo>
                  <a:pt x="1292" y="1376"/>
                  <a:pt x="1286" y="1375"/>
                  <a:pt x="1277" y="1375"/>
                </a:cubicBezTo>
                <a:cubicBezTo>
                  <a:pt x="1133" y="1375"/>
                  <a:pt x="477" y="1451"/>
                  <a:pt x="286" y="1491"/>
                </a:cubicBezTo>
                <a:cubicBezTo>
                  <a:pt x="107" y="1529"/>
                  <a:pt x="61" y="1551"/>
                  <a:pt x="30" y="1616"/>
                </a:cubicBezTo>
                <a:cubicBezTo>
                  <a:pt x="0" y="1678"/>
                  <a:pt x="5" y="1706"/>
                  <a:pt x="52" y="1745"/>
                </a:cubicBezTo>
                <a:cubicBezTo>
                  <a:pt x="84" y="1772"/>
                  <a:pt x="151" y="1797"/>
                  <a:pt x="200" y="1800"/>
                </a:cubicBezTo>
                <a:cubicBezTo>
                  <a:pt x="291" y="1807"/>
                  <a:pt x="952" y="2025"/>
                  <a:pt x="1105" y="2098"/>
                </a:cubicBezTo>
                <a:lnTo>
                  <a:pt x="1188" y="2138"/>
                </a:lnTo>
                <a:lnTo>
                  <a:pt x="1040" y="2445"/>
                </a:lnTo>
                <a:cubicBezTo>
                  <a:pt x="957" y="2616"/>
                  <a:pt x="844" y="2808"/>
                  <a:pt x="785" y="2877"/>
                </a:cubicBezTo>
                <a:cubicBezTo>
                  <a:pt x="620" y="3073"/>
                  <a:pt x="575" y="3250"/>
                  <a:pt x="680" y="3302"/>
                </a:cubicBezTo>
                <a:cubicBezTo>
                  <a:pt x="682" y="3303"/>
                  <a:pt x="686" y="3304"/>
                  <a:pt x="690" y="3304"/>
                </a:cubicBezTo>
                <a:cubicBezTo>
                  <a:pt x="748" y="3304"/>
                  <a:pt x="952" y="3183"/>
                  <a:pt x="978" y="3130"/>
                </a:cubicBezTo>
                <a:cubicBezTo>
                  <a:pt x="987" y="3111"/>
                  <a:pt x="1002" y="3099"/>
                  <a:pt x="1016" y="3099"/>
                </a:cubicBezTo>
                <a:cubicBezTo>
                  <a:pt x="1018" y="3099"/>
                  <a:pt x="1021" y="3099"/>
                  <a:pt x="1024" y="3100"/>
                </a:cubicBezTo>
                <a:cubicBezTo>
                  <a:pt x="1025" y="3101"/>
                  <a:pt x="1026" y="3101"/>
                  <a:pt x="1027" y="3101"/>
                </a:cubicBezTo>
                <a:cubicBezTo>
                  <a:pt x="1069" y="3101"/>
                  <a:pt x="1386" y="2948"/>
                  <a:pt x="1674" y="2788"/>
                </a:cubicBezTo>
                <a:cubicBezTo>
                  <a:pt x="1726" y="2759"/>
                  <a:pt x="1765" y="2744"/>
                  <a:pt x="1793" y="2744"/>
                </a:cubicBezTo>
                <a:cubicBezTo>
                  <a:pt x="1831" y="2744"/>
                  <a:pt x="1852" y="2770"/>
                  <a:pt x="1864" y="2823"/>
                </a:cubicBezTo>
                <a:cubicBezTo>
                  <a:pt x="1887" y="2910"/>
                  <a:pt x="2191" y="3608"/>
                  <a:pt x="2250" y="3705"/>
                </a:cubicBezTo>
                <a:cubicBezTo>
                  <a:pt x="2289" y="3767"/>
                  <a:pt x="2314" y="3785"/>
                  <a:pt x="2366" y="3785"/>
                </a:cubicBezTo>
                <a:cubicBezTo>
                  <a:pt x="2368" y="3785"/>
                  <a:pt x="2369" y="3785"/>
                  <a:pt x="2371" y="3785"/>
                </a:cubicBezTo>
                <a:cubicBezTo>
                  <a:pt x="2463" y="3782"/>
                  <a:pt x="2481" y="3737"/>
                  <a:pt x="2476" y="3523"/>
                </a:cubicBezTo>
                <a:cubicBezTo>
                  <a:pt x="2473" y="3425"/>
                  <a:pt x="2482" y="3223"/>
                  <a:pt x="2496" y="3073"/>
                </a:cubicBezTo>
                <a:cubicBezTo>
                  <a:pt x="2510" y="2923"/>
                  <a:pt x="2521" y="2777"/>
                  <a:pt x="2523" y="2747"/>
                </a:cubicBezTo>
                <a:cubicBezTo>
                  <a:pt x="2523" y="2725"/>
                  <a:pt x="2536" y="2714"/>
                  <a:pt x="2579" y="2714"/>
                </a:cubicBezTo>
                <a:cubicBezTo>
                  <a:pt x="2623" y="2714"/>
                  <a:pt x="2699" y="2726"/>
                  <a:pt x="2826" y="2750"/>
                </a:cubicBezTo>
                <a:cubicBezTo>
                  <a:pt x="2994" y="2781"/>
                  <a:pt x="3221" y="2830"/>
                  <a:pt x="3335" y="2859"/>
                </a:cubicBezTo>
                <a:cubicBezTo>
                  <a:pt x="3414" y="2879"/>
                  <a:pt x="3481" y="2888"/>
                  <a:pt x="3535" y="2888"/>
                </a:cubicBezTo>
                <a:cubicBezTo>
                  <a:pt x="3727" y="2888"/>
                  <a:pt x="3758" y="2772"/>
                  <a:pt x="3572" y="2602"/>
                </a:cubicBezTo>
                <a:cubicBezTo>
                  <a:pt x="3354" y="2405"/>
                  <a:pt x="2936" y="1957"/>
                  <a:pt x="2951" y="1937"/>
                </a:cubicBezTo>
                <a:cubicBezTo>
                  <a:pt x="2958" y="1927"/>
                  <a:pt x="3181" y="1835"/>
                  <a:pt x="3442" y="1735"/>
                </a:cubicBezTo>
                <a:cubicBezTo>
                  <a:pt x="3703" y="1634"/>
                  <a:pt x="3925" y="1538"/>
                  <a:pt x="3933" y="1522"/>
                </a:cubicBezTo>
                <a:cubicBezTo>
                  <a:pt x="3940" y="1507"/>
                  <a:pt x="3936" y="1464"/>
                  <a:pt x="3923" y="1430"/>
                </a:cubicBezTo>
                <a:cubicBezTo>
                  <a:pt x="3893" y="1347"/>
                  <a:pt x="3653" y="1255"/>
                  <a:pt x="3292" y="1189"/>
                </a:cubicBezTo>
                <a:cubicBezTo>
                  <a:pt x="3144" y="1161"/>
                  <a:pt x="2965" y="1125"/>
                  <a:pt x="2887" y="1106"/>
                </a:cubicBezTo>
                <a:lnTo>
                  <a:pt x="2747" y="1072"/>
                </a:lnTo>
                <a:lnTo>
                  <a:pt x="2767" y="875"/>
                </a:lnTo>
                <a:cubicBezTo>
                  <a:pt x="2778" y="768"/>
                  <a:pt x="2787" y="604"/>
                  <a:pt x="2787" y="514"/>
                </a:cubicBezTo>
                <a:cubicBezTo>
                  <a:pt x="2789" y="425"/>
                  <a:pt x="2795" y="347"/>
                  <a:pt x="2803" y="345"/>
                </a:cubicBezTo>
                <a:cubicBezTo>
                  <a:pt x="2828" y="336"/>
                  <a:pt x="2836" y="101"/>
                  <a:pt x="2812" y="62"/>
                </a:cubicBezTo>
                <a:cubicBezTo>
                  <a:pt x="2787" y="21"/>
                  <a:pt x="2751" y="0"/>
                  <a:pt x="270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  <p:grpSp>
        <p:nvGrpSpPr>
          <p:cNvPr id="518" name="Google Shape;518;p20"/>
          <p:cNvGrpSpPr/>
          <p:nvPr/>
        </p:nvGrpSpPr>
        <p:grpSpPr>
          <a:xfrm>
            <a:off x="8028956" y="4262978"/>
            <a:ext cx="394966" cy="325088"/>
            <a:chOff x="6815683" y="2849752"/>
            <a:chExt cx="186975" cy="153895"/>
          </a:xfrm>
        </p:grpSpPr>
        <p:sp>
          <p:nvSpPr>
            <p:cNvPr id="519" name="Google Shape;519;p20"/>
            <p:cNvSpPr/>
            <p:nvPr/>
          </p:nvSpPr>
          <p:spPr>
            <a:xfrm>
              <a:off x="6822044" y="2861043"/>
              <a:ext cx="172556" cy="131365"/>
            </a:xfrm>
            <a:custGeom>
              <a:rect b="b" l="l" r="r" t="t"/>
              <a:pathLst>
                <a:path extrusionOk="0" h="2478" w="3255">
                  <a:moveTo>
                    <a:pt x="1618" y="0"/>
                  </a:moveTo>
                  <a:cubicBezTo>
                    <a:pt x="1601" y="0"/>
                    <a:pt x="1578" y="4"/>
                    <a:pt x="1546" y="13"/>
                  </a:cubicBezTo>
                  <a:cubicBezTo>
                    <a:pt x="1346" y="66"/>
                    <a:pt x="1211" y="447"/>
                    <a:pt x="1130" y="664"/>
                  </a:cubicBezTo>
                  <a:cubicBezTo>
                    <a:pt x="1153" y="691"/>
                    <a:pt x="1138" y="741"/>
                    <a:pt x="1100" y="756"/>
                  </a:cubicBezTo>
                  <a:lnTo>
                    <a:pt x="1101" y="759"/>
                  </a:lnTo>
                  <a:cubicBezTo>
                    <a:pt x="1081" y="762"/>
                    <a:pt x="1061" y="763"/>
                    <a:pt x="1041" y="766"/>
                  </a:cubicBezTo>
                  <a:cubicBezTo>
                    <a:pt x="1017" y="773"/>
                    <a:pt x="993" y="779"/>
                    <a:pt x="969" y="786"/>
                  </a:cubicBezTo>
                  <a:cubicBezTo>
                    <a:pt x="964" y="789"/>
                    <a:pt x="958" y="791"/>
                    <a:pt x="953" y="791"/>
                  </a:cubicBezTo>
                  <a:cubicBezTo>
                    <a:pt x="944" y="791"/>
                    <a:pt x="935" y="786"/>
                    <a:pt x="929" y="778"/>
                  </a:cubicBezTo>
                  <a:cubicBezTo>
                    <a:pt x="811" y="787"/>
                    <a:pt x="694" y="788"/>
                    <a:pt x="576" y="789"/>
                  </a:cubicBezTo>
                  <a:cubicBezTo>
                    <a:pt x="574" y="789"/>
                    <a:pt x="572" y="789"/>
                    <a:pt x="569" y="789"/>
                  </a:cubicBezTo>
                  <a:cubicBezTo>
                    <a:pt x="520" y="789"/>
                    <a:pt x="433" y="779"/>
                    <a:pt x="348" y="779"/>
                  </a:cubicBezTo>
                  <a:cubicBezTo>
                    <a:pt x="255" y="779"/>
                    <a:pt x="164" y="791"/>
                    <a:pt x="127" y="840"/>
                  </a:cubicBezTo>
                  <a:cubicBezTo>
                    <a:pt x="0" y="1010"/>
                    <a:pt x="768" y="1374"/>
                    <a:pt x="889" y="1439"/>
                  </a:cubicBezTo>
                  <a:cubicBezTo>
                    <a:pt x="898" y="1445"/>
                    <a:pt x="905" y="1451"/>
                    <a:pt x="911" y="1458"/>
                  </a:cubicBezTo>
                  <a:cubicBezTo>
                    <a:pt x="932" y="1464"/>
                    <a:pt x="949" y="1483"/>
                    <a:pt x="940" y="1509"/>
                  </a:cubicBezTo>
                  <a:cubicBezTo>
                    <a:pt x="887" y="1667"/>
                    <a:pt x="837" y="1826"/>
                    <a:pt x="797" y="1989"/>
                  </a:cubicBezTo>
                  <a:cubicBezTo>
                    <a:pt x="777" y="2073"/>
                    <a:pt x="761" y="2157"/>
                    <a:pt x="751" y="2244"/>
                  </a:cubicBezTo>
                  <a:cubicBezTo>
                    <a:pt x="739" y="2338"/>
                    <a:pt x="693" y="2446"/>
                    <a:pt x="790" y="2474"/>
                  </a:cubicBezTo>
                  <a:cubicBezTo>
                    <a:pt x="798" y="2476"/>
                    <a:pt x="806" y="2477"/>
                    <a:pt x="815" y="2477"/>
                  </a:cubicBezTo>
                  <a:cubicBezTo>
                    <a:pt x="943" y="2477"/>
                    <a:pt x="1158" y="2240"/>
                    <a:pt x="1251" y="2158"/>
                  </a:cubicBezTo>
                  <a:cubicBezTo>
                    <a:pt x="1369" y="2056"/>
                    <a:pt x="1478" y="1947"/>
                    <a:pt x="1590" y="1840"/>
                  </a:cubicBezTo>
                  <a:cubicBezTo>
                    <a:pt x="1607" y="1824"/>
                    <a:pt x="1625" y="1817"/>
                    <a:pt x="1642" y="1817"/>
                  </a:cubicBezTo>
                  <a:cubicBezTo>
                    <a:pt x="1675" y="1817"/>
                    <a:pt x="1706" y="1842"/>
                    <a:pt x="1717" y="1873"/>
                  </a:cubicBezTo>
                  <a:cubicBezTo>
                    <a:pt x="1996" y="2112"/>
                    <a:pt x="2307" y="2289"/>
                    <a:pt x="2658" y="2391"/>
                  </a:cubicBezTo>
                  <a:cubicBezTo>
                    <a:pt x="2643" y="2234"/>
                    <a:pt x="2618" y="2080"/>
                    <a:pt x="2573" y="1928"/>
                  </a:cubicBezTo>
                  <a:cubicBezTo>
                    <a:pt x="2525" y="1760"/>
                    <a:pt x="2432" y="1607"/>
                    <a:pt x="2392" y="1438"/>
                  </a:cubicBezTo>
                  <a:cubicBezTo>
                    <a:pt x="2384" y="1403"/>
                    <a:pt x="2409" y="1369"/>
                    <a:pt x="2440" y="1359"/>
                  </a:cubicBezTo>
                  <a:cubicBezTo>
                    <a:pt x="2440" y="1342"/>
                    <a:pt x="2449" y="1325"/>
                    <a:pt x="2469" y="1313"/>
                  </a:cubicBezTo>
                  <a:cubicBezTo>
                    <a:pt x="2566" y="1251"/>
                    <a:pt x="3254" y="784"/>
                    <a:pt x="3174" y="661"/>
                  </a:cubicBezTo>
                  <a:cubicBezTo>
                    <a:pt x="3156" y="633"/>
                    <a:pt x="3089" y="624"/>
                    <a:pt x="3008" y="624"/>
                  </a:cubicBezTo>
                  <a:cubicBezTo>
                    <a:pt x="2877" y="624"/>
                    <a:pt x="2710" y="647"/>
                    <a:pt x="2652" y="651"/>
                  </a:cubicBezTo>
                  <a:cubicBezTo>
                    <a:pt x="2482" y="663"/>
                    <a:pt x="2314" y="691"/>
                    <a:pt x="2145" y="695"/>
                  </a:cubicBezTo>
                  <a:cubicBezTo>
                    <a:pt x="2144" y="695"/>
                    <a:pt x="2143" y="695"/>
                    <a:pt x="2141" y="695"/>
                  </a:cubicBezTo>
                  <a:cubicBezTo>
                    <a:pt x="2106" y="695"/>
                    <a:pt x="2084" y="670"/>
                    <a:pt x="2076" y="641"/>
                  </a:cubicBezTo>
                  <a:cubicBezTo>
                    <a:pt x="2062" y="637"/>
                    <a:pt x="2049" y="631"/>
                    <a:pt x="2041" y="618"/>
                  </a:cubicBezTo>
                  <a:cubicBezTo>
                    <a:pt x="1967" y="512"/>
                    <a:pt x="1928" y="388"/>
                    <a:pt x="1860" y="278"/>
                  </a:cubicBezTo>
                  <a:cubicBezTo>
                    <a:pt x="1821" y="214"/>
                    <a:pt x="1777" y="151"/>
                    <a:pt x="1730" y="94"/>
                  </a:cubicBezTo>
                  <a:cubicBezTo>
                    <a:pt x="1678" y="31"/>
                    <a:pt x="1665" y="0"/>
                    <a:pt x="16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20"/>
            <p:cNvSpPr/>
            <p:nvPr/>
          </p:nvSpPr>
          <p:spPr>
            <a:xfrm>
              <a:off x="6815683" y="2849752"/>
              <a:ext cx="186975" cy="153895"/>
            </a:xfrm>
            <a:custGeom>
              <a:rect b="b" l="l" r="r" t="t"/>
              <a:pathLst>
                <a:path extrusionOk="0" h="2903" w="3527">
                  <a:moveTo>
                    <a:pt x="1738" y="213"/>
                  </a:moveTo>
                  <a:cubicBezTo>
                    <a:pt x="1785" y="213"/>
                    <a:pt x="1798" y="244"/>
                    <a:pt x="1850" y="307"/>
                  </a:cubicBezTo>
                  <a:cubicBezTo>
                    <a:pt x="1897" y="365"/>
                    <a:pt x="1941" y="427"/>
                    <a:pt x="1980" y="491"/>
                  </a:cubicBezTo>
                  <a:cubicBezTo>
                    <a:pt x="2048" y="601"/>
                    <a:pt x="2087" y="725"/>
                    <a:pt x="2161" y="831"/>
                  </a:cubicBezTo>
                  <a:cubicBezTo>
                    <a:pt x="2169" y="844"/>
                    <a:pt x="2182" y="850"/>
                    <a:pt x="2196" y="854"/>
                  </a:cubicBezTo>
                  <a:cubicBezTo>
                    <a:pt x="2204" y="883"/>
                    <a:pt x="2226" y="908"/>
                    <a:pt x="2261" y="908"/>
                  </a:cubicBezTo>
                  <a:cubicBezTo>
                    <a:pt x="2263" y="908"/>
                    <a:pt x="2264" y="908"/>
                    <a:pt x="2265" y="908"/>
                  </a:cubicBezTo>
                  <a:cubicBezTo>
                    <a:pt x="2434" y="904"/>
                    <a:pt x="2602" y="876"/>
                    <a:pt x="2772" y="864"/>
                  </a:cubicBezTo>
                  <a:cubicBezTo>
                    <a:pt x="2830" y="860"/>
                    <a:pt x="2997" y="837"/>
                    <a:pt x="3128" y="837"/>
                  </a:cubicBezTo>
                  <a:cubicBezTo>
                    <a:pt x="3209" y="837"/>
                    <a:pt x="3276" y="846"/>
                    <a:pt x="3294" y="874"/>
                  </a:cubicBezTo>
                  <a:cubicBezTo>
                    <a:pt x="3374" y="997"/>
                    <a:pt x="2686" y="1464"/>
                    <a:pt x="2589" y="1526"/>
                  </a:cubicBezTo>
                  <a:cubicBezTo>
                    <a:pt x="2569" y="1538"/>
                    <a:pt x="2560" y="1555"/>
                    <a:pt x="2560" y="1572"/>
                  </a:cubicBezTo>
                  <a:cubicBezTo>
                    <a:pt x="2529" y="1582"/>
                    <a:pt x="2504" y="1616"/>
                    <a:pt x="2512" y="1651"/>
                  </a:cubicBezTo>
                  <a:cubicBezTo>
                    <a:pt x="2552" y="1820"/>
                    <a:pt x="2645" y="1974"/>
                    <a:pt x="2693" y="2141"/>
                  </a:cubicBezTo>
                  <a:cubicBezTo>
                    <a:pt x="2738" y="2293"/>
                    <a:pt x="2763" y="2447"/>
                    <a:pt x="2778" y="2604"/>
                  </a:cubicBezTo>
                  <a:cubicBezTo>
                    <a:pt x="2427" y="2502"/>
                    <a:pt x="2116" y="2325"/>
                    <a:pt x="1837" y="2086"/>
                  </a:cubicBezTo>
                  <a:cubicBezTo>
                    <a:pt x="1826" y="2055"/>
                    <a:pt x="1795" y="2030"/>
                    <a:pt x="1762" y="2030"/>
                  </a:cubicBezTo>
                  <a:cubicBezTo>
                    <a:pt x="1745" y="2030"/>
                    <a:pt x="1727" y="2037"/>
                    <a:pt x="1710" y="2053"/>
                  </a:cubicBezTo>
                  <a:cubicBezTo>
                    <a:pt x="1599" y="2160"/>
                    <a:pt x="1489" y="2269"/>
                    <a:pt x="1371" y="2371"/>
                  </a:cubicBezTo>
                  <a:cubicBezTo>
                    <a:pt x="1278" y="2453"/>
                    <a:pt x="1062" y="2691"/>
                    <a:pt x="935" y="2691"/>
                  </a:cubicBezTo>
                  <a:cubicBezTo>
                    <a:pt x="926" y="2691"/>
                    <a:pt x="918" y="2690"/>
                    <a:pt x="910" y="2688"/>
                  </a:cubicBezTo>
                  <a:cubicBezTo>
                    <a:pt x="813" y="2659"/>
                    <a:pt x="859" y="2551"/>
                    <a:pt x="871" y="2457"/>
                  </a:cubicBezTo>
                  <a:cubicBezTo>
                    <a:pt x="881" y="2370"/>
                    <a:pt x="897" y="2286"/>
                    <a:pt x="917" y="2202"/>
                  </a:cubicBezTo>
                  <a:cubicBezTo>
                    <a:pt x="957" y="2039"/>
                    <a:pt x="1007" y="1880"/>
                    <a:pt x="1060" y="1722"/>
                  </a:cubicBezTo>
                  <a:cubicBezTo>
                    <a:pt x="1069" y="1696"/>
                    <a:pt x="1052" y="1677"/>
                    <a:pt x="1031" y="1671"/>
                  </a:cubicBezTo>
                  <a:cubicBezTo>
                    <a:pt x="1025" y="1664"/>
                    <a:pt x="1018" y="1658"/>
                    <a:pt x="1009" y="1652"/>
                  </a:cubicBezTo>
                  <a:cubicBezTo>
                    <a:pt x="888" y="1587"/>
                    <a:pt x="120" y="1223"/>
                    <a:pt x="247" y="1053"/>
                  </a:cubicBezTo>
                  <a:cubicBezTo>
                    <a:pt x="284" y="1004"/>
                    <a:pt x="375" y="992"/>
                    <a:pt x="468" y="992"/>
                  </a:cubicBezTo>
                  <a:cubicBezTo>
                    <a:pt x="553" y="992"/>
                    <a:pt x="640" y="1002"/>
                    <a:pt x="689" y="1002"/>
                  </a:cubicBezTo>
                  <a:cubicBezTo>
                    <a:pt x="692" y="1002"/>
                    <a:pt x="694" y="1002"/>
                    <a:pt x="696" y="1002"/>
                  </a:cubicBezTo>
                  <a:cubicBezTo>
                    <a:pt x="814" y="1001"/>
                    <a:pt x="931" y="1000"/>
                    <a:pt x="1049" y="991"/>
                  </a:cubicBezTo>
                  <a:cubicBezTo>
                    <a:pt x="1055" y="999"/>
                    <a:pt x="1064" y="1004"/>
                    <a:pt x="1073" y="1004"/>
                  </a:cubicBezTo>
                  <a:cubicBezTo>
                    <a:pt x="1078" y="1004"/>
                    <a:pt x="1084" y="1002"/>
                    <a:pt x="1089" y="999"/>
                  </a:cubicBezTo>
                  <a:cubicBezTo>
                    <a:pt x="1113" y="992"/>
                    <a:pt x="1137" y="986"/>
                    <a:pt x="1161" y="979"/>
                  </a:cubicBezTo>
                  <a:cubicBezTo>
                    <a:pt x="1181" y="976"/>
                    <a:pt x="1201" y="975"/>
                    <a:pt x="1221" y="972"/>
                  </a:cubicBezTo>
                  <a:lnTo>
                    <a:pt x="1220" y="969"/>
                  </a:lnTo>
                  <a:cubicBezTo>
                    <a:pt x="1258" y="954"/>
                    <a:pt x="1273" y="904"/>
                    <a:pt x="1250" y="877"/>
                  </a:cubicBezTo>
                  <a:cubicBezTo>
                    <a:pt x="1331" y="660"/>
                    <a:pt x="1466" y="279"/>
                    <a:pt x="1666" y="226"/>
                  </a:cubicBezTo>
                  <a:cubicBezTo>
                    <a:pt x="1698" y="217"/>
                    <a:pt x="1721" y="213"/>
                    <a:pt x="1738" y="213"/>
                  </a:cubicBezTo>
                  <a:close/>
                  <a:moveTo>
                    <a:pt x="1677" y="1"/>
                  </a:moveTo>
                  <a:cubicBezTo>
                    <a:pt x="1675" y="1"/>
                    <a:pt x="1673" y="1"/>
                    <a:pt x="1672" y="1"/>
                  </a:cubicBezTo>
                  <a:cubicBezTo>
                    <a:pt x="1521" y="5"/>
                    <a:pt x="1445" y="190"/>
                    <a:pt x="1383" y="303"/>
                  </a:cubicBezTo>
                  <a:cubicBezTo>
                    <a:pt x="1285" y="478"/>
                    <a:pt x="1207" y="663"/>
                    <a:pt x="1141" y="853"/>
                  </a:cubicBezTo>
                  <a:cubicBezTo>
                    <a:pt x="1005" y="836"/>
                    <a:pt x="861" y="828"/>
                    <a:pt x="719" y="828"/>
                  </a:cubicBezTo>
                  <a:cubicBezTo>
                    <a:pt x="608" y="828"/>
                    <a:pt x="498" y="833"/>
                    <a:pt x="393" y="843"/>
                  </a:cubicBezTo>
                  <a:cubicBezTo>
                    <a:pt x="265" y="854"/>
                    <a:pt x="101" y="898"/>
                    <a:pt x="55" y="1035"/>
                  </a:cubicBezTo>
                  <a:cubicBezTo>
                    <a:pt x="1" y="1201"/>
                    <a:pt x="159" y="1311"/>
                    <a:pt x="273" y="1398"/>
                  </a:cubicBezTo>
                  <a:cubicBezTo>
                    <a:pt x="473" y="1551"/>
                    <a:pt x="692" y="1686"/>
                    <a:pt x="926" y="1779"/>
                  </a:cubicBezTo>
                  <a:cubicBezTo>
                    <a:pt x="812" y="1978"/>
                    <a:pt x="746" y="2194"/>
                    <a:pt x="714" y="2425"/>
                  </a:cubicBezTo>
                  <a:cubicBezTo>
                    <a:pt x="697" y="2550"/>
                    <a:pt x="643" y="2776"/>
                    <a:pt x="766" y="2868"/>
                  </a:cubicBezTo>
                  <a:cubicBezTo>
                    <a:pt x="798" y="2893"/>
                    <a:pt x="832" y="2903"/>
                    <a:pt x="867" y="2903"/>
                  </a:cubicBezTo>
                  <a:cubicBezTo>
                    <a:pt x="984" y="2903"/>
                    <a:pt x="1106" y="2791"/>
                    <a:pt x="1185" y="2729"/>
                  </a:cubicBezTo>
                  <a:cubicBezTo>
                    <a:pt x="1395" y="2567"/>
                    <a:pt x="1596" y="2392"/>
                    <a:pt x="1780" y="2203"/>
                  </a:cubicBezTo>
                  <a:cubicBezTo>
                    <a:pt x="2077" y="2491"/>
                    <a:pt x="2442" y="2686"/>
                    <a:pt x="2843" y="2786"/>
                  </a:cubicBezTo>
                  <a:cubicBezTo>
                    <a:pt x="2850" y="2787"/>
                    <a:pt x="2856" y="2788"/>
                    <a:pt x="2862" y="2788"/>
                  </a:cubicBezTo>
                  <a:cubicBezTo>
                    <a:pt x="2905" y="2788"/>
                    <a:pt x="2946" y="2756"/>
                    <a:pt x="2944" y="2710"/>
                  </a:cubicBezTo>
                  <a:cubicBezTo>
                    <a:pt x="2928" y="2368"/>
                    <a:pt x="2872" y="1913"/>
                    <a:pt x="2652" y="1630"/>
                  </a:cubicBezTo>
                  <a:cubicBezTo>
                    <a:pt x="2863" y="1522"/>
                    <a:pt x="3059" y="1389"/>
                    <a:pt x="3233" y="1227"/>
                  </a:cubicBezTo>
                  <a:cubicBezTo>
                    <a:pt x="3329" y="1136"/>
                    <a:pt x="3526" y="977"/>
                    <a:pt x="3492" y="819"/>
                  </a:cubicBezTo>
                  <a:cubicBezTo>
                    <a:pt x="3466" y="697"/>
                    <a:pt x="3343" y="678"/>
                    <a:pt x="3230" y="678"/>
                  </a:cubicBezTo>
                  <a:cubicBezTo>
                    <a:pt x="3187" y="678"/>
                    <a:pt x="3145" y="681"/>
                    <a:pt x="3110" y="681"/>
                  </a:cubicBezTo>
                  <a:cubicBezTo>
                    <a:pt x="2833" y="686"/>
                    <a:pt x="2538" y="691"/>
                    <a:pt x="2267" y="755"/>
                  </a:cubicBezTo>
                  <a:cubicBezTo>
                    <a:pt x="2232" y="578"/>
                    <a:pt x="2121" y="412"/>
                    <a:pt x="2013" y="270"/>
                  </a:cubicBezTo>
                  <a:cubicBezTo>
                    <a:pt x="1935" y="167"/>
                    <a:pt x="1823" y="1"/>
                    <a:pt x="16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" name="Google Shape;521;p20"/>
          <p:cNvGrpSpPr/>
          <p:nvPr/>
        </p:nvGrpSpPr>
        <p:grpSpPr>
          <a:xfrm rot="-8100037">
            <a:off x="377992" y="990483"/>
            <a:ext cx="359745" cy="325869"/>
            <a:chOff x="1640475" y="1197075"/>
            <a:chExt cx="55475" cy="50250"/>
          </a:xfrm>
        </p:grpSpPr>
        <p:sp>
          <p:nvSpPr>
            <p:cNvPr id="522" name="Google Shape;522;p2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2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2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5" name="Google Shape;525;p20"/>
          <p:cNvSpPr/>
          <p:nvPr/>
        </p:nvSpPr>
        <p:spPr>
          <a:xfrm flipH="1" rot="9000131">
            <a:off x="5085747" y="4796850"/>
            <a:ext cx="434381" cy="10175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6" name="Google Shape;526;p20"/>
          <p:cNvGrpSpPr/>
          <p:nvPr/>
        </p:nvGrpSpPr>
        <p:grpSpPr>
          <a:xfrm rot="-5399917">
            <a:off x="8489168" y="3937169"/>
            <a:ext cx="228601" cy="207085"/>
            <a:chOff x="1640475" y="1197075"/>
            <a:chExt cx="55475" cy="50250"/>
          </a:xfrm>
        </p:grpSpPr>
        <p:sp>
          <p:nvSpPr>
            <p:cNvPr id="527" name="Google Shape;527;p2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2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2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" name="Google Shape;530;p20"/>
          <p:cNvGrpSpPr/>
          <p:nvPr/>
        </p:nvGrpSpPr>
        <p:grpSpPr>
          <a:xfrm rot="-3093441">
            <a:off x="1083129" y="4589721"/>
            <a:ext cx="296714" cy="268777"/>
            <a:chOff x="1640475" y="1197075"/>
            <a:chExt cx="55475" cy="50250"/>
          </a:xfrm>
        </p:grpSpPr>
        <p:sp>
          <p:nvSpPr>
            <p:cNvPr id="531" name="Google Shape;531;p2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2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2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4" name="Google Shape;534;p20"/>
          <p:cNvSpPr/>
          <p:nvPr/>
        </p:nvSpPr>
        <p:spPr>
          <a:xfrm rot="5622773">
            <a:off x="8074813" y="1511033"/>
            <a:ext cx="1057311" cy="823824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5" name="Google Shape;535;p20"/>
          <p:cNvSpPr/>
          <p:nvPr/>
        </p:nvSpPr>
        <p:spPr>
          <a:xfrm flipH="1" rot="-9039069">
            <a:off x="368821" y="216302"/>
            <a:ext cx="434387" cy="10175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6" name="Google Shape;536;p20"/>
          <p:cNvGrpSpPr/>
          <p:nvPr/>
        </p:nvGrpSpPr>
        <p:grpSpPr>
          <a:xfrm rot="9899945">
            <a:off x="7791376" y="534461"/>
            <a:ext cx="215934" cy="195605"/>
            <a:chOff x="1640475" y="1197075"/>
            <a:chExt cx="55475" cy="50250"/>
          </a:xfrm>
        </p:grpSpPr>
        <p:sp>
          <p:nvSpPr>
            <p:cNvPr id="537" name="Google Shape;537;p2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2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2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0" name="Google Shape;540;p20"/>
          <p:cNvSpPr/>
          <p:nvPr/>
        </p:nvSpPr>
        <p:spPr>
          <a:xfrm flipH="1" rot="-9899901">
            <a:off x="3598835" y="407494"/>
            <a:ext cx="545173" cy="12772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1" name="Google Shape;541;p20"/>
          <p:cNvGrpSpPr/>
          <p:nvPr/>
        </p:nvGrpSpPr>
        <p:grpSpPr>
          <a:xfrm rot="9253860">
            <a:off x="1598068" y="239310"/>
            <a:ext cx="272677" cy="246999"/>
            <a:chOff x="1640475" y="1197075"/>
            <a:chExt cx="55475" cy="50250"/>
          </a:xfrm>
        </p:grpSpPr>
        <p:sp>
          <p:nvSpPr>
            <p:cNvPr id="542" name="Google Shape;542;p2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2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2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5" name="Google Shape;545;p20"/>
          <p:cNvSpPr txBox="1"/>
          <p:nvPr>
            <p:ph type="ctrTitle"/>
          </p:nvPr>
        </p:nvSpPr>
        <p:spPr>
          <a:xfrm flipH="1">
            <a:off x="2270875" y="1057400"/>
            <a:ext cx="4602300" cy="142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600"/>
              <a:buNone/>
              <a:defRPr sz="96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546" name="Google Shape;546;p20"/>
          <p:cNvGrpSpPr/>
          <p:nvPr/>
        </p:nvGrpSpPr>
        <p:grpSpPr>
          <a:xfrm rot="1533267">
            <a:off x="8169499" y="354341"/>
            <a:ext cx="259193" cy="555838"/>
            <a:chOff x="2867487" y="2990073"/>
            <a:chExt cx="141189" cy="302795"/>
          </a:xfrm>
        </p:grpSpPr>
        <p:sp>
          <p:nvSpPr>
            <p:cNvPr id="547" name="Google Shape;547;p20"/>
            <p:cNvSpPr/>
            <p:nvPr/>
          </p:nvSpPr>
          <p:spPr>
            <a:xfrm>
              <a:off x="2884095" y="2999752"/>
              <a:ext cx="109700" cy="254958"/>
            </a:xfrm>
            <a:custGeom>
              <a:rect b="b" l="l" r="r" t="t"/>
              <a:pathLst>
                <a:path extrusionOk="0" h="13724" w="5905">
                  <a:moveTo>
                    <a:pt x="3588" y="1"/>
                  </a:moveTo>
                  <a:cubicBezTo>
                    <a:pt x="3305" y="1"/>
                    <a:pt x="3022" y="5"/>
                    <a:pt x="2736" y="14"/>
                  </a:cubicBezTo>
                  <a:cubicBezTo>
                    <a:pt x="2836" y="47"/>
                    <a:pt x="2902" y="180"/>
                    <a:pt x="2869" y="347"/>
                  </a:cubicBezTo>
                  <a:cubicBezTo>
                    <a:pt x="2135" y="3149"/>
                    <a:pt x="1168" y="5851"/>
                    <a:pt x="0" y="8520"/>
                  </a:cubicBezTo>
                  <a:cubicBezTo>
                    <a:pt x="343" y="8472"/>
                    <a:pt x="686" y="8450"/>
                    <a:pt x="1030" y="8450"/>
                  </a:cubicBezTo>
                  <a:cubicBezTo>
                    <a:pt x="1657" y="8450"/>
                    <a:pt x="2290" y="8524"/>
                    <a:pt x="2936" y="8653"/>
                  </a:cubicBezTo>
                  <a:cubicBezTo>
                    <a:pt x="3103" y="8687"/>
                    <a:pt x="3203" y="8887"/>
                    <a:pt x="3136" y="9020"/>
                  </a:cubicBezTo>
                  <a:cubicBezTo>
                    <a:pt x="2636" y="10555"/>
                    <a:pt x="2235" y="12122"/>
                    <a:pt x="1968" y="13723"/>
                  </a:cubicBezTo>
                  <a:cubicBezTo>
                    <a:pt x="3136" y="11555"/>
                    <a:pt x="4303" y="9387"/>
                    <a:pt x="5504" y="7219"/>
                  </a:cubicBezTo>
                  <a:cubicBezTo>
                    <a:pt x="4570" y="7219"/>
                    <a:pt x="3703" y="7052"/>
                    <a:pt x="2836" y="6818"/>
                  </a:cubicBezTo>
                  <a:cubicBezTo>
                    <a:pt x="2636" y="6752"/>
                    <a:pt x="2536" y="6518"/>
                    <a:pt x="2636" y="6351"/>
                  </a:cubicBezTo>
                  <a:cubicBezTo>
                    <a:pt x="3970" y="4383"/>
                    <a:pt x="5037" y="2282"/>
                    <a:pt x="5905" y="80"/>
                  </a:cubicBezTo>
                  <a:cubicBezTo>
                    <a:pt x="5123" y="32"/>
                    <a:pt x="4360" y="1"/>
                    <a:pt x="35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20"/>
            <p:cNvSpPr/>
            <p:nvPr/>
          </p:nvSpPr>
          <p:spPr>
            <a:xfrm>
              <a:off x="2867487" y="2990073"/>
              <a:ext cx="141189" cy="302795"/>
            </a:xfrm>
            <a:custGeom>
              <a:rect b="b" l="l" r="r" t="t"/>
              <a:pathLst>
                <a:path extrusionOk="0" h="16299" w="7600">
                  <a:moveTo>
                    <a:pt x="4482" y="522"/>
                  </a:moveTo>
                  <a:cubicBezTo>
                    <a:pt x="5254" y="522"/>
                    <a:pt x="6017" y="553"/>
                    <a:pt x="6799" y="601"/>
                  </a:cubicBezTo>
                  <a:cubicBezTo>
                    <a:pt x="5931" y="2803"/>
                    <a:pt x="4864" y="4904"/>
                    <a:pt x="3530" y="6872"/>
                  </a:cubicBezTo>
                  <a:cubicBezTo>
                    <a:pt x="3430" y="7039"/>
                    <a:pt x="3530" y="7273"/>
                    <a:pt x="3730" y="7339"/>
                  </a:cubicBezTo>
                  <a:cubicBezTo>
                    <a:pt x="4597" y="7606"/>
                    <a:pt x="5464" y="7740"/>
                    <a:pt x="6398" y="7740"/>
                  </a:cubicBezTo>
                  <a:cubicBezTo>
                    <a:pt x="5197" y="9908"/>
                    <a:pt x="4030" y="12076"/>
                    <a:pt x="2862" y="14244"/>
                  </a:cubicBezTo>
                  <a:cubicBezTo>
                    <a:pt x="3129" y="12677"/>
                    <a:pt x="3530" y="11109"/>
                    <a:pt x="4030" y="9541"/>
                  </a:cubicBezTo>
                  <a:cubicBezTo>
                    <a:pt x="4097" y="9408"/>
                    <a:pt x="3997" y="9208"/>
                    <a:pt x="3830" y="9174"/>
                  </a:cubicBezTo>
                  <a:cubicBezTo>
                    <a:pt x="3184" y="9045"/>
                    <a:pt x="2551" y="8971"/>
                    <a:pt x="1924" y="8971"/>
                  </a:cubicBezTo>
                  <a:cubicBezTo>
                    <a:pt x="1580" y="8971"/>
                    <a:pt x="1237" y="8993"/>
                    <a:pt x="894" y="9041"/>
                  </a:cubicBezTo>
                  <a:cubicBezTo>
                    <a:pt x="2062" y="6372"/>
                    <a:pt x="3029" y="3670"/>
                    <a:pt x="3763" y="868"/>
                  </a:cubicBezTo>
                  <a:cubicBezTo>
                    <a:pt x="3796" y="701"/>
                    <a:pt x="3730" y="601"/>
                    <a:pt x="3630" y="535"/>
                  </a:cubicBezTo>
                  <a:cubicBezTo>
                    <a:pt x="3916" y="526"/>
                    <a:pt x="4199" y="522"/>
                    <a:pt x="4482" y="522"/>
                  </a:cubicBezTo>
                  <a:close/>
                  <a:moveTo>
                    <a:pt x="5989" y="1"/>
                  </a:moveTo>
                  <a:cubicBezTo>
                    <a:pt x="5157" y="1"/>
                    <a:pt x="4319" y="45"/>
                    <a:pt x="3496" y="134"/>
                  </a:cubicBezTo>
                  <a:cubicBezTo>
                    <a:pt x="3296" y="134"/>
                    <a:pt x="3229" y="368"/>
                    <a:pt x="3363" y="468"/>
                  </a:cubicBezTo>
                  <a:cubicBezTo>
                    <a:pt x="3263" y="501"/>
                    <a:pt x="3196" y="568"/>
                    <a:pt x="3163" y="701"/>
                  </a:cubicBezTo>
                  <a:cubicBezTo>
                    <a:pt x="2395" y="3637"/>
                    <a:pt x="1395" y="6506"/>
                    <a:pt x="94" y="9241"/>
                  </a:cubicBezTo>
                  <a:cubicBezTo>
                    <a:pt x="0" y="9491"/>
                    <a:pt x="169" y="9711"/>
                    <a:pt x="410" y="9711"/>
                  </a:cubicBezTo>
                  <a:cubicBezTo>
                    <a:pt x="427" y="9711"/>
                    <a:pt x="444" y="9710"/>
                    <a:pt x="461" y="9708"/>
                  </a:cubicBezTo>
                  <a:cubicBezTo>
                    <a:pt x="944" y="9624"/>
                    <a:pt x="1420" y="9583"/>
                    <a:pt x="1895" y="9583"/>
                  </a:cubicBezTo>
                  <a:cubicBezTo>
                    <a:pt x="2370" y="9583"/>
                    <a:pt x="2846" y="9624"/>
                    <a:pt x="3329" y="9708"/>
                  </a:cubicBezTo>
                  <a:cubicBezTo>
                    <a:pt x="2696" y="11776"/>
                    <a:pt x="2229" y="13844"/>
                    <a:pt x="1995" y="15979"/>
                  </a:cubicBezTo>
                  <a:cubicBezTo>
                    <a:pt x="1975" y="16182"/>
                    <a:pt x="2140" y="16299"/>
                    <a:pt x="2302" y="16299"/>
                  </a:cubicBezTo>
                  <a:cubicBezTo>
                    <a:pt x="2407" y="16299"/>
                    <a:pt x="2510" y="16250"/>
                    <a:pt x="2562" y="16146"/>
                  </a:cubicBezTo>
                  <a:cubicBezTo>
                    <a:pt x="4063" y="13277"/>
                    <a:pt x="5598" y="10442"/>
                    <a:pt x="7166" y="7606"/>
                  </a:cubicBezTo>
                  <a:cubicBezTo>
                    <a:pt x="7299" y="7406"/>
                    <a:pt x="7132" y="7139"/>
                    <a:pt x="6899" y="7139"/>
                  </a:cubicBezTo>
                  <a:cubicBezTo>
                    <a:pt x="6806" y="7143"/>
                    <a:pt x="6713" y="7144"/>
                    <a:pt x="6622" y="7144"/>
                  </a:cubicBezTo>
                  <a:cubicBezTo>
                    <a:pt x="5826" y="7144"/>
                    <a:pt x="5075" y="7019"/>
                    <a:pt x="4297" y="6839"/>
                  </a:cubicBezTo>
                  <a:cubicBezTo>
                    <a:pt x="5598" y="4838"/>
                    <a:pt x="6699" y="2669"/>
                    <a:pt x="7532" y="401"/>
                  </a:cubicBezTo>
                  <a:cubicBezTo>
                    <a:pt x="7599" y="234"/>
                    <a:pt x="7432" y="34"/>
                    <a:pt x="7232" y="34"/>
                  </a:cubicBezTo>
                  <a:cubicBezTo>
                    <a:pt x="6821" y="12"/>
                    <a:pt x="6406" y="1"/>
                    <a:pt x="59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SECTION_HEADER_1_1_1">
    <p:spTree>
      <p:nvGrpSpPr>
        <p:cNvPr id="549" name="Shape 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" name="Google Shape;550;p21"/>
          <p:cNvSpPr/>
          <p:nvPr/>
        </p:nvSpPr>
        <p:spPr>
          <a:xfrm flipH="1" rot="10800000">
            <a:off x="6935925" y="4058099"/>
            <a:ext cx="2317193" cy="1250526"/>
          </a:xfrm>
          <a:custGeom>
            <a:rect b="b" l="l" r="r" t="t"/>
            <a:pathLst>
              <a:path extrusionOk="0" h="10129" w="23470">
                <a:moveTo>
                  <a:pt x="1" y="0"/>
                </a:moveTo>
                <a:cubicBezTo>
                  <a:pt x="82" y="144"/>
                  <a:pt x="177" y="279"/>
                  <a:pt x="285" y="404"/>
                </a:cubicBezTo>
                <a:cubicBezTo>
                  <a:pt x="779" y="975"/>
                  <a:pt x="1537" y="1316"/>
                  <a:pt x="2299" y="1316"/>
                </a:cubicBezTo>
                <a:cubicBezTo>
                  <a:pt x="2333" y="1316"/>
                  <a:pt x="2366" y="1315"/>
                  <a:pt x="2400" y="1314"/>
                </a:cubicBezTo>
                <a:cubicBezTo>
                  <a:pt x="2977" y="1291"/>
                  <a:pt x="3549" y="1082"/>
                  <a:pt x="4119" y="1082"/>
                </a:cubicBezTo>
                <a:cubicBezTo>
                  <a:pt x="4234" y="1082"/>
                  <a:pt x="4350" y="1091"/>
                  <a:pt x="4465" y="1111"/>
                </a:cubicBezTo>
                <a:cubicBezTo>
                  <a:pt x="4602" y="1136"/>
                  <a:pt x="4730" y="1174"/>
                  <a:pt x="4852" y="1224"/>
                </a:cubicBezTo>
                <a:cubicBezTo>
                  <a:pt x="4878" y="1235"/>
                  <a:pt x="4905" y="1246"/>
                  <a:pt x="4930" y="1259"/>
                </a:cubicBezTo>
                <a:lnTo>
                  <a:pt x="4931" y="1259"/>
                </a:lnTo>
                <a:cubicBezTo>
                  <a:pt x="5863" y="1693"/>
                  <a:pt x="6418" y="2816"/>
                  <a:pt x="7292" y="3441"/>
                </a:cubicBezTo>
                <a:cubicBezTo>
                  <a:pt x="7907" y="3879"/>
                  <a:pt x="8634" y="4045"/>
                  <a:pt x="9391" y="4045"/>
                </a:cubicBezTo>
                <a:cubicBezTo>
                  <a:pt x="10254" y="4045"/>
                  <a:pt x="11156" y="3830"/>
                  <a:pt x="11976" y="3561"/>
                </a:cubicBezTo>
                <a:cubicBezTo>
                  <a:pt x="12709" y="3320"/>
                  <a:pt x="13469" y="3042"/>
                  <a:pt x="14229" y="3042"/>
                </a:cubicBezTo>
                <a:cubicBezTo>
                  <a:pt x="14408" y="3042"/>
                  <a:pt x="14587" y="3058"/>
                  <a:pt x="14766" y="3093"/>
                </a:cubicBezTo>
                <a:cubicBezTo>
                  <a:pt x="16157" y="3366"/>
                  <a:pt x="17029" y="4715"/>
                  <a:pt x="17593" y="5995"/>
                </a:cubicBezTo>
                <a:cubicBezTo>
                  <a:pt x="18158" y="7275"/>
                  <a:pt x="18647" y="8696"/>
                  <a:pt x="19803" y="9505"/>
                </a:cubicBezTo>
                <a:cubicBezTo>
                  <a:pt x="20409" y="9930"/>
                  <a:pt x="21147" y="10129"/>
                  <a:pt x="21892" y="10129"/>
                </a:cubicBezTo>
                <a:cubicBezTo>
                  <a:pt x="22430" y="10129"/>
                  <a:pt x="22971" y="10026"/>
                  <a:pt x="23470" y="9829"/>
                </a:cubicBezTo>
                <a:lnTo>
                  <a:pt x="23470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1" name="Google Shape;551;p21"/>
          <p:cNvSpPr/>
          <p:nvPr/>
        </p:nvSpPr>
        <p:spPr>
          <a:xfrm flipH="1" rot="10800000">
            <a:off x="5225150" y="-342765"/>
            <a:ext cx="4306686" cy="2199414"/>
          </a:xfrm>
          <a:custGeom>
            <a:rect b="b" l="l" r="r" t="t"/>
            <a:pathLst>
              <a:path extrusionOk="0" h="14262" w="20699">
                <a:moveTo>
                  <a:pt x="16853" y="1"/>
                </a:moveTo>
                <a:cubicBezTo>
                  <a:pt x="16589" y="1"/>
                  <a:pt x="16324" y="41"/>
                  <a:pt x="16064" y="100"/>
                </a:cubicBezTo>
                <a:cubicBezTo>
                  <a:pt x="15287" y="274"/>
                  <a:pt x="14440" y="586"/>
                  <a:pt x="13999" y="1484"/>
                </a:cubicBezTo>
                <a:cubicBezTo>
                  <a:pt x="13782" y="1925"/>
                  <a:pt x="13671" y="2437"/>
                  <a:pt x="13436" y="2864"/>
                </a:cubicBezTo>
                <a:cubicBezTo>
                  <a:pt x="13215" y="3266"/>
                  <a:pt x="12875" y="3522"/>
                  <a:pt x="12511" y="3665"/>
                </a:cubicBezTo>
                <a:cubicBezTo>
                  <a:pt x="12069" y="3837"/>
                  <a:pt x="11615" y="3859"/>
                  <a:pt x="11159" y="3859"/>
                </a:cubicBezTo>
                <a:cubicBezTo>
                  <a:pt x="11006" y="3859"/>
                  <a:pt x="10853" y="3856"/>
                  <a:pt x="10701" y="3856"/>
                </a:cubicBezTo>
                <a:cubicBezTo>
                  <a:pt x="10498" y="3856"/>
                  <a:pt x="10296" y="3860"/>
                  <a:pt x="10095" y="3880"/>
                </a:cubicBezTo>
                <a:cubicBezTo>
                  <a:pt x="9680" y="3920"/>
                  <a:pt x="9262" y="4026"/>
                  <a:pt x="8894" y="4285"/>
                </a:cubicBezTo>
                <a:cubicBezTo>
                  <a:pt x="8523" y="4548"/>
                  <a:pt x="8243" y="4955"/>
                  <a:pt x="7994" y="5382"/>
                </a:cubicBezTo>
                <a:cubicBezTo>
                  <a:pt x="7500" y="6225"/>
                  <a:pt x="7043" y="7121"/>
                  <a:pt x="6336" y="7709"/>
                </a:cubicBezTo>
                <a:cubicBezTo>
                  <a:pt x="5983" y="8002"/>
                  <a:pt x="5587" y="8190"/>
                  <a:pt x="5164" y="8231"/>
                </a:cubicBezTo>
                <a:cubicBezTo>
                  <a:pt x="5076" y="8240"/>
                  <a:pt x="4988" y="8243"/>
                  <a:pt x="4900" y="8243"/>
                </a:cubicBezTo>
                <a:cubicBezTo>
                  <a:pt x="4496" y="8243"/>
                  <a:pt x="4092" y="8166"/>
                  <a:pt x="3691" y="8123"/>
                </a:cubicBezTo>
                <a:cubicBezTo>
                  <a:pt x="3252" y="8076"/>
                  <a:pt x="2813" y="8052"/>
                  <a:pt x="2373" y="8052"/>
                </a:cubicBezTo>
                <a:cubicBezTo>
                  <a:pt x="2305" y="8052"/>
                  <a:pt x="2237" y="8053"/>
                  <a:pt x="2170" y="8054"/>
                </a:cubicBezTo>
                <a:cubicBezTo>
                  <a:pt x="1958" y="8057"/>
                  <a:pt x="1727" y="8043"/>
                  <a:pt x="1527" y="8149"/>
                </a:cubicBezTo>
                <a:cubicBezTo>
                  <a:pt x="1345" y="8245"/>
                  <a:pt x="1232" y="8443"/>
                  <a:pt x="1145" y="8661"/>
                </a:cubicBezTo>
                <a:cubicBezTo>
                  <a:pt x="915" y="9241"/>
                  <a:pt x="707" y="9837"/>
                  <a:pt x="489" y="10425"/>
                </a:cubicBezTo>
                <a:cubicBezTo>
                  <a:pt x="382" y="10712"/>
                  <a:pt x="273" y="10996"/>
                  <a:pt x="170" y="11285"/>
                </a:cubicBezTo>
                <a:cubicBezTo>
                  <a:pt x="82" y="11538"/>
                  <a:pt x="0" y="11807"/>
                  <a:pt x="8" y="12088"/>
                </a:cubicBezTo>
                <a:cubicBezTo>
                  <a:pt x="21" y="12629"/>
                  <a:pt x="368" y="12994"/>
                  <a:pt x="711" y="13243"/>
                </a:cubicBezTo>
                <a:cubicBezTo>
                  <a:pt x="1071" y="13507"/>
                  <a:pt x="1473" y="13671"/>
                  <a:pt x="1882" y="13769"/>
                </a:cubicBezTo>
                <a:cubicBezTo>
                  <a:pt x="2734" y="13974"/>
                  <a:pt x="3606" y="13920"/>
                  <a:pt x="4468" y="13980"/>
                </a:cubicBezTo>
                <a:cubicBezTo>
                  <a:pt x="5488" y="14051"/>
                  <a:pt x="6502" y="14240"/>
                  <a:pt x="7524" y="14260"/>
                </a:cubicBezTo>
                <a:cubicBezTo>
                  <a:pt x="7567" y="14261"/>
                  <a:pt x="7610" y="14261"/>
                  <a:pt x="7652" y="14261"/>
                </a:cubicBezTo>
                <a:cubicBezTo>
                  <a:pt x="8600" y="14261"/>
                  <a:pt x="9520" y="14052"/>
                  <a:pt x="10445" y="13797"/>
                </a:cubicBezTo>
                <a:cubicBezTo>
                  <a:pt x="10927" y="13664"/>
                  <a:pt x="11408" y="13527"/>
                  <a:pt x="11895" y="13424"/>
                </a:cubicBezTo>
                <a:cubicBezTo>
                  <a:pt x="12396" y="13318"/>
                  <a:pt x="12902" y="13253"/>
                  <a:pt x="13408" y="13207"/>
                </a:cubicBezTo>
                <a:cubicBezTo>
                  <a:pt x="14415" y="13113"/>
                  <a:pt x="15426" y="13086"/>
                  <a:pt x="16429" y="12939"/>
                </a:cubicBezTo>
                <a:cubicBezTo>
                  <a:pt x="16862" y="12876"/>
                  <a:pt x="17290" y="12772"/>
                  <a:pt x="17724" y="12708"/>
                </a:cubicBezTo>
                <a:cubicBezTo>
                  <a:pt x="17931" y="12676"/>
                  <a:pt x="18142" y="12652"/>
                  <a:pt x="18353" y="12652"/>
                </a:cubicBezTo>
                <a:cubicBezTo>
                  <a:pt x="18545" y="12652"/>
                  <a:pt x="18735" y="12672"/>
                  <a:pt x="18922" y="12725"/>
                </a:cubicBezTo>
                <a:cubicBezTo>
                  <a:pt x="19108" y="12778"/>
                  <a:pt x="19285" y="12862"/>
                  <a:pt x="19446" y="12990"/>
                </a:cubicBezTo>
                <a:cubicBezTo>
                  <a:pt x="19530" y="13055"/>
                  <a:pt x="19602" y="13168"/>
                  <a:pt x="19703" y="13170"/>
                </a:cubicBezTo>
                <a:cubicBezTo>
                  <a:pt x="19705" y="13170"/>
                  <a:pt x="19707" y="13170"/>
                  <a:pt x="19709" y="13170"/>
                </a:cubicBezTo>
                <a:cubicBezTo>
                  <a:pt x="19794" y="13170"/>
                  <a:pt x="19882" y="13147"/>
                  <a:pt x="19960" y="13109"/>
                </a:cubicBezTo>
                <a:cubicBezTo>
                  <a:pt x="20337" y="12928"/>
                  <a:pt x="20552" y="12457"/>
                  <a:pt x="20620" y="11978"/>
                </a:cubicBezTo>
                <a:cubicBezTo>
                  <a:pt x="20661" y="11688"/>
                  <a:pt x="20662" y="11393"/>
                  <a:pt x="20662" y="11100"/>
                </a:cubicBezTo>
                <a:cubicBezTo>
                  <a:pt x="20661" y="10779"/>
                  <a:pt x="20660" y="10457"/>
                  <a:pt x="20659" y="10136"/>
                </a:cubicBezTo>
                <a:cubicBezTo>
                  <a:pt x="20657" y="9484"/>
                  <a:pt x="20655" y="8832"/>
                  <a:pt x="20653" y="8180"/>
                </a:cubicBezTo>
                <a:cubicBezTo>
                  <a:pt x="20649" y="6940"/>
                  <a:pt x="20646" y="5700"/>
                  <a:pt x="20642" y="4459"/>
                </a:cubicBezTo>
                <a:lnTo>
                  <a:pt x="20642" y="4459"/>
                </a:lnTo>
                <a:cubicBezTo>
                  <a:pt x="20644" y="4461"/>
                  <a:pt x="20645" y="4462"/>
                  <a:pt x="20647" y="4462"/>
                </a:cubicBezTo>
                <a:cubicBezTo>
                  <a:pt x="20699" y="4462"/>
                  <a:pt x="20598" y="3375"/>
                  <a:pt x="20067" y="3281"/>
                </a:cubicBezTo>
                <a:cubicBezTo>
                  <a:pt x="19246" y="3135"/>
                  <a:pt x="19173" y="1493"/>
                  <a:pt x="18535" y="804"/>
                </a:cubicBezTo>
                <a:cubicBezTo>
                  <a:pt x="18227" y="470"/>
                  <a:pt x="17870" y="206"/>
                  <a:pt x="17474" y="87"/>
                </a:cubicBezTo>
                <a:cubicBezTo>
                  <a:pt x="17269" y="26"/>
                  <a:pt x="17062" y="1"/>
                  <a:pt x="16853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2" name="Google Shape;552;p21"/>
          <p:cNvSpPr/>
          <p:nvPr/>
        </p:nvSpPr>
        <p:spPr>
          <a:xfrm flipH="1" rot="10800000">
            <a:off x="-825625" y="-394841"/>
            <a:ext cx="2695508" cy="2318767"/>
          </a:xfrm>
          <a:custGeom>
            <a:rect b="b" l="l" r="r" t="t"/>
            <a:pathLst>
              <a:path extrusionOk="0" h="13044" w="21506">
                <a:moveTo>
                  <a:pt x="3180" y="0"/>
                </a:moveTo>
                <a:cubicBezTo>
                  <a:pt x="3059" y="0"/>
                  <a:pt x="2939" y="4"/>
                  <a:pt x="2818" y="11"/>
                </a:cubicBezTo>
                <a:cubicBezTo>
                  <a:pt x="2085" y="54"/>
                  <a:pt x="1355" y="227"/>
                  <a:pt x="834" y="551"/>
                </a:cubicBezTo>
                <a:cubicBezTo>
                  <a:pt x="250" y="913"/>
                  <a:pt x="65" y="1411"/>
                  <a:pt x="36" y="1902"/>
                </a:cubicBezTo>
                <a:cubicBezTo>
                  <a:pt x="1" y="2484"/>
                  <a:pt x="77" y="3072"/>
                  <a:pt x="110" y="3654"/>
                </a:cubicBezTo>
                <a:cubicBezTo>
                  <a:pt x="143" y="4272"/>
                  <a:pt x="177" y="4890"/>
                  <a:pt x="211" y="5509"/>
                </a:cubicBezTo>
                <a:lnTo>
                  <a:pt x="619" y="12928"/>
                </a:lnTo>
                <a:cubicBezTo>
                  <a:pt x="622" y="12996"/>
                  <a:pt x="711" y="13044"/>
                  <a:pt x="816" y="13044"/>
                </a:cubicBezTo>
                <a:cubicBezTo>
                  <a:pt x="831" y="13044"/>
                  <a:pt x="847" y="13043"/>
                  <a:pt x="863" y="13041"/>
                </a:cubicBezTo>
                <a:cubicBezTo>
                  <a:pt x="2378" y="12830"/>
                  <a:pt x="3912" y="12669"/>
                  <a:pt x="5457" y="12564"/>
                </a:cubicBezTo>
                <a:cubicBezTo>
                  <a:pt x="7004" y="12457"/>
                  <a:pt x="8559" y="12406"/>
                  <a:pt x="10115" y="12406"/>
                </a:cubicBezTo>
                <a:cubicBezTo>
                  <a:pt x="11304" y="12406"/>
                  <a:pt x="12493" y="12436"/>
                  <a:pt x="13679" y="12495"/>
                </a:cubicBezTo>
                <a:cubicBezTo>
                  <a:pt x="14434" y="12533"/>
                  <a:pt x="15229" y="12576"/>
                  <a:pt x="16019" y="12576"/>
                </a:cubicBezTo>
                <a:cubicBezTo>
                  <a:pt x="17350" y="12576"/>
                  <a:pt x="18667" y="12454"/>
                  <a:pt x="19757" y="11976"/>
                </a:cubicBezTo>
                <a:lnTo>
                  <a:pt x="19757" y="11976"/>
                </a:lnTo>
                <a:cubicBezTo>
                  <a:pt x="19755" y="11987"/>
                  <a:pt x="19759" y="11992"/>
                  <a:pt x="19770" y="11992"/>
                </a:cubicBezTo>
                <a:cubicBezTo>
                  <a:pt x="19872" y="11992"/>
                  <a:pt x="20520" y="11533"/>
                  <a:pt x="20666" y="11300"/>
                </a:cubicBezTo>
                <a:cubicBezTo>
                  <a:pt x="21276" y="10319"/>
                  <a:pt x="21505" y="9208"/>
                  <a:pt x="20964" y="8195"/>
                </a:cubicBezTo>
                <a:cubicBezTo>
                  <a:pt x="20510" y="7349"/>
                  <a:pt x="19544" y="6569"/>
                  <a:pt x="18190" y="6187"/>
                </a:cubicBezTo>
                <a:cubicBezTo>
                  <a:pt x="16673" y="5759"/>
                  <a:pt x="14935" y="5923"/>
                  <a:pt x="13382" y="5580"/>
                </a:cubicBezTo>
                <a:cubicBezTo>
                  <a:pt x="11840" y="5240"/>
                  <a:pt x="11141" y="4324"/>
                  <a:pt x="10445" y="3499"/>
                </a:cubicBezTo>
                <a:cubicBezTo>
                  <a:pt x="9690" y="2603"/>
                  <a:pt x="8718" y="1801"/>
                  <a:pt x="7429" y="1159"/>
                </a:cubicBezTo>
                <a:cubicBezTo>
                  <a:pt x="6263" y="578"/>
                  <a:pt x="4748" y="0"/>
                  <a:pt x="3180" y="0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" name="Google Shape;553;p21"/>
          <p:cNvSpPr/>
          <p:nvPr/>
        </p:nvSpPr>
        <p:spPr>
          <a:xfrm flipH="1" rot="10800000">
            <a:off x="-212370" y="3873180"/>
            <a:ext cx="3940563" cy="1912570"/>
          </a:xfrm>
          <a:custGeom>
            <a:rect b="b" l="l" r="r" t="t"/>
            <a:pathLst>
              <a:path extrusionOk="0" h="11831" w="24376">
                <a:moveTo>
                  <a:pt x="1749" y="0"/>
                </a:moveTo>
                <a:cubicBezTo>
                  <a:pt x="1709" y="0"/>
                  <a:pt x="1669" y="3"/>
                  <a:pt x="1629" y="10"/>
                </a:cubicBezTo>
                <a:cubicBezTo>
                  <a:pt x="1391" y="51"/>
                  <a:pt x="1250" y="241"/>
                  <a:pt x="1188" y="476"/>
                </a:cubicBezTo>
                <a:cubicBezTo>
                  <a:pt x="1034" y="1062"/>
                  <a:pt x="936" y="1672"/>
                  <a:pt x="819" y="2266"/>
                </a:cubicBezTo>
                <a:cubicBezTo>
                  <a:pt x="701" y="2875"/>
                  <a:pt x="591" y="3483"/>
                  <a:pt x="497" y="4096"/>
                </a:cubicBezTo>
                <a:cubicBezTo>
                  <a:pt x="126" y="6503"/>
                  <a:pt x="1" y="8997"/>
                  <a:pt x="659" y="11362"/>
                </a:cubicBezTo>
                <a:cubicBezTo>
                  <a:pt x="678" y="11430"/>
                  <a:pt x="734" y="11465"/>
                  <a:pt x="790" y="11465"/>
                </a:cubicBezTo>
                <a:cubicBezTo>
                  <a:pt x="836" y="11465"/>
                  <a:pt x="882" y="11443"/>
                  <a:pt x="910" y="11396"/>
                </a:cubicBezTo>
                <a:cubicBezTo>
                  <a:pt x="1048" y="11173"/>
                  <a:pt x="1207" y="10966"/>
                  <a:pt x="1385" y="10775"/>
                </a:cubicBezTo>
                <a:cubicBezTo>
                  <a:pt x="2101" y="10007"/>
                  <a:pt x="3087" y="9538"/>
                  <a:pt x="4095" y="9409"/>
                </a:cubicBezTo>
                <a:cubicBezTo>
                  <a:pt x="4315" y="9380"/>
                  <a:pt x="4536" y="9367"/>
                  <a:pt x="4756" y="9367"/>
                </a:cubicBezTo>
                <a:cubicBezTo>
                  <a:pt x="5731" y="9367"/>
                  <a:pt x="6705" y="9633"/>
                  <a:pt x="7587" y="10066"/>
                </a:cubicBezTo>
                <a:cubicBezTo>
                  <a:pt x="8653" y="10589"/>
                  <a:pt x="9622" y="11353"/>
                  <a:pt x="10770" y="11680"/>
                </a:cubicBezTo>
                <a:cubicBezTo>
                  <a:pt x="11110" y="11777"/>
                  <a:pt x="11460" y="11831"/>
                  <a:pt x="11804" y="11831"/>
                </a:cubicBezTo>
                <a:cubicBezTo>
                  <a:pt x="12445" y="11831"/>
                  <a:pt x="13071" y="11645"/>
                  <a:pt x="13597" y="11201"/>
                </a:cubicBezTo>
                <a:cubicBezTo>
                  <a:pt x="14183" y="10708"/>
                  <a:pt x="14558" y="9990"/>
                  <a:pt x="14873" y="9287"/>
                </a:cubicBezTo>
                <a:cubicBezTo>
                  <a:pt x="15209" y="8537"/>
                  <a:pt x="15487" y="7753"/>
                  <a:pt x="15901" y="7045"/>
                </a:cubicBezTo>
                <a:cubicBezTo>
                  <a:pt x="16332" y="6305"/>
                  <a:pt x="16925" y="5724"/>
                  <a:pt x="17743" y="5514"/>
                </a:cubicBezTo>
                <a:cubicBezTo>
                  <a:pt x="18117" y="5418"/>
                  <a:pt x="18497" y="5390"/>
                  <a:pt x="18880" y="5390"/>
                </a:cubicBezTo>
                <a:cubicBezTo>
                  <a:pt x="19432" y="5390"/>
                  <a:pt x="19989" y="5449"/>
                  <a:pt x="20540" y="5449"/>
                </a:cubicBezTo>
                <a:cubicBezTo>
                  <a:pt x="20676" y="5449"/>
                  <a:pt x="20812" y="5445"/>
                  <a:pt x="20947" y="5436"/>
                </a:cubicBezTo>
                <a:cubicBezTo>
                  <a:pt x="21449" y="5403"/>
                  <a:pt x="21952" y="5299"/>
                  <a:pt x="22402" y="5053"/>
                </a:cubicBezTo>
                <a:cubicBezTo>
                  <a:pt x="22808" y="4832"/>
                  <a:pt x="23157" y="4506"/>
                  <a:pt x="23433" y="4124"/>
                </a:cubicBezTo>
                <a:cubicBezTo>
                  <a:pt x="23951" y="3405"/>
                  <a:pt x="24197" y="2481"/>
                  <a:pt x="24066" y="1589"/>
                </a:cubicBezTo>
                <a:lnTo>
                  <a:pt x="24066" y="1589"/>
                </a:lnTo>
                <a:cubicBezTo>
                  <a:pt x="24067" y="1589"/>
                  <a:pt x="24069" y="1589"/>
                  <a:pt x="24070" y="1589"/>
                </a:cubicBezTo>
                <a:cubicBezTo>
                  <a:pt x="24093" y="1589"/>
                  <a:pt x="24117" y="1581"/>
                  <a:pt x="24142" y="1563"/>
                </a:cubicBezTo>
                <a:cubicBezTo>
                  <a:pt x="24293" y="1450"/>
                  <a:pt x="24375" y="1284"/>
                  <a:pt x="24372" y="1087"/>
                </a:cubicBezTo>
                <a:cubicBezTo>
                  <a:pt x="24363" y="604"/>
                  <a:pt x="23972" y="329"/>
                  <a:pt x="23550" y="297"/>
                </a:cubicBezTo>
                <a:cubicBezTo>
                  <a:pt x="23516" y="295"/>
                  <a:pt x="23481" y="294"/>
                  <a:pt x="23447" y="294"/>
                </a:cubicBezTo>
                <a:cubicBezTo>
                  <a:pt x="23214" y="294"/>
                  <a:pt x="22979" y="345"/>
                  <a:pt x="22750" y="383"/>
                </a:cubicBezTo>
                <a:cubicBezTo>
                  <a:pt x="22445" y="434"/>
                  <a:pt x="22139" y="481"/>
                  <a:pt x="21832" y="525"/>
                </a:cubicBezTo>
                <a:cubicBezTo>
                  <a:pt x="20628" y="695"/>
                  <a:pt x="19418" y="810"/>
                  <a:pt x="18207" y="888"/>
                </a:cubicBezTo>
                <a:cubicBezTo>
                  <a:pt x="15785" y="1046"/>
                  <a:pt x="13357" y="1063"/>
                  <a:pt x="10931" y="1083"/>
                </a:cubicBezTo>
                <a:cubicBezTo>
                  <a:pt x="10571" y="1086"/>
                  <a:pt x="10211" y="1088"/>
                  <a:pt x="9850" y="1088"/>
                </a:cubicBezTo>
                <a:cubicBezTo>
                  <a:pt x="7886" y="1088"/>
                  <a:pt x="5913" y="1021"/>
                  <a:pt x="3986" y="601"/>
                </a:cubicBezTo>
                <a:cubicBezTo>
                  <a:pt x="3423" y="479"/>
                  <a:pt x="2865" y="326"/>
                  <a:pt x="2319" y="138"/>
                </a:cubicBezTo>
                <a:cubicBezTo>
                  <a:pt x="2135" y="75"/>
                  <a:pt x="1944" y="0"/>
                  <a:pt x="1749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4" name="Google Shape;554;p21"/>
          <p:cNvSpPr txBox="1"/>
          <p:nvPr>
            <p:ph type="title"/>
          </p:nvPr>
        </p:nvSpPr>
        <p:spPr>
          <a:xfrm>
            <a:off x="2715675" y="758952"/>
            <a:ext cx="37125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555" name="Google Shape;555;p21"/>
          <p:cNvGrpSpPr/>
          <p:nvPr/>
        </p:nvGrpSpPr>
        <p:grpSpPr>
          <a:xfrm rot="-9900006">
            <a:off x="7397923" y="4623752"/>
            <a:ext cx="454166" cy="411416"/>
            <a:chOff x="1640475" y="1197075"/>
            <a:chExt cx="55475" cy="50250"/>
          </a:xfrm>
        </p:grpSpPr>
        <p:sp>
          <p:nvSpPr>
            <p:cNvPr id="556" name="Google Shape;556;p2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2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2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" name="Google Shape;559;p21"/>
          <p:cNvGrpSpPr/>
          <p:nvPr/>
        </p:nvGrpSpPr>
        <p:grpSpPr>
          <a:xfrm rot="10034023">
            <a:off x="204355" y="3167783"/>
            <a:ext cx="279616" cy="253294"/>
            <a:chOff x="1640475" y="1197075"/>
            <a:chExt cx="55475" cy="50250"/>
          </a:xfrm>
        </p:grpSpPr>
        <p:sp>
          <p:nvSpPr>
            <p:cNvPr id="560" name="Google Shape;560;p2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2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2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3" name="Google Shape;563;p21"/>
          <p:cNvSpPr/>
          <p:nvPr/>
        </p:nvSpPr>
        <p:spPr>
          <a:xfrm flipH="1" rot="9113192">
            <a:off x="4846575" y="208112"/>
            <a:ext cx="695049" cy="16282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4" name="Google Shape;564;p21"/>
          <p:cNvSpPr/>
          <p:nvPr/>
        </p:nvSpPr>
        <p:spPr>
          <a:xfrm flipH="1" rot="-10799883">
            <a:off x="316584" y="4664948"/>
            <a:ext cx="545177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5" name="Google Shape;565;p21"/>
          <p:cNvGrpSpPr/>
          <p:nvPr/>
        </p:nvGrpSpPr>
        <p:grpSpPr>
          <a:xfrm rot="6324483">
            <a:off x="1105449" y="286808"/>
            <a:ext cx="197770" cy="213810"/>
            <a:chOff x="1640475" y="1197075"/>
            <a:chExt cx="55475" cy="50250"/>
          </a:xfrm>
        </p:grpSpPr>
        <p:sp>
          <p:nvSpPr>
            <p:cNvPr id="566" name="Google Shape;566;p2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2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2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9" name="Google Shape;569;p21"/>
          <p:cNvSpPr/>
          <p:nvPr/>
        </p:nvSpPr>
        <p:spPr>
          <a:xfrm rot="10800000">
            <a:off x="6676775" y="-33387"/>
            <a:ext cx="1167574" cy="854200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0" name="Google Shape;570;p21"/>
          <p:cNvSpPr/>
          <p:nvPr/>
        </p:nvSpPr>
        <p:spPr>
          <a:xfrm rot="-10431843">
            <a:off x="-54140" y="-118627"/>
            <a:ext cx="520982" cy="81628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1" name="Google Shape;571;p21"/>
          <p:cNvGrpSpPr/>
          <p:nvPr/>
        </p:nvGrpSpPr>
        <p:grpSpPr>
          <a:xfrm rot="10034065">
            <a:off x="8591019" y="2090883"/>
            <a:ext cx="221762" cy="200885"/>
            <a:chOff x="1640475" y="1197075"/>
            <a:chExt cx="55475" cy="50250"/>
          </a:xfrm>
        </p:grpSpPr>
        <p:sp>
          <p:nvSpPr>
            <p:cNvPr id="572" name="Google Shape;572;p2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2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2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SECTION_HEADER_1_1_1_1">
    <p:spTree>
      <p:nvGrpSpPr>
        <p:cNvPr id="575" name="Shape 5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6" name="Google Shape;576;p22"/>
          <p:cNvSpPr/>
          <p:nvPr/>
        </p:nvSpPr>
        <p:spPr>
          <a:xfrm>
            <a:off x="5726076" y="4091973"/>
            <a:ext cx="3570338" cy="1157559"/>
          </a:xfrm>
          <a:custGeom>
            <a:rect b="b" l="l" r="r" t="t"/>
            <a:pathLst>
              <a:path extrusionOk="0" h="7088" w="21862">
                <a:moveTo>
                  <a:pt x="20392" y="0"/>
                </a:moveTo>
                <a:cubicBezTo>
                  <a:pt x="19697" y="0"/>
                  <a:pt x="19010" y="139"/>
                  <a:pt x="18446" y="437"/>
                </a:cubicBezTo>
                <a:cubicBezTo>
                  <a:pt x="17368" y="1003"/>
                  <a:pt x="16913" y="1997"/>
                  <a:pt x="16387" y="2893"/>
                </a:cubicBezTo>
                <a:cubicBezTo>
                  <a:pt x="15861" y="3789"/>
                  <a:pt x="15050" y="4733"/>
                  <a:pt x="13753" y="4924"/>
                </a:cubicBezTo>
                <a:cubicBezTo>
                  <a:pt x="13587" y="4948"/>
                  <a:pt x="13420" y="4959"/>
                  <a:pt x="13253" y="4959"/>
                </a:cubicBezTo>
                <a:cubicBezTo>
                  <a:pt x="12545" y="4959"/>
                  <a:pt x="11838" y="4765"/>
                  <a:pt x="11156" y="4596"/>
                </a:cubicBezTo>
                <a:cubicBezTo>
                  <a:pt x="10391" y="4408"/>
                  <a:pt x="9551" y="4258"/>
                  <a:pt x="8748" y="4258"/>
                </a:cubicBezTo>
                <a:cubicBezTo>
                  <a:pt x="8042" y="4258"/>
                  <a:pt x="7365" y="4373"/>
                  <a:pt x="6793" y="4680"/>
                </a:cubicBezTo>
                <a:cubicBezTo>
                  <a:pt x="5978" y="5117"/>
                  <a:pt x="5461" y="5904"/>
                  <a:pt x="4593" y="6207"/>
                </a:cubicBezTo>
                <a:cubicBezTo>
                  <a:pt x="4569" y="6215"/>
                  <a:pt x="4545" y="6224"/>
                  <a:pt x="4519" y="6231"/>
                </a:cubicBezTo>
                <a:cubicBezTo>
                  <a:pt x="4407" y="6267"/>
                  <a:pt x="4286" y="6293"/>
                  <a:pt x="4160" y="6310"/>
                </a:cubicBezTo>
                <a:cubicBezTo>
                  <a:pt x="4052" y="6325"/>
                  <a:pt x="3944" y="6331"/>
                  <a:pt x="3836" y="6331"/>
                </a:cubicBezTo>
                <a:cubicBezTo>
                  <a:pt x="3306" y="6331"/>
                  <a:pt x="2774" y="6185"/>
                  <a:pt x="2236" y="6169"/>
                </a:cubicBezTo>
                <a:cubicBezTo>
                  <a:pt x="2205" y="6168"/>
                  <a:pt x="2173" y="6167"/>
                  <a:pt x="2142" y="6167"/>
                </a:cubicBezTo>
                <a:cubicBezTo>
                  <a:pt x="1432" y="6167"/>
                  <a:pt x="726" y="6406"/>
                  <a:pt x="265" y="6805"/>
                </a:cubicBezTo>
                <a:cubicBezTo>
                  <a:pt x="165" y="6893"/>
                  <a:pt x="77" y="6988"/>
                  <a:pt x="1" y="7088"/>
                </a:cubicBezTo>
                <a:lnTo>
                  <a:pt x="21862" y="7088"/>
                </a:lnTo>
                <a:lnTo>
                  <a:pt x="21862" y="210"/>
                </a:lnTo>
                <a:cubicBezTo>
                  <a:pt x="21397" y="73"/>
                  <a:pt x="20892" y="0"/>
                  <a:pt x="20392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7" name="Google Shape;577;p22"/>
          <p:cNvSpPr/>
          <p:nvPr/>
        </p:nvSpPr>
        <p:spPr>
          <a:xfrm>
            <a:off x="-59308" y="-102238"/>
            <a:ext cx="2148376" cy="1054346"/>
          </a:xfrm>
          <a:custGeom>
            <a:rect b="b" l="l" r="r" t="t"/>
            <a:pathLst>
              <a:path extrusionOk="0" h="6456" w="13155">
                <a:moveTo>
                  <a:pt x="1821" y="0"/>
                </a:moveTo>
                <a:lnTo>
                  <a:pt x="1821" y="3"/>
                </a:lnTo>
                <a:lnTo>
                  <a:pt x="0" y="4"/>
                </a:lnTo>
                <a:lnTo>
                  <a:pt x="0" y="222"/>
                </a:lnTo>
                <a:lnTo>
                  <a:pt x="0" y="1236"/>
                </a:lnTo>
                <a:lnTo>
                  <a:pt x="0" y="2358"/>
                </a:lnTo>
                <a:lnTo>
                  <a:pt x="1" y="3370"/>
                </a:lnTo>
                <a:lnTo>
                  <a:pt x="1" y="4493"/>
                </a:lnTo>
                <a:lnTo>
                  <a:pt x="1" y="5504"/>
                </a:lnTo>
                <a:lnTo>
                  <a:pt x="1" y="6178"/>
                </a:lnTo>
                <a:cubicBezTo>
                  <a:pt x="369" y="6349"/>
                  <a:pt x="770" y="6456"/>
                  <a:pt x="1177" y="6456"/>
                </a:cubicBezTo>
                <a:cubicBezTo>
                  <a:pt x="1363" y="6456"/>
                  <a:pt x="1550" y="6434"/>
                  <a:pt x="1736" y="6385"/>
                </a:cubicBezTo>
                <a:cubicBezTo>
                  <a:pt x="1764" y="6378"/>
                  <a:pt x="1794" y="6370"/>
                  <a:pt x="1822" y="6361"/>
                </a:cubicBezTo>
                <a:cubicBezTo>
                  <a:pt x="1843" y="6355"/>
                  <a:pt x="1862" y="6348"/>
                  <a:pt x="1882" y="6342"/>
                </a:cubicBezTo>
                <a:cubicBezTo>
                  <a:pt x="2342" y="6188"/>
                  <a:pt x="2719" y="5901"/>
                  <a:pt x="3050" y="5558"/>
                </a:cubicBezTo>
                <a:cubicBezTo>
                  <a:pt x="3068" y="5540"/>
                  <a:pt x="3085" y="5522"/>
                  <a:pt x="3102" y="5503"/>
                </a:cubicBezTo>
                <a:cubicBezTo>
                  <a:pt x="3398" y="5189"/>
                  <a:pt x="3657" y="4831"/>
                  <a:pt x="3908" y="4490"/>
                </a:cubicBezTo>
                <a:cubicBezTo>
                  <a:pt x="3908" y="4490"/>
                  <a:pt x="3909" y="4490"/>
                  <a:pt x="3909" y="4489"/>
                </a:cubicBezTo>
                <a:cubicBezTo>
                  <a:pt x="3923" y="4471"/>
                  <a:pt x="3936" y="4455"/>
                  <a:pt x="3949" y="4436"/>
                </a:cubicBezTo>
                <a:cubicBezTo>
                  <a:pt x="4217" y="4078"/>
                  <a:pt x="4522" y="3714"/>
                  <a:pt x="4875" y="3424"/>
                </a:cubicBezTo>
                <a:cubicBezTo>
                  <a:pt x="4897" y="3405"/>
                  <a:pt x="4919" y="3387"/>
                  <a:pt x="4942" y="3369"/>
                </a:cubicBezTo>
                <a:cubicBezTo>
                  <a:pt x="5319" y="3071"/>
                  <a:pt x="5750" y="2859"/>
                  <a:pt x="6248" y="2826"/>
                </a:cubicBezTo>
                <a:cubicBezTo>
                  <a:pt x="6296" y="2822"/>
                  <a:pt x="6344" y="2821"/>
                  <a:pt x="6391" y="2821"/>
                </a:cubicBezTo>
                <a:cubicBezTo>
                  <a:pt x="7025" y="2821"/>
                  <a:pt x="7616" y="3105"/>
                  <a:pt x="8200" y="3368"/>
                </a:cubicBezTo>
                <a:cubicBezTo>
                  <a:pt x="8240" y="3387"/>
                  <a:pt x="8281" y="3405"/>
                  <a:pt x="8323" y="3423"/>
                </a:cubicBezTo>
                <a:cubicBezTo>
                  <a:pt x="8382" y="3449"/>
                  <a:pt x="8442" y="3475"/>
                  <a:pt x="8501" y="3501"/>
                </a:cubicBezTo>
                <a:cubicBezTo>
                  <a:pt x="9052" y="3734"/>
                  <a:pt x="9659" y="3908"/>
                  <a:pt x="10259" y="3908"/>
                </a:cubicBezTo>
                <a:cubicBezTo>
                  <a:pt x="10487" y="3908"/>
                  <a:pt x="10715" y="3882"/>
                  <a:pt x="10937" y="3826"/>
                </a:cubicBezTo>
                <a:cubicBezTo>
                  <a:pt x="11253" y="3746"/>
                  <a:pt x="11547" y="3604"/>
                  <a:pt x="11810" y="3423"/>
                </a:cubicBezTo>
                <a:cubicBezTo>
                  <a:pt x="11835" y="3405"/>
                  <a:pt x="11861" y="3387"/>
                  <a:pt x="11886" y="3368"/>
                </a:cubicBezTo>
                <a:cubicBezTo>
                  <a:pt x="11986" y="3295"/>
                  <a:pt x="12081" y="3217"/>
                  <a:pt x="12169" y="3134"/>
                </a:cubicBezTo>
                <a:cubicBezTo>
                  <a:pt x="12416" y="2906"/>
                  <a:pt x="12624" y="2641"/>
                  <a:pt x="12783" y="2355"/>
                </a:cubicBezTo>
                <a:cubicBezTo>
                  <a:pt x="12794" y="2337"/>
                  <a:pt x="12805" y="2319"/>
                  <a:pt x="12814" y="2300"/>
                </a:cubicBezTo>
                <a:cubicBezTo>
                  <a:pt x="12983" y="1983"/>
                  <a:pt x="13095" y="1639"/>
                  <a:pt x="13135" y="1287"/>
                </a:cubicBezTo>
                <a:cubicBezTo>
                  <a:pt x="13137" y="1269"/>
                  <a:pt x="13139" y="1251"/>
                  <a:pt x="13141" y="1232"/>
                </a:cubicBezTo>
                <a:cubicBezTo>
                  <a:pt x="13152" y="1109"/>
                  <a:pt x="13155" y="984"/>
                  <a:pt x="13149" y="860"/>
                </a:cubicBezTo>
                <a:cubicBezTo>
                  <a:pt x="13137" y="644"/>
                  <a:pt x="13096" y="428"/>
                  <a:pt x="13028" y="222"/>
                </a:cubicBezTo>
                <a:cubicBezTo>
                  <a:pt x="13023" y="204"/>
                  <a:pt x="13017" y="185"/>
                  <a:pt x="13010" y="167"/>
                </a:cubicBezTo>
                <a:cubicBezTo>
                  <a:pt x="12991" y="111"/>
                  <a:pt x="12969" y="56"/>
                  <a:pt x="12946" y="1"/>
                </a:cubicBezTo>
                <a:lnTo>
                  <a:pt x="1880" y="3"/>
                </a:lnTo>
                <a:lnTo>
                  <a:pt x="1880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8" name="Google Shape;578;p22"/>
          <p:cNvSpPr/>
          <p:nvPr/>
        </p:nvSpPr>
        <p:spPr>
          <a:xfrm>
            <a:off x="4901501" y="-265225"/>
            <a:ext cx="4711729" cy="1588867"/>
          </a:xfrm>
          <a:custGeom>
            <a:rect b="b" l="l" r="r" t="t"/>
            <a:pathLst>
              <a:path extrusionOk="0" h="9729" w="28851">
                <a:moveTo>
                  <a:pt x="943" y="0"/>
                </a:moveTo>
                <a:cubicBezTo>
                  <a:pt x="631" y="0"/>
                  <a:pt x="337" y="87"/>
                  <a:pt x="179" y="380"/>
                </a:cubicBezTo>
                <a:cubicBezTo>
                  <a:pt x="1" y="711"/>
                  <a:pt x="78" y="1189"/>
                  <a:pt x="451" y="1303"/>
                </a:cubicBezTo>
                <a:cubicBezTo>
                  <a:pt x="355" y="2313"/>
                  <a:pt x="452" y="3522"/>
                  <a:pt x="1499" y="3989"/>
                </a:cubicBezTo>
                <a:cubicBezTo>
                  <a:pt x="1785" y="4117"/>
                  <a:pt x="2088" y="4165"/>
                  <a:pt x="2396" y="4165"/>
                </a:cubicBezTo>
                <a:cubicBezTo>
                  <a:pt x="3000" y="4165"/>
                  <a:pt x="3625" y="3981"/>
                  <a:pt x="4188" y="3848"/>
                </a:cubicBezTo>
                <a:cubicBezTo>
                  <a:pt x="4624" y="3745"/>
                  <a:pt x="5112" y="3633"/>
                  <a:pt x="5582" y="3633"/>
                </a:cubicBezTo>
                <a:cubicBezTo>
                  <a:pt x="6044" y="3633"/>
                  <a:pt x="6489" y="3741"/>
                  <a:pt x="6852" y="4069"/>
                </a:cubicBezTo>
                <a:cubicBezTo>
                  <a:pt x="7560" y="4711"/>
                  <a:pt x="7722" y="5737"/>
                  <a:pt x="8257" y="6500"/>
                </a:cubicBezTo>
                <a:cubicBezTo>
                  <a:pt x="8521" y="6876"/>
                  <a:pt x="8874" y="7178"/>
                  <a:pt x="9322" y="7300"/>
                </a:cubicBezTo>
                <a:cubicBezTo>
                  <a:pt x="9482" y="7344"/>
                  <a:pt x="9645" y="7363"/>
                  <a:pt x="9808" y="7363"/>
                </a:cubicBezTo>
                <a:cubicBezTo>
                  <a:pt x="10078" y="7363"/>
                  <a:pt x="10348" y="7310"/>
                  <a:pt x="10606" y="7231"/>
                </a:cubicBezTo>
                <a:cubicBezTo>
                  <a:pt x="11498" y="6959"/>
                  <a:pt x="12280" y="6380"/>
                  <a:pt x="13194" y="6184"/>
                </a:cubicBezTo>
                <a:cubicBezTo>
                  <a:pt x="13322" y="6156"/>
                  <a:pt x="13450" y="6141"/>
                  <a:pt x="13577" y="6141"/>
                </a:cubicBezTo>
                <a:cubicBezTo>
                  <a:pt x="13849" y="6141"/>
                  <a:pt x="14113" y="6211"/>
                  <a:pt x="14347" y="6376"/>
                </a:cubicBezTo>
                <a:cubicBezTo>
                  <a:pt x="14724" y="6643"/>
                  <a:pt x="14907" y="7097"/>
                  <a:pt x="15047" y="7521"/>
                </a:cubicBezTo>
                <a:cubicBezTo>
                  <a:pt x="15341" y="8400"/>
                  <a:pt x="15592" y="9554"/>
                  <a:pt x="16688" y="9709"/>
                </a:cubicBezTo>
                <a:cubicBezTo>
                  <a:pt x="16781" y="9722"/>
                  <a:pt x="16872" y="9728"/>
                  <a:pt x="16961" y="9728"/>
                </a:cubicBezTo>
                <a:cubicBezTo>
                  <a:pt x="18160" y="9728"/>
                  <a:pt x="18967" y="8588"/>
                  <a:pt x="19887" y="7966"/>
                </a:cubicBezTo>
                <a:cubicBezTo>
                  <a:pt x="20301" y="7685"/>
                  <a:pt x="20755" y="7537"/>
                  <a:pt x="21232" y="7537"/>
                </a:cubicBezTo>
                <a:cubicBezTo>
                  <a:pt x="21401" y="7537"/>
                  <a:pt x="21572" y="7556"/>
                  <a:pt x="21746" y="7593"/>
                </a:cubicBezTo>
                <a:cubicBezTo>
                  <a:pt x="22408" y="7736"/>
                  <a:pt x="23015" y="8087"/>
                  <a:pt x="23550" y="8494"/>
                </a:cubicBezTo>
                <a:cubicBezTo>
                  <a:pt x="24053" y="8876"/>
                  <a:pt x="24539" y="9361"/>
                  <a:pt x="25189" y="9466"/>
                </a:cubicBezTo>
                <a:cubicBezTo>
                  <a:pt x="25284" y="9481"/>
                  <a:pt x="25378" y="9489"/>
                  <a:pt x="25473" y="9489"/>
                </a:cubicBezTo>
                <a:cubicBezTo>
                  <a:pt x="26024" y="9489"/>
                  <a:pt x="26554" y="9240"/>
                  <a:pt x="26991" y="8910"/>
                </a:cubicBezTo>
                <a:cubicBezTo>
                  <a:pt x="27838" y="8271"/>
                  <a:pt x="28376" y="7319"/>
                  <a:pt x="28611" y="6292"/>
                </a:cubicBezTo>
                <a:cubicBezTo>
                  <a:pt x="28851" y="5239"/>
                  <a:pt x="28800" y="4124"/>
                  <a:pt x="28525" y="3084"/>
                </a:cubicBezTo>
                <a:cubicBezTo>
                  <a:pt x="28226" y="1958"/>
                  <a:pt x="27654" y="694"/>
                  <a:pt x="26488" y="261"/>
                </a:cubicBezTo>
                <a:cubicBezTo>
                  <a:pt x="26074" y="106"/>
                  <a:pt x="25631" y="64"/>
                  <a:pt x="25188" y="64"/>
                </a:cubicBezTo>
                <a:cubicBezTo>
                  <a:pt x="24971" y="64"/>
                  <a:pt x="24753" y="74"/>
                  <a:pt x="24540" y="86"/>
                </a:cubicBezTo>
                <a:cubicBezTo>
                  <a:pt x="23776" y="131"/>
                  <a:pt x="23013" y="188"/>
                  <a:pt x="22250" y="248"/>
                </a:cubicBezTo>
                <a:cubicBezTo>
                  <a:pt x="20720" y="367"/>
                  <a:pt x="19190" y="503"/>
                  <a:pt x="17661" y="628"/>
                </a:cubicBezTo>
                <a:cubicBezTo>
                  <a:pt x="15187" y="828"/>
                  <a:pt x="12704" y="996"/>
                  <a:pt x="10221" y="996"/>
                </a:cubicBezTo>
                <a:cubicBezTo>
                  <a:pt x="9649" y="996"/>
                  <a:pt x="9077" y="987"/>
                  <a:pt x="8505" y="967"/>
                </a:cubicBezTo>
                <a:cubicBezTo>
                  <a:pt x="6985" y="916"/>
                  <a:pt x="5467" y="790"/>
                  <a:pt x="3966" y="555"/>
                </a:cubicBezTo>
                <a:cubicBezTo>
                  <a:pt x="3209" y="436"/>
                  <a:pt x="2459" y="290"/>
                  <a:pt x="1714" y="116"/>
                </a:cubicBezTo>
                <a:cubicBezTo>
                  <a:pt x="1493" y="64"/>
                  <a:pt x="1211" y="0"/>
                  <a:pt x="94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9" name="Google Shape;579;p22"/>
          <p:cNvSpPr/>
          <p:nvPr/>
        </p:nvSpPr>
        <p:spPr>
          <a:xfrm>
            <a:off x="-469225" y="2180388"/>
            <a:ext cx="2390568" cy="3410945"/>
          </a:xfrm>
          <a:custGeom>
            <a:rect b="b" l="l" r="r" t="t"/>
            <a:pathLst>
              <a:path extrusionOk="0" h="20886" w="14638">
                <a:moveTo>
                  <a:pt x="3191" y="1"/>
                </a:moveTo>
                <a:cubicBezTo>
                  <a:pt x="2885" y="1"/>
                  <a:pt x="2576" y="81"/>
                  <a:pt x="2295" y="191"/>
                </a:cubicBezTo>
                <a:cubicBezTo>
                  <a:pt x="1899" y="349"/>
                  <a:pt x="1532" y="564"/>
                  <a:pt x="1185" y="809"/>
                </a:cubicBezTo>
                <a:cubicBezTo>
                  <a:pt x="1218" y="721"/>
                  <a:pt x="1252" y="633"/>
                  <a:pt x="1287" y="547"/>
                </a:cubicBezTo>
                <a:cubicBezTo>
                  <a:pt x="1332" y="438"/>
                  <a:pt x="1242" y="367"/>
                  <a:pt x="1149" y="367"/>
                </a:cubicBezTo>
                <a:cubicBezTo>
                  <a:pt x="1089" y="367"/>
                  <a:pt x="1027" y="397"/>
                  <a:pt x="998" y="467"/>
                </a:cubicBezTo>
                <a:cubicBezTo>
                  <a:pt x="147" y="2564"/>
                  <a:pt x="0" y="4857"/>
                  <a:pt x="71" y="7096"/>
                </a:cubicBezTo>
                <a:cubicBezTo>
                  <a:pt x="107" y="8264"/>
                  <a:pt x="200" y="9428"/>
                  <a:pt x="285" y="10592"/>
                </a:cubicBezTo>
                <a:cubicBezTo>
                  <a:pt x="378" y="11838"/>
                  <a:pt x="471" y="13083"/>
                  <a:pt x="565" y="14328"/>
                </a:cubicBezTo>
                <a:cubicBezTo>
                  <a:pt x="660" y="15573"/>
                  <a:pt x="755" y="16818"/>
                  <a:pt x="852" y="18063"/>
                </a:cubicBezTo>
                <a:cubicBezTo>
                  <a:pt x="895" y="18617"/>
                  <a:pt x="909" y="19183"/>
                  <a:pt x="997" y="19731"/>
                </a:cubicBezTo>
                <a:cubicBezTo>
                  <a:pt x="1063" y="20137"/>
                  <a:pt x="1227" y="20580"/>
                  <a:pt x="1623" y="20768"/>
                </a:cubicBezTo>
                <a:cubicBezTo>
                  <a:pt x="1853" y="20878"/>
                  <a:pt x="2108" y="20885"/>
                  <a:pt x="2359" y="20885"/>
                </a:cubicBezTo>
                <a:cubicBezTo>
                  <a:pt x="2678" y="20885"/>
                  <a:pt x="2997" y="20884"/>
                  <a:pt x="3315" y="20883"/>
                </a:cubicBezTo>
                <a:cubicBezTo>
                  <a:pt x="3934" y="20882"/>
                  <a:pt x="4551" y="20881"/>
                  <a:pt x="5168" y="20880"/>
                </a:cubicBezTo>
                <a:cubicBezTo>
                  <a:pt x="6413" y="20878"/>
                  <a:pt x="7658" y="20875"/>
                  <a:pt x="8904" y="20873"/>
                </a:cubicBezTo>
                <a:cubicBezTo>
                  <a:pt x="8946" y="20873"/>
                  <a:pt x="8987" y="20873"/>
                  <a:pt x="9029" y="20873"/>
                </a:cubicBezTo>
                <a:cubicBezTo>
                  <a:pt x="9733" y="20873"/>
                  <a:pt x="10440" y="20882"/>
                  <a:pt x="11147" y="20882"/>
                </a:cubicBezTo>
                <a:cubicBezTo>
                  <a:pt x="11621" y="20882"/>
                  <a:pt x="12096" y="20878"/>
                  <a:pt x="12569" y="20863"/>
                </a:cubicBezTo>
                <a:cubicBezTo>
                  <a:pt x="13054" y="20848"/>
                  <a:pt x="13560" y="20768"/>
                  <a:pt x="13928" y="20425"/>
                </a:cubicBezTo>
                <a:cubicBezTo>
                  <a:pt x="14266" y="20112"/>
                  <a:pt x="14409" y="19650"/>
                  <a:pt x="14479" y="19208"/>
                </a:cubicBezTo>
                <a:cubicBezTo>
                  <a:pt x="14615" y="18346"/>
                  <a:pt x="14637" y="17435"/>
                  <a:pt x="14556" y="16567"/>
                </a:cubicBezTo>
                <a:cubicBezTo>
                  <a:pt x="14480" y="15744"/>
                  <a:pt x="14290" y="14898"/>
                  <a:pt x="13827" y="14200"/>
                </a:cubicBezTo>
                <a:cubicBezTo>
                  <a:pt x="13606" y="13867"/>
                  <a:pt x="13329" y="13578"/>
                  <a:pt x="13000" y="13350"/>
                </a:cubicBezTo>
                <a:cubicBezTo>
                  <a:pt x="12618" y="13086"/>
                  <a:pt x="12175" y="12928"/>
                  <a:pt x="11727" y="12811"/>
                </a:cubicBezTo>
                <a:cubicBezTo>
                  <a:pt x="10841" y="12580"/>
                  <a:pt x="9808" y="12500"/>
                  <a:pt x="9119" y="11827"/>
                </a:cubicBezTo>
                <a:cubicBezTo>
                  <a:pt x="8381" y="11106"/>
                  <a:pt x="8246" y="10000"/>
                  <a:pt x="8306" y="9020"/>
                </a:cubicBezTo>
                <a:cubicBezTo>
                  <a:pt x="8344" y="8404"/>
                  <a:pt x="8449" y="7795"/>
                  <a:pt x="8518" y="7181"/>
                </a:cubicBezTo>
                <a:cubicBezTo>
                  <a:pt x="8574" y="6676"/>
                  <a:pt x="8621" y="6136"/>
                  <a:pt x="8417" y="5654"/>
                </a:cubicBezTo>
                <a:cubicBezTo>
                  <a:pt x="7771" y="4140"/>
                  <a:pt x="5341" y="4868"/>
                  <a:pt x="4856" y="3246"/>
                </a:cubicBezTo>
                <a:cubicBezTo>
                  <a:pt x="4619" y="2457"/>
                  <a:pt x="4843" y="1582"/>
                  <a:pt x="4492" y="818"/>
                </a:cubicBezTo>
                <a:cubicBezTo>
                  <a:pt x="4321" y="450"/>
                  <a:pt x="3993" y="161"/>
                  <a:pt x="3598" y="53"/>
                </a:cubicBezTo>
                <a:cubicBezTo>
                  <a:pt x="3465" y="17"/>
                  <a:pt x="3328" y="1"/>
                  <a:pt x="3191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" name="Google Shape;580;p22"/>
          <p:cNvSpPr txBox="1"/>
          <p:nvPr>
            <p:ph type="title"/>
          </p:nvPr>
        </p:nvSpPr>
        <p:spPr>
          <a:xfrm>
            <a:off x="3305550" y="758952"/>
            <a:ext cx="25329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581" name="Google Shape;581;p22"/>
          <p:cNvGrpSpPr/>
          <p:nvPr/>
        </p:nvGrpSpPr>
        <p:grpSpPr>
          <a:xfrm>
            <a:off x="8468128" y="4269006"/>
            <a:ext cx="334498" cy="303002"/>
            <a:chOff x="1640475" y="1197075"/>
            <a:chExt cx="55475" cy="50250"/>
          </a:xfrm>
        </p:grpSpPr>
        <p:sp>
          <p:nvSpPr>
            <p:cNvPr id="582" name="Google Shape;582;p2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2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2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" name="Google Shape;585;p22"/>
          <p:cNvGrpSpPr/>
          <p:nvPr/>
        </p:nvGrpSpPr>
        <p:grpSpPr>
          <a:xfrm rot="-900055">
            <a:off x="7309384" y="441644"/>
            <a:ext cx="215934" cy="195605"/>
            <a:chOff x="1640475" y="1197075"/>
            <a:chExt cx="55475" cy="50250"/>
          </a:xfrm>
        </p:grpSpPr>
        <p:sp>
          <p:nvSpPr>
            <p:cNvPr id="586" name="Google Shape;586;p2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2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2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9" name="Google Shape;589;p22"/>
          <p:cNvSpPr/>
          <p:nvPr/>
        </p:nvSpPr>
        <p:spPr>
          <a:xfrm rot="-597364">
            <a:off x="8063728" y="362773"/>
            <a:ext cx="889045" cy="208282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0" name="Google Shape;590;p22"/>
          <p:cNvGrpSpPr/>
          <p:nvPr/>
        </p:nvGrpSpPr>
        <p:grpSpPr>
          <a:xfrm rot="6300033">
            <a:off x="791192" y="4293414"/>
            <a:ext cx="244638" cy="221601"/>
            <a:chOff x="1640475" y="1197075"/>
            <a:chExt cx="55475" cy="50250"/>
          </a:xfrm>
        </p:grpSpPr>
        <p:sp>
          <p:nvSpPr>
            <p:cNvPr id="591" name="Google Shape;591;p2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2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2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" name="Google Shape;594;p22"/>
          <p:cNvGrpSpPr/>
          <p:nvPr/>
        </p:nvGrpSpPr>
        <p:grpSpPr>
          <a:xfrm rot="-5400136">
            <a:off x="965669" y="276383"/>
            <a:ext cx="420678" cy="381051"/>
            <a:chOff x="1640475" y="1197075"/>
            <a:chExt cx="55475" cy="50250"/>
          </a:xfrm>
        </p:grpSpPr>
        <p:sp>
          <p:nvSpPr>
            <p:cNvPr id="595" name="Google Shape;595;p2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2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2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8" name="Google Shape;598;p22"/>
          <p:cNvSpPr/>
          <p:nvPr/>
        </p:nvSpPr>
        <p:spPr>
          <a:xfrm rot="899834">
            <a:off x="1279450" y="4731447"/>
            <a:ext cx="974747" cy="22837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" name="Google Shape;599;p22"/>
          <p:cNvSpPr/>
          <p:nvPr/>
        </p:nvSpPr>
        <p:spPr>
          <a:xfrm flipH="1" rot="-6300069">
            <a:off x="88991" y="506327"/>
            <a:ext cx="510483" cy="754763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" name="Google Shape;600;p22"/>
          <p:cNvSpPr/>
          <p:nvPr/>
        </p:nvSpPr>
        <p:spPr>
          <a:xfrm rot="6293788">
            <a:off x="7197469" y="4177421"/>
            <a:ext cx="959267" cy="701802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CUSTOM_1_1_1_1">
    <p:spTree>
      <p:nvGrpSpPr>
        <p:cNvPr id="601" name="Shape 6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2" name="Google Shape;602;p23"/>
          <p:cNvSpPr/>
          <p:nvPr/>
        </p:nvSpPr>
        <p:spPr>
          <a:xfrm flipH="1" rot="5087716">
            <a:off x="-252406" y="-643515"/>
            <a:ext cx="2616446" cy="2726737"/>
          </a:xfrm>
          <a:custGeom>
            <a:rect b="b" l="l" r="r" t="t"/>
            <a:pathLst>
              <a:path extrusionOk="0" h="17059" w="16369">
                <a:moveTo>
                  <a:pt x="10538" y="1"/>
                </a:moveTo>
                <a:cubicBezTo>
                  <a:pt x="9733" y="1"/>
                  <a:pt x="8932" y="153"/>
                  <a:pt x="8209" y="515"/>
                </a:cubicBezTo>
                <a:cubicBezTo>
                  <a:pt x="7233" y="1004"/>
                  <a:pt x="6396" y="1857"/>
                  <a:pt x="6084" y="2920"/>
                </a:cubicBezTo>
                <a:cubicBezTo>
                  <a:pt x="5733" y="4112"/>
                  <a:pt x="6127" y="5357"/>
                  <a:pt x="5884" y="6560"/>
                </a:cubicBezTo>
                <a:cubicBezTo>
                  <a:pt x="5644" y="7754"/>
                  <a:pt x="4612" y="8436"/>
                  <a:pt x="3688" y="9100"/>
                </a:cubicBezTo>
                <a:cubicBezTo>
                  <a:pt x="2685" y="9819"/>
                  <a:pt x="1822" y="10680"/>
                  <a:pt x="1187" y="11745"/>
                </a:cubicBezTo>
                <a:cubicBezTo>
                  <a:pt x="569" y="12782"/>
                  <a:pt x="0" y="14113"/>
                  <a:pt x="309" y="15339"/>
                </a:cubicBezTo>
                <a:cubicBezTo>
                  <a:pt x="443" y="15869"/>
                  <a:pt x="737" y="16372"/>
                  <a:pt x="1186" y="16695"/>
                </a:cubicBezTo>
                <a:cubicBezTo>
                  <a:pt x="1565" y="16966"/>
                  <a:pt x="2011" y="17058"/>
                  <a:pt x="2463" y="17058"/>
                </a:cubicBezTo>
                <a:cubicBezTo>
                  <a:pt x="2614" y="17058"/>
                  <a:pt x="2766" y="17048"/>
                  <a:pt x="2915" y="17031"/>
                </a:cubicBezTo>
                <a:cubicBezTo>
                  <a:pt x="3625" y="16948"/>
                  <a:pt x="4330" y="16784"/>
                  <a:pt x="5032" y="16653"/>
                </a:cubicBezTo>
                <a:cubicBezTo>
                  <a:pt x="5778" y="16514"/>
                  <a:pt x="6525" y="16374"/>
                  <a:pt x="7271" y="16235"/>
                </a:cubicBezTo>
                <a:cubicBezTo>
                  <a:pt x="10255" y="15678"/>
                  <a:pt x="13240" y="15122"/>
                  <a:pt x="16225" y="14565"/>
                </a:cubicBezTo>
                <a:cubicBezTo>
                  <a:pt x="16319" y="14547"/>
                  <a:pt x="16369" y="14453"/>
                  <a:pt x="16334" y="14366"/>
                </a:cubicBezTo>
                <a:cubicBezTo>
                  <a:pt x="15910" y="13292"/>
                  <a:pt x="15542" y="12197"/>
                  <a:pt x="15242" y="11083"/>
                </a:cubicBezTo>
                <a:cubicBezTo>
                  <a:pt x="14709" y="9114"/>
                  <a:pt x="14380" y="7098"/>
                  <a:pt x="14239" y="5065"/>
                </a:cubicBezTo>
                <a:cubicBezTo>
                  <a:pt x="14136" y="3556"/>
                  <a:pt x="14047" y="1835"/>
                  <a:pt x="12931" y="701"/>
                </a:cubicBezTo>
                <a:cubicBezTo>
                  <a:pt x="13074" y="700"/>
                  <a:pt x="12339" y="230"/>
                  <a:pt x="12009" y="160"/>
                </a:cubicBezTo>
                <a:cubicBezTo>
                  <a:pt x="11529" y="58"/>
                  <a:pt x="11033" y="1"/>
                  <a:pt x="10538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3" name="Google Shape;603;p23"/>
          <p:cNvSpPr/>
          <p:nvPr/>
        </p:nvSpPr>
        <p:spPr>
          <a:xfrm flipH="1" rot="-5265980">
            <a:off x="7018910" y="494175"/>
            <a:ext cx="3277066" cy="1351051"/>
          </a:xfrm>
          <a:custGeom>
            <a:rect b="b" l="l" r="r" t="t"/>
            <a:pathLst>
              <a:path extrusionOk="0" h="7648" w="18551">
                <a:moveTo>
                  <a:pt x="8398" y="1"/>
                </a:moveTo>
                <a:cubicBezTo>
                  <a:pt x="8203" y="1"/>
                  <a:pt x="8005" y="44"/>
                  <a:pt x="7810" y="140"/>
                </a:cubicBezTo>
                <a:cubicBezTo>
                  <a:pt x="7272" y="403"/>
                  <a:pt x="6909" y="991"/>
                  <a:pt x="6614" y="1543"/>
                </a:cubicBezTo>
                <a:cubicBezTo>
                  <a:pt x="6307" y="2117"/>
                  <a:pt x="6031" y="2729"/>
                  <a:pt x="5562" y="3157"/>
                </a:cubicBezTo>
                <a:cubicBezTo>
                  <a:pt x="5343" y="3357"/>
                  <a:pt x="5078" y="3500"/>
                  <a:pt x="4796" y="3515"/>
                </a:cubicBezTo>
                <a:cubicBezTo>
                  <a:pt x="4779" y="3516"/>
                  <a:pt x="4761" y="3516"/>
                  <a:pt x="4744" y="3516"/>
                </a:cubicBezTo>
                <a:cubicBezTo>
                  <a:pt x="4475" y="3516"/>
                  <a:pt x="4218" y="3410"/>
                  <a:pt x="3979" y="3274"/>
                </a:cubicBezTo>
                <a:cubicBezTo>
                  <a:pt x="3615" y="3067"/>
                  <a:pt x="3265" y="2787"/>
                  <a:pt x="2878" y="2633"/>
                </a:cubicBezTo>
                <a:lnTo>
                  <a:pt x="2848" y="2622"/>
                </a:lnTo>
                <a:cubicBezTo>
                  <a:pt x="2713" y="2571"/>
                  <a:pt x="2573" y="2535"/>
                  <a:pt x="2426" y="2524"/>
                </a:cubicBezTo>
                <a:cubicBezTo>
                  <a:pt x="2397" y="2522"/>
                  <a:pt x="2367" y="2521"/>
                  <a:pt x="2338" y="2521"/>
                </a:cubicBezTo>
                <a:cubicBezTo>
                  <a:pt x="1819" y="2521"/>
                  <a:pt x="1364" y="2853"/>
                  <a:pt x="878" y="3039"/>
                </a:cubicBezTo>
                <a:cubicBezTo>
                  <a:pt x="860" y="2988"/>
                  <a:pt x="814" y="2962"/>
                  <a:pt x="771" y="2962"/>
                </a:cubicBezTo>
                <a:cubicBezTo>
                  <a:pt x="719" y="2962"/>
                  <a:pt x="671" y="2999"/>
                  <a:pt x="675" y="3075"/>
                </a:cubicBezTo>
                <a:cubicBezTo>
                  <a:pt x="676" y="3085"/>
                  <a:pt x="676" y="3095"/>
                  <a:pt x="677" y="3105"/>
                </a:cubicBezTo>
                <a:cubicBezTo>
                  <a:pt x="641" y="3115"/>
                  <a:pt x="663" y="3351"/>
                  <a:pt x="684" y="3351"/>
                </a:cubicBezTo>
                <a:cubicBezTo>
                  <a:pt x="684" y="3351"/>
                  <a:pt x="684" y="3351"/>
                  <a:pt x="684" y="3351"/>
                </a:cubicBezTo>
                <a:lnTo>
                  <a:pt x="684" y="3351"/>
                </a:lnTo>
                <a:cubicBezTo>
                  <a:pt x="700" y="4396"/>
                  <a:pt x="480" y="5438"/>
                  <a:pt x="40" y="6361"/>
                </a:cubicBezTo>
                <a:cubicBezTo>
                  <a:pt x="1" y="6444"/>
                  <a:pt x="42" y="6541"/>
                  <a:pt x="125" y="6547"/>
                </a:cubicBezTo>
                <a:cubicBezTo>
                  <a:pt x="520" y="6573"/>
                  <a:pt x="913" y="6601"/>
                  <a:pt x="1308" y="6628"/>
                </a:cubicBezTo>
                <a:cubicBezTo>
                  <a:pt x="2919" y="6739"/>
                  <a:pt x="4531" y="6851"/>
                  <a:pt x="6142" y="6962"/>
                </a:cubicBezTo>
                <a:cubicBezTo>
                  <a:pt x="7754" y="7074"/>
                  <a:pt x="9365" y="7184"/>
                  <a:pt x="10977" y="7295"/>
                </a:cubicBezTo>
                <a:cubicBezTo>
                  <a:pt x="12587" y="7407"/>
                  <a:pt x="14196" y="7526"/>
                  <a:pt x="15806" y="7629"/>
                </a:cubicBezTo>
                <a:cubicBezTo>
                  <a:pt x="15970" y="7639"/>
                  <a:pt x="16139" y="7648"/>
                  <a:pt x="16308" y="7648"/>
                </a:cubicBezTo>
                <a:cubicBezTo>
                  <a:pt x="16770" y="7648"/>
                  <a:pt x="17238" y="7584"/>
                  <a:pt x="17642" y="7319"/>
                </a:cubicBezTo>
                <a:cubicBezTo>
                  <a:pt x="18126" y="7004"/>
                  <a:pt x="18405" y="6441"/>
                  <a:pt x="18479" y="5822"/>
                </a:cubicBezTo>
                <a:cubicBezTo>
                  <a:pt x="18551" y="5210"/>
                  <a:pt x="18426" y="4561"/>
                  <a:pt x="18155" y="4033"/>
                </a:cubicBezTo>
                <a:cubicBezTo>
                  <a:pt x="18001" y="3734"/>
                  <a:pt x="17799" y="3450"/>
                  <a:pt x="17538" y="3266"/>
                </a:cubicBezTo>
                <a:cubicBezTo>
                  <a:pt x="17335" y="3121"/>
                  <a:pt x="17111" y="3062"/>
                  <a:pt x="16880" y="3062"/>
                </a:cubicBezTo>
                <a:cubicBezTo>
                  <a:pt x="16779" y="3062"/>
                  <a:pt x="16677" y="3073"/>
                  <a:pt x="16575" y="3094"/>
                </a:cubicBezTo>
                <a:cubicBezTo>
                  <a:pt x="16223" y="3166"/>
                  <a:pt x="15888" y="3319"/>
                  <a:pt x="15537" y="3397"/>
                </a:cubicBezTo>
                <a:cubicBezTo>
                  <a:pt x="15268" y="3457"/>
                  <a:pt x="14994" y="3485"/>
                  <a:pt x="14721" y="3485"/>
                </a:cubicBezTo>
                <a:cubicBezTo>
                  <a:pt x="14673" y="3485"/>
                  <a:pt x="14624" y="3484"/>
                  <a:pt x="14575" y="3482"/>
                </a:cubicBezTo>
                <a:cubicBezTo>
                  <a:pt x="13922" y="3460"/>
                  <a:pt x="13281" y="3278"/>
                  <a:pt x="12679" y="2996"/>
                </a:cubicBezTo>
                <a:cubicBezTo>
                  <a:pt x="12065" y="2707"/>
                  <a:pt x="11491" y="2306"/>
                  <a:pt x="10973" y="1835"/>
                </a:cubicBezTo>
                <a:cubicBezTo>
                  <a:pt x="10470" y="1378"/>
                  <a:pt x="10039" y="821"/>
                  <a:pt x="9498" y="418"/>
                </a:cubicBezTo>
                <a:cubicBezTo>
                  <a:pt x="9163" y="167"/>
                  <a:pt x="8785" y="1"/>
                  <a:pt x="8398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4" name="Google Shape;604;p23"/>
          <p:cNvSpPr/>
          <p:nvPr/>
        </p:nvSpPr>
        <p:spPr>
          <a:xfrm rot="10800000">
            <a:off x="-60451" y="4081566"/>
            <a:ext cx="4326430" cy="1166958"/>
          </a:xfrm>
          <a:custGeom>
            <a:rect b="b" l="l" r="r" t="t"/>
            <a:pathLst>
              <a:path extrusionOk="0" h="6923" w="25667">
                <a:moveTo>
                  <a:pt x="95" y="1"/>
                </a:moveTo>
                <a:lnTo>
                  <a:pt x="95" y="1"/>
                </a:lnTo>
                <a:cubicBezTo>
                  <a:pt x="3" y="325"/>
                  <a:pt x="0" y="652"/>
                  <a:pt x="124" y="980"/>
                </a:cubicBezTo>
                <a:cubicBezTo>
                  <a:pt x="169" y="1098"/>
                  <a:pt x="231" y="1215"/>
                  <a:pt x="310" y="1328"/>
                </a:cubicBezTo>
                <a:cubicBezTo>
                  <a:pt x="324" y="1349"/>
                  <a:pt x="339" y="1369"/>
                  <a:pt x="355" y="1389"/>
                </a:cubicBezTo>
                <a:cubicBezTo>
                  <a:pt x="699" y="1846"/>
                  <a:pt x="1304" y="2249"/>
                  <a:pt x="2067" y="2533"/>
                </a:cubicBezTo>
                <a:cubicBezTo>
                  <a:pt x="2123" y="2554"/>
                  <a:pt x="2182" y="2574"/>
                  <a:pt x="2240" y="2594"/>
                </a:cubicBezTo>
                <a:cubicBezTo>
                  <a:pt x="2505" y="2684"/>
                  <a:pt x="2788" y="2761"/>
                  <a:pt x="3082" y="2820"/>
                </a:cubicBezTo>
                <a:cubicBezTo>
                  <a:pt x="3121" y="2828"/>
                  <a:pt x="3160" y="2836"/>
                  <a:pt x="3199" y="2843"/>
                </a:cubicBezTo>
                <a:cubicBezTo>
                  <a:pt x="3235" y="2848"/>
                  <a:pt x="3269" y="2855"/>
                  <a:pt x="3304" y="2861"/>
                </a:cubicBezTo>
                <a:cubicBezTo>
                  <a:pt x="4479" y="3062"/>
                  <a:pt x="5837" y="3029"/>
                  <a:pt x="6823" y="3420"/>
                </a:cubicBezTo>
                <a:cubicBezTo>
                  <a:pt x="7054" y="3512"/>
                  <a:pt x="7246" y="3619"/>
                  <a:pt x="7410" y="3737"/>
                </a:cubicBezTo>
                <a:cubicBezTo>
                  <a:pt x="7438" y="3757"/>
                  <a:pt x="7465" y="3777"/>
                  <a:pt x="7492" y="3798"/>
                </a:cubicBezTo>
                <a:cubicBezTo>
                  <a:pt x="7907" y="4126"/>
                  <a:pt x="8126" y="4532"/>
                  <a:pt x="8351" y="4940"/>
                </a:cubicBezTo>
                <a:cubicBezTo>
                  <a:pt x="8363" y="4960"/>
                  <a:pt x="8375" y="4981"/>
                  <a:pt x="8386" y="5002"/>
                </a:cubicBezTo>
                <a:cubicBezTo>
                  <a:pt x="8613" y="5409"/>
                  <a:pt x="8857" y="5814"/>
                  <a:pt x="9326" y="6143"/>
                </a:cubicBezTo>
                <a:cubicBezTo>
                  <a:pt x="9338" y="6152"/>
                  <a:pt x="9350" y="6161"/>
                  <a:pt x="9363" y="6170"/>
                </a:cubicBezTo>
                <a:cubicBezTo>
                  <a:pt x="9381" y="6181"/>
                  <a:pt x="9399" y="6193"/>
                  <a:pt x="9417" y="6205"/>
                </a:cubicBezTo>
                <a:cubicBezTo>
                  <a:pt x="10107" y="6649"/>
                  <a:pt x="11200" y="6895"/>
                  <a:pt x="12290" y="6920"/>
                </a:cubicBezTo>
                <a:cubicBezTo>
                  <a:pt x="12359" y="6922"/>
                  <a:pt x="12429" y="6922"/>
                  <a:pt x="12498" y="6922"/>
                </a:cubicBezTo>
                <a:cubicBezTo>
                  <a:pt x="13546" y="6922"/>
                  <a:pt x="14580" y="6739"/>
                  <a:pt x="15482" y="6457"/>
                </a:cubicBezTo>
                <a:cubicBezTo>
                  <a:pt x="15733" y="6379"/>
                  <a:pt x="15977" y="6292"/>
                  <a:pt x="16221" y="6206"/>
                </a:cubicBezTo>
                <a:cubicBezTo>
                  <a:pt x="16279" y="6185"/>
                  <a:pt x="16336" y="6163"/>
                  <a:pt x="16394" y="6143"/>
                </a:cubicBezTo>
                <a:cubicBezTo>
                  <a:pt x="17021" y="5919"/>
                  <a:pt x="17650" y="5699"/>
                  <a:pt x="18381" y="5606"/>
                </a:cubicBezTo>
                <a:cubicBezTo>
                  <a:pt x="18666" y="5570"/>
                  <a:pt x="18954" y="5554"/>
                  <a:pt x="19242" y="5554"/>
                </a:cubicBezTo>
                <a:cubicBezTo>
                  <a:pt x="20278" y="5554"/>
                  <a:pt x="21323" y="5757"/>
                  <a:pt x="22324" y="5932"/>
                </a:cubicBezTo>
                <a:cubicBezTo>
                  <a:pt x="22780" y="6013"/>
                  <a:pt x="23253" y="6086"/>
                  <a:pt x="23731" y="6144"/>
                </a:cubicBezTo>
                <a:cubicBezTo>
                  <a:pt x="23920" y="6169"/>
                  <a:pt x="24110" y="6189"/>
                  <a:pt x="24302" y="6207"/>
                </a:cubicBezTo>
                <a:cubicBezTo>
                  <a:pt x="24756" y="6249"/>
                  <a:pt x="25213" y="6274"/>
                  <a:pt x="25664" y="6275"/>
                </a:cubicBezTo>
                <a:lnTo>
                  <a:pt x="25664" y="6144"/>
                </a:lnTo>
                <a:lnTo>
                  <a:pt x="25665" y="5003"/>
                </a:lnTo>
                <a:lnTo>
                  <a:pt x="25665" y="3738"/>
                </a:lnTo>
                <a:lnTo>
                  <a:pt x="25666" y="2596"/>
                </a:lnTo>
                <a:lnTo>
                  <a:pt x="25666" y="1331"/>
                </a:lnTo>
                <a:lnTo>
                  <a:pt x="25667" y="5"/>
                </a:lnTo>
                <a:lnTo>
                  <a:pt x="3200" y="2"/>
                </a:lnTo>
                <a:lnTo>
                  <a:pt x="3083" y="2"/>
                </a:lnTo>
                <a:lnTo>
                  <a:pt x="95" y="1"/>
                </a:ln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5" name="Google Shape;605;p23"/>
          <p:cNvSpPr/>
          <p:nvPr/>
        </p:nvSpPr>
        <p:spPr>
          <a:xfrm flipH="1" rot="-163619">
            <a:off x="6300449" y="3399014"/>
            <a:ext cx="3289802" cy="2742855"/>
          </a:xfrm>
          <a:custGeom>
            <a:rect b="b" l="l" r="r" t="t"/>
            <a:pathLst>
              <a:path extrusionOk="0" h="17913" w="21485">
                <a:moveTo>
                  <a:pt x="16498" y="0"/>
                </a:moveTo>
                <a:cubicBezTo>
                  <a:pt x="16431" y="0"/>
                  <a:pt x="16363" y="2"/>
                  <a:pt x="16295" y="5"/>
                </a:cubicBezTo>
                <a:cubicBezTo>
                  <a:pt x="14773" y="76"/>
                  <a:pt x="13358" y="913"/>
                  <a:pt x="11838" y="913"/>
                </a:cubicBezTo>
                <a:cubicBezTo>
                  <a:pt x="11828" y="913"/>
                  <a:pt x="11819" y="913"/>
                  <a:pt x="11809" y="913"/>
                </a:cubicBezTo>
                <a:cubicBezTo>
                  <a:pt x="10328" y="903"/>
                  <a:pt x="8942" y="90"/>
                  <a:pt x="7502" y="90"/>
                </a:cubicBezTo>
                <a:cubicBezTo>
                  <a:pt x="7296" y="90"/>
                  <a:pt x="7089" y="106"/>
                  <a:pt x="6880" y="144"/>
                </a:cubicBezTo>
                <a:cubicBezTo>
                  <a:pt x="6031" y="300"/>
                  <a:pt x="5298" y="798"/>
                  <a:pt x="4738" y="1383"/>
                </a:cubicBezTo>
                <a:cubicBezTo>
                  <a:pt x="4125" y="2021"/>
                  <a:pt x="3678" y="2792"/>
                  <a:pt x="3546" y="3606"/>
                </a:cubicBezTo>
                <a:cubicBezTo>
                  <a:pt x="3331" y="4945"/>
                  <a:pt x="3958" y="6365"/>
                  <a:pt x="3330" y="7612"/>
                </a:cubicBezTo>
                <a:cubicBezTo>
                  <a:pt x="2843" y="8573"/>
                  <a:pt x="1725" y="9179"/>
                  <a:pt x="1025" y="10039"/>
                </a:cubicBezTo>
                <a:cubicBezTo>
                  <a:pt x="129" y="11143"/>
                  <a:pt x="1" y="12623"/>
                  <a:pt x="493" y="13871"/>
                </a:cubicBezTo>
                <a:cubicBezTo>
                  <a:pt x="985" y="15119"/>
                  <a:pt x="2039" y="16147"/>
                  <a:pt x="3280" y="16894"/>
                </a:cubicBezTo>
                <a:cubicBezTo>
                  <a:pt x="4303" y="17509"/>
                  <a:pt x="5501" y="17913"/>
                  <a:pt x="6745" y="17913"/>
                </a:cubicBezTo>
                <a:cubicBezTo>
                  <a:pt x="7100" y="17913"/>
                  <a:pt x="7459" y="17880"/>
                  <a:pt x="7819" y="17810"/>
                </a:cubicBezTo>
                <a:cubicBezTo>
                  <a:pt x="9799" y="17422"/>
                  <a:pt x="10027" y="16541"/>
                  <a:pt x="10831" y="15097"/>
                </a:cubicBezTo>
                <a:cubicBezTo>
                  <a:pt x="11709" y="13519"/>
                  <a:pt x="13719" y="12697"/>
                  <a:pt x="15584" y="12036"/>
                </a:cubicBezTo>
                <a:cubicBezTo>
                  <a:pt x="17450" y="11376"/>
                  <a:pt x="19474" y="10648"/>
                  <a:pt x="20504" y="9137"/>
                </a:cubicBezTo>
                <a:cubicBezTo>
                  <a:pt x="21026" y="8370"/>
                  <a:pt x="21230" y="7476"/>
                  <a:pt x="21324" y="6598"/>
                </a:cubicBezTo>
                <a:cubicBezTo>
                  <a:pt x="21484" y="5087"/>
                  <a:pt x="21327" y="3511"/>
                  <a:pt x="20489" y="2207"/>
                </a:cubicBezTo>
                <a:cubicBezTo>
                  <a:pt x="19684" y="953"/>
                  <a:pt x="18161" y="0"/>
                  <a:pt x="16498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6" name="Google Shape;606;p23"/>
          <p:cNvSpPr txBox="1"/>
          <p:nvPr>
            <p:ph type="title"/>
          </p:nvPr>
        </p:nvSpPr>
        <p:spPr>
          <a:xfrm>
            <a:off x="3387900" y="758952"/>
            <a:ext cx="23682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607" name="Google Shape;607;p23"/>
          <p:cNvGrpSpPr/>
          <p:nvPr/>
        </p:nvGrpSpPr>
        <p:grpSpPr>
          <a:xfrm rot="-9900030">
            <a:off x="271409" y="845202"/>
            <a:ext cx="215932" cy="195605"/>
            <a:chOff x="1640475" y="1197075"/>
            <a:chExt cx="55475" cy="50250"/>
          </a:xfrm>
        </p:grpSpPr>
        <p:sp>
          <p:nvSpPr>
            <p:cNvPr id="608" name="Google Shape;608;p2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2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2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" name="Google Shape;611;p23"/>
          <p:cNvGrpSpPr/>
          <p:nvPr/>
        </p:nvGrpSpPr>
        <p:grpSpPr>
          <a:xfrm rot="6524430">
            <a:off x="349879" y="2378626"/>
            <a:ext cx="279618" cy="253294"/>
            <a:chOff x="1640475" y="1197075"/>
            <a:chExt cx="55475" cy="50250"/>
          </a:xfrm>
        </p:grpSpPr>
        <p:sp>
          <p:nvSpPr>
            <p:cNvPr id="612" name="Google Shape;612;p2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2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2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5" name="Google Shape;615;p23"/>
          <p:cNvSpPr/>
          <p:nvPr/>
        </p:nvSpPr>
        <p:spPr>
          <a:xfrm flipH="1" rot="-2121718">
            <a:off x="6738637" y="226323"/>
            <a:ext cx="888103" cy="20804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6" name="Google Shape;616;p23"/>
          <p:cNvSpPr/>
          <p:nvPr/>
        </p:nvSpPr>
        <p:spPr>
          <a:xfrm flipH="1" rot="-10799883">
            <a:off x="1288109" y="411773"/>
            <a:ext cx="545177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7" name="Google Shape;617;p23"/>
          <p:cNvGrpSpPr/>
          <p:nvPr/>
        </p:nvGrpSpPr>
        <p:grpSpPr>
          <a:xfrm rot="6300012">
            <a:off x="8577095" y="3925450"/>
            <a:ext cx="290790" cy="263412"/>
            <a:chOff x="1640475" y="1197075"/>
            <a:chExt cx="55475" cy="50250"/>
          </a:xfrm>
        </p:grpSpPr>
        <p:sp>
          <p:nvSpPr>
            <p:cNvPr id="618" name="Google Shape;618;p2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2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2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1" name="Google Shape;621;p23"/>
          <p:cNvSpPr/>
          <p:nvPr/>
        </p:nvSpPr>
        <p:spPr>
          <a:xfrm rot="10800000">
            <a:off x="5828025" y="4022950"/>
            <a:ext cx="1167574" cy="854200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" name="Google Shape;622;p23"/>
          <p:cNvSpPr/>
          <p:nvPr/>
        </p:nvSpPr>
        <p:spPr>
          <a:xfrm rot="-10431843">
            <a:off x="-54140" y="-118627"/>
            <a:ext cx="520982" cy="81628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SECTION_HEADER_1_1_1_1_1">
    <p:spTree>
      <p:nvGrpSpPr>
        <p:cNvPr id="623" name="Shape 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" name="Google Shape;624;p24"/>
          <p:cNvSpPr/>
          <p:nvPr/>
        </p:nvSpPr>
        <p:spPr>
          <a:xfrm>
            <a:off x="-252007" y="3576894"/>
            <a:ext cx="3903917" cy="1837176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" name="Google Shape;625;p24"/>
          <p:cNvSpPr/>
          <p:nvPr/>
        </p:nvSpPr>
        <p:spPr>
          <a:xfrm>
            <a:off x="-534698" y="-318300"/>
            <a:ext cx="3365751" cy="1857837"/>
          </a:xfrm>
          <a:custGeom>
            <a:rect b="b" l="l" r="r" t="t"/>
            <a:pathLst>
              <a:path extrusionOk="0" h="11330" w="20526">
                <a:moveTo>
                  <a:pt x="12939" y="1"/>
                </a:moveTo>
                <a:cubicBezTo>
                  <a:pt x="11999" y="1"/>
                  <a:pt x="11086" y="167"/>
                  <a:pt x="10169" y="370"/>
                </a:cubicBezTo>
                <a:cubicBezTo>
                  <a:pt x="9691" y="476"/>
                  <a:pt x="9213" y="584"/>
                  <a:pt x="8731" y="667"/>
                </a:cubicBezTo>
                <a:cubicBezTo>
                  <a:pt x="8234" y="750"/>
                  <a:pt x="7732" y="802"/>
                  <a:pt x="7229" y="839"/>
                </a:cubicBezTo>
                <a:cubicBezTo>
                  <a:pt x="6231" y="913"/>
                  <a:pt x="5230" y="935"/>
                  <a:pt x="4235" y="1052"/>
                </a:cubicBezTo>
                <a:cubicBezTo>
                  <a:pt x="3806" y="1102"/>
                  <a:pt x="3380" y="1184"/>
                  <a:pt x="2951" y="1235"/>
                </a:cubicBezTo>
                <a:cubicBezTo>
                  <a:pt x="2746" y="1260"/>
                  <a:pt x="2537" y="1279"/>
                  <a:pt x="2328" y="1279"/>
                </a:cubicBezTo>
                <a:cubicBezTo>
                  <a:pt x="2138" y="1279"/>
                  <a:pt x="1948" y="1263"/>
                  <a:pt x="1762" y="1222"/>
                </a:cubicBezTo>
                <a:cubicBezTo>
                  <a:pt x="1578" y="1180"/>
                  <a:pt x="1402" y="1113"/>
                  <a:pt x="1242" y="1012"/>
                </a:cubicBezTo>
                <a:cubicBezTo>
                  <a:pt x="1161" y="960"/>
                  <a:pt x="1089" y="870"/>
                  <a:pt x="988" y="868"/>
                </a:cubicBezTo>
                <a:cubicBezTo>
                  <a:pt x="985" y="868"/>
                  <a:pt x="983" y="868"/>
                  <a:pt x="981" y="868"/>
                </a:cubicBezTo>
                <a:cubicBezTo>
                  <a:pt x="897" y="868"/>
                  <a:pt x="810" y="887"/>
                  <a:pt x="732" y="917"/>
                </a:cubicBezTo>
                <a:cubicBezTo>
                  <a:pt x="360" y="1060"/>
                  <a:pt x="147" y="1435"/>
                  <a:pt x="79" y="1816"/>
                </a:cubicBezTo>
                <a:cubicBezTo>
                  <a:pt x="38" y="2046"/>
                  <a:pt x="37" y="2279"/>
                  <a:pt x="38" y="2512"/>
                </a:cubicBezTo>
                <a:cubicBezTo>
                  <a:pt x="38" y="2767"/>
                  <a:pt x="39" y="3024"/>
                  <a:pt x="40" y="3279"/>
                </a:cubicBezTo>
                <a:cubicBezTo>
                  <a:pt x="42" y="3797"/>
                  <a:pt x="44" y="4315"/>
                  <a:pt x="46" y="4833"/>
                </a:cubicBezTo>
                <a:cubicBezTo>
                  <a:pt x="50" y="5817"/>
                  <a:pt x="54" y="6803"/>
                  <a:pt x="57" y="7787"/>
                </a:cubicBezTo>
                <a:cubicBezTo>
                  <a:pt x="55" y="7786"/>
                  <a:pt x="54" y="7785"/>
                  <a:pt x="52" y="7785"/>
                </a:cubicBezTo>
                <a:cubicBezTo>
                  <a:pt x="0" y="7785"/>
                  <a:pt x="101" y="8649"/>
                  <a:pt x="628" y="8724"/>
                </a:cubicBezTo>
                <a:cubicBezTo>
                  <a:pt x="1441" y="8840"/>
                  <a:pt x="1514" y="10145"/>
                  <a:pt x="2146" y="10693"/>
                </a:cubicBezTo>
                <a:cubicBezTo>
                  <a:pt x="2452" y="10957"/>
                  <a:pt x="2805" y="11167"/>
                  <a:pt x="3199" y="11261"/>
                </a:cubicBezTo>
                <a:cubicBezTo>
                  <a:pt x="3402" y="11310"/>
                  <a:pt x="3609" y="11330"/>
                  <a:pt x="3816" y="11330"/>
                </a:cubicBezTo>
                <a:cubicBezTo>
                  <a:pt x="4077" y="11330"/>
                  <a:pt x="4340" y="11298"/>
                  <a:pt x="4597" y="11251"/>
                </a:cubicBezTo>
                <a:cubicBezTo>
                  <a:pt x="5367" y="11113"/>
                  <a:pt x="6207" y="10865"/>
                  <a:pt x="6645" y="10152"/>
                </a:cubicBezTo>
                <a:cubicBezTo>
                  <a:pt x="6859" y="9801"/>
                  <a:pt x="6970" y="9395"/>
                  <a:pt x="7203" y="9055"/>
                </a:cubicBezTo>
                <a:cubicBezTo>
                  <a:pt x="7421" y="8736"/>
                  <a:pt x="7758" y="8532"/>
                  <a:pt x="8120" y="8419"/>
                </a:cubicBezTo>
                <a:cubicBezTo>
                  <a:pt x="8559" y="8282"/>
                  <a:pt x="9011" y="8265"/>
                  <a:pt x="9465" y="8265"/>
                </a:cubicBezTo>
                <a:cubicBezTo>
                  <a:pt x="9615" y="8265"/>
                  <a:pt x="9765" y="8267"/>
                  <a:pt x="9915" y="8267"/>
                </a:cubicBezTo>
                <a:cubicBezTo>
                  <a:pt x="10115" y="8267"/>
                  <a:pt x="10316" y="8264"/>
                  <a:pt x="10515" y="8248"/>
                </a:cubicBezTo>
                <a:cubicBezTo>
                  <a:pt x="10927" y="8216"/>
                  <a:pt x="11342" y="8132"/>
                  <a:pt x="11707" y="7927"/>
                </a:cubicBezTo>
                <a:cubicBezTo>
                  <a:pt x="12074" y="7718"/>
                  <a:pt x="12352" y="7394"/>
                  <a:pt x="12600" y="7055"/>
                </a:cubicBezTo>
                <a:cubicBezTo>
                  <a:pt x="13089" y="6385"/>
                  <a:pt x="13543" y="5673"/>
                  <a:pt x="14244" y="5207"/>
                </a:cubicBezTo>
                <a:cubicBezTo>
                  <a:pt x="14594" y="4972"/>
                  <a:pt x="14986" y="4825"/>
                  <a:pt x="15405" y="4792"/>
                </a:cubicBezTo>
                <a:cubicBezTo>
                  <a:pt x="15494" y="4785"/>
                  <a:pt x="15582" y="4782"/>
                  <a:pt x="15670" y="4782"/>
                </a:cubicBezTo>
                <a:cubicBezTo>
                  <a:pt x="16070" y="4782"/>
                  <a:pt x="16469" y="4843"/>
                  <a:pt x="16866" y="4877"/>
                </a:cubicBezTo>
                <a:cubicBezTo>
                  <a:pt x="17302" y="4915"/>
                  <a:pt x="17740" y="4933"/>
                  <a:pt x="18178" y="4933"/>
                </a:cubicBezTo>
                <a:cubicBezTo>
                  <a:pt x="18243" y="4933"/>
                  <a:pt x="18309" y="4933"/>
                  <a:pt x="18374" y="4932"/>
                </a:cubicBezTo>
                <a:cubicBezTo>
                  <a:pt x="18585" y="4929"/>
                  <a:pt x="18814" y="4941"/>
                  <a:pt x="19012" y="4857"/>
                </a:cubicBezTo>
                <a:cubicBezTo>
                  <a:pt x="19193" y="4780"/>
                  <a:pt x="19305" y="4623"/>
                  <a:pt x="19390" y="4450"/>
                </a:cubicBezTo>
                <a:cubicBezTo>
                  <a:pt x="19618" y="3989"/>
                  <a:pt x="19825" y="3515"/>
                  <a:pt x="20041" y="3049"/>
                </a:cubicBezTo>
                <a:cubicBezTo>
                  <a:pt x="20147" y="2821"/>
                  <a:pt x="20256" y="2595"/>
                  <a:pt x="20357" y="2365"/>
                </a:cubicBezTo>
                <a:cubicBezTo>
                  <a:pt x="20444" y="2165"/>
                  <a:pt x="20525" y="1951"/>
                  <a:pt x="20518" y="1728"/>
                </a:cubicBezTo>
                <a:cubicBezTo>
                  <a:pt x="20505" y="1297"/>
                  <a:pt x="20161" y="1008"/>
                  <a:pt x="19822" y="810"/>
                </a:cubicBezTo>
                <a:cubicBezTo>
                  <a:pt x="19463" y="601"/>
                  <a:pt x="19065" y="469"/>
                  <a:pt x="18660" y="392"/>
                </a:cubicBezTo>
                <a:cubicBezTo>
                  <a:pt x="17815" y="229"/>
                  <a:pt x="16950" y="272"/>
                  <a:pt x="16095" y="224"/>
                </a:cubicBezTo>
                <a:cubicBezTo>
                  <a:pt x="15084" y="168"/>
                  <a:pt x="14079" y="19"/>
                  <a:pt x="13065" y="2"/>
                </a:cubicBezTo>
                <a:cubicBezTo>
                  <a:pt x="13023" y="1"/>
                  <a:pt x="12981" y="1"/>
                  <a:pt x="12939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" name="Google Shape;626;p24"/>
          <p:cNvSpPr/>
          <p:nvPr/>
        </p:nvSpPr>
        <p:spPr>
          <a:xfrm>
            <a:off x="7392777" y="-245660"/>
            <a:ext cx="2132823" cy="2139054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" name="Google Shape;627;p24"/>
          <p:cNvSpPr/>
          <p:nvPr/>
        </p:nvSpPr>
        <p:spPr>
          <a:xfrm>
            <a:off x="5392461" y="4223933"/>
            <a:ext cx="3997055" cy="1412317"/>
          </a:xfrm>
          <a:custGeom>
            <a:rect b="b" l="l" r="r" t="t"/>
            <a:pathLst>
              <a:path extrusionOk="0" h="8613" w="24376">
                <a:moveTo>
                  <a:pt x="12572" y="1"/>
                </a:moveTo>
                <a:cubicBezTo>
                  <a:pt x="11930" y="1"/>
                  <a:pt x="11305" y="137"/>
                  <a:pt x="10778" y="460"/>
                </a:cubicBezTo>
                <a:cubicBezTo>
                  <a:pt x="10193" y="818"/>
                  <a:pt x="9818" y="1341"/>
                  <a:pt x="9503" y="1852"/>
                </a:cubicBezTo>
                <a:cubicBezTo>
                  <a:pt x="9167" y="2398"/>
                  <a:pt x="8889" y="2969"/>
                  <a:pt x="8475" y="3485"/>
                </a:cubicBezTo>
                <a:cubicBezTo>
                  <a:pt x="8044" y="4023"/>
                  <a:pt x="7451" y="4445"/>
                  <a:pt x="6633" y="4599"/>
                </a:cubicBezTo>
                <a:cubicBezTo>
                  <a:pt x="6259" y="4669"/>
                  <a:pt x="5879" y="4690"/>
                  <a:pt x="5496" y="4690"/>
                </a:cubicBezTo>
                <a:cubicBezTo>
                  <a:pt x="4945" y="4690"/>
                  <a:pt x="4388" y="4646"/>
                  <a:pt x="3837" y="4646"/>
                </a:cubicBezTo>
                <a:cubicBezTo>
                  <a:pt x="3701" y="4646"/>
                  <a:pt x="3564" y="4649"/>
                  <a:pt x="3429" y="4656"/>
                </a:cubicBezTo>
                <a:cubicBezTo>
                  <a:pt x="2927" y="4680"/>
                  <a:pt x="2424" y="4755"/>
                  <a:pt x="1974" y="4934"/>
                </a:cubicBezTo>
                <a:cubicBezTo>
                  <a:pt x="1568" y="5095"/>
                  <a:pt x="1218" y="5332"/>
                  <a:pt x="943" y="5611"/>
                </a:cubicBezTo>
                <a:cubicBezTo>
                  <a:pt x="425" y="6133"/>
                  <a:pt x="179" y="6806"/>
                  <a:pt x="311" y="7456"/>
                </a:cubicBezTo>
                <a:cubicBezTo>
                  <a:pt x="309" y="7456"/>
                  <a:pt x="307" y="7456"/>
                  <a:pt x="305" y="7456"/>
                </a:cubicBezTo>
                <a:cubicBezTo>
                  <a:pt x="282" y="7456"/>
                  <a:pt x="258" y="7461"/>
                  <a:pt x="234" y="7475"/>
                </a:cubicBezTo>
                <a:cubicBezTo>
                  <a:pt x="83" y="7556"/>
                  <a:pt x="1" y="7677"/>
                  <a:pt x="4" y="7821"/>
                </a:cubicBezTo>
                <a:cubicBezTo>
                  <a:pt x="12" y="8172"/>
                  <a:pt x="404" y="8373"/>
                  <a:pt x="826" y="8396"/>
                </a:cubicBezTo>
                <a:cubicBezTo>
                  <a:pt x="860" y="8398"/>
                  <a:pt x="894" y="8399"/>
                  <a:pt x="929" y="8399"/>
                </a:cubicBezTo>
                <a:cubicBezTo>
                  <a:pt x="1162" y="8399"/>
                  <a:pt x="1397" y="8361"/>
                  <a:pt x="1626" y="8334"/>
                </a:cubicBezTo>
                <a:cubicBezTo>
                  <a:pt x="1931" y="8297"/>
                  <a:pt x="2238" y="8262"/>
                  <a:pt x="2544" y="8230"/>
                </a:cubicBezTo>
                <a:cubicBezTo>
                  <a:pt x="3747" y="8107"/>
                  <a:pt x="4958" y="8023"/>
                  <a:pt x="6170" y="7965"/>
                </a:cubicBezTo>
                <a:cubicBezTo>
                  <a:pt x="8591" y="7850"/>
                  <a:pt x="11019" y="7838"/>
                  <a:pt x="13445" y="7824"/>
                </a:cubicBezTo>
                <a:cubicBezTo>
                  <a:pt x="13813" y="7822"/>
                  <a:pt x="14182" y="7820"/>
                  <a:pt x="14552" y="7820"/>
                </a:cubicBezTo>
                <a:cubicBezTo>
                  <a:pt x="16507" y="7820"/>
                  <a:pt x="18472" y="7870"/>
                  <a:pt x="20390" y="8174"/>
                </a:cubicBezTo>
                <a:cubicBezTo>
                  <a:pt x="20952" y="8264"/>
                  <a:pt x="21511" y="8375"/>
                  <a:pt x="22057" y="8512"/>
                </a:cubicBezTo>
                <a:cubicBezTo>
                  <a:pt x="22240" y="8558"/>
                  <a:pt x="22430" y="8612"/>
                  <a:pt x="22625" y="8612"/>
                </a:cubicBezTo>
                <a:cubicBezTo>
                  <a:pt x="22665" y="8612"/>
                  <a:pt x="22706" y="8610"/>
                  <a:pt x="22747" y="8605"/>
                </a:cubicBezTo>
                <a:cubicBezTo>
                  <a:pt x="22986" y="8575"/>
                  <a:pt x="23126" y="8437"/>
                  <a:pt x="23188" y="8265"/>
                </a:cubicBezTo>
                <a:cubicBezTo>
                  <a:pt x="23342" y="7840"/>
                  <a:pt x="23440" y="7396"/>
                  <a:pt x="23556" y="6963"/>
                </a:cubicBezTo>
                <a:cubicBezTo>
                  <a:pt x="23675" y="6520"/>
                  <a:pt x="23785" y="6077"/>
                  <a:pt x="23879" y="5631"/>
                </a:cubicBezTo>
                <a:cubicBezTo>
                  <a:pt x="24251" y="3879"/>
                  <a:pt x="24375" y="2063"/>
                  <a:pt x="23717" y="343"/>
                </a:cubicBezTo>
                <a:cubicBezTo>
                  <a:pt x="23697" y="293"/>
                  <a:pt x="23642" y="267"/>
                  <a:pt x="23586" y="267"/>
                </a:cubicBezTo>
                <a:cubicBezTo>
                  <a:pt x="23541" y="267"/>
                  <a:pt x="23495" y="284"/>
                  <a:pt x="23467" y="317"/>
                </a:cubicBezTo>
                <a:cubicBezTo>
                  <a:pt x="23327" y="480"/>
                  <a:pt x="23169" y="631"/>
                  <a:pt x="22991" y="769"/>
                </a:cubicBezTo>
                <a:cubicBezTo>
                  <a:pt x="22274" y="1328"/>
                  <a:pt x="21289" y="1670"/>
                  <a:pt x="20281" y="1764"/>
                </a:cubicBezTo>
                <a:cubicBezTo>
                  <a:pt x="20062" y="1784"/>
                  <a:pt x="19841" y="1794"/>
                  <a:pt x="19620" y="1794"/>
                </a:cubicBezTo>
                <a:cubicBezTo>
                  <a:pt x="18644" y="1794"/>
                  <a:pt x="17671" y="1601"/>
                  <a:pt x="16789" y="1286"/>
                </a:cubicBezTo>
                <a:cubicBezTo>
                  <a:pt x="15722" y="905"/>
                  <a:pt x="14754" y="349"/>
                  <a:pt x="13607" y="110"/>
                </a:cubicBezTo>
                <a:cubicBezTo>
                  <a:pt x="13266" y="40"/>
                  <a:pt x="12917" y="1"/>
                  <a:pt x="12572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" name="Google Shape;628;p24"/>
          <p:cNvSpPr txBox="1"/>
          <p:nvPr>
            <p:ph type="title"/>
          </p:nvPr>
        </p:nvSpPr>
        <p:spPr>
          <a:xfrm>
            <a:off x="2887025" y="896532"/>
            <a:ext cx="3370500" cy="84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46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629" name="Google Shape;629;p24"/>
          <p:cNvGrpSpPr/>
          <p:nvPr/>
        </p:nvGrpSpPr>
        <p:grpSpPr>
          <a:xfrm rot="-6282408">
            <a:off x="776191" y="953710"/>
            <a:ext cx="221771" cy="200883"/>
            <a:chOff x="1640475" y="1197075"/>
            <a:chExt cx="55475" cy="50250"/>
          </a:xfrm>
        </p:grpSpPr>
        <p:sp>
          <p:nvSpPr>
            <p:cNvPr id="630" name="Google Shape;630;p2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2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2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" name="Google Shape;633;p24"/>
          <p:cNvGrpSpPr/>
          <p:nvPr/>
        </p:nvGrpSpPr>
        <p:grpSpPr>
          <a:xfrm rot="-3600037">
            <a:off x="8366841" y="366882"/>
            <a:ext cx="215935" cy="195604"/>
            <a:chOff x="1640475" y="1197075"/>
            <a:chExt cx="55475" cy="50250"/>
          </a:xfrm>
        </p:grpSpPr>
        <p:sp>
          <p:nvSpPr>
            <p:cNvPr id="634" name="Google Shape;634;p2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2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2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7" name="Google Shape;637;p24"/>
          <p:cNvSpPr/>
          <p:nvPr/>
        </p:nvSpPr>
        <p:spPr>
          <a:xfrm rot="-8431516">
            <a:off x="991402" y="300030"/>
            <a:ext cx="529784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8" name="Google Shape;638;p24"/>
          <p:cNvGrpSpPr/>
          <p:nvPr/>
        </p:nvGrpSpPr>
        <p:grpSpPr>
          <a:xfrm rot="900000">
            <a:off x="7711515" y="4595570"/>
            <a:ext cx="347165" cy="314462"/>
            <a:chOff x="1640475" y="1197075"/>
            <a:chExt cx="55475" cy="50250"/>
          </a:xfrm>
        </p:grpSpPr>
        <p:sp>
          <p:nvSpPr>
            <p:cNvPr id="639" name="Google Shape;639;p2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2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2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" name="Google Shape;642;p24"/>
          <p:cNvGrpSpPr/>
          <p:nvPr/>
        </p:nvGrpSpPr>
        <p:grpSpPr>
          <a:xfrm rot="899970">
            <a:off x="1517129" y="4372050"/>
            <a:ext cx="215932" cy="195605"/>
            <a:chOff x="1640475" y="1197075"/>
            <a:chExt cx="55475" cy="50250"/>
          </a:xfrm>
        </p:grpSpPr>
        <p:sp>
          <p:nvSpPr>
            <p:cNvPr id="643" name="Google Shape;643;p2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2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2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6" name="Google Shape;646;p24"/>
          <p:cNvSpPr/>
          <p:nvPr/>
        </p:nvSpPr>
        <p:spPr>
          <a:xfrm rot="2510220">
            <a:off x="74986" y="2434051"/>
            <a:ext cx="1153753" cy="844089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7" name="Google Shape;647;p24"/>
          <p:cNvSpPr/>
          <p:nvPr/>
        </p:nvSpPr>
        <p:spPr>
          <a:xfrm rot="10799880">
            <a:off x="6967220" y="4433428"/>
            <a:ext cx="529792" cy="12411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CUSTOM_8">
    <p:spTree>
      <p:nvGrpSpPr>
        <p:cNvPr id="648" name="Shape 6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9" name="Google Shape;649;p25"/>
          <p:cNvSpPr txBox="1"/>
          <p:nvPr>
            <p:ph type="title"/>
          </p:nvPr>
        </p:nvSpPr>
        <p:spPr>
          <a:xfrm>
            <a:off x="3310200" y="758950"/>
            <a:ext cx="25236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650" name="Google Shape;650;p25"/>
          <p:cNvSpPr/>
          <p:nvPr/>
        </p:nvSpPr>
        <p:spPr>
          <a:xfrm rot="-5400000">
            <a:off x="-1633617" y="237263"/>
            <a:ext cx="3908878" cy="1656143"/>
          </a:xfrm>
          <a:custGeom>
            <a:rect b="b" l="l" r="r" t="t"/>
            <a:pathLst>
              <a:path extrusionOk="0" h="9729" w="28851">
                <a:moveTo>
                  <a:pt x="943" y="0"/>
                </a:moveTo>
                <a:cubicBezTo>
                  <a:pt x="631" y="0"/>
                  <a:pt x="337" y="87"/>
                  <a:pt x="179" y="380"/>
                </a:cubicBezTo>
                <a:cubicBezTo>
                  <a:pt x="1" y="711"/>
                  <a:pt x="78" y="1189"/>
                  <a:pt x="451" y="1303"/>
                </a:cubicBezTo>
                <a:cubicBezTo>
                  <a:pt x="355" y="2313"/>
                  <a:pt x="452" y="3522"/>
                  <a:pt x="1499" y="3989"/>
                </a:cubicBezTo>
                <a:cubicBezTo>
                  <a:pt x="1785" y="4117"/>
                  <a:pt x="2088" y="4165"/>
                  <a:pt x="2396" y="4165"/>
                </a:cubicBezTo>
                <a:cubicBezTo>
                  <a:pt x="3000" y="4165"/>
                  <a:pt x="3625" y="3981"/>
                  <a:pt x="4188" y="3848"/>
                </a:cubicBezTo>
                <a:cubicBezTo>
                  <a:pt x="4624" y="3745"/>
                  <a:pt x="5112" y="3633"/>
                  <a:pt x="5582" y="3633"/>
                </a:cubicBezTo>
                <a:cubicBezTo>
                  <a:pt x="6044" y="3633"/>
                  <a:pt x="6489" y="3741"/>
                  <a:pt x="6852" y="4069"/>
                </a:cubicBezTo>
                <a:cubicBezTo>
                  <a:pt x="7560" y="4711"/>
                  <a:pt x="7722" y="5737"/>
                  <a:pt x="8257" y="6500"/>
                </a:cubicBezTo>
                <a:cubicBezTo>
                  <a:pt x="8521" y="6876"/>
                  <a:pt x="8874" y="7178"/>
                  <a:pt x="9322" y="7300"/>
                </a:cubicBezTo>
                <a:cubicBezTo>
                  <a:pt x="9482" y="7344"/>
                  <a:pt x="9645" y="7363"/>
                  <a:pt x="9808" y="7363"/>
                </a:cubicBezTo>
                <a:cubicBezTo>
                  <a:pt x="10078" y="7363"/>
                  <a:pt x="10348" y="7310"/>
                  <a:pt x="10606" y="7231"/>
                </a:cubicBezTo>
                <a:cubicBezTo>
                  <a:pt x="11498" y="6959"/>
                  <a:pt x="12280" y="6380"/>
                  <a:pt x="13194" y="6184"/>
                </a:cubicBezTo>
                <a:cubicBezTo>
                  <a:pt x="13322" y="6156"/>
                  <a:pt x="13450" y="6141"/>
                  <a:pt x="13577" y="6141"/>
                </a:cubicBezTo>
                <a:cubicBezTo>
                  <a:pt x="13849" y="6141"/>
                  <a:pt x="14113" y="6211"/>
                  <a:pt x="14347" y="6376"/>
                </a:cubicBezTo>
                <a:cubicBezTo>
                  <a:pt x="14724" y="6643"/>
                  <a:pt x="14907" y="7097"/>
                  <a:pt x="15047" y="7521"/>
                </a:cubicBezTo>
                <a:cubicBezTo>
                  <a:pt x="15341" y="8400"/>
                  <a:pt x="15592" y="9554"/>
                  <a:pt x="16688" y="9709"/>
                </a:cubicBezTo>
                <a:cubicBezTo>
                  <a:pt x="16781" y="9722"/>
                  <a:pt x="16872" y="9728"/>
                  <a:pt x="16961" y="9728"/>
                </a:cubicBezTo>
                <a:cubicBezTo>
                  <a:pt x="18160" y="9728"/>
                  <a:pt x="18967" y="8588"/>
                  <a:pt x="19887" y="7966"/>
                </a:cubicBezTo>
                <a:cubicBezTo>
                  <a:pt x="20301" y="7685"/>
                  <a:pt x="20755" y="7537"/>
                  <a:pt x="21232" y="7537"/>
                </a:cubicBezTo>
                <a:cubicBezTo>
                  <a:pt x="21401" y="7537"/>
                  <a:pt x="21572" y="7556"/>
                  <a:pt x="21746" y="7593"/>
                </a:cubicBezTo>
                <a:cubicBezTo>
                  <a:pt x="22408" y="7736"/>
                  <a:pt x="23015" y="8087"/>
                  <a:pt x="23550" y="8494"/>
                </a:cubicBezTo>
                <a:cubicBezTo>
                  <a:pt x="24053" y="8876"/>
                  <a:pt x="24539" y="9361"/>
                  <a:pt x="25189" y="9466"/>
                </a:cubicBezTo>
                <a:cubicBezTo>
                  <a:pt x="25284" y="9481"/>
                  <a:pt x="25378" y="9489"/>
                  <a:pt x="25473" y="9489"/>
                </a:cubicBezTo>
                <a:cubicBezTo>
                  <a:pt x="26024" y="9489"/>
                  <a:pt x="26554" y="9240"/>
                  <a:pt x="26991" y="8910"/>
                </a:cubicBezTo>
                <a:cubicBezTo>
                  <a:pt x="27838" y="8271"/>
                  <a:pt x="28376" y="7319"/>
                  <a:pt x="28611" y="6292"/>
                </a:cubicBezTo>
                <a:cubicBezTo>
                  <a:pt x="28851" y="5239"/>
                  <a:pt x="28800" y="4124"/>
                  <a:pt x="28525" y="3084"/>
                </a:cubicBezTo>
                <a:cubicBezTo>
                  <a:pt x="28226" y="1958"/>
                  <a:pt x="27654" y="694"/>
                  <a:pt x="26488" y="261"/>
                </a:cubicBezTo>
                <a:cubicBezTo>
                  <a:pt x="26074" y="106"/>
                  <a:pt x="25631" y="64"/>
                  <a:pt x="25188" y="64"/>
                </a:cubicBezTo>
                <a:cubicBezTo>
                  <a:pt x="24971" y="64"/>
                  <a:pt x="24753" y="74"/>
                  <a:pt x="24540" y="86"/>
                </a:cubicBezTo>
                <a:cubicBezTo>
                  <a:pt x="23776" y="131"/>
                  <a:pt x="23013" y="188"/>
                  <a:pt x="22250" y="248"/>
                </a:cubicBezTo>
                <a:cubicBezTo>
                  <a:pt x="20720" y="367"/>
                  <a:pt x="19190" y="503"/>
                  <a:pt x="17661" y="628"/>
                </a:cubicBezTo>
                <a:cubicBezTo>
                  <a:pt x="15187" y="828"/>
                  <a:pt x="12704" y="996"/>
                  <a:pt x="10221" y="996"/>
                </a:cubicBezTo>
                <a:cubicBezTo>
                  <a:pt x="9649" y="996"/>
                  <a:pt x="9077" y="987"/>
                  <a:pt x="8505" y="967"/>
                </a:cubicBezTo>
                <a:cubicBezTo>
                  <a:pt x="6985" y="916"/>
                  <a:pt x="5467" y="790"/>
                  <a:pt x="3966" y="555"/>
                </a:cubicBezTo>
                <a:cubicBezTo>
                  <a:pt x="3209" y="436"/>
                  <a:pt x="2459" y="290"/>
                  <a:pt x="1714" y="116"/>
                </a:cubicBezTo>
                <a:cubicBezTo>
                  <a:pt x="1493" y="64"/>
                  <a:pt x="1211" y="0"/>
                  <a:pt x="94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1" name="Google Shape;651;p25"/>
          <p:cNvSpPr/>
          <p:nvPr/>
        </p:nvSpPr>
        <p:spPr>
          <a:xfrm flipH="1" rot="10800000">
            <a:off x="5022526" y="-28552"/>
            <a:ext cx="4205593" cy="1363501"/>
          </a:xfrm>
          <a:custGeom>
            <a:rect b="b" l="l" r="r" t="t"/>
            <a:pathLst>
              <a:path extrusionOk="0" h="7088" w="21862">
                <a:moveTo>
                  <a:pt x="20392" y="0"/>
                </a:moveTo>
                <a:cubicBezTo>
                  <a:pt x="19697" y="0"/>
                  <a:pt x="19010" y="139"/>
                  <a:pt x="18446" y="437"/>
                </a:cubicBezTo>
                <a:cubicBezTo>
                  <a:pt x="17368" y="1003"/>
                  <a:pt x="16913" y="1997"/>
                  <a:pt x="16387" y="2893"/>
                </a:cubicBezTo>
                <a:cubicBezTo>
                  <a:pt x="15861" y="3789"/>
                  <a:pt x="15050" y="4733"/>
                  <a:pt x="13753" y="4924"/>
                </a:cubicBezTo>
                <a:cubicBezTo>
                  <a:pt x="13587" y="4948"/>
                  <a:pt x="13420" y="4959"/>
                  <a:pt x="13253" y="4959"/>
                </a:cubicBezTo>
                <a:cubicBezTo>
                  <a:pt x="12545" y="4959"/>
                  <a:pt x="11838" y="4765"/>
                  <a:pt x="11156" y="4596"/>
                </a:cubicBezTo>
                <a:cubicBezTo>
                  <a:pt x="10391" y="4408"/>
                  <a:pt x="9551" y="4258"/>
                  <a:pt x="8748" y="4258"/>
                </a:cubicBezTo>
                <a:cubicBezTo>
                  <a:pt x="8042" y="4258"/>
                  <a:pt x="7365" y="4373"/>
                  <a:pt x="6793" y="4680"/>
                </a:cubicBezTo>
                <a:cubicBezTo>
                  <a:pt x="5978" y="5117"/>
                  <a:pt x="5461" y="5904"/>
                  <a:pt x="4593" y="6207"/>
                </a:cubicBezTo>
                <a:cubicBezTo>
                  <a:pt x="4569" y="6215"/>
                  <a:pt x="4545" y="6224"/>
                  <a:pt x="4519" y="6231"/>
                </a:cubicBezTo>
                <a:cubicBezTo>
                  <a:pt x="4407" y="6267"/>
                  <a:pt x="4286" y="6293"/>
                  <a:pt x="4160" y="6310"/>
                </a:cubicBezTo>
                <a:cubicBezTo>
                  <a:pt x="4052" y="6325"/>
                  <a:pt x="3944" y="6331"/>
                  <a:pt x="3836" y="6331"/>
                </a:cubicBezTo>
                <a:cubicBezTo>
                  <a:pt x="3306" y="6331"/>
                  <a:pt x="2774" y="6185"/>
                  <a:pt x="2236" y="6169"/>
                </a:cubicBezTo>
                <a:cubicBezTo>
                  <a:pt x="2205" y="6168"/>
                  <a:pt x="2173" y="6167"/>
                  <a:pt x="2142" y="6167"/>
                </a:cubicBezTo>
                <a:cubicBezTo>
                  <a:pt x="1432" y="6167"/>
                  <a:pt x="726" y="6406"/>
                  <a:pt x="265" y="6805"/>
                </a:cubicBezTo>
                <a:cubicBezTo>
                  <a:pt x="165" y="6893"/>
                  <a:pt x="77" y="6988"/>
                  <a:pt x="1" y="7088"/>
                </a:cubicBezTo>
                <a:lnTo>
                  <a:pt x="21862" y="7088"/>
                </a:lnTo>
                <a:lnTo>
                  <a:pt x="21862" y="210"/>
                </a:lnTo>
                <a:cubicBezTo>
                  <a:pt x="21397" y="73"/>
                  <a:pt x="20892" y="0"/>
                  <a:pt x="20392" y="0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2" name="Google Shape;652;p25"/>
          <p:cNvSpPr/>
          <p:nvPr/>
        </p:nvSpPr>
        <p:spPr>
          <a:xfrm flipH="1" rot="10800000">
            <a:off x="-232463" y="4025993"/>
            <a:ext cx="2767187" cy="1358003"/>
          </a:xfrm>
          <a:custGeom>
            <a:rect b="b" l="l" r="r" t="t"/>
            <a:pathLst>
              <a:path extrusionOk="0" h="6456" w="13155">
                <a:moveTo>
                  <a:pt x="1821" y="0"/>
                </a:moveTo>
                <a:lnTo>
                  <a:pt x="1821" y="3"/>
                </a:lnTo>
                <a:lnTo>
                  <a:pt x="0" y="4"/>
                </a:lnTo>
                <a:lnTo>
                  <a:pt x="0" y="222"/>
                </a:lnTo>
                <a:lnTo>
                  <a:pt x="0" y="1236"/>
                </a:lnTo>
                <a:lnTo>
                  <a:pt x="0" y="2358"/>
                </a:lnTo>
                <a:lnTo>
                  <a:pt x="1" y="3370"/>
                </a:lnTo>
                <a:lnTo>
                  <a:pt x="1" y="4493"/>
                </a:lnTo>
                <a:lnTo>
                  <a:pt x="1" y="5504"/>
                </a:lnTo>
                <a:lnTo>
                  <a:pt x="1" y="6178"/>
                </a:lnTo>
                <a:cubicBezTo>
                  <a:pt x="369" y="6349"/>
                  <a:pt x="770" y="6456"/>
                  <a:pt x="1177" y="6456"/>
                </a:cubicBezTo>
                <a:cubicBezTo>
                  <a:pt x="1363" y="6456"/>
                  <a:pt x="1550" y="6434"/>
                  <a:pt x="1736" y="6385"/>
                </a:cubicBezTo>
                <a:cubicBezTo>
                  <a:pt x="1764" y="6378"/>
                  <a:pt x="1794" y="6370"/>
                  <a:pt x="1822" y="6361"/>
                </a:cubicBezTo>
                <a:cubicBezTo>
                  <a:pt x="1843" y="6355"/>
                  <a:pt x="1862" y="6348"/>
                  <a:pt x="1882" y="6342"/>
                </a:cubicBezTo>
                <a:cubicBezTo>
                  <a:pt x="2342" y="6188"/>
                  <a:pt x="2719" y="5901"/>
                  <a:pt x="3050" y="5558"/>
                </a:cubicBezTo>
                <a:cubicBezTo>
                  <a:pt x="3068" y="5540"/>
                  <a:pt x="3085" y="5522"/>
                  <a:pt x="3102" y="5503"/>
                </a:cubicBezTo>
                <a:cubicBezTo>
                  <a:pt x="3398" y="5189"/>
                  <a:pt x="3657" y="4831"/>
                  <a:pt x="3908" y="4490"/>
                </a:cubicBezTo>
                <a:cubicBezTo>
                  <a:pt x="3908" y="4490"/>
                  <a:pt x="3909" y="4490"/>
                  <a:pt x="3909" y="4489"/>
                </a:cubicBezTo>
                <a:cubicBezTo>
                  <a:pt x="3923" y="4471"/>
                  <a:pt x="3936" y="4455"/>
                  <a:pt x="3949" y="4436"/>
                </a:cubicBezTo>
                <a:cubicBezTo>
                  <a:pt x="4217" y="4078"/>
                  <a:pt x="4522" y="3714"/>
                  <a:pt x="4875" y="3424"/>
                </a:cubicBezTo>
                <a:cubicBezTo>
                  <a:pt x="4897" y="3405"/>
                  <a:pt x="4919" y="3387"/>
                  <a:pt x="4942" y="3369"/>
                </a:cubicBezTo>
                <a:cubicBezTo>
                  <a:pt x="5319" y="3071"/>
                  <a:pt x="5750" y="2859"/>
                  <a:pt x="6248" y="2826"/>
                </a:cubicBezTo>
                <a:cubicBezTo>
                  <a:pt x="6296" y="2822"/>
                  <a:pt x="6344" y="2821"/>
                  <a:pt x="6391" y="2821"/>
                </a:cubicBezTo>
                <a:cubicBezTo>
                  <a:pt x="7025" y="2821"/>
                  <a:pt x="7616" y="3105"/>
                  <a:pt x="8200" y="3368"/>
                </a:cubicBezTo>
                <a:cubicBezTo>
                  <a:pt x="8240" y="3387"/>
                  <a:pt x="8281" y="3405"/>
                  <a:pt x="8323" y="3423"/>
                </a:cubicBezTo>
                <a:cubicBezTo>
                  <a:pt x="8382" y="3449"/>
                  <a:pt x="8442" y="3475"/>
                  <a:pt x="8501" y="3501"/>
                </a:cubicBezTo>
                <a:cubicBezTo>
                  <a:pt x="9052" y="3734"/>
                  <a:pt x="9659" y="3908"/>
                  <a:pt x="10259" y="3908"/>
                </a:cubicBezTo>
                <a:cubicBezTo>
                  <a:pt x="10487" y="3908"/>
                  <a:pt x="10715" y="3882"/>
                  <a:pt x="10937" y="3826"/>
                </a:cubicBezTo>
                <a:cubicBezTo>
                  <a:pt x="11253" y="3746"/>
                  <a:pt x="11547" y="3604"/>
                  <a:pt x="11810" y="3423"/>
                </a:cubicBezTo>
                <a:cubicBezTo>
                  <a:pt x="11835" y="3405"/>
                  <a:pt x="11861" y="3387"/>
                  <a:pt x="11886" y="3368"/>
                </a:cubicBezTo>
                <a:cubicBezTo>
                  <a:pt x="11986" y="3295"/>
                  <a:pt x="12081" y="3217"/>
                  <a:pt x="12169" y="3134"/>
                </a:cubicBezTo>
                <a:cubicBezTo>
                  <a:pt x="12416" y="2906"/>
                  <a:pt x="12624" y="2641"/>
                  <a:pt x="12783" y="2355"/>
                </a:cubicBezTo>
                <a:cubicBezTo>
                  <a:pt x="12794" y="2337"/>
                  <a:pt x="12805" y="2319"/>
                  <a:pt x="12814" y="2300"/>
                </a:cubicBezTo>
                <a:cubicBezTo>
                  <a:pt x="12983" y="1983"/>
                  <a:pt x="13095" y="1639"/>
                  <a:pt x="13135" y="1287"/>
                </a:cubicBezTo>
                <a:cubicBezTo>
                  <a:pt x="13137" y="1269"/>
                  <a:pt x="13139" y="1251"/>
                  <a:pt x="13141" y="1232"/>
                </a:cubicBezTo>
                <a:cubicBezTo>
                  <a:pt x="13152" y="1109"/>
                  <a:pt x="13155" y="984"/>
                  <a:pt x="13149" y="860"/>
                </a:cubicBezTo>
                <a:cubicBezTo>
                  <a:pt x="13137" y="644"/>
                  <a:pt x="13096" y="428"/>
                  <a:pt x="13028" y="222"/>
                </a:cubicBezTo>
                <a:cubicBezTo>
                  <a:pt x="13023" y="204"/>
                  <a:pt x="13017" y="185"/>
                  <a:pt x="13010" y="167"/>
                </a:cubicBezTo>
                <a:cubicBezTo>
                  <a:pt x="12991" y="111"/>
                  <a:pt x="12969" y="56"/>
                  <a:pt x="12946" y="1"/>
                </a:cubicBezTo>
                <a:lnTo>
                  <a:pt x="1880" y="3"/>
                </a:lnTo>
                <a:lnTo>
                  <a:pt x="1880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3" name="Google Shape;653;p25"/>
          <p:cNvSpPr/>
          <p:nvPr/>
        </p:nvSpPr>
        <p:spPr>
          <a:xfrm flipH="1" rot="400492">
            <a:off x="7335215" y="1935465"/>
            <a:ext cx="2458871" cy="3508291"/>
          </a:xfrm>
          <a:custGeom>
            <a:rect b="b" l="l" r="r" t="t"/>
            <a:pathLst>
              <a:path extrusionOk="0" h="20886" w="14638">
                <a:moveTo>
                  <a:pt x="3191" y="1"/>
                </a:moveTo>
                <a:cubicBezTo>
                  <a:pt x="2885" y="1"/>
                  <a:pt x="2576" y="81"/>
                  <a:pt x="2295" y="191"/>
                </a:cubicBezTo>
                <a:cubicBezTo>
                  <a:pt x="1899" y="349"/>
                  <a:pt x="1532" y="564"/>
                  <a:pt x="1185" y="809"/>
                </a:cubicBezTo>
                <a:cubicBezTo>
                  <a:pt x="1218" y="721"/>
                  <a:pt x="1252" y="633"/>
                  <a:pt x="1287" y="547"/>
                </a:cubicBezTo>
                <a:cubicBezTo>
                  <a:pt x="1332" y="438"/>
                  <a:pt x="1242" y="367"/>
                  <a:pt x="1149" y="367"/>
                </a:cubicBezTo>
                <a:cubicBezTo>
                  <a:pt x="1089" y="367"/>
                  <a:pt x="1027" y="397"/>
                  <a:pt x="998" y="467"/>
                </a:cubicBezTo>
                <a:cubicBezTo>
                  <a:pt x="147" y="2564"/>
                  <a:pt x="0" y="4857"/>
                  <a:pt x="71" y="7096"/>
                </a:cubicBezTo>
                <a:cubicBezTo>
                  <a:pt x="107" y="8264"/>
                  <a:pt x="200" y="9428"/>
                  <a:pt x="285" y="10592"/>
                </a:cubicBezTo>
                <a:cubicBezTo>
                  <a:pt x="378" y="11838"/>
                  <a:pt x="471" y="13083"/>
                  <a:pt x="565" y="14328"/>
                </a:cubicBezTo>
                <a:cubicBezTo>
                  <a:pt x="660" y="15573"/>
                  <a:pt x="755" y="16818"/>
                  <a:pt x="852" y="18063"/>
                </a:cubicBezTo>
                <a:cubicBezTo>
                  <a:pt x="895" y="18617"/>
                  <a:pt x="909" y="19183"/>
                  <a:pt x="997" y="19731"/>
                </a:cubicBezTo>
                <a:cubicBezTo>
                  <a:pt x="1063" y="20137"/>
                  <a:pt x="1227" y="20580"/>
                  <a:pt x="1623" y="20768"/>
                </a:cubicBezTo>
                <a:cubicBezTo>
                  <a:pt x="1853" y="20878"/>
                  <a:pt x="2108" y="20885"/>
                  <a:pt x="2359" y="20885"/>
                </a:cubicBezTo>
                <a:cubicBezTo>
                  <a:pt x="2678" y="20885"/>
                  <a:pt x="2997" y="20884"/>
                  <a:pt x="3315" y="20883"/>
                </a:cubicBezTo>
                <a:cubicBezTo>
                  <a:pt x="3934" y="20882"/>
                  <a:pt x="4551" y="20881"/>
                  <a:pt x="5168" y="20880"/>
                </a:cubicBezTo>
                <a:cubicBezTo>
                  <a:pt x="6413" y="20878"/>
                  <a:pt x="7658" y="20875"/>
                  <a:pt x="8904" y="20873"/>
                </a:cubicBezTo>
                <a:cubicBezTo>
                  <a:pt x="8946" y="20873"/>
                  <a:pt x="8987" y="20873"/>
                  <a:pt x="9029" y="20873"/>
                </a:cubicBezTo>
                <a:cubicBezTo>
                  <a:pt x="9733" y="20873"/>
                  <a:pt x="10440" y="20882"/>
                  <a:pt x="11147" y="20882"/>
                </a:cubicBezTo>
                <a:cubicBezTo>
                  <a:pt x="11621" y="20882"/>
                  <a:pt x="12096" y="20878"/>
                  <a:pt x="12569" y="20863"/>
                </a:cubicBezTo>
                <a:cubicBezTo>
                  <a:pt x="13054" y="20848"/>
                  <a:pt x="13560" y="20768"/>
                  <a:pt x="13928" y="20425"/>
                </a:cubicBezTo>
                <a:cubicBezTo>
                  <a:pt x="14266" y="20112"/>
                  <a:pt x="14409" y="19650"/>
                  <a:pt x="14479" y="19208"/>
                </a:cubicBezTo>
                <a:cubicBezTo>
                  <a:pt x="14615" y="18346"/>
                  <a:pt x="14637" y="17435"/>
                  <a:pt x="14556" y="16567"/>
                </a:cubicBezTo>
                <a:cubicBezTo>
                  <a:pt x="14480" y="15744"/>
                  <a:pt x="14290" y="14898"/>
                  <a:pt x="13827" y="14200"/>
                </a:cubicBezTo>
                <a:cubicBezTo>
                  <a:pt x="13606" y="13867"/>
                  <a:pt x="13329" y="13578"/>
                  <a:pt x="13000" y="13350"/>
                </a:cubicBezTo>
                <a:cubicBezTo>
                  <a:pt x="12618" y="13086"/>
                  <a:pt x="12175" y="12928"/>
                  <a:pt x="11727" y="12811"/>
                </a:cubicBezTo>
                <a:cubicBezTo>
                  <a:pt x="10841" y="12580"/>
                  <a:pt x="9808" y="12500"/>
                  <a:pt x="9119" y="11827"/>
                </a:cubicBezTo>
                <a:cubicBezTo>
                  <a:pt x="8381" y="11106"/>
                  <a:pt x="8246" y="10000"/>
                  <a:pt x="8306" y="9020"/>
                </a:cubicBezTo>
                <a:cubicBezTo>
                  <a:pt x="8344" y="8404"/>
                  <a:pt x="8449" y="7795"/>
                  <a:pt x="8518" y="7181"/>
                </a:cubicBezTo>
                <a:cubicBezTo>
                  <a:pt x="8574" y="6676"/>
                  <a:pt x="8621" y="6136"/>
                  <a:pt x="8417" y="5654"/>
                </a:cubicBezTo>
                <a:cubicBezTo>
                  <a:pt x="7771" y="4140"/>
                  <a:pt x="5341" y="4868"/>
                  <a:pt x="4856" y="3246"/>
                </a:cubicBezTo>
                <a:cubicBezTo>
                  <a:pt x="4619" y="2457"/>
                  <a:pt x="4843" y="1582"/>
                  <a:pt x="4492" y="818"/>
                </a:cubicBezTo>
                <a:cubicBezTo>
                  <a:pt x="4321" y="450"/>
                  <a:pt x="3993" y="161"/>
                  <a:pt x="3598" y="53"/>
                </a:cubicBezTo>
                <a:cubicBezTo>
                  <a:pt x="3465" y="17"/>
                  <a:pt x="3328" y="1"/>
                  <a:pt x="3191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" name="Google Shape;654;p25"/>
          <p:cNvSpPr/>
          <p:nvPr/>
        </p:nvSpPr>
        <p:spPr>
          <a:xfrm rot="-8615811">
            <a:off x="999352" y="3424192"/>
            <a:ext cx="848090" cy="171654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5" name="Google Shape;655;p25"/>
          <p:cNvSpPr/>
          <p:nvPr/>
        </p:nvSpPr>
        <p:spPr>
          <a:xfrm flipH="1" rot="9000285">
            <a:off x="6892495" y="-65377"/>
            <a:ext cx="970034" cy="22723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" name="Google Shape;656;p25"/>
          <p:cNvGrpSpPr/>
          <p:nvPr/>
        </p:nvGrpSpPr>
        <p:grpSpPr>
          <a:xfrm flipH="1" rot="-10799841">
            <a:off x="1031177" y="4742682"/>
            <a:ext cx="239902" cy="217311"/>
            <a:chOff x="1640475" y="1197075"/>
            <a:chExt cx="55475" cy="50250"/>
          </a:xfrm>
        </p:grpSpPr>
        <p:sp>
          <p:nvSpPr>
            <p:cNvPr id="657" name="Google Shape;657;p2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2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2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" name="Google Shape;660;p25"/>
          <p:cNvGrpSpPr/>
          <p:nvPr/>
        </p:nvGrpSpPr>
        <p:grpSpPr>
          <a:xfrm flipH="1" rot="6757014">
            <a:off x="7636965" y="3719799"/>
            <a:ext cx="527648" cy="477964"/>
            <a:chOff x="1640475" y="1197075"/>
            <a:chExt cx="55475" cy="50250"/>
          </a:xfrm>
        </p:grpSpPr>
        <p:sp>
          <p:nvSpPr>
            <p:cNvPr id="661" name="Google Shape;661;p2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2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2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" name="Google Shape;664;p25"/>
          <p:cNvSpPr/>
          <p:nvPr/>
        </p:nvSpPr>
        <p:spPr>
          <a:xfrm flipH="1" rot="9900139">
            <a:off x="1848350" y="-134980"/>
            <a:ext cx="492733" cy="728482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" name="Google Shape;665;p25"/>
          <p:cNvSpPr/>
          <p:nvPr/>
        </p:nvSpPr>
        <p:spPr>
          <a:xfrm flipH="1" rot="3511162">
            <a:off x="7430343" y="269341"/>
            <a:ext cx="738535" cy="540314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6" name="Google Shape;666;p25"/>
          <p:cNvGrpSpPr/>
          <p:nvPr/>
        </p:nvGrpSpPr>
        <p:grpSpPr>
          <a:xfrm flipH="1" rot="10374925">
            <a:off x="778972" y="752635"/>
            <a:ext cx="359745" cy="325867"/>
            <a:chOff x="1640475" y="1197075"/>
            <a:chExt cx="55475" cy="50250"/>
          </a:xfrm>
        </p:grpSpPr>
        <p:sp>
          <p:nvSpPr>
            <p:cNvPr id="667" name="Google Shape;667;p2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2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2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5">
  <p:cSld name="CUSTOM_8_1">
    <p:spTree>
      <p:nvGrpSpPr>
        <p:cNvPr id="670" name="Shape 6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1" name="Google Shape;671;p26"/>
          <p:cNvSpPr txBox="1"/>
          <p:nvPr>
            <p:ph type="title"/>
          </p:nvPr>
        </p:nvSpPr>
        <p:spPr>
          <a:xfrm>
            <a:off x="3466850" y="758950"/>
            <a:ext cx="2210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672" name="Google Shape;672;p26"/>
          <p:cNvSpPr/>
          <p:nvPr/>
        </p:nvSpPr>
        <p:spPr>
          <a:xfrm rot="6654579">
            <a:off x="6461750" y="-1049456"/>
            <a:ext cx="2549004" cy="2033548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dk2">
              <a:alpha val="4018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3" name="Google Shape;673;p26"/>
          <p:cNvSpPr/>
          <p:nvPr/>
        </p:nvSpPr>
        <p:spPr>
          <a:xfrm>
            <a:off x="-209325" y="4063744"/>
            <a:ext cx="2549055" cy="1959992"/>
          </a:xfrm>
          <a:custGeom>
            <a:rect b="b" l="l" r="r" t="t"/>
            <a:pathLst>
              <a:path extrusionOk="0" h="12489" w="16243">
                <a:moveTo>
                  <a:pt x="3844" y="0"/>
                </a:moveTo>
                <a:cubicBezTo>
                  <a:pt x="3285" y="0"/>
                  <a:pt x="2723" y="148"/>
                  <a:pt x="2228" y="400"/>
                </a:cubicBezTo>
                <a:cubicBezTo>
                  <a:pt x="1280" y="883"/>
                  <a:pt x="590" y="1767"/>
                  <a:pt x="156" y="2720"/>
                </a:cubicBezTo>
                <a:cubicBezTo>
                  <a:pt x="49" y="2956"/>
                  <a:pt x="1" y="3596"/>
                  <a:pt x="54" y="3596"/>
                </a:cubicBezTo>
                <a:cubicBezTo>
                  <a:pt x="57" y="3596"/>
                  <a:pt x="61" y="3593"/>
                  <a:pt x="66" y="3588"/>
                </a:cubicBezTo>
                <a:cubicBezTo>
                  <a:pt x="269" y="4868"/>
                  <a:pt x="1355" y="5759"/>
                  <a:pt x="2294" y="6557"/>
                </a:cubicBezTo>
                <a:cubicBezTo>
                  <a:pt x="3560" y="7632"/>
                  <a:pt x="4723" y="8824"/>
                  <a:pt x="5756" y="10126"/>
                </a:cubicBezTo>
                <a:cubicBezTo>
                  <a:pt x="6340" y="10862"/>
                  <a:pt x="6881" y="11633"/>
                  <a:pt x="7379" y="12430"/>
                </a:cubicBezTo>
                <a:cubicBezTo>
                  <a:pt x="7403" y="12468"/>
                  <a:pt x="7442" y="12488"/>
                  <a:pt x="7481" y="12488"/>
                </a:cubicBezTo>
                <a:cubicBezTo>
                  <a:pt x="7510" y="12488"/>
                  <a:pt x="7539" y="12478"/>
                  <a:pt x="7563" y="12456"/>
                </a:cubicBezTo>
                <a:cubicBezTo>
                  <a:pt x="9372" y="10767"/>
                  <a:pt x="11182" y="9079"/>
                  <a:pt x="12991" y="7391"/>
                </a:cubicBezTo>
                <a:cubicBezTo>
                  <a:pt x="13444" y="6969"/>
                  <a:pt x="13897" y="6547"/>
                  <a:pt x="14348" y="6125"/>
                </a:cubicBezTo>
                <a:cubicBezTo>
                  <a:pt x="14774" y="5728"/>
                  <a:pt x="15224" y="5346"/>
                  <a:pt x="15621" y="4920"/>
                </a:cubicBezTo>
                <a:cubicBezTo>
                  <a:pt x="15956" y="4561"/>
                  <a:pt x="16230" y="4130"/>
                  <a:pt x="16237" y="3625"/>
                </a:cubicBezTo>
                <a:cubicBezTo>
                  <a:pt x="16243" y="3173"/>
                  <a:pt x="16055" y="2737"/>
                  <a:pt x="15772" y="2393"/>
                </a:cubicBezTo>
                <a:cubicBezTo>
                  <a:pt x="15118" y="1597"/>
                  <a:pt x="13969" y="1326"/>
                  <a:pt x="12990" y="1230"/>
                </a:cubicBezTo>
                <a:cubicBezTo>
                  <a:pt x="12782" y="1209"/>
                  <a:pt x="12575" y="1199"/>
                  <a:pt x="12369" y="1199"/>
                </a:cubicBezTo>
                <a:cubicBezTo>
                  <a:pt x="11579" y="1199"/>
                  <a:pt x="10805" y="1344"/>
                  <a:pt x="10046" y="1589"/>
                </a:cubicBezTo>
                <a:cubicBezTo>
                  <a:pt x="9458" y="1779"/>
                  <a:pt x="8842" y="1996"/>
                  <a:pt x="8230" y="1996"/>
                </a:cubicBezTo>
                <a:cubicBezTo>
                  <a:pt x="7924" y="1996"/>
                  <a:pt x="7618" y="1942"/>
                  <a:pt x="7317" y="1801"/>
                </a:cubicBezTo>
                <a:cubicBezTo>
                  <a:pt x="6411" y="1378"/>
                  <a:pt x="5786" y="517"/>
                  <a:pt x="4835" y="170"/>
                </a:cubicBezTo>
                <a:cubicBezTo>
                  <a:pt x="4516" y="54"/>
                  <a:pt x="4181" y="0"/>
                  <a:pt x="3844" y="0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4" name="Google Shape;674;p26"/>
          <p:cNvSpPr/>
          <p:nvPr/>
        </p:nvSpPr>
        <p:spPr>
          <a:xfrm>
            <a:off x="7748525" y="1889849"/>
            <a:ext cx="1990571" cy="3627799"/>
          </a:xfrm>
          <a:custGeom>
            <a:rect b="b" l="l" r="r" t="t"/>
            <a:pathLst>
              <a:path extrusionOk="0" h="26119" w="14332">
                <a:moveTo>
                  <a:pt x="12104" y="0"/>
                </a:moveTo>
                <a:cubicBezTo>
                  <a:pt x="11836" y="0"/>
                  <a:pt x="11579" y="100"/>
                  <a:pt x="11338" y="207"/>
                </a:cubicBezTo>
                <a:cubicBezTo>
                  <a:pt x="11049" y="335"/>
                  <a:pt x="10764" y="475"/>
                  <a:pt x="10478" y="610"/>
                </a:cubicBezTo>
                <a:cubicBezTo>
                  <a:pt x="9890" y="885"/>
                  <a:pt x="9294" y="1149"/>
                  <a:pt x="8713" y="1440"/>
                </a:cubicBezTo>
                <a:cubicBezTo>
                  <a:pt x="8495" y="1549"/>
                  <a:pt x="8298" y="1691"/>
                  <a:pt x="8201" y="1922"/>
                </a:cubicBezTo>
                <a:cubicBezTo>
                  <a:pt x="8095" y="2174"/>
                  <a:pt x="8110" y="2467"/>
                  <a:pt x="8106" y="2735"/>
                </a:cubicBezTo>
                <a:cubicBezTo>
                  <a:pt x="8097" y="3377"/>
                  <a:pt x="8121" y="4019"/>
                  <a:pt x="8176" y="4658"/>
                </a:cubicBezTo>
                <a:cubicBezTo>
                  <a:pt x="8228" y="5277"/>
                  <a:pt x="8331" y="5899"/>
                  <a:pt x="8283" y="6521"/>
                </a:cubicBezTo>
                <a:cubicBezTo>
                  <a:pt x="8242" y="7056"/>
                  <a:pt x="8055" y="7556"/>
                  <a:pt x="7761" y="8004"/>
                </a:cubicBezTo>
                <a:cubicBezTo>
                  <a:pt x="7173" y="8897"/>
                  <a:pt x="6276" y="9476"/>
                  <a:pt x="5434" y="10099"/>
                </a:cubicBezTo>
                <a:cubicBezTo>
                  <a:pt x="5008" y="10415"/>
                  <a:pt x="4600" y="10769"/>
                  <a:pt x="4338" y="11238"/>
                </a:cubicBezTo>
                <a:cubicBezTo>
                  <a:pt x="4078" y="11703"/>
                  <a:pt x="3973" y="12231"/>
                  <a:pt x="3932" y="12758"/>
                </a:cubicBezTo>
                <a:cubicBezTo>
                  <a:pt x="3854" y="13776"/>
                  <a:pt x="4023" y="14819"/>
                  <a:pt x="3717" y="15812"/>
                </a:cubicBezTo>
                <a:cubicBezTo>
                  <a:pt x="3574" y="16273"/>
                  <a:pt x="3319" y="16702"/>
                  <a:pt x="2917" y="16981"/>
                </a:cubicBezTo>
                <a:cubicBezTo>
                  <a:pt x="2489" y="17279"/>
                  <a:pt x="1977" y="17419"/>
                  <a:pt x="1536" y="17694"/>
                </a:cubicBezTo>
                <a:cubicBezTo>
                  <a:pt x="639" y="18252"/>
                  <a:pt x="327" y="19323"/>
                  <a:pt x="152" y="20304"/>
                </a:cubicBezTo>
                <a:cubicBezTo>
                  <a:pt x="48" y="20891"/>
                  <a:pt x="1" y="21500"/>
                  <a:pt x="140" y="22087"/>
                </a:cubicBezTo>
                <a:cubicBezTo>
                  <a:pt x="259" y="22589"/>
                  <a:pt x="523" y="23040"/>
                  <a:pt x="855" y="23429"/>
                </a:cubicBezTo>
                <a:cubicBezTo>
                  <a:pt x="1544" y="24236"/>
                  <a:pt x="3187" y="24329"/>
                  <a:pt x="3333" y="25366"/>
                </a:cubicBezTo>
                <a:cubicBezTo>
                  <a:pt x="3413" y="25937"/>
                  <a:pt x="4213" y="26116"/>
                  <a:pt x="4450" y="26116"/>
                </a:cubicBezTo>
                <a:cubicBezTo>
                  <a:pt x="4499" y="26116"/>
                  <a:pt x="4524" y="26108"/>
                  <a:pt x="4512" y="26094"/>
                </a:cubicBezTo>
                <a:lnTo>
                  <a:pt x="4512" y="26094"/>
                </a:lnTo>
                <a:cubicBezTo>
                  <a:pt x="5752" y="26098"/>
                  <a:pt x="6992" y="26103"/>
                  <a:pt x="8231" y="26108"/>
                </a:cubicBezTo>
                <a:cubicBezTo>
                  <a:pt x="8884" y="26110"/>
                  <a:pt x="9536" y="26113"/>
                  <a:pt x="10188" y="26115"/>
                </a:cubicBezTo>
                <a:cubicBezTo>
                  <a:pt x="10509" y="26116"/>
                  <a:pt x="10831" y="26117"/>
                  <a:pt x="11153" y="26118"/>
                </a:cubicBezTo>
                <a:cubicBezTo>
                  <a:pt x="11181" y="26118"/>
                  <a:pt x="11210" y="26118"/>
                  <a:pt x="11238" y="26118"/>
                </a:cubicBezTo>
                <a:cubicBezTo>
                  <a:pt x="11502" y="26118"/>
                  <a:pt x="11768" y="26112"/>
                  <a:pt x="12030" y="26066"/>
                </a:cubicBezTo>
                <a:cubicBezTo>
                  <a:pt x="12510" y="25980"/>
                  <a:pt x="12981" y="25708"/>
                  <a:pt x="13161" y="25232"/>
                </a:cubicBezTo>
                <a:cubicBezTo>
                  <a:pt x="13200" y="25130"/>
                  <a:pt x="13224" y="25017"/>
                  <a:pt x="13222" y="24907"/>
                </a:cubicBezTo>
                <a:cubicBezTo>
                  <a:pt x="13220" y="24778"/>
                  <a:pt x="13107" y="24687"/>
                  <a:pt x="13042" y="24582"/>
                </a:cubicBezTo>
                <a:cubicBezTo>
                  <a:pt x="12914" y="24378"/>
                  <a:pt x="12829" y="24154"/>
                  <a:pt x="12777" y="23918"/>
                </a:cubicBezTo>
                <a:cubicBezTo>
                  <a:pt x="12667" y="23424"/>
                  <a:pt x="12700" y="22903"/>
                  <a:pt x="12760" y="22402"/>
                </a:cubicBezTo>
                <a:cubicBezTo>
                  <a:pt x="12825" y="21856"/>
                  <a:pt x="12928" y="21313"/>
                  <a:pt x="12991" y="20766"/>
                </a:cubicBezTo>
                <a:cubicBezTo>
                  <a:pt x="13138" y="19498"/>
                  <a:pt x="13165" y="18220"/>
                  <a:pt x="13259" y="16947"/>
                </a:cubicBezTo>
                <a:cubicBezTo>
                  <a:pt x="13306" y="16306"/>
                  <a:pt x="13371" y="15667"/>
                  <a:pt x="13476" y="15033"/>
                </a:cubicBezTo>
                <a:cubicBezTo>
                  <a:pt x="13580" y="14418"/>
                  <a:pt x="13717" y="13809"/>
                  <a:pt x="13850" y="13199"/>
                </a:cubicBezTo>
                <a:cubicBezTo>
                  <a:pt x="14117" y="11977"/>
                  <a:pt x="14332" y="10761"/>
                  <a:pt x="14312" y="9506"/>
                </a:cubicBezTo>
                <a:cubicBezTo>
                  <a:pt x="14292" y="8213"/>
                  <a:pt x="14104" y="6931"/>
                  <a:pt x="14032" y="5641"/>
                </a:cubicBezTo>
                <a:cubicBezTo>
                  <a:pt x="13973" y="4552"/>
                  <a:pt x="14026" y="3448"/>
                  <a:pt x="13821" y="2371"/>
                </a:cubicBezTo>
                <a:cubicBezTo>
                  <a:pt x="13723" y="1854"/>
                  <a:pt x="13559" y="1346"/>
                  <a:pt x="13296" y="889"/>
                </a:cubicBezTo>
                <a:cubicBezTo>
                  <a:pt x="13046" y="456"/>
                  <a:pt x="12681" y="18"/>
                  <a:pt x="12141" y="1"/>
                </a:cubicBezTo>
                <a:cubicBezTo>
                  <a:pt x="12128" y="1"/>
                  <a:pt x="12116" y="0"/>
                  <a:pt x="12104" y="0"/>
                </a:cubicBezTo>
                <a:close/>
              </a:path>
            </a:pathLst>
          </a:custGeom>
          <a:solidFill>
            <a:schemeClr val="l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" name="Google Shape;675;p26"/>
          <p:cNvSpPr/>
          <p:nvPr/>
        </p:nvSpPr>
        <p:spPr>
          <a:xfrm flipH="1" rot="-5400000">
            <a:off x="18085" y="-1542699"/>
            <a:ext cx="1951456" cy="3795063"/>
          </a:xfrm>
          <a:custGeom>
            <a:rect b="b" l="l" r="r" t="t"/>
            <a:pathLst>
              <a:path extrusionOk="0" h="24182" w="12435">
                <a:moveTo>
                  <a:pt x="7995" y="0"/>
                </a:moveTo>
                <a:cubicBezTo>
                  <a:pt x="6753" y="0"/>
                  <a:pt x="5507" y="123"/>
                  <a:pt x="4282" y="305"/>
                </a:cubicBezTo>
                <a:cubicBezTo>
                  <a:pt x="3647" y="400"/>
                  <a:pt x="3014" y="509"/>
                  <a:pt x="2384" y="629"/>
                </a:cubicBezTo>
                <a:cubicBezTo>
                  <a:pt x="1767" y="745"/>
                  <a:pt x="1135" y="843"/>
                  <a:pt x="528" y="997"/>
                </a:cubicBezTo>
                <a:cubicBezTo>
                  <a:pt x="284" y="1059"/>
                  <a:pt x="86" y="1199"/>
                  <a:pt x="44" y="1438"/>
                </a:cubicBezTo>
                <a:cubicBezTo>
                  <a:pt x="1" y="1675"/>
                  <a:pt x="98" y="1906"/>
                  <a:pt x="177" y="2128"/>
                </a:cubicBezTo>
                <a:cubicBezTo>
                  <a:pt x="371" y="2674"/>
                  <a:pt x="529" y="3231"/>
                  <a:pt x="657" y="3795"/>
                </a:cubicBezTo>
                <a:cubicBezTo>
                  <a:pt x="1173" y="6076"/>
                  <a:pt x="1176" y="8421"/>
                  <a:pt x="1157" y="10740"/>
                </a:cubicBezTo>
                <a:cubicBezTo>
                  <a:pt x="1137" y="13166"/>
                  <a:pt x="1119" y="15594"/>
                  <a:pt x="956" y="18015"/>
                </a:cubicBezTo>
                <a:cubicBezTo>
                  <a:pt x="873" y="19227"/>
                  <a:pt x="754" y="20438"/>
                  <a:pt x="578" y="21641"/>
                </a:cubicBezTo>
                <a:cubicBezTo>
                  <a:pt x="533" y="21947"/>
                  <a:pt x="484" y="22253"/>
                  <a:pt x="431" y="22559"/>
                </a:cubicBezTo>
                <a:cubicBezTo>
                  <a:pt x="386" y="22822"/>
                  <a:pt x="322" y="23092"/>
                  <a:pt x="343" y="23359"/>
                </a:cubicBezTo>
                <a:cubicBezTo>
                  <a:pt x="374" y="23781"/>
                  <a:pt x="660" y="24173"/>
                  <a:pt x="1161" y="24181"/>
                </a:cubicBezTo>
                <a:cubicBezTo>
                  <a:pt x="1165" y="24181"/>
                  <a:pt x="1169" y="24181"/>
                  <a:pt x="1173" y="24181"/>
                </a:cubicBezTo>
                <a:cubicBezTo>
                  <a:pt x="1371" y="24181"/>
                  <a:pt x="1540" y="24099"/>
                  <a:pt x="1654" y="23951"/>
                </a:cubicBezTo>
                <a:cubicBezTo>
                  <a:pt x="1675" y="23925"/>
                  <a:pt x="1683" y="23898"/>
                  <a:pt x="1682" y="23874"/>
                </a:cubicBezTo>
                <a:lnTo>
                  <a:pt x="1682" y="23874"/>
                </a:lnTo>
                <a:cubicBezTo>
                  <a:pt x="1847" y="23898"/>
                  <a:pt x="2014" y="23909"/>
                  <a:pt x="2180" y="23909"/>
                </a:cubicBezTo>
                <a:cubicBezTo>
                  <a:pt x="2943" y="23909"/>
                  <a:pt x="3699" y="23667"/>
                  <a:pt x="4311" y="23242"/>
                </a:cubicBezTo>
                <a:cubicBezTo>
                  <a:pt x="4708" y="22966"/>
                  <a:pt x="5045" y="22616"/>
                  <a:pt x="5275" y="22211"/>
                </a:cubicBezTo>
                <a:cubicBezTo>
                  <a:pt x="5529" y="21761"/>
                  <a:pt x="5637" y="21258"/>
                  <a:pt x="5672" y="20756"/>
                </a:cubicBezTo>
                <a:cubicBezTo>
                  <a:pt x="5745" y="19694"/>
                  <a:pt x="5474" y="18600"/>
                  <a:pt x="5753" y="17552"/>
                </a:cubicBezTo>
                <a:cubicBezTo>
                  <a:pt x="5970" y="16734"/>
                  <a:pt x="6573" y="16141"/>
                  <a:pt x="7340" y="15710"/>
                </a:cubicBezTo>
                <a:cubicBezTo>
                  <a:pt x="8075" y="15296"/>
                  <a:pt x="8888" y="15018"/>
                  <a:pt x="9665" y="14682"/>
                </a:cubicBezTo>
                <a:cubicBezTo>
                  <a:pt x="10395" y="14367"/>
                  <a:pt x="11138" y="13992"/>
                  <a:pt x="11650" y="13407"/>
                </a:cubicBezTo>
                <a:cubicBezTo>
                  <a:pt x="12358" y="12597"/>
                  <a:pt x="12435" y="11553"/>
                  <a:pt x="12147" y="10578"/>
                </a:cubicBezTo>
                <a:cubicBezTo>
                  <a:pt x="11808" y="9430"/>
                  <a:pt x="11016" y="8461"/>
                  <a:pt x="10472" y="7396"/>
                </a:cubicBezTo>
                <a:cubicBezTo>
                  <a:pt x="9923" y="6314"/>
                  <a:pt x="9632" y="5096"/>
                  <a:pt x="9791" y="3904"/>
                </a:cubicBezTo>
                <a:cubicBezTo>
                  <a:pt x="9926" y="2896"/>
                  <a:pt x="10412" y="1909"/>
                  <a:pt x="11209" y="1194"/>
                </a:cubicBezTo>
                <a:cubicBezTo>
                  <a:pt x="11406" y="1016"/>
                  <a:pt x="11621" y="858"/>
                  <a:pt x="11854" y="718"/>
                </a:cubicBezTo>
                <a:cubicBezTo>
                  <a:pt x="11960" y="654"/>
                  <a:pt x="11944" y="503"/>
                  <a:pt x="11818" y="468"/>
                </a:cubicBezTo>
                <a:cubicBezTo>
                  <a:pt x="10568" y="132"/>
                  <a:pt x="9284" y="0"/>
                  <a:pt x="7995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6" name="Google Shape;676;p26"/>
          <p:cNvGrpSpPr/>
          <p:nvPr/>
        </p:nvGrpSpPr>
        <p:grpSpPr>
          <a:xfrm rot="8899877">
            <a:off x="1397588" y="496484"/>
            <a:ext cx="221770" cy="200882"/>
            <a:chOff x="1640475" y="1197075"/>
            <a:chExt cx="55475" cy="50250"/>
          </a:xfrm>
        </p:grpSpPr>
        <p:sp>
          <p:nvSpPr>
            <p:cNvPr id="677" name="Google Shape;677;p2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2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2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0" name="Google Shape;680;p26"/>
          <p:cNvSpPr/>
          <p:nvPr/>
        </p:nvSpPr>
        <p:spPr>
          <a:xfrm rot="9965797">
            <a:off x="-406843" y="3256057"/>
            <a:ext cx="993864" cy="1557213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1" name="Google Shape;681;p26"/>
          <p:cNvGrpSpPr/>
          <p:nvPr/>
        </p:nvGrpSpPr>
        <p:grpSpPr>
          <a:xfrm rot="-6145098">
            <a:off x="7891149" y="343612"/>
            <a:ext cx="433642" cy="392824"/>
            <a:chOff x="1640475" y="1197075"/>
            <a:chExt cx="55475" cy="50250"/>
          </a:xfrm>
        </p:grpSpPr>
        <p:sp>
          <p:nvSpPr>
            <p:cNvPr id="682" name="Google Shape;682;p2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2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2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5" name="Google Shape;685;p26"/>
          <p:cNvSpPr/>
          <p:nvPr/>
        </p:nvSpPr>
        <p:spPr>
          <a:xfrm rot="-2081460">
            <a:off x="7872366" y="1665737"/>
            <a:ext cx="580167" cy="13591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6" name="Google Shape;686;p26"/>
          <p:cNvGrpSpPr/>
          <p:nvPr/>
        </p:nvGrpSpPr>
        <p:grpSpPr>
          <a:xfrm>
            <a:off x="817938" y="1736757"/>
            <a:ext cx="294201" cy="266501"/>
            <a:chOff x="1640475" y="1197075"/>
            <a:chExt cx="55475" cy="50250"/>
          </a:xfrm>
        </p:grpSpPr>
        <p:sp>
          <p:nvSpPr>
            <p:cNvPr id="687" name="Google Shape;687;p2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2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2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6">
  <p:cSld name="CUSTOM_8_1_1">
    <p:spTree>
      <p:nvGrpSpPr>
        <p:cNvPr id="690" name="Shape 6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1" name="Google Shape;691;p27"/>
          <p:cNvSpPr txBox="1"/>
          <p:nvPr>
            <p:ph type="title"/>
          </p:nvPr>
        </p:nvSpPr>
        <p:spPr>
          <a:xfrm>
            <a:off x="2215950" y="758950"/>
            <a:ext cx="47121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692" name="Google Shape;692;p27"/>
          <p:cNvSpPr/>
          <p:nvPr/>
        </p:nvSpPr>
        <p:spPr>
          <a:xfrm>
            <a:off x="5618526" y="-372150"/>
            <a:ext cx="3877467" cy="1370005"/>
          </a:xfrm>
          <a:custGeom>
            <a:rect b="b" l="l" r="r" t="t"/>
            <a:pathLst>
              <a:path extrusionOk="0" h="8613" w="24377">
                <a:moveTo>
                  <a:pt x="22626" y="1"/>
                </a:moveTo>
                <a:cubicBezTo>
                  <a:pt x="22431" y="1"/>
                  <a:pt x="22241" y="55"/>
                  <a:pt x="22058" y="101"/>
                </a:cubicBezTo>
                <a:cubicBezTo>
                  <a:pt x="21511" y="238"/>
                  <a:pt x="20953" y="349"/>
                  <a:pt x="20391" y="439"/>
                </a:cubicBezTo>
                <a:cubicBezTo>
                  <a:pt x="18472" y="743"/>
                  <a:pt x="16508" y="793"/>
                  <a:pt x="14552" y="793"/>
                </a:cubicBezTo>
                <a:cubicBezTo>
                  <a:pt x="14183" y="793"/>
                  <a:pt x="13813" y="791"/>
                  <a:pt x="13445" y="789"/>
                </a:cubicBezTo>
                <a:cubicBezTo>
                  <a:pt x="11020" y="775"/>
                  <a:pt x="8592" y="763"/>
                  <a:pt x="6170" y="648"/>
                </a:cubicBezTo>
                <a:cubicBezTo>
                  <a:pt x="4959" y="590"/>
                  <a:pt x="3748" y="506"/>
                  <a:pt x="2545" y="383"/>
                </a:cubicBezTo>
                <a:cubicBezTo>
                  <a:pt x="2238" y="351"/>
                  <a:pt x="1932" y="316"/>
                  <a:pt x="1627" y="279"/>
                </a:cubicBezTo>
                <a:cubicBezTo>
                  <a:pt x="1398" y="252"/>
                  <a:pt x="1163" y="215"/>
                  <a:pt x="930" y="215"/>
                </a:cubicBezTo>
                <a:cubicBezTo>
                  <a:pt x="895" y="215"/>
                  <a:pt x="861" y="215"/>
                  <a:pt x="827" y="217"/>
                </a:cubicBezTo>
                <a:cubicBezTo>
                  <a:pt x="405" y="240"/>
                  <a:pt x="13" y="441"/>
                  <a:pt x="5" y="792"/>
                </a:cubicBezTo>
                <a:cubicBezTo>
                  <a:pt x="1" y="936"/>
                  <a:pt x="84" y="1057"/>
                  <a:pt x="235" y="1138"/>
                </a:cubicBezTo>
                <a:cubicBezTo>
                  <a:pt x="259" y="1152"/>
                  <a:pt x="283" y="1157"/>
                  <a:pt x="305" y="1157"/>
                </a:cubicBezTo>
                <a:cubicBezTo>
                  <a:pt x="307" y="1157"/>
                  <a:pt x="309" y="1157"/>
                  <a:pt x="311" y="1157"/>
                </a:cubicBezTo>
                <a:lnTo>
                  <a:pt x="311" y="1157"/>
                </a:lnTo>
                <a:cubicBezTo>
                  <a:pt x="180" y="1807"/>
                  <a:pt x="426" y="2480"/>
                  <a:pt x="944" y="3003"/>
                </a:cubicBezTo>
                <a:cubicBezTo>
                  <a:pt x="1219" y="3281"/>
                  <a:pt x="1569" y="3518"/>
                  <a:pt x="1974" y="3679"/>
                </a:cubicBezTo>
                <a:cubicBezTo>
                  <a:pt x="2424" y="3858"/>
                  <a:pt x="2928" y="3933"/>
                  <a:pt x="3430" y="3957"/>
                </a:cubicBezTo>
                <a:cubicBezTo>
                  <a:pt x="3565" y="3964"/>
                  <a:pt x="3702" y="3967"/>
                  <a:pt x="3838" y="3967"/>
                </a:cubicBezTo>
                <a:cubicBezTo>
                  <a:pt x="4389" y="3967"/>
                  <a:pt x="4946" y="3924"/>
                  <a:pt x="5497" y="3924"/>
                </a:cubicBezTo>
                <a:cubicBezTo>
                  <a:pt x="5880" y="3924"/>
                  <a:pt x="6260" y="3944"/>
                  <a:pt x="6634" y="4014"/>
                </a:cubicBezTo>
                <a:cubicBezTo>
                  <a:pt x="7452" y="4167"/>
                  <a:pt x="8044" y="4590"/>
                  <a:pt x="8476" y="5128"/>
                </a:cubicBezTo>
                <a:cubicBezTo>
                  <a:pt x="8889" y="5644"/>
                  <a:pt x="9168" y="6215"/>
                  <a:pt x="9504" y="6761"/>
                </a:cubicBezTo>
                <a:cubicBezTo>
                  <a:pt x="9818" y="7272"/>
                  <a:pt x="10194" y="7795"/>
                  <a:pt x="10779" y="8153"/>
                </a:cubicBezTo>
                <a:cubicBezTo>
                  <a:pt x="11306" y="8477"/>
                  <a:pt x="11931" y="8612"/>
                  <a:pt x="12573" y="8612"/>
                </a:cubicBezTo>
                <a:cubicBezTo>
                  <a:pt x="12917" y="8612"/>
                  <a:pt x="13266" y="8573"/>
                  <a:pt x="13607" y="8503"/>
                </a:cubicBezTo>
                <a:cubicBezTo>
                  <a:pt x="14755" y="8264"/>
                  <a:pt x="15723" y="7708"/>
                  <a:pt x="16790" y="7327"/>
                </a:cubicBezTo>
                <a:cubicBezTo>
                  <a:pt x="17672" y="7012"/>
                  <a:pt x="18645" y="6819"/>
                  <a:pt x="19621" y="6819"/>
                </a:cubicBezTo>
                <a:cubicBezTo>
                  <a:pt x="19841" y="6819"/>
                  <a:pt x="20062" y="6829"/>
                  <a:pt x="20281" y="6849"/>
                </a:cubicBezTo>
                <a:cubicBezTo>
                  <a:pt x="21290" y="6943"/>
                  <a:pt x="22275" y="7285"/>
                  <a:pt x="22992" y="7844"/>
                </a:cubicBezTo>
                <a:cubicBezTo>
                  <a:pt x="23170" y="7982"/>
                  <a:pt x="23328" y="8133"/>
                  <a:pt x="23467" y="8296"/>
                </a:cubicBezTo>
                <a:cubicBezTo>
                  <a:pt x="23495" y="8329"/>
                  <a:pt x="23541" y="8346"/>
                  <a:pt x="23587" y="8346"/>
                </a:cubicBezTo>
                <a:cubicBezTo>
                  <a:pt x="23643" y="8346"/>
                  <a:pt x="23698" y="8320"/>
                  <a:pt x="23718" y="8271"/>
                </a:cubicBezTo>
                <a:cubicBezTo>
                  <a:pt x="24376" y="6550"/>
                  <a:pt x="24252" y="4734"/>
                  <a:pt x="23880" y="2982"/>
                </a:cubicBezTo>
                <a:cubicBezTo>
                  <a:pt x="23786" y="2536"/>
                  <a:pt x="23676" y="2093"/>
                  <a:pt x="23557" y="1650"/>
                </a:cubicBezTo>
                <a:cubicBezTo>
                  <a:pt x="23441" y="1217"/>
                  <a:pt x="23343" y="773"/>
                  <a:pt x="23189" y="348"/>
                </a:cubicBezTo>
                <a:cubicBezTo>
                  <a:pt x="23127" y="176"/>
                  <a:pt x="22987" y="38"/>
                  <a:pt x="22748" y="8"/>
                </a:cubicBezTo>
                <a:cubicBezTo>
                  <a:pt x="22707" y="3"/>
                  <a:pt x="22666" y="1"/>
                  <a:pt x="22626" y="1"/>
                </a:cubicBezTo>
                <a:close/>
              </a:path>
            </a:pathLst>
          </a:custGeom>
          <a:solidFill>
            <a:schemeClr val="dk2">
              <a:alpha val="4776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" name="Google Shape;693;p27"/>
          <p:cNvSpPr/>
          <p:nvPr/>
        </p:nvSpPr>
        <p:spPr>
          <a:xfrm flipH="1" rot="5400000">
            <a:off x="-477525" y="-353486"/>
            <a:ext cx="2068926" cy="2074970"/>
          </a:xfrm>
          <a:custGeom>
            <a:rect b="b" l="l" r="r" t="t"/>
            <a:pathLst>
              <a:path extrusionOk="0" h="13045" w="13007">
                <a:moveTo>
                  <a:pt x="11086" y="1"/>
                </a:moveTo>
                <a:cubicBezTo>
                  <a:pt x="10136" y="1"/>
                  <a:pt x="9220" y="578"/>
                  <a:pt x="8514" y="1160"/>
                </a:cubicBezTo>
                <a:cubicBezTo>
                  <a:pt x="7734" y="1801"/>
                  <a:pt x="7147" y="2603"/>
                  <a:pt x="6690" y="3499"/>
                </a:cubicBezTo>
                <a:cubicBezTo>
                  <a:pt x="6269" y="4325"/>
                  <a:pt x="5846" y="5241"/>
                  <a:pt x="4914" y="5581"/>
                </a:cubicBezTo>
                <a:cubicBezTo>
                  <a:pt x="3974" y="5923"/>
                  <a:pt x="2923" y="5759"/>
                  <a:pt x="2005" y="6187"/>
                </a:cubicBezTo>
                <a:cubicBezTo>
                  <a:pt x="1188" y="6570"/>
                  <a:pt x="602" y="7349"/>
                  <a:pt x="329" y="8196"/>
                </a:cubicBezTo>
                <a:cubicBezTo>
                  <a:pt x="1" y="9208"/>
                  <a:pt x="140" y="10320"/>
                  <a:pt x="509" y="11301"/>
                </a:cubicBezTo>
                <a:cubicBezTo>
                  <a:pt x="597" y="11534"/>
                  <a:pt x="989" y="11993"/>
                  <a:pt x="1051" y="11993"/>
                </a:cubicBezTo>
                <a:cubicBezTo>
                  <a:pt x="1057" y="11993"/>
                  <a:pt x="1060" y="11988"/>
                  <a:pt x="1059" y="11977"/>
                </a:cubicBezTo>
                <a:lnTo>
                  <a:pt x="1059" y="11977"/>
                </a:lnTo>
                <a:cubicBezTo>
                  <a:pt x="1717" y="12454"/>
                  <a:pt x="2513" y="12576"/>
                  <a:pt x="3318" y="12576"/>
                </a:cubicBezTo>
                <a:cubicBezTo>
                  <a:pt x="3796" y="12576"/>
                  <a:pt x="4277" y="12533"/>
                  <a:pt x="4735" y="12495"/>
                </a:cubicBezTo>
                <a:cubicBezTo>
                  <a:pt x="5450" y="12436"/>
                  <a:pt x="6168" y="12406"/>
                  <a:pt x="6885" y="12406"/>
                </a:cubicBezTo>
                <a:cubicBezTo>
                  <a:pt x="7827" y="12406"/>
                  <a:pt x="8769" y="12458"/>
                  <a:pt x="9706" y="12564"/>
                </a:cubicBezTo>
                <a:cubicBezTo>
                  <a:pt x="10641" y="12670"/>
                  <a:pt x="11568" y="12831"/>
                  <a:pt x="12485" y="13041"/>
                </a:cubicBezTo>
                <a:cubicBezTo>
                  <a:pt x="12495" y="13043"/>
                  <a:pt x="12505" y="13045"/>
                  <a:pt x="12515" y="13045"/>
                </a:cubicBezTo>
                <a:cubicBezTo>
                  <a:pt x="12578" y="13045"/>
                  <a:pt x="12630" y="12997"/>
                  <a:pt x="12632" y="12929"/>
                </a:cubicBezTo>
                <a:lnTo>
                  <a:pt x="12879" y="5509"/>
                </a:lnTo>
                <a:cubicBezTo>
                  <a:pt x="12900" y="4891"/>
                  <a:pt x="12920" y="4272"/>
                  <a:pt x="12940" y="3654"/>
                </a:cubicBezTo>
                <a:cubicBezTo>
                  <a:pt x="12960" y="3073"/>
                  <a:pt x="13006" y="2485"/>
                  <a:pt x="12985" y="1903"/>
                </a:cubicBezTo>
                <a:cubicBezTo>
                  <a:pt x="12967" y="1412"/>
                  <a:pt x="12856" y="914"/>
                  <a:pt x="12502" y="551"/>
                </a:cubicBezTo>
                <a:cubicBezTo>
                  <a:pt x="12188" y="228"/>
                  <a:pt x="11746" y="54"/>
                  <a:pt x="11303" y="11"/>
                </a:cubicBezTo>
                <a:cubicBezTo>
                  <a:pt x="11230" y="4"/>
                  <a:pt x="11158" y="1"/>
                  <a:pt x="11086" y="1"/>
                </a:cubicBezTo>
                <a:close/>
              </a:path>
            </a:pathLst>
          </a:custGeom>
          <a:solidFill>
            <a:schemeClr val="accent1">
              <a:alpha val="598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" name="Google Shape;694;p27"/>
          <p:cNvSpPr/>
          <p:nvPr/>
        </p:nvSpPr>
        <p:spPr>
          <a:xfrm flipH="1">
            <a:off x="5696165" y="4019619"/>
            <a:ext cx="4163302" cy="2268390"/>
          </a:xfrm>
          <a:custGeom>
            <a:rect b="b" l="l" r="r" t="t"/>
            <a:pathLst>
              <a:path extrusionOk="0" h="14261" w="26174">
                <a:moveTo>
                  <a:pt x="4863" y="0"/>
                </a:moveTo>
                <a:cubicBezTo>
                  <a:pt x="4600" y="0"/>
                  <a:pt x="4337" y="25"/>
                  <a:pt x="4079" y="86"/>
                </a:cubicBezTo>
                <a:cubicBezTo>
                  <a:pt x="3577" y="206"/>
                  <a:pt x="3127" y="469"/>
                  <a:pt x="2736" y="803"/>
                </a:cubicBezTo>
                <a:cubicBezTo>
                  <a:pt x="1930" y="1492"/>
                  <a:pt x="1836" y="3135"/>
                  <a:pt x="799" y="3280"/>
                </a:cubicBezTo>
                <a:cubicBezTo>
                  <a:pt x="128" y="3374"/>
                  <a:pt x="0" y="4462"/>
                  <a:pt x="66" y="4462"/>
                </a:cubicBezTo>
                <a:cubicBezTo>
                  <a:pt x="68" y="4462"/>
                  <a:pt x="70" y="4461"/>
                  <a:pt x="72" y="4459"/>
                </a:cubicBezTo>
                <a:lnTo>
                  <a:pt x="72" y="4459"/>
                </a:lnTo>
                <a:cubicBezTo>
                  <a:pt x="67" y="5698"/>
                  <a:pt x="63" y="6939"/>
                  <a:pt x="59" y="8179"/>
                </a:cubicBezTo>
                <a:cubicBezTo>
                  <a:pt x="56" y="8831"/>
                  <a:pt x="53" y="9483"/>
                  <a:pt x="51" y="10135"/>
                </a:cubicBezTo>
                <a:cubicBezTo>
                  <a:pt x="50" y="10457"/>
                  <a:pt x="49" y="10777"/>
                  <a:pt x="48" y="11099"/>
                </a:cubicBezTo>
                <a:cubicBezTo>
                  <a:pt x="47" y="11393"/>
                  <a:pt x="48" y="11687"/>
                  <a:pt x="100" y="11976"/>
                </a:cubicBezTo>
                <a:cubicBezTo>
                  <a:pt x="186" y="12456"/>
                  <a:pt x="458" y="12928"/>
                  <a:pt x="933" y="13108"/>
                </a:cubicBezTo>
                <a:cubicBezTo>
                  <a:pt x="1033" y="13146"/>
                  <a:pt x="1145" y="13169"/>
                  <a:pt x="1252" y="13169"/>
                </a:cubicBezTo>
                <a:cubicBezTo>
                  <a:pt x="1254" y="13169"/>
                  <a:pt x="1257" y="13169"/>
                  <a:pt x="1259" y="13169"/>
                </a:cubicBezTo>
                <a:cubicBezTo>
                  <a:pt x="1388" y="13167"/>
                  <a:pt x="1479" y="13054"/>
                  <a:pt x="1583" y="12989"/>
                </a:cubicBezTo>
                <a:cubicBezTo>
                  <a:pt x="1788" y="12861"/>
                  <a:pt x="2013" y="12777"/>
                  <a:pt x="2247" y="12724"/>
                </a:cubicBezTo>
                <a:cubicBezTo>
                  <a:pt x="2483" y="12671"/>
                  <a:pt x="2724" y="12651"/>
                  <a:pt x="2966" y="12651"/>
                </a:cubicBezTo>
                <a:cubicBezTo>
                  <a:pt x="3233" y="12651"/>
                  <a:pt x="3501" y="12676"/>
                  <a:pt x="3763" y="12707"/>
                </a:cubicBezTo>
                <a:cubicBezTo>
                  <a:pt x="4310" y="12772"/>
                  <a:pt x="4853" y="12875"/>
                  <a:pt x="5400" y="12938"/>
                </a:cubicBezTo>
                <a:cubicBezTo>
                  <a:pt x="6669" y="13085"/>
                  <a:pt x="7946" y="13111"/>
                  <a:pt x="9219" y="13205"/>
                </a:cubicBezTo>
                <a:cubicBezTo>
                  <a:pt x="9860" y="13253"/>
                  <a:pt x="10500" y="13317"/>
                  <a:pt x="11134" y="13424"/>
                </a:cubicBezTo>
                <a:cubicBezTo>
                  <a:pt x="11749" y="13526"/>
                  <a:pt x="12358" y="13663"/>
                  <a:pt x="12967" y="13796"/>
                </a:cubicBezTo>
                <a:cubicBezTo>
                  <a:pt x="14136" y="14051"/>
                  <a:pt x="15300" y="14261"/>
                  <a:pt x="16498" y="14261"/>
                </a:cubicBezTo>
                <a:cubicBezTo>
                  <a:pt x="16552" y="14261"/>
                  <a:pt x="16606" y="14260"/>
                  <a:pt x="16660" y="14259"/>
                </a:cubicBezTo>
                <a:cubicBezTo>
                  <a:pt x="17953" y="14238"/>
                  <a:pt x="19236" y="14050"/>
                  <a:pt x="20525" y="13980"/>
                </a:cubicBezTo>
                <a:cubicBezTo>
                  <a:pt x="21615" y="13919"/>
                  <a:pt x="22718" y="13973"/>
                  <a:pt x="23796" y="13769"/>
                </a:cubicBezTo>
                <a:cubicBezTo>
                  <a:pt x="24313" y="13670"/>
                  <a:pt x="24820" y="13506"/>
                  <a:pt x="25277" y="13242"/>
                </a:cubicBezTo>
                <a:cubicBezTo>
                  <a:pt x="25711" y="12992"/>
                  <a:pt x="26148" y="12628"/>
                  <a:pt x="26165" y="12087"/>
                </a:cubicBezTo>
                <a:cubicBezTo>
                  <a:pt x="26174" y="11806"/>
                  <a:pt x="26071" y="11536"/>
                  <a:pt x="25960" y="11284"/>
                </a:cubicBezTo>
                <a:cubicBezTo>
                  <a:pt x="25831" y="10995"/>
                  <a:pt x="25692" y="10711"/>
                  <a:pt x="25556" y="10424"/>
                </a:cubicBezTo>
                <a:cubicBezTo>
                  <a:pt x="25280" y="9836"/>
                  <a:pt x="25017" y="9241"/>
                  <a:pt x="24726" y="8660"/>
                </a:cubicBezTo>
                <a:cubicBezTo>
                  <a:pt x="24617" y="8443"/>
                  <a:pt x="24475" y="8244"/>
                  <a:pt x="24244" y="8148"/>
                </a:cubicBezTo>
                <a:cubicBezTo>
                  <a:pt x="23992" y="8043"/>
                  <a:pt x="23700" y="8056"/>
                  <a:pt x="23431" y="8053"/>
                </a:cubicBezTo>
                <a:cubicBezTo>
                  <a:pt x="23345" y="8052"/>
                  <a:pt x="23259" y="8052"/>
                  <a:pt x="23173" y="8052"/>
                </a:cubicBezTo>
                <a:cubicBezTo>
                  <a:pt x="22618" y="8052"/>
                  <a:pt x="22062" y="8075"/>
                  <a:pt x="21508" y="8122"/>
                </a:cubicBezTo>
                <a:cubicBezTo>
                  <a:pt x="20999" y="8165"/>
                  <a:pt x="20489" y="8243"/>
                  <a:pt x="19978" y="8243"/>
                </a:cubicBezTo>
                <a:cubicBezTo>
                  <a:pt x="19867" y="8243"/>
                  <a:pt x="19756" y="8239"/>
                  <a:pt x="19645" y="8231"/>
                </a:cubicBezTo>
                <a:cubicBezTo>
                  <a:pt x="19110" y="8189"/>
                  <a:pt x="18609" y="8002"/>
                  <a:pt x="18163" y="7708"/>
                </a:cubicBezTo>
                <a:cubicBezTo>
                  <a:pt x="17269" y="7121"/>
                  <a:pt x="16691" y="6224"/>
                  <a:pt x="16067" y="5381"/>
                </a:cubicBezTo>
                <a:cubicBezTo>
                  <a:pt x="15751" y="4955"/>
                  <a:pt x="15397" y="4546"/>
                  <a:pt x="14929" y="4285"/>
                </a:cubicBezTo>
                <a:cubicBezTo>
                  <a:pt x="14463" y="4025"/>
                  <a:pt x="13935" y="3920"/>
                  <a:pt x="13408" y="3879"/>
                </a:cubicBezTo>
                <a:cubicBezTo>
                  <a:pt x="13154" y="3860"/>
                  <a:pt x="12899" y="3855"/>
                  <a:pt x="12643" y="3855"/>
                </a:cubicBezTo>
                <a:cubicBezTo>
                  <a:pt x="12450" y="3855"/>
                  <a:pt x="12257" y="3858"/>
                  <a:pt x="12064" y="3858"/>
                </a:cubicBezTo>
                <a:cubicBezTo>
                  <a:pt x="11487" y="3858"/>
                  <a:pt x="10912" y="3836"/>
                  <a:pt x="10354" y="3664"/>
                </a:cubicBezTo>
                <a:cubicBezTo>
                  <a:pt x="9893" y="3522"/>
                  <a:pt x="9465" y="3265"/>
                  <a:pt x="9185" y="2863"/>
                </a:cubicBezTo>
                <a:cubicBezTo>
                  <a:pt x="8887" y="2436"/>
                  <a:pt x="8747" y="1924"/>
                  <a:pt x="8473" y="1483"/>
                </a:cubicBezTo>
                <a:cubicBezTo>
                  <a:pt x="7915" y="585"/>
                  <a:pt x="6844" y="273"/>
                  <a:pt x="5861" y="99"/>
                </a:cubicBezTo>
                <a:cubicBezTo>
                  <a:pt x="5533" y="41"/>
                  <a:pt x="5197" y="0"/>
                  <a:pt x="4863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5" name="Google Shape;695;p27"/>
          <p:cNvSpPr/>
          <p:nvPr/>
        </p:nvSpPr>
        <p:spPr>
          <a:xfrm rot="2024276">
            <a:off x="8088495" y="595542"/>
            <a:ext cx="755189" cy="17692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6" name="Google Shape;696;p27"/>
          <p:cNvGrpSpPr/>
          <p:nvPr/>
        </p:nvGrpSpPr>
        <p:grpSpPr>
          <a:xfrm>
            <a:off x="6928061" y="349247"/>
            <a:ext cx="221772" cy="200884"/>
            <a:chOff x="1640475" y="1197075"/>
            <a:chExt cx="55475" cy="50250"/>
          </a:xfrm>
        </p:grpSpPr>
        <p:sp>
          <p:nvSpPr>
            <p:cNvPr id="697" name="Google Shape;697;p2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2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2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" name="Google Shape;700;p27"/>
          <p:cNvGrpSpPr/>
          <p:nvPr/>
        </p:nvGrpSpPr>
        <p:grpSpPr>
          <a:xfrm rot="10468240">
            <a:off x="1666764" y="197950"/>
            <a:ext cx="221772" cy="200884"/>
            <a:chOff x="1640475" y="1197075"/>
            <a:chExt cx="55475" cy="50250"/>
          </a:xfrm>
        </p:grpSpPr>
        <p:sp>
          <p:nvSpPr>
            <p:cNvPr id="701" name="Google Shape;701;p2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2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2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" name="Google Shape;704;p27"/>
          <p:cNvGrpSpPr/>
          <p:nvPr/>
        </p:nvGrpSpPr>
        <p:grpSpPr>
          <a:xfrm rot="3155490">
            <a:off x="7186097" y="4770947"/>
            <a:ext cx="221774" cy="200886"/>
            <a:chOff x="1640475" y="1197075"/>
            <a:chExt cx="55475" cy="50250"/>
          </a:xfrm>
        </p:grpSpPr>
        <p:sp>
          <p:nvSpPr>
            <p:cNvPr id="705" name="Google Shape;705;p2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2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2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8" name="Google Shape;708;p27"/>
          <p:cNvSpPr/>
          <p:nvPr/>
        </p:nvSpPr>
        <p:spPr>
          <a:xfrm flipH="1" rot="10800000">
            <a:off x="-59881" y="4256559"/>
            <a:ext cx="2299567" cy="1009729"/>
          </a:xfrm>
          <a:custGeom>
            <a:rect b="b" l="l" r="r" t="t"/>
            <a:pathLst>
              <a:path extrusionOk="0" h="6348" w="14457">
                <a:moveTo>
                  <a:pt x="0" y="1"/>
                </a:moveTo>
                <a:lnTo>
                  <a:pt x="0" y="6160"/>
                </a:lnTo>
                <a:cubicBezTo>
                  <a:pt x="307" y="6283"/>
                  <a:pt x="641" y="6348"/>
                  <a:pt x="972" y="6348"/>
                </a:cubicBezTo>
                <a:cubicBezTo>
                  <a:pt x="1431" y="6348"/>
                  <a:pt x="1886" y="6223"/>
                  <a:pt x="2259" y="5957"/>
                </a:cubicBezTo>
                <a:cubicBezTo>
                  <a:pt x="2971" y="5450"/>
                  <a:pt x="3272" y="4560"/>
                  <a:pt x="3620" y="3758"/>
                </a:cubicBezTo>
                <a:cubicBezTo>
                  <a:pt x="3967" y="2955"/>
                  <a:pt x="4504" y="2110"/>
                  <a:pt x="5362" y="1938"/>
                </a:cubicBezTo>
                <a:cubicBezTo>
                  <a:pt x="5472" y="1916"/>
                  <a:pt x="5582" y="1906"/>
                  <a:pt x="5692" y="1906"/>
                </a:cubicBezTo>
                <a:cubicBezTo>
                  <a:pt x="6160" y="1906"/>
                  <a:pt x="6628" y="2081"/>
                  <a:pt x="7080" y="2232"/>
                </a:cubicBezTo>
                <a:cubicBezTo>
                  <a:pt x="7585" y="2401"/>
                  <a:pt x="8141" y="2535"/>
                  <a:pt x="8672" y="2535"/>
                </a:cubicBezTo>
                <a:cubicBezTo>
                  <a:pt x="9138" y="2535"/>
                  <a:pt x="9586" y="2431"/>
                  <a:pt x="9965" y="2156"/>
                </a:cubicBezTo>
                <a:cubicBezTo>
                  <a:pt x="10504" y="1765"/>
                  <a:pt x="10846" y="1060"/>
                  <a:pt x="11419" y="789"/>
                </a:cubicBezTo>
                <a:lnTo>
                  <a:pt x="11420" y="789"/>
                </a:lnTo>
                <a:cubicBezTo>
                  <a:pt x="11436" y="781"/>
                  <a:pt x="11452" y="774"/>
                  <a:pt x="11469" y="767"/>
                </a:cubicBezTo>
                <a:cubicBezTo>
                  <a:pt x="11544" y="736"/>
                  <a:pt x="11623" y="712"/>
                  <a:pt x="11706" y="696"/>
                </a:cubicBezTo>
                <a:cubicBezTo>
                  <a:pt x="11777" y="683"/>
                  <a:pt x="11848" y="678"/>
                  <a:pt x="11919" y="678"/>
                </a:cubicBezTo>
                <a:cubicBezTo>
                  <a:pt x="12271" y="678"/>
                  <a:pt x="12623" y="809"/>
                  <a:pt x="12978" y="824"/>
                </a:cubicBezTo>
                <a:cubicBezTo>
                  <a:pt x="12999" y="824"/>
                  <a:pt x="13020" y="825"/>
                  <a:pt x="13041" y="825"/>
                </a:cubicBezTo>
                <a:cubicBezTo>
                  <a:pt x="13511" y="825"/>
                  <a:pt x="13977" y="611"/>
                  <a:pt x="14281" y="253"/>
                </a:cubicBezTo>
                <a:cubicBezTo>
                  <a:pt x="14348" y="175"/>
                  <a:pt x="14407" y="90"/>
                  <a:pt x="14457" y="1"/>
                </a:cubicBezTo>
                <a:close/>
              </a:path>
            </a:pathLst>
          </a:custGeom>
          <a:solidFill>
            <a:schemeClr val="l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" name="Google Shape;709;p27"/>
          <p:cNvSpPr/>
          <p:nvPr/>
        </p:nvSpPr>
        <p:spPr>
          <a:xfrm rot="-8833383">
            <a:off x="923277" y="4582056"/>
            <a:ext cx="1292676" cy="1177550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7">
  <p:cSld name="CUSTOM_9">
    <p:spTree>
      <p:nvGrpSpPr>
        <p:cNvPr id="710" name="Shape 7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1" name="Google Shape;711;p28"/>
          <p:cNvSpPr txBox="1"/>
          <p:nvPr>
            <p:ph type="title"/>
          </p:nvPr>
        </p:nvSpPr>
        <p:spPr>
          <a:xfrm>
            <a:off x="2163925" y="1534200"/>
            <a:ext cx="4816200" cy="207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45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712" name="Google Shape;712;p28"/>
          <p:cNvSpPr/>
          <p:nvPr/>
        </p:nvSpPr>
        <p:spPr>
          <a:xfrm rot="10800000">
            <a:off x="6565889" y="-220667"/>
            <a:ext cx="3148337" cy="1297942"/>
          </a:xfrm>
          <a:custGeom>
            <a:rect b="b" l="l" r="r" t="t"/>
            <a:pathLst>
              <a:path extrusionOk="0" h="7648" w="18551">
                <a:moveTo>
                  <a:pt x="8398" y="1"/>
                </a:moveTo>
                <a:cubicBezTo>
                  <a:pt x="8203" y="1"/>
                  <a:pt x="8005" y="44"/>
                  <a:pt x="7810" y="140"/>
                </a:cubicBezTo>
                <a:cubicBezTo>
                  <a:pt x="7272" y="403"/>
                  <a:pt x="6909" y="991"/>
                  <a:pt x="6614" y="1543"/>
                </a:cubicBezTo>
                <a:cubicBezTo>
                  <a:pt x="6307" y="2117"/>
                  <a:pt x="6031" y="2729"/>
                  <a:pt x="5562" y="3157"/>
                </a:cubicBezTo>
                <a:cubicBezTo>
                  <a:pt x="5343" y="3357"/>
                  <a:pt x="5078" y="3500"/>
                  <a:pt x="4796" y="3515"/>
                </a:cubicBezTo>
                <a:cubicBezTo>
                  <a:pt x="4779" y="3516"/>
                  <a:pt x="4761" y="3516"/>
                  <a:pt x="4744" y="3516"/>
                </a:cubicBezTo>
                <a:cubicBezTo>
                  <a:pt x="4475" y="3516"/>
                  <a:pt x="4218" y="3410"/>
                  <a:pt x="3979" y="3274"/>
                </a:cubicBezTo>
                <a:cubicBezTo>
                  <a:pt x="3615" y="3067"/>
                  <a:pt x="3265" y="2787"/>
                  <a:pt x="2878" y="2633"/>
                </a:cubicBezTo>
                <a:lnTo>
                  <a:pt x="2848" y="2622"/>
                </a:lnTo>
                <a:cubicBezTo>
                  <a:pt x="2713" y="2571"/>
                  <a:pt x="2573" y="2535"/>
                  <a:pt x="2426" y="2524"/>
                </a:cubicBezTo>
                <a:cubicBezTo>
                  <a:pt x="2397" y="2522"/>
                  <a:pt x="2367" y="2521"/>
                  <a:pt x="2338" y="2521"/>
                </a:cubicBezTo>
                <a:cubicBezTo>
                  <a:pt x="1819" y="2521"/>
                  <a:pt x="1364" y="2853"/>
                  <a:pt x="878" y="3039"/>
                </a:cubicBezTo>
                <a:cubicBezTo>
                  <a:pt x="860" y="2988"/>
                  <a:pt x="814" y="2962"/>
                  <a:pt x="771" y="2962"/>
                </a:cubicBezTo>
                <a:cubicBezTo>
                  <a:pt x="719" y="2962"/>
                  <a:pt x="671" y="2999"/>
                  <a:pt x="675" y="3075"/>
                </a:cubicBezTo>
                <a:cubicBezTo>
                  <a:pt x="676" y="3085"/>
                  <a:pt x="676" y="3095"/>
                  <a:pt x="677" y="3105"/>
                </a:cubicBezTo>
                <a:cubicBezTo>
                  <a:pt x="641" y="3115"/>
                  <a:pt x="663" y="3351"/>
                  <a:pt x="684" y="3351"/>
                </a:cubicBezTo>
                <a:cubicBezTo>
                  <a:pt x="684" y="3351"/>
                  <a:pt x="684" y="3351"/>
                  <a:pt x="684" y="3351"/>
                </a:cubicBezTo>
                <a:lnTo>
                  <a:pt x="684" y="3351"/>
                </a:lnTo>
                <a:cubicBezTo>
                  <a:pt x="700" y="4396"/>
                  <a:pt x="480" y="5438"/>
                  <a:pt x="40" y="6361"/>
                </a:cubicBezTo>
                <a:cubicBezTo>
                  <a:pt x="1" y="6444"/>
                  <a:pt x="42" y="6541"/>
                  <a:pt x="125" y="6547"/>
                </a:cubicBezTo>
                <a:cubicBezTo>
                  <a:pt x="520" y="6573"/>
                  <a:pt x="913" y="6601"/>
                  <a:pt x="1308" y="6628"/>
                </a:cubicBezTo>
                <a:cubicBezTo>
                  <a:pt x="2919" y="6739"/>
                  <a:pt x="4531" y="6851"/>
                  <a:pt x="6142" y="6962"/>
                </a:cubicBezTo>
                <a:cubicBezTo>
                  <a:pt x="7754" y="7074"/>
                  <a:pt x="9365" y="7184"/>
                  <a:pt x="10977" y="7295"/>
                </a:cubicBezTo>
                <a:cubicBezTo>
                  <a:pt x="12587" y="7407"/>
                  <a:pt x="14196" y="7526"/>
                  <a:pt x="15806" y="7629"/>
                </a:cubicBezTo>
                <a:cubicBezTo>
                  <a:pt x="15970" y="7639"/>
                  <a:pt x="16139" y="7648"/>
                  <a:pt x="16308" y="7648"/>
                </a:cubicBezTo>
                <a:cubicBezTo>
                  <a:pt x="16770" y="7648"/>
                  <a:pt x="17238" y="7584"/>
                  <a:pt x="17642" y="7319"/>
                </a:cubicBezTo>
                <a:cubicBezTo>
                  <a:pt x="18126" y="7004"/>
                  <a:pt x="18405" y="6441"/>
                  <a:pt x="18479" y="5822"/>
                </a:cubicBezTo>
                <a:cubicBezTo>
                  <a:pt x="18551" y="5210"/>
                  <a:pt x="18426" y="4561"/>
                  <a:pt x="18155" y="4033"/>
                </a:cubicBezTo>
                <a:cubicBezTo>
                  <a:pt x="18001" y="3734"/>
                  <a:pt x="17799" y="3450"/>
                  <a:pt x="17538" y="3266"/>
                </a:cubicBezTo>
                <a:cubicBezTo>
                  <a:pt x="17335" y="3121"/>
                  <a:pt x="17111" y="3062"/>
                  <a:pt x="16880" y="3062"/>
                </a:cubicBezTo>
                <a:cubicBezTo>
                  <a:pt x="16779" y="3062"/>
                  <a:pt x="16677" y="3073"/>
                  <a:pt x="16575" y="3094"/>
                </a:cubicBezTo>
                <a:cubicBezTo>
                  <a:pt x="16223" y="3166"/>
                  <a:pt x="15888" y="3319"/>
                  <a:pt x="15537" y="3397"/>
                </a:cubicBezTo>
                <a:cubicBezTo>
                  <a:pt x="15268" y="3457"/>
                  <a:pt x="14994" y="3485"/>
                  <a:pt x="14721" y="3485"/>
                </a:cubicBezTo>
                <a:cubicBezTo>
                  <a:pt x="14673" y="3485"/>
                  <a:pt x="14624" y="3484"/>
                  <a:pt x="14575" y="3482"/>
                </a:cubicBezTo>
                <a:cubicBezTo>
                  <a:pt x="13922" y="3460"/>
                  <a:pt x="13281" y="3278"/>
                  <a:pt x="12679" y="2996"/>
                </a:cubicBezTo>
                <a:cubicBezTo>
                  <a:pt x="12065" y="2707"/>
                  <a:pt x="11491" y="2306"/>
                  <a:pt x="10973" y="1835"/>
                </a:cubicBezTo>
                <a:cubicBezTo>
                  <a:pt x="10470" y="1378"/>
                  <a:pt x="10039" y="821"/>
                  <a:pt x="9498" y="418"/>
                </a:cubicBezTo>
                <a:cubicBezTo>
                  <a:pt x="9163" y="167"/>
                  <a:pt x="8785" y="1"/>
                  <a:pt x="8398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3" name="Google Shape;713;p28"/>
          <p:cNvSpPr/>
          <p:nvPr/>
        </p:nvSpPr>
        <p:spPr>
          <a:xfrm rot="9503466">
            <a:off x="-899308" y="-1515064"/>
            <a:ext cx="3425755" cy="2856204"/>
          </a:xfrm>
          <a:custGeom>
            <a:rect b="b" l="l" r="r" t="t"/>
            <a:pathLst>
              <a:path extrusionOk="0" h="17913" w="21485">
                <a:moveTo>
                  <a:pt x="16498" y="0"/>
                </a:moveTo>
                <a:cubicBezTo>
                  <a:pt x="16431" y="0"/>
                  <a:pt x="16363" y="2"/>
                  <a:pt x="16295" y="5"/>
                </a:cubicBezTo>
                <a:cubicBezTo>
                  <a:pt x="14773" y="76"/>
                  <a:pt x="13358" y="913"/>
                  <a:pt x="11838" y="913"/>
                </a:cubicBezTo>
                <a:cubicBezTo>
                  <a:pt x="11828" y="913"/>
                  <a:pt x="11819" y="913"/>
                  <a:pt x="11809" y="913"/>
                </a:cubicBezTo>
                <a:cubicBezTo>
                  <a:pt x="10328" y="903"/>
                  <a:pt x="8942" y="90"/>
                  <a:pt x="7502" y="90"/>
                </a:cubicBezTo>
                <a:cubicBezTo>
                  <a:pt x="7296" y="90"/>
                  <a:pt x="7089" y="106"/>
                  <a:pt x="6880" y="144"/>
                </a:cubicBezTo>
                <a:cubicBezTo>
                  <a:pt x="6031" y="300"/>
                  <a:pt x="5298" y="798"/>
                  <a:pt x="4738" y="1383"/>
                </a:cubicBezTo>
                <a:cubicBezTo>
                  <a:pt x="4125" y="2021"/>
                  <a:pt x="3678" y="2792"/>
                  <a:pt x="3546" y="3606"/>
                </a:cubicBezTo>
                <a:cubicBezTo>
                  <a:pt x="3331" y="4945"/>
                  <a:pt x="3958" y="6365"/>
                  <a:pt x="3330" y="7612"/>
                </a:cubicBezTo>
                <a:cubicBezTo>
                  <a:pt x="2843" y="8573"/>
                  <a:pt x="1725" y="9179"/>
                  <a:pt x="1025" y="10039"/>
                </a:cubicBezTo>
                <a:cubicBezTo>
                  <a:pt x="129" y="11143"/>
                  <a:pt x="1" y="12623"/>
                  <a:pt x="493" y="13871"/>
                </a:cubicBezTo>
                <a:cubicBezTo>
                  <a:pt x="985" y="15119"/>
                  <a:pt x="2039" y="16147"/>
                  <a:pt x="3280" y="16894"/>
                </a:cubicBezTo>
                <a:cubicBezTo>
                  <a:pt x="4303" y="17509"/>
                  <a:pt x="5501" y="17913"/>
                  <a:pt x="6745" y="17913"/>
                </a:cubicBezTo>
                <a:cubicBezTo>
                  <a:pt x="7100" y="17913"/>
                  <a:pt x="7459" y="17880"/>
                  <a:pt x="7819" y="17810"/>
                </a:cubicBezTo>
                <a:cubicBezTo>
                  <a:pt x="9799" y="17422"/>
                  <a:pt x="10027" y="16541"/>
                  <a:pt x="10831" y="15097"/>
                </a:cubicBezTo>
                <a:cubicBezTo>
                  <a:pt x="11709" y="13519"/>
                  <a:pt x="13719" y="12697"/>
                  <a:pt x="15584" y="12036"/>
                </a:cubicBezTo>
                <a:cubicBezTo>
                  <a:pt x="17450" y="11376"/>
                  <a:pt x="19474" y="10648"/>
                  <a:pt x="20504" y="9137"/>
                </a:cubicBezTo>
                <a:cubicBezTo>
                  <a:pt x="21026" y="8370"/>
                  <a:pt x="21230" y="7476"/>
                  <a:pt x="21324" y="6598"/>
                </a:cubicBezTo>
                <a:cubicBezTo>
                  <a:pt x="21484" y="5087"/>
                  <a:pt x="21327" y="3511"/>
                  <a:pt x="20489" y="2207"/>
                </a:cubicBezTo>
                <a:cubicBezTo>
                  <a:pt x="19684" y="953"/>
                  <a:pt x="18161" y="0"/>
                  <a:pt x="16498" y="0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" name="Google Shape;714;p28"/>
          <p:cNvSpPr/>
          <p:nvPr/>
        </p:nvSpPr>
        <p:spPr>
          <a:xfrm>
            <a:off x="7523670" y="3061640"/>
            <a:ext cx="2610037" cy="2720058"/>
          </a:xfrm>
          <a:custGeom>
            <a:rect b="b" l="l" r="r" t="t"/>
            <a:pathLst>
              <a:path extrusionOk="0" h="17059" w="16369">
                <a:moveTo>
                  <a:pt x="10538" y="1"/>
                </a:moveTo>
                <a:cubicBezTo>
                  <a:pt x="9733" y="1"/>
                  <a:pt x="8932" y="153"/>
                  <a:pt x="8209" y="515"/>
                </a:cubicBezTo>
                <a:cubicBezTo>
                  <a:pt x="7233" y="1004"/>
                  <a:pt x="6396" y="1857"/>
                  <a:pt x="6084" y="2920"/>
                </a:cubicBezTo>
                <a:cubicBezTo>
                  <a:pt x="5733" y="4112"/>
                  <a:pt x="6127" y="5357"/>
                  <a:pt x="5884" y="6560"/>
                </a:cubicBezTo>
                <a:cubicBezTo>
                  <a:pt x="5644" y="7754"/>
                  <a:pt x="4612" y="8436"/>
                  <a:pt x="3688" y="9100"/>
                </a:cubicBezTo>
                <a:cubicBezTo>
                  <a:pt x="2685" y="9819"/>
                  <a:pt x="1822" y="10680"/>
                  <a:pt x="1187" y="11745"/>
                </a:cubicBezTo>
                <a:cubicBezTo>
                  <a:pt x="569" y="12782"/>
                  <a:pt x="0" y="14113"/>
                  <a:pt x="309" y="15339"/>
                </a:cubicBezTo>
                <a:cubicBezTo>
                  <a:pt x="443" y="15869"/>
                  <a:pt x="737" y="16372"/>
                  <a:pt x="1186" y="16695"/>
                </a:cubicBezTo>
                <a:cubicBezTo>
                  <a:pt x="1565" y="16966"/>
                  <a:pt x="2011" y="17058"/>
                  <a:pt x="2463" y="17058"/>
                </a:cubicBezTo>
                <a:cubicBezTo>
                  <a:pt x="2614" y="17058"/>
                  <a:pt x="2766" y="17048"/>
                  <a:pt x="2915" y="17031"/>
                </a:cubicBezTo>
                <a:cubicBezTo>
                  <a:pt x="3625" y="16948"/>
                  <a:pt x="4330" y="16784"/>
                  <a:pt x="5032" y="16653"/>
                </a:cubicBezTo>
                <a:cubicBezTo>
                  <a:pt x="5778" y="16514"/>
                  <a:pt x="6525" y="16374"/>
                  <a:pt x="7271" y="16235"/>
                </a:cubicBezTo>
                <a:cubicBezTo>
                  <a:pt x="10255" y="15678"/>
                  <a:pt x="13240" y="15122"/>
                  <a:pt x="16225" y="14565"/>
                </a:cubicBezTo>
                <a:cubicBezTo>
                  <a:pt x="16319" y="14547"/>
                  <a:pt x="16369" y="14453"/>
                  <a:pt x="16334" y="14366"/>
                </a:cubicBezTo>
                <a:cubicBezTo>
                  <a:pt x="15910" y="13292"/>
                  <a:pt x="15542" y="12197"/>
                  <a:pt x="15242" y="11083"/>
                </a:cubicBezTo>
                <a:cubicBezTo>
                  <a:pt x="14709" y="9114"/>
                  <a:pt x="14380" y="7098"/>
                  <a:pt x="14239" y="5065"/>
                </a:cubicBezTo>
                <a:cubicBezTo>
                  <a:pt x="14136" y="3556"/>
                  <a:pt x="14047" y="1835"/>
                  <a:pt x="12931" y="701"/>
                </a:cubicBezTo>
                <a:cubicBezTo>
                  <a:pt x="13074" y="700"/>
                  <a:pt x="12339" y="230"/>
                  <a:pt x="12009" y="160"/>
                </a:cubicBezTo>
                <a:cubicBezTo>
                  <a:pt x="11529" y="58"/>
                  <a:pt x="11033" y="1"/>
                  <a:pt x="10538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" name="Google Shape;715;p28"/>
          <p:cNvSpPr/>
          <p:nvPr/>
        </p:nvSpPr>
        <p:spPr>
          <a:xfrm rot="10800000">
            <a:off x="-939674" y="4296971"/>
            <a:ext cx="3506497" cy="945803"/>
          </a:xfrm>
          <a:custGeom>
            <a:rect b="b" l="l" r="r" t="t"/>
            <a:pathLst>
              <a:path extrusionOk="0" h="6923" w="25667">
                <a:moveTo>
                  <a:pt x="95" y="1"/>
                </a:moveTo>
                <a:lnTo>
                  <a:pt x="95" y="1"/>
                </a:lnTo>
                <a:cubicBezTo>
                  <a:pt x="3" y="325"/>
                  <a:pt x="0" y="652"/>
                  <a:pt x="124" y="980"/>
                </a:cubicBezTo>
                <a:cubicBezTo>
                  <a:pt x="169" y="1098"/>
                  <a:pt x="231" y="1215"/>
                  <a:pt x="310" y="1328"/>
                </a:cubicBezTo>
                <a:cubicBezTo>
                  <a:pt x="324" y="1349"/>
                  <a:pt x="339" y="1369"/>
                  <a:pt x="355" y="1389"/>
                </a:cubicBezTo>
                <a:cubicBezTo>
                  <a:pt x="699" y="1846"/>
                  <a:pt x="1304" y="2249"/>
                  <a:pt x="2067" y="2533"/>
                </a:cubicBezTo>
                <a:cubicBezTo>
                  <a:pt x="2123" y="2554"/>
                  <a:pt x="2182" y="2574"/>
                  <a:pt x="2240" y="2594"/>
                </a:cubicBezTo>
                <a:cubicBezTo>
                  <a:pt x="2505" y="2684"/>
                  <a:pt x="2788" y="2761"/>
                  <a:pt x="3082" y="2820"/>
                </a:cubicBezTo>
                <a:cubicBezTo>
                  <a:pt x="3121" y="2828"/>
                  <a:pt x="3160" y="2836"/>
                  <a:pt x="3199" y="2843"/>
                </a:cubicBezTo>
                <a:cubicBezTo>
                  <a:pt x="3235" y="2848"/>
                  <a:pt x="3269" y="2855"/>
                  <a:pt x="3304" y="2861"/>
                </a:cubicBezTo>
                <a:cubicBezTo>
                  <a:pt x="4479" y="3062"/>
                  <a:pt x="5837" y="3029"/>
                  <a:pt x="6823" y="3420"/>
                </a:cubicBezTo>
                <a:cubicBezTo>
                  <a:pt x="7054" y="3512"/>
                  <a:pt x="7246" y="3619"/>
                  <a:pt x="7410" y="3737"/>
                </a:cubicBezTo>
                <a:cubicBezTo>
                  <a:pt x="7438" y="3757"/>
                  <a:pt x="7465" y="3777"/>
                  <a:pt x="7492" y="3798"/>
                </a:cubicBezTo>
                <a:cubicBezTo>
                  <a:pt x="7907" y="4126"/>
                  <a:pt x="8126" y="4532"/>
                  <a:pt x="8351" y="4940"/>
                </a:cubicBezTo>
                <a:cubicBezTo>
                  <a:pt x="8363" y="4960"/>
                  <a:pt x="8375" y="4981"/>
                  <a:pt x="8386" y="5002"/>
                </a:cubicBezTo>
                <a:cubicBezTo>
                  <a:pt x="8613" y="5409"/>
                  <a:pt x="8857" y="5814"/>
                  <a:pt x="9326" y="6143"/>
                </a:cubicBezTo>
                <a:cubicBezTo>
                  <a:pt x="9338" y="6152"/>
                  <a:pt x="9350" y="6161"/>
                  <a:pt x="9363" y="6170"/>
                </a:cubicBezTo>
                <a:cubicBezTo>
                  <a:pt x="9381" y="6181"/>
                  <a:pt x="9399" y="6193"/>
                  <a:pt x="9417" y="6205"/>
                </a:cubicBezTo>
                <a:cubicBezTo>
                  <a:pt x="10107" y="6649"/>
                  <a:pt x="11200" y="6895"/>
                  <a:pt x="12290" y="6920"/>
                </a:cubicBezTo>
                <a:cubicBezTo>
                  <a:pt x="12359" y="6922"/>
                  <a:pt x="12429" y="6922"/>
                  <a:pt x="12498" y="6922"/>
                </a:cubicBezTo>
                <a:cubicBezTo>
                  <a:pt x="13546" y="6922"/>
                  <a:pt x="14580" y="6739"/>
                  <a:pt x="15482" y="6457"/>
                </a:cubicBezTo>
                <a:cubicBezTo>
                  <a:pt x="15733" y="6379"/>
                  <a:pt x="15977" y="6292"/>
                  <a:pt x="16221" y="6206"/>
                </a:cubicBezTo>
                <a:cubicBezTo>
                  <a:pt x="16279" y="6185"/>
                  <a:pt x="16336" y="6163"/>
                  <a:pt x="16394" y="6143"/>
                </a:cubicBezTo>
                <a:cubicBezTo>
                  <a:pt x="17021" y="5919"/>
                  <a:pt x="17650" y="5699"/>
                  <a:pt x="18381" y="5606"/>
                </a:cubicBezTo>
                <a:cubicBezTo>
                  <a:pt x="18666" y="5570"/>
                  <a:pt x="18954" y="5554"/>
                  <a:pt x="19242" y="5554"/>
                </a:cubicBezTo>
                <a:cubicBezTo>
                  <a:pt x="20278" y="5554"/>
                  <a:pt x="21323" y="5757"/>
                  <a:pt x="22324" y="5932"/>
                </a:cubicBezTo>
                <a:cubicBezTo>
                  <a:pt x="22780" y="6013"/>
                  <a:pt x="23253" y="6086"/>
                  <a:pt x="23731" y="6144"/>
                </a:cubicBezTo>
                <a:cubicBezTo>
                  <a:pt x="23920" y="6169"/>
                  <a:pt x="24110" y="6189"/>
                  <a:pt x="24302" y="6207"/>
                </a:cubicBezTo>
                <a:cubicBezTo>
                  <a:pt x="24756" y="6249"/>
                  <a:pt x="25213" y="6274"/>
                  <a:pt x="25664" y="6275"/>
                </a:cubicBezTo>
                <a:lnTo>
                  <a:pt x="25664" y="6144"/>
                </a:lnTo>
                <a:lnTo>
                  <a:pt x="25665" y="5003"/>
                </a:lnTo>
                <a:lnTo>
                  <a:pt x="25665" y="3738"/>
                </a:lnTo>
                <a:lnTo>
                  <a:pt x="25666" y="2596"/>
                </a:lnTo>
                <a:lnTo>
                  <a:pt x="25666" y="1331"/>
                </a:lnTo>
                <a:lnTo>
                  <a:pt x="25667" y="5"/>
                </a:lnTo>
                <a:lnTo>
                  <a:pt x="3200" y="2"/>
                </a:lnTo>
                <a:lnTo>
                  <a:pt x="3083" y="2"/>
                </a:lnTo>
                <a:lnTo>
                  <a:pt x="95" y="1"/>
                </a:ln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" name="Google Shape;716;p28"/>
          <p:cNvSpPr/>
          <p:nvPr/>
        </p:nvSpPr>
        <p:spPr>
          <a:xfrm flipH="1" rot="-9899901">
            <a:off x="6804735" y="5046669"/>
            <a:ext cx="545173" cy="12772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7" name="Google Shape;717;p28"/>
          <p:cNvGrpSpPr/>
          <p:nvPr/>
        </p:nvGrpSpPr>
        <p:grpSpPr>
          <a:xfrm rot="900044">
            <a:off x="7379843" y="3915870"/>
            <a:ext cx="228603" cy="207086"/>
            <a:chOff x="1640475" y="1197075"/>
            <a:chExt cx="55475" cy="50250"/>
          </a:xfrm>
        </p:grpSpPr>
        <p:sp>
          <p:nvSpPr>
            <p:cNvPr id="718" name="Google Shape;718;p2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2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2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" name="Google Shape;721;p28"/>
          <p:cNvGrpSpPr/>
          <p:nvPr/>
        </p:nvGrpSpPr>
        <p:grpSpPr>
          <a:xfrm rot="-10470744">
            <a:off x="2252761" y="705461"/>
            <a:ext cx="274444" cy="248605"/>
            <a:chOff x="1640475" y="1197075"/>
            <a:chExt cx="55475" cy="50250"/>
          </a:xfrm>
        </p:grpSpPr>
        <p:sp>
          <p:nvSpPr>
            <p:cNvPr id="722" name="Google Shape;722;p2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2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2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" name="Google Shape;725;p28"/>
          <p:cNvGrpSpPr/>
          <p:nvPr/>
        </p:nvGrpSpPr>
        <p:grpSpPr>
          <a:xfrm rot="9218921">
            <a:off x="791719" y="4067996"/>
            <a:ext cx="495467" cy="448821"/>
            <a:chOff x="1640475" y="1197075"/>
            <a:chExt cx="55475" cy="50250"/>
          </a:xfrm>
        </p:grpSpPr>
        <p:sp>
          <p:nvSpPr>
            <p:cNvPr id="726" name="Google Shape;726;p2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2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2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" name="Google Shape;729;p28"/>
          <p:cNvSpPr/>
          <p:nvPr/>
        </p:nvSpPr>
        <p:spPr>
          <a:xfrm rot="6434815">
            <a:off x="6797496" y="-23796"/>
            <a:ext cx="559646" cy="827411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0" name="Google Shape;730;p28"/>
          <p:cNvSpPr/>
          <p:nvPr/>
        </p:nvSpPr>
        <p:spPr>
          <a:xfrm flipH="1" rot="8438797">
            <a:off x="3044679" y="-55191"/>
            <a:ext cx="847223" cy="198484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8">
  <p:cSld name="TITLE_AND_BODY_1">
    <p:spTree>
      <p:nvGrpSpPr>
        <p:cNvPr id="731" name="Shape 7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2" name="Google Shape;732;p29"/>
          <p:cNvSpPr/>
          <p:nvPr/>
        </p:nvSpPr>
        <p:spPr>
          <a:xfrm>
            <a:off x="-410657" y="-145804"/>
            <a:ext cx="4197745" cy="1131860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3" name="Google Shape;733;p29"/>
          <p:cNvSpPr/>
          <p:nvPr/>
        </p:nvSpPr>
        <p:spPr>
          <a:xfrm rot="-6752784">
            <a:off x="2051407" y="216393"/>
            <a:ext cx="1195911" cy="1089409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4" name="Google Shape;734;p29"/>
          <p:cNvSpPr/>
          <p:nvPr/>
        </p:nvSpPr>
        <p:spPr>
          <a:xfrm>
            <a:off x="-572725" y="2861528"/>
            <a:ext cx="2676986" cy="2789665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5" name="Google Shape;735;p29"/>
          <p:cNvSpPr/>
          <p:nvPr/>
        </p:nvSpPr>
        <p:spPr>
          <a:xfrm>
            <a:off x="6594726" y="4161014"/>
            <a:ext cx="3033994" cy="1250590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6" name="Google Shape;736;p29"/>
          <p:cNvSpPr/>
          <p:nvPr/>
        </p:nvSpPr>
        <p:spPr>
          <a:xfrm>
            <a:off x="6027407" y="-371325"/>
            <a:ext cx="3627154" cy="2893677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7" name="Google Shape;737;p29"/>
          <p:cNvSpPr txBox="1"/>
          <p:nvPr>
            <p:ph type="title"/>
          </p:nvPr>
        </p:nvSpPr>
        <p:spPr>
          <a:xfrm>
            <a:off x="2085275" y="673465"/>
            <a:ext cx="4973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grpSp>
        <p:nvGrpSpPr>
          <p:cNvPr id="738" name="Google Shape;738;p29"/>
          <p:cNvGrpSpPr/>
          <p:nvPr/>
        </p:nvGrpSpPr>
        <p:grpSpPr>
          <a:xfrm rot="1800041">
            <a:off x="8665997" y="4106761"/>
            <a:ext cx="221773" cy="200885"/>
            <a:chOff x="1640475" y="1197075"/>
            <a:chExt cx="55475" cy="50250"/>
          </a:xfrm>
        </p:grpSpPr>
        <p:sp>
          <p:nvSpPr>
            <p:cNvPr id="739" name="Google Shape;739;p2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2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2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" name="Google Shape;742;p29"/>
          <p:cNvGrpSpPr/>
          <p:nvPr/>
        </p:nvGrpSpPr>
        <p:grpSpPr>
          <a:xfrm rot="-9900030">
            <a:off x="667534" y="4625752"/>
            <a:ext cx="215932" cy="195605"/>
            <a:chOff x="1640475" y="1197075"/>
            <a:chExt cx="55475" cy="50250"/>
          </a:xfrm>
        </p:grpSpPr>
        <p:sp>
          <p:nvSpPr>
            <p:cNvPr id="743" name="Google Shape;743;p2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2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2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" name="Google Shape;746;p29"/>
          <p:cNvGrpSpPr/>
          <p:nvPr/>
        </p:nvGrpSpPr>
        <p:grpSpPr>
          <a:xfrm rot="-5400000">
            <a:off x="8514555" y="2548984"/>
            <a:ext cx="244822" cy="221773"/>
            <a:chOff x="1640475" y="1197075"/>
            <a:chExt cx="55475" cy="50250"/>
          </a:xfrm>
        </p:grpSpPr>
        <p:sp>
          <p:nvSpPr>
            <p:cNvPr id="747" name="Google Shape;747;p2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2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2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0" name="Google Shape;750;p29"/>
          <p:cNvSpPr/>
          <p:nvPr/>
        </p:nvSpPr>
        <p:spPr>
          <a:xfrm rot="912813">
            <a:off x="8372080" y="228912"/>
            <a:ext cx="529792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1" name="Google Shape;751;p29"/>
          <p:cNvGrpSpPr/>
          <p:nvPr/>
        </p:nvGrpSpPr>
        <p:grpSpPr>
          <a:xfrm rot="-5400000">
            <a:off x="313974" y="982572"/>
            <a:ext cx="221772" cy="200884"/>
            <a:chOff x="1640475" y="1197075"/>
            <a:chExt cx="55475" cy="50250"/>
          </a:xfrm>
        </p:grpSpPr>
        <p:sp>
          <p:nvSpPr>
            <p:cNvPr id="752" name="Google Shape;752;p2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2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2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5" name="Google Shape;755;p29"/>
          <p:cNvSpPr/>
          <p:nvPr/>
        </p:nvSpPr>
        <p:spPr>
          <a:xfrm>
            <a:off x="8536325" y="4434061"/>
            <a:ext cx="609613" cy="95515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6" name="Google Shape;756;p29"/>
          <p:cNvSpPr/>
          <p:nvPr/>
        </p:nvSpPr>
        <p:spPr>
          <a:xfrm rot="-650986">
            <a:off x="1480420" y="4695682"/>
            <a:ext cx="1027315" cy="24067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 1">
  <p:cSld name="CUSTOM_7">
    <p:spTree>
      <p:nvGrpSpPr>
        <p:cNvPr id="757" name="Shape 7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8" name="Google Shape;758;p30"/>
          <p:cNvSpPr txBox="1"/>
          <p:nvPr>
            <p:ph type="title"/>
          </p:nvPr>
        </p:nvSpPr>
        <p:spPr>
          <a:xfrm>
            <a:off x="821675" y="759553"/>
            <a:ext cx="28812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CUSTOM_10">
    <p:spTree>
      <p:nvGrpSpPr>
        <p:cNvPr id="759" name="Shape 7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0" name="Google Shape;760;p31"/>
          <p:cNvSpPr txBox="1"/>
          <p:nvPr>
            <p:ph type="title"/>
          </p:nvPr>
        </p:nvSpPr>
        <p:spPr>
          <a:xfrm>
            <a:off x="3453650" y="758950"/>
            <a:ext cx="2236500" cy="45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761" name="Google Shape;761;p31"/>
          <p:cNvSpPr txBox="1"/>
          <p:nvPr>
            <p:ph idx="2" type="title"/>
          </p:nvPr>
        </p:nvSpPr>
        <p:spPr>
          <a:xfrm>
            <a:off x="5158538" y="2685326"/>
            <a:ext cx="2986800" cy="30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62" name="Google Shape;762;p31"/>
          <p:cNvSpPr txBox="1"/>
          <p:nvPr>
            <p:ph idx="1" type="subTitle"/>
          </p:nvPr>
        </p:nvSpPr>
        <p:spPr>
          <a:xfrm>
            <a:off x="5146688" y="3128200"/>
            <a:ext cx="3010500" cy="115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763" name="Google Shape;763;p31"/>
          <p:cNvSpPr txBox="1"/>
          <p:nvPr>
            <p:ph idx="3" type="title"/>
          </p:nvPr>
        </p:nvSpPr>
        <p:spPr>
          <a:xfrm>
            <a:off x="998649" y="2685326"/>
            <a:ext cx="2986800" cy="30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64" name="Google Shape;764;p31"/>
          <p:cNvSpPr txBox="1"/>
          <p:nvPr>
            <p:ph idx="4" type="subTitle"/>
          </p:nvPr>
        </p:nvSpPr>
        <p:spPr>
          <a:xfrm>
            <a:off x="986799" y="3128200"/>
            <a:ext cx="3010500" cy="115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765" name="Google Shape;765;p31"/>
          <p:cNvSpPr txBox="1"/>
          <p:nvPr>
            <p:ph hasCustomPrompt="1" idx="5" type="title"/>
          </p:nvPr>
        </p:nvSpPr>
        <p:spPr>
          <a:xfrm>
            <a:off x="1604199" y="1705438"/>
            <a:ext cx="1775700" cy="83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3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766" name="Google Shape;766;p31"/>
          <p:cNvSpPr txBox="1"/>
          <p:nvPr>
            <p:ph hasCustomPrompt="1" idx="6" type="title"/>
          </p:nvPr>
        </p:nvSpPr>
        <p:spPr>
          <a:xfrm>
            <a:off x="5764088" y="1705438"/>
            <a:ext cx="1775700" cy="83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3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767" name="Google Shape;767;p31"/>
          <p:cNvSpPr/>
          <p:nvPr/>
        </p:nvSpPr>
        <p:spPr>
          <a:xfrm rot="8931853">
            <a:off x="-473415" y="3388543"/>
            <a:ext cx="1985634" cy="2326871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" name="Google Shape;768;p31"/>
          <p:cNvSpPr/>
          <p:nvPr/>
        </p:nvSpPr>
        <p:spPr>
          <a:xfrm flipH="1">
            <a:off x="5767795" y="3381513"/>
            <a:ext cx="3634529" cy="1998485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9" name="Google Shape;769;p31"/>
          <p:cNvSpPr/>
          <p:nvPr/>
        </p:nvSpPr>
        <p:spPr>
          <a:xfrm>
            <a:off x="-486750" y="-470462"/>
            <a:ext cx="3133499" cy="2020960"/>
          </a:xfrm>
          <a:custGeom>
            <a:rect b="b" l="l" r="r" t="t"/>
            <a:pathLst>
              <a:path extrusionOk="0" h="11330" w="20526">
                <a:moveTo>
                  <a:pt x="12939" y="1"/>
                </a:moveTo>
                <a:cubicBezTo>
                  <a:pt x="11999" y="1"/>
                  <a:pt x="11086" y="167"/>
                  <a:pt x="10169" y="370"/>
                </a:cubicBezTo>
                <a:cubicBezTo>
                  <a:pt x="9691" y="476"/>
                  <a:pt x="9213" y="584"/>
                  <a:pt x="8731" y="667"/>
                </a:cubicBezTo>
                <a:cubicBezTo>
                  <a:pt x="8234" y="750"/>
                  <a:pt x="7732" y="802"/>
                  <a:pt x="7229" y="839"/>
                </a:cubicBezTo>
                <a:cubicBezTo>
                  <a:pt x="6231" y="913"/>
                  <a:pt x="5230" y="935"/>
                  <a:pt x="4235" y="1052"/>
                </a:cubicBezTo>
                <a:cubicBezTo>
                  <a:pt x="3806" y="1102"/>
                  <a:pt x="3380" y="1184"/>
                  <a:pt x="2951" y="1235"/>
                </a:cubicBezTo>
                <a:cubicBezTo>
                  <a:pt x="2746" y="1260"/>
                  <a:pt x="2537" y="1279"/>
                  <a:pt x="2328" y="1279"/>
                </a:cubicBezTo>
                <a:cubicBezTo>
                  <a:pt x="2138" y="1279"/>
                  <a:pt x="1948" y="1263"/>
                  <a:pt x="1762" y="1222"/>
                </a:cubicBezTo>
                <a:cubicBezTo>
                  <a:pt x="1578" y="1180"/>
                  <a:pt x="1402" y="1113"/>
                  <a:pt x="1242" y="1012"/>
                </a:cubicBezTo>
                <a:cubicBezTo>
                  <a:pt x="1161" y="960"/>
                  <a:pt x="1089" y="870"/>
                  <a:pt x="988" y="868"/>
                </a:cubicBezTo>
                <a:cubicBezTo>
                  <a:pt x="985" y="868"/>
                  <a:pt x="983" y="868"/>
                  <a:pt x="981" y="868"/>
                </a:cubicBezTo>
                <a:cubicBezTo>
                  <a:pt x="897" y="868"/>
                  <a:pt x="810" y="887"/>
                  <a:pt x="732" y="917"/>
                </a:cubicBezTo>
                <a:cubicBezTo>
                  <a:pt x="360" y="1060"/>
                  <a:pt x="147" y="1435"/>
                  <a:pt x="79" y="1816"/>
                </a:cubicBezTo>
                <a:cubicBezTo>
                  <a:pt x="38" y="2046"/>
                  <a:pt x="37" y="2279"/>
                  <a:pt x="38" y="2512"/>
                </a:cubicBezTo>
                <a:cubicBezTo>
                  <a:pt x="38" y="2767"/>
                  <a:pt x="39" y="3024"/>
                  <a:pt x="40" y="3279"/>
                </a:cubicBezTo>
                <a:cubicBezTo>
                  <a:pt x="42" y="3797"/>
                  <a:pt x="44" y="4315"/>
                  <a:pt x="46" y="4833"/>
                </a:cubicBezTo>
                <a:cubicBezTo>
                  <a:pt x="50" y="5817"/>
                  <a:pt x="54" y="6803"/>
                  <a:pt x="57" y="7787"/>
                </a:cubicBezTo>
                <a:cubicBezTo>
                  <a:pt x="55" y="7786"/>
                  <a:pt x="54" y="7785"/>
                  <a:pt x="52" y="7785"/>
                </a:cubicBezTo>
                <a:cubicBezTo>
                  <a:pt x="0" y="7785"/>
                  <a:pt x="101" y="8649"/>
                  <a:pt x="628" y="8724"/>
                </a:cubicBezTo>
                <a:cubicBezTo>
                  <a:pt x="1441" y="8840"/>
                  <a:pt x="1514" y="10145"/>
                  <a:pt x="2146" y="10693"/>
                </a:cubicBezTo>
                <a:cubicBezTo>
                  <a:pt x="2452" y="10957"/>
                  <a:pt x="2805" y="11167"/>
                  <a:pt x="3199" y="11261"/>
                </a:cubicBezTo>
                <a:cubicBezTo>
                  <a:pt x="3402" y="11310"/>
                  <a:pt x="3609" y="11330"/>
                  <a:pt x="3816" y="11330"/>
                </a:cubicBezTo>
                <a:cubicBezTo>
                  <a:pt x="4077" y="11330"/>
                  <a:pt x="4340" y="11298"/>
                  <a:pt x="4597" y="11251"/>
                </a:cubicBezTo>
                <a:cubicBezTo>
                  <a:pt x="5367" y="11113"/>
                  <a:pt x="6207" y="10865"/>
                  <a:pt x="6645" y="10152"/>
                </a:cubicBezTo>
                <a:cubicBezTo>
                  <a:pt x="6859" y="9801"/>
                  <a:pt x="6970" y="9395"/>
                  <a:pt x="7203" y="9055"/>
                </a:cubicBezTo>
                <a:cubicBezTo>
                  <a:pt x="7421" y="8736"/>
                  <a:pt x="7758" y="8532"/>
                  <a:pt x="8120" y="8419"/>
                </a:cubicBezTo>
                <a:cubicBezTo>
                  <a:pt x="8559" y="8282"/>
                  <a:pt x="9011" y="8265"/>
                  <a:pt x="9465" y="8265"/>
                </a:cubicBezTo>
                <a:cubicBezTo>
                  <a:pt x="9615" y="8265"/>
                  <a:pt x="9765" y="8267"/>
                  <a:pt x="9915" y="8267"/>
                </a:cubicBezTo>
                <a:cubicBezTo>
                  <a:pt x="10115" y="8267"/>
                  <a:pt x="10316" y="8264"/>
                  <a:pt x="10515" y="8248"/>
                </a:cubicBezTo>
                <a:cubicBezTo>
                  <a:pt x="10927" y="8216"/>
                  <a:pt x="11342" y="8132"/>
                  <a:pt x="11707" y="7927"/>
                </a:cubicBezTo>
                <a:cubicBezTo>
                  <a:pt x="12074" y="7718"/>
                  <a:pt x="12352" y="7394"/>
                  <a:pt x="12600" y="7055"/>
                </a:cubicBezTo>
                <a:cubicBezTo>
                  <a:pt x="13089" y="6385"/>
                  <a:pt x="13543" y="5673"/>
                  <a:pt x="14244" y="5207"/>
                </a:cubicBezTo>
                <a:cubicBezTo>
                  <a:pt x="14594" y="4972"/>
                  <a:pt x="14986" y="4825"/>
                  <a:pt x="15405" y="4792"/>
                </a:cubicBezTo>
                <a:cubicBezTo>
                  <a:pt x="15494" y="4785"/>
                  <a:pt x="15582" y="4782"/>
                  <a:pt x="15670" y="4782"/>
                </a:cubicBezTo>
                <a:cubicBezTo>
                  <a:pt x="16070" y="4782"/>
                  <a:pt x="16469" y="4843"/>
                  <a:pt x="16866" y="4877"/>
                </a:cubicBezTo>
                <a:cubicBezTo>
                  <a:pt x="17302" y="4915"/>
                  <a:pt x="17740" y="4933"/>
                  <a:pt x="18178" y="4933"/>
                </a:cubicBezTo>
                <a:cubicBezTo>
                  <a:pt x="18243" y="4933"/>
                  <a:pt x="18309" y="4933"/>
                  <a:pt x="18374" y="4932"/>
                </a:cubicBezTo>
                <a:cubicBezTo>
                  <a:pt x="18585" y="4929"/>
                  <a:pt x="18814" y="4941"/>
                  <a:pt x="19012" y="4857"/>
                </a:cubicBezTo>
                <a:cubicBezTo>
                  <a:pt x="19193" y="4780"/>
                  <a:pt x="19305" y="4623"/>
                  <a:pt x="19390" y="4450"/>
                </a:cubicBezTo>
                <a:cubicBezTo>
                  <a:pt x="19618" y="3989"/>
                  <a:pt x="19825" y="3515"/>
                  <a:pt x="20041" y="3049"/>
                </a:cubicBezTo>
                <a:cubicBezTo>
                  <a:pt x="20147" y="2821"/>
                  <a:pt x="20256" y="2595"/>
                  <a:pt x="20357" y="2365"/>
                </a:cubicBezTo>
                <a:cubicBezTo>
                  <a:pt x="20444" y="2165"/>
                  <a:pt x="20525" y="1951"/>
                  <a:pt x="20518" y="1728"/>
                </a:cubicBezTo>
                <a:cubicBezTo>
                  <a:pt x="20505" y="1297"/>
                  <a:pt x="20161" y="1008"/>
                  <a:pt x="19822" y="810"/>
                </a:cubicBezTo>
                <a:cubicBezTo>
                  <a:pt x="19463" y="601"/>
                  <a:pt x="19065" y="469"/>
                  <a:pt x="18660" y="392"/>
                </a:cubicBezTo>
                <a:cubicBezTo>
                  <a:pt x="17815" y="229"/>
                  <a:pt x="16950" y="272"/>
                  <a:pt x="16095" y="224"/>
                </a:cubicBezTo>
                <a:cubicBezTo>
                  <a:pt x="15084" y="168"/>
                  <a:pt x="14079" y="19"/>
                  <a:pt x="13065" y="2"/>
                </a:cubicBezTo>
                <a:cubicBezTo>
                  <a:pt x="13023" y="1"/>
                  <a:pt x="12981" y="1"/>
                  <a:pt x="12939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0" name="Google Shape;770;p31"/>
          <p:cNvSpPr/>
          <p:nvPr/>
        </p:nvSpPr>
        <p:spPr>
          <a:xfrm flipH="1" rot="-10062774">
            <a:off x="6713799" y="-294661"/>
            <a:ext cx="3721225" cy="1536326"/>
          </a:xfrm>
          <a:custGeom>
            <a:rect b="b" l="l" r="r" t="t"/>
            <a:pathLst>
              <a:path extrusionOk="0" h="8613" w="24376">
                <a:moveTo>
                  <a:pt x="12572" y="1"/>
                </a:moveTo>
                <a:cubicBezTo>
                  <a:pt x="11930" y="1"/>
                  <a:pt x="11305" y="137"/>
                  <a:pt x="10778" y="460"/>
                </a:cubicBezTo>
                <a:cubicBezTo>
                  <a:pt x="10193" y="818"/>
                  <a:pt x="9818" y="1341"/>
                  <a:pt x="9503" y="1852"/>
                </a:cubicBezTo>
                <a:cubicBezTo>
                  <a:pt x="9167" y="2398"/>
                  <a:pt x="8889" y="2969"/>
                  <a:pt x="8475" y="3485"/>
                </a:cubicBezTo>
                <a:cubicBezTo>
                  <a:pt x="8044" y="4023"/>
                  <a:pt x="7451" y="4445"/>
                  <a:pt x="6633" y="4599"/>
                </a:cubicBezTo>
                <a:cubicBezTo>
                  <a:pt x="6259" y="4669"/>
                  <a:pt x="5879" y="4690"/>
                  <a:pt x="5496" y="4690"/>
                </a:cubicBezTo>
                <a:cubicBezTo>
                  <a:pt x="4945" y="4690"/>
                  <a:pt x="4388" y="4646"/>
                  <a:pt x="3837" y="4646"/>
                </a:cubicBezTo>
                <a:cubicBezTo>
                  <a:pt x="3701" y="4646"/>
                  <a:pt x="3564" y="4649"/>
                  <a:pt x="3429" y="4656"/>
                </a:cubicBezTo>
                <a:cubicBezTo>
                  <a:pt x="2927" y="4680"/>
                  <a:pt x="2424" y="4755"/>
                  <a:pt x="1974" y="4934"/>
                </a:cubicBezTo>
                <a:cubicBezTo>
                  <a:pt x="1568" y="5095"/>
                  <a:pt x="1218" y="5332"/>
                  <a:pt x="943" y="5611"/>
                </a:cubicBezTo>
                <a:cubicBezTo>
                  <a:pt x="425" y="6133"/>
                  <a:pt x="179" y="6806"/>
                  <a:pt x="311" y="7456"/>
                </a:cubicBezTo>
                <a:cubicBezTo>
                  <a:pt x="309" y="7456"/>
                  <a:pt x="307" y="7456"/>
                  <a:pt x="305" y="7456"/>
                </a:cubicBezTo>
                <a:cubicBezTo>
                  <a:pt x="282" y="7456"/>
                  <a:pt x="258" y="7461"/>
                  <a:pt x="234" y="7475"/>
                </a:cubicBezTo>
                <a:cubicBezTo>
                  <a:pt x="83" y="7556"/>
                  <a:pt x="1" y="7677"/>
                  <a:pt x="4" y="7821"/>
                </a:cubicBezTo>
                <a:cubicBezTo>
                  <a:pt x="12" y="8172"/>
                  <a:pt x="404" y="8373"/>
                  <a:pt x="826" y="8396"/>
                </a:cubicBezTo>
                <a:cubicBezTo>
                  <a:pt x="860" y="8398"/>
                  <a:pt x="894" y="8399"/>
                  <a:pt x="929" y="8399"/>
                </a:cubicBezTo>
                <a:cubicBezTo>
                  <a:pt x="1162" y="8399"/>
                  <a:pt x="1397" y="8361"/>
                  <a:pt x="1626" y="8334"/>
                </a:cubicBezTo>
                <a:cubicBezTo>
                  <a:pt x="1931" y="8297"/>
                  <a:pt x="2238" y="8262"/>
                  <a:pt x="2544" y="8230"/>
                </a:cubicBezTo>
                <a:cubicBezTo>
                  <a:pt x="3747" y="8107"/>
                  <a:pt x="4958" y="8023"/>
                  <a:pt x="6170" y="7965"/>
                </a:cubicBezTo>
                <a:cubicBezTo>
                  <a:pt x="8591" y="7850"/>
                  <a:pt x="11019" y="7838"/>
                  <a:pt x="13445" y="7824"/>
                </a:cubicBezTo>
                <a:cubicBezTo>
                  <a:pt x="13813" y="7822"/>
                  <a:pt x="14182" y="7820"/>
                  <a:pt x="14552" y="7820"/>
                </a:cubicBezTo>
                <a:cubicBezTo>
                  <a:pt x="16507" y="7820"/>
                  <a:pt x="18472" y="7870"/>
                  <a:pt x="20390" y="8174"/>
                </a:cubicBezTo>
                <a:cubicBezTo>
                  <a:pt x="20952" y="8264"/>
                  <a:pt x="21511" y="8375"/>
                  <a:pt x="22057" y="8512"/>
                </a:cubicBezTo>
                <a:cubicBezTo>
                  <a:pt x="22240" y="8558"/>
                  <a:pt x="22430" y="8612"/>
                  <a:pt x="22625" y="8612"/>
                </a:cubicBezTo>
                <a:cubicBezTo>
                  <a:pt x="22665" y="8612"/>
                  <a:pt x="22706" y="8610"/>
                  <a:pt x="22747" y="8605"/>
                </a:cubicBezTo>
                <a:cubicBezTo>
                  <a:pt x="22986" y="8575"/>
                  <a:pt x="23126" y="8437"/>
                  <a:pt x="23188" y="8265"/>
                </a:cubicBezTo>
                <a:cubicBezTo>
                  <a:pt x="23342" y="7840"/>
                  <a:pt x="23440" y="7396"/>
                  <a:pt x="23556" y="6963"/>
                </a:cubicBezTo>
                <a:cubicBezTo>
                  <a:pt x="23675" y="6520"/>
                  <a:pt x="23785" y="6077"/>
                  <a:pt x="23879" y="5631"/>
                </a:cubicBezTo>
                <a:cubicBezTo>
                  <a:pt x="24251" y="3879"/>
                  <a:pt x="24375" y="2063"/>
                  <a:pt x="23717" y="343"/>
                </a:cubicBezTo>
                <a:cubicBezTo>
                  <a:pt x="23697" y="293"/>
                  <a:pt x="23642" y="267"/>
                  <a:pt x="23586" y="267"/>
                </a:cubicBezTo>
                <a:cubicBezTo>
                  <a:pt x="23541" y="267"/>
                  <a:pt x="23495" y="284"/>
                  <a:pt x="23467" y="317"/>
                </a:cubicBezTo>
                <a:cubicBezTo>
                  <a:pt x="23327" y="480"/>
                  <a:pt x="23169" y="631"/>
                  <a:pt x="22991" y="769"/>
                </a:cubicBezTo>
                <a:cubicBezTo>
                  <a:pt x="22274" y="1328"/>
                  <a:pt x="21289" y="1670"/>
                  <a:pt x="20281" y="1764"/>
                </a:cubicBezTo>
                <a:cubicBezTo>
                  <a:pt x="20062" y="1784"/>
                  <a:pt x="19841" y="1794"/>
                  <a:pt x="19620" y="1794"/>
                </a:cubicBezTo>
                <a:cubicBezTo>
                  <a:pt x="18644" y="1794"/>
                  <a:pt x="17671" y="1601"/>
                  <a:pt x="16789" y="1286"/>
                </a:cubicBezTo>
                <a:cubicBezTo>
                  <a:pt x="15722" y="905"/>
                  <a:pt x="14754" y="349"/>
                  <a:pt x="13607" y="110"/>
                </a:cubicBezTo>
                <a:cubicBezTo>
                  <a:pt x="13266" y="40"/>
                  <a:pt x="12917" y="1"/>
                  <a:pt x="12572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1" name="Google Shape;771;p31"/>
          <p:cNvGrpSpPr/>
          <p:nvPr/>
        </p:nvGrpSpPr>
        <p:grpSpPr>
          <a:xfrm flipH="1" rot="6282408">
            <a:off x="7303607" y="583551"/>
            <a:ext cx="221771" cy="200883"/>
            <a:chOff x="1640475" y="1197075"/>
            <a:chExt cx="55475" cy="50250"/>
          </a:xfrm>
        </p:grpSpPr>
        <p:sp>
          <p:nvSpPr>
            <p:cNvPr id="772" name="Google Shape;772;p3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3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3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" name="Google Shape;775;p31"/>
          <p:cNvGrpSpPr/>
          <p:nvPr/>
        </p:nvGrpSpPr>
        <p:grpSpPr>
          <a:xfrm flipH="1" rot="1058897">
            <a:off x="2144106" y="4766550"/>
            <a:ext cx="215936" cy="195603"/>
            <a:chOff x="1640475" y="1197075"/>
            <a:chExt cx="55475" cy="50250"/>
          </a:xfrm>
        </p:grpSpPr>
        <p:sp>
          <p:nvSpPr>
            <p:cNvPr id="776" name="Google Shape;776;p3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3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3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9" name="Google Shape;779;p31"/>
          <p:cNvSpPr/>
          <p:nvPr/>
        </p:nvSpPr>
        <p:spPr>
          <a:xfrm flipH="1" rot="8431516">
            <a:off x="4727883" y="4802296"/>
            <a:ext cx="529784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0" name="Google Shape;780;p31"/>
          <p:cNvGrpSpPr/>
          <p:nvPr/>
        </p:nvGrpSpPr>
        <p:grpSpPr>
          <a:xfrm flipH="1" rot="-900000">
            <a:off x="1033440" y="1356661"/>
            <a:ext cx="347165" cy="314462"/>
            <a:chOff x="1640475" y="1197075"/>
            <a:chExt cx="55475" cy="50250"/>
          </a:xfrm>
        </p:grpSpPr>
        <p:sp>
          <p:nvSpPr>
            <p:cNvPr id="781" name="Google Shape;781;p3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3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3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" name="Google Shape;784;p31"/>
          <p:cNvGrpSpPr/>
          <p:nvPr/>
        </p:nvGrpSpPr>
        <p:grpSpPr>
          <a:xfrm flipH="1" rot="-899970">
            <a:off x="8699534" y="3067391"/>
            <a:ext cx="215932" cy="195605"/>
            <a:chOff x="1640475" y="1197075"/>
            <a:chExt cx="55475" cy="50250"/>
          </a:xfrm>
        </p:grpSpPr>
        <p:sp>
          <p:nvSpPr>
            <p:cNvPr id="785" name="Google Shape;785;p3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3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3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8" name="Google Shape;788;p31"/>
          <p:cNvSpPr/>
          <p:nvPr/>
        </p:nvSpPr>
        <p:spPr>
          <a:xfrm flipH="1" rot="-10042467">
            <a:off x="-211717" y="1817492"/>
            <a:ext cx="529787" cy="12411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CUSTOM_10_1">
    <p:spTree>
      <p:nvGrpSpPr>
        <p:cNvPr id="789" name="Shape 7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0" name="Google Shape;790;p32"/>
          <p:cNvSpPr txBox="1"/>
          <p:nvPr>
            <p:ph type="title"/>
          </p:nvPr>
        </p:nvSpPr>
        <p:spPr>
          <a:xfrm>
            <a:off x="3310150" y="758950"/>
            <a:ext cx="2523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791" name="Google Shape;791;p32"/>
          <p:cNvSpPr txBox="1"/>
          <p:nvPr>
            <p:ph idx="2" type="title"/>
          </p:nvPr>
        </p:nvSpPr>
        <p:spPr>
          <a:xfrm>
            <a:off x="5269077" y="3468800"/>
            <a:ext cx="2228400" cy="30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92" name="Google Shape;792;p32"/>
          <p:cNvSpPr txBox="1"/>
          <p:nvPr>
            <p:ph idx="1" type="subTitle"/>
          </p:nvPr>
        </p:nvSpPr>
        <p:spPr>
          <a:xfrm>
            <a:off x="5260227" y="3879375"/>
            <a:ext cx="2246100" cy="51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793" name="Google Shape;793;p32"/>
          <p:cNvSpPr txBox="1"/>
          <p:nvPr>
            <p:ph idx="3" type="title"/>
          </p:nvPr>
        </p:nvSpPr>
        <p:spPr>
          <a:xfrm>
            <a:off x="1637465" y="3468800"/>
            <a:ext cx="2246100" cy="30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94" name="Google Shape;794;p32"/>
          <p:cNvSpPr txBox="1"/>
          <p:nvPr>
            <p:ph idx="4" type="subTitle"/>
          </p:nvPr>
        </p:nvSpPr>
        <p:spPr>
          <a:xfrm>
            <a:off x="1628615" y="3879375"/>
            <a:ext cx="2263800" cy="51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795" name="Google Shape;795;p32"/>
          <p:cNvSpPr/>
          <p:nvPr/>
        </p:nvSpPr>
        <p:spPr>
          <a:xfrm flipH="1">
            <a:off x="5472659" y="-171500"/>
            <a:ext cx="3715991" cy="1895529"/>
          </a:xfrm>
          <a:custGeom>
            <a:rect b="b" l="l" r="r" t="t"/>
            <a:pathLst>
              <a:path extrusionOk="0" h="6348" w="14457">
                <a:moveTo>
                  <a:pt x="0" y="1"/>
                </a:moveTo>
                <a:lnTo>
                  <a:pt x="0" y="6160"/>
                </a:lnTo>
                <a:cubicBezTo>
                  <a:pt x="307" y="6283"/>
                  <a:pt x="641" y="6348"/>
                  <a:pt x="972" y="6348"/>
                </a:cubicBezTo>
                <a:cubicBezTo>
                  <a:pt x="1431" y="6348"/>
                  <a:pt x="1886" y="6223"/>
                  <a:pt x="2259" y="5957"/>
                </a:cubicBezTo>
                <a:cubicBezTo>
                  <a:pt x="2971" y="5450"/>
                  <a:pt x="3272" y="4560"/>
                  <a:pt x="3620" y="3758"/>
                </a:cubicBezTo>
                <a:cubicBezTo>
                  <a:pt x="3967" y="2955"/>
                  <a:pt x="4504" y="2110"/>
                  <a:pt x="5362" y="1938"/>
                </a:cubicBezTo>
                <a:cubicBezTo>
                  <a:pt x="5472" y="1916"/>
                  <a:pt x="5582" y="1906"/>
                  <a:pt x="5692" y="1906"/>
                </a:cubicBezTo>
                <a:cubicBezTo>
                  <a:pt x="6160" y="1906"/>
                  <a:pt x="6628" y="2081"/>
                  <a:pt x="7080" y="2232"/>
                </a:cubicBezTo>
                <a:cubicBezTo>
                  <a:pt x="7585" y="2401"/>
                  <a:pt x="8141" y="2535"/>
                  <a:pt x="8672" y="2535"/>
                </a:cubicBezTo>
                <a:cubicBezTo>
                  <a:pt x="9138" y="2535"/>
                  <a:pt x="9586" y="2431"/>
                  <a:pt x="9965" y="2156"/>
                </a:cubicBezTo>
                <a:cubicBezTo>
                  <a:pt x="10504" y="1765"/>
                  <a:pt x="10846" y="1060"/>
                  <a:pt x="11419" y="789"/>
                </a:cubicBezTo>
                <a:lnTo>
                  <a:pt x="11420" y="789"/>
                </a:lnTo>
                <a:cubicBezTo>
                  <a:pt x="11436" y="781"/>
                  <a:pt x="11452" y="774"/>
                  <a:pt x="11469" y="767"/>
                </a:cubicBezTo>
                <a:cubicBezTo>
                  <a:pt x="11544" y="736"/>
                  <a:pt x="11623" y="712"/>
                  <a:pt x="11706" y="696"/>
                </a:cubicBezTo>
                <a:cubicBezTo>
                  <a:pt x="11777" y="683"/>
                  <a:pt x="11848" y="678"/>
                  <a:pt x="11919" y="678"/>
                </a:cubicBezTo>
                <a:cubicBezTo>
                  <a:pt x="12271" y="678"/>
                  <a:pt x="12623" y="809"/>
                  <a:pt x="12978" y="824"/>
                </a:cubicBezTo>
                <a:cubicBezTo>
                  <a:pt x="12999" y="824"/>
                  <a:pt x="13020" y="825"/>
                  <a:pt x="13041" y="825"/>
                </a:cubicBezTo>
                <a:cubicBezTo>
                  <a:pt x="13511" y="825"/>
                  <a:pt x="13977" y="611"/>
                  <a:pt x="14281" y="253"/>
                </a:cubicBezTo>
                <a:cubicBezTo>
                  <a:pt x="14348" y="175"/>
                  <a:pt x="14407" y="90"/>
                  <a:pt x="14457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6" name="Google Shape;796;p32"/>
          <p:cNvSpPr/>
          <p:nvPr/>
        </p:nvSpPr>
        <p:spPr>
          <a:xfrm flipH="1" rot="4804257">
            <a:off x="122242" y="-866382"/>
            <a:ext cx="1821170" cy="2735155"/>
          </a:xfrm>
          <a:custGeom>
            <a:rect b="b" l="l" r="r" t="t"/>
            <a:pathLst>
              <a:path extrusionOk="0" h="13045" w="13007">
                <a:moveTo>
                  <a:pt x="11086" y="1"/>
                </a:moveTo>
                <a:cubicBezTo>
                  <a:pt x="10136" y="1"/>
                  <a:pt x="9220" y="578"/>
                  <a:pt x="8514" y="1160"/>
                </a:cubicBezTo>
                <a:cubicBezTo>
                  <a:pt x="7734" y="1801"/>
                  <a:pt x="7147" y="2603"/>
                  <a:pt x="6690" y="3499"/>
                </a:cubicBezTo>
                <a:cubicBezTo>
                  <a:pt x="6269" y="4325"/>
                  <a:pt x="5846" y="5241"/>
                  <a:pt x="4914" y="5581"/>
                </a:cubicBezTo>
                <a:cubicBezTo>
                  <a:pt x="3974" y="5923"/>
                  <a:pt x="2923" y="5759"/>
                  <a:pt x="2005" y="6187"/>
                </a:cubicBezTo>
                <a:cubicBezTo>
                  <a:pt x="1188" y="6570"/>
                  <a:pt x="602" y="7349"/>
                  <a:pt x="329" y="8196"/>
                </a:cubicBezTo>
                <a:cubicBezTo>
                  <a:pt x="1" y="9208"/>
                  <a:pt x="140" y="10320"/>
                  <a:pt x="509" y="11301"/>
                </a:cubicBezTo>
                <a:cubicBezTo>
                  <a:pt x="597" y="11534"/>
                  <a:pt x="989" y="11993"/>
                  <a:pt x="1051" y="11993"/>
                </a:cubicBezTo>
                <a:cubicBezTo>
                  <a:pt x="1057" y="11993"/>
                  <a:pt x="1060" y="11988"/>
                  <a:pt x="1059" y="11977"/>
                </a:cubicBezTo>
                <a:lnTo>
                  <a:pt x="1059" y="11977"/>
                </a:lnTo>
                <a:cubicBezTo>
                  <a:pt x="1717" y="12454"/>
                  <a:pt x="2513" y="12576"/>
                  <a:pt x="3318" y="12576"/>
                </a:cubicBezTo>
                <a:cubicBezTo>
                  <a:pt x="3796" y="12576"/>
                  <a:pt x="4277" y="12533"/>
                  <a:pt x="4735" y="12495"/>
                </a:cubicBezTo>
                <a:cubicBezTo>
                  <a:pt x="5450" y="12436"/>
                  <a:pt x="6168" y="12406"/>
                  <a:pt x="6885" y="12406"/>
                </a:cubicBezTo>
                <a:cubicBezTo>
                  <a:pt x="7827" y="12406"/>
                  <a:pt x="8769" y="12458"/>
                  <a:pt x="9706" y="12564"/>
                </a:cubicBezTo>
                <a:cubicBezTo>
                  <a:pt x="10641" y="12670"/>
                  <a:pt x="11568" y="12831"/>
                  <a:pt x="12485" y="13041"/>
                </a:cubicBezTo>
                <a:cubicBezTo>
                  <a:pt x="12495" y="13043"/>
                  <a:pt x="12505" y="13045"/>
                  <a:pt x="12515" y="13045"/>
                </a:cubicBezTo>
                <a:cubicBezTo>
                  <a:pt x="12578" y="13045"/>
                  <a:pt x="12630" y="12997"/>
                  <a:pt x="12632" y="12929"/>
                </a:cubicBezTo>
                <a:lnTo>
                  <a:pt x="12879" y="5509"/>
                </a:lnTo>
                <a:cubicBezTo>
                  <a:pt x="12900" y="4891"/>
                  <a:pt x="12920" y="4272"/>
                  <a:pt x="12940" y="3654"/>
                </a:cubicBezTo>
                <a:cubicBezTo>
                  <a:pt x="12960" y="3073"/>
                  <a:pt x="13006" y="2485"/>
                  <a:pt x="12985" y="1903"/>
                </a:cubicBezTo>
                <a:cubicBezTo>
                  <a:pt x="12967" y="1412"/>
                  <a:pt x="12856" y="914"/>
                  <a:pt x="12502" y="551"/>
                </a:cubicBezTo>
                <a:cubicBezTo>
                  <a:pt x="12188" y="228"/>
                  <a:pt x="11746" y="54"/>
                  <a:pt x="11303" y="11"/>
                </a:cubicBezTo>
                <a:cubicBezTo>
                  <a:pt x="11230" y="4"/>
                  <a:pt x="11158" y="1"/>
                  <a:pt x="11086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7" name="Google Shape;797;p32"/>
          <p:cNvSpPr/>
          <p:nvPr/>
        </p:nvSpPr>
        <p:spPr>
          <a:xfrm rot="10800000">
            <a:off x="-649353" y="4050921"/>
            <a:ext cx="2708528" cy="1399979"/>
          </a:xfrm>
          <a:custGeom>
            <a:rect b="b" l="l" r="r" t="t"/>
            <a:pathLst>
              <a:path extrusionOk="0" h="8613" w="24377">
                <a:moveTo>
                  <a:pt x="22626" y="1"/>
                </a:moveTo>
                <a:cubicBezTo>
                  <a:pt x="22431" y="1"/>
                  <a:pt x="22241" y="55"/>
                  <a:pt x="22058" y="101"/>
                </a:cubicBezTo>
                <a:cubicBezTo>
                  <a:pt x="21511" y="238"/>
                  <a:pt x="20953" y="349"/>
                  <a:pt x="20391" y="439"/>
                </a:cubicBezTo>
                <a:cubicBezTo>
                  <a:pt x="18472" y="743"/>
                  <a:pt x="16508" y="793"/>
                  <a:pt x="14552" y="793"/>
                </a:cubicBezTo>
                <a:cubicBezTo>
                  <a:pt x="14183" y="793"/>
                  <a:pt x="13813" y="791"/>
                  <a:pt x="13445" y="789"/>
                </a:cubicBezTo>
                <a:cubicBezTo>
                  <a:pt x="11020" y="775"/>
                  <a:pt x="8592" y="763"/>
                  <a:pt x="6170" y="648"/>
                </a:cubicBezTo>
                <a:cubicBezTo>
                  <a:pt x="4959" y="590"/>
                  <a:pt x="3748" y="506"/>
                  <a:pt x="2545" y="383"/>
                </a:cubicBezTo>
                <a:cubicBezTo>
                  <a:pt x="2238" y="351"/>
                  <a:pt x="1932" y="316"/>
                  <a:pt x="1627" y="279"/>
                </a:cubicBezTo>
                <a:cubicBezTo>
                  <a:pt x="1398" y="252"/>
                  <a:pt x="1163" y="215"/>
                  <a:pt x="930" y="215"/>
                </a:cubicBezTo>
                <a:cubicBezTo>
                  <a:pt x="895" y="215"/>
                  <a:pt x="861" y="215"/>
                  <a:pt x="827" y="217"/>
                </a:cubicBezTo>
                <a:cubicBezTo>
                  <a:pt x="405" y="240"/>
                  <a:pt x="13" y="441"/>
                  <a:pt x="5" y="792"/>
                </a:cubicBezTo>
                <a:cubicBezTo>
                  <a:pt x="1" y="936"/>
                  <a:pt x="84" y="1057"/>
                  <a:pt x="235" y="1138"/>
                </a:cubicBezTo>
                <a:cubicBezTo>
                  <a:pt x="259" y="1152"/>
                  <a:pt x="283" y="1157"/>
                  <a:pt x="305" y="1157"/>
                </a:cubicBezTo>
                <a:cubicBezTo>
                  <a:pt x="307" y="1157"/>
                  <a:pt x="309" y="1157"/>
                  <a:pt x="311" y="1157"/>
                </a:cubicBezTo>
                <a:lnTo>
                  <a:pt x="311" y="1157"/>
                </a:lnTo>
                <a:cubicBezTo>
                  <a:pt x="180" y="1807"/>
                  <a:pt x="426" y="2480"/>
                  <a:pt x="944" y="3003"/>
                </a:cubicBezTo>
                <a:cubicBezTo>
                  <a:pt x="1219" y="3281"/>
                  <a:pt x="1569" y="3518"/>
                  <a:pt x="1974" y="3679"/>
                </a:cubicBezTo>
                <a:cubicBezTo>
                  <a:pt x="2424" y="3858"/>
                  <a:pt x="2928" y="3933"/>
                  <a:pt x="3430" y="3957"/>
                </a:cubicBezTo>
                <a:cubicBezTo>
                  <a:pt x="3565" y="3964"/>
                  <a:pt x="3702" y="3967"/>
                  <a:pt x="3838" y="3967"/>
                </a:cubicBezTo>
                <a:cubicBezTo>
                  <a:pt x="4389" y="3967"/>
                  <a:pt x="4946" y="3924"/>
                  <a:pt x="5497" y="3924"/>
                </a:cubicBezTo>
                <a:cubicBezTo>
                  <a:pt x="5880" y="3924"/>
                  <a:pt x="6260" y="3944"/>
                  <a:pt x="6634" y="4014"/>
                </a:cubicBezTo>
                <a:cubicBezTo>
                  <a:pt x="7452" y="4167"/>
                  <a:pt x="8044" y="4590"/>
                  <a:pt x="8476" y="5128"/>
                </a:cubicBezTo>
                <a:cubicBezTo>
                  <a:pt x="8889" y="5644"/>
                  <a:pt x="9168" y="6215"/>
                  <a:pt x="9504" y="6761"/>
                </a:cubicBezTo>
                <a:cubicBezTo>
                  <a:pt x="9818" y="7272"/>
                  <a:pt x="10194" y="7795"/>
                  <a:pt x="10779" y="8153"/>
                </a:cubicBezTo>
                <a:cubicBezTo>
                  <a:pt x="11306" y="8477"/>
                  <a:pt x="11931" y="8612"/>
                  <a:pt x="12573" y="8612"/>
                </a:cubicBezTo>
                <a:cubicBezTo>
                  <a:pt x="12917" y="8612"/>
                  <a:pt x="13266" y="8573"/>
                  <a:pt x="13607" y="8503"/>
                </a:cubicBezTo>
                <a:cubicBezTo>
                  <a:pt x="14755" y="8264"/>
                  <a:pt x="15723" y="7708"/>
                  <a:pt x="16790" y="7327"/>
                </a:cubicBezTo>
                <a:cubicBezTo>
                  <a:pt x="17672" y="7012"/>
                  <a:pt x="18645" y="6819"/>
                  <a:pt x="19621" y="6819"/>
                </a:cubicBezTo>
                <a:cubicBezTo>
                  <a:pt x="19841" y="6819"/>
                  <a:pt x="20062" y="6829"/>
                  <a:pt x="20281" y="6849"/>
                </a:cubicBezTo>
                <a:cubicBezTo>
                  <a:pt x="21290" y="6943"/>
                  <a:pt x="22275" y="7285"/>
                  <a:pt x="22992" y="7844"/>
                </a:cubicBezTo>
                <a:cubicBezTo>
                  <a:pt x="23170" y="7982"/>
                  <a:pt x="23328" y="8133"/>
                  <a:pt x="23467" y="8296"/>
                </a:cubicBezTo>
                <a:cubicBezTo>
                  <a:pt x="23495" y="8329"/>
                  <a:pt x="23541" y="8346"/>
                  <a:pt x="23587" y="8346"/>
                </a:cubicBezTo>
                <a:cubicBezTo>
                  <a:pt x="23643" y="8346"/>
                  <a:pt x="23698" y="8320"/>
                  <a:pt x="23718" y="8271"/>
                </a:cubicBezTo>
                <a:cubicBezTo>
                  <a:pt x="24376" y="6550"/>
                  <a:pt x="24252" y="4734"/>
                  <a:pt x="23880" y="2982"/>
                </a:cubicBezTo>
                <a:cubicBezTo>
                  <a:pt x="23786" y="2536"/>
                  <a:pt x="23676" y="2093"/>
                  <a:pt x="23557" y="1650"/>
                </a:cubicBezTo>
                <a:cubicBezTo>
                  <a:pt x="23441" y="1217"/>
                  <a:pt x="23343" y="773"/>
                  <a:pt x="23189" y="348"/>
                </a:cubicBezTo>
                <a:cubicBezTo>
                  <a:pt x="23127" y="176"/>
                  <a:pt x="22987" y="38"/>
                  <a:pt x="22748" y="8"/>
                </a:cubicBezTo>
                <a:cubicBezTo>
                  <a:pt x="22707" y="3"/>
                  <a:pt x="22666" y="1"/>
                  <a:pt x="22626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" name="Google Shape;798;p32"/>
          <p:cNvGrpSpPr/>
          <p:nvPr/>
        </p:nvGrpSpPr>
        <p:grpSpPr>
          <a:xfrm rot="-765977">
            <a:off x="8632964" y="1557024"/>
            <a:ext cx="279616" cy="253294"/>
            <a:chOff x="1640475" y="1197075"/>
            <a:chExt cx="55475" cy="50250"/>
          </a:xfrm>
        </p:grpSpPr>
        <p:sp>
          <p:nvSpPr>
            <p:cNvPr id="799" name="Google Shape;799;p3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3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3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2" name="Google Shape;802;p32"/>
          <p:cNvSpPr/>
          <p:nvPr/>
        </p:nvSpPr>
        <p:spPr>
          <a:xfrm flipH="1" rot="1297691">
            <a:off x="7058070" y="35384"/>
            <a:ext cx="545169" cy="12771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3" name="Google Shape;803;p32"/>
          <p:cNvGrpSpPr/>
          <p:nvPr/>
        </p:nvGrpSpPr>
        <p:grpSpPr>
          <a:xfrm rot="-4475517">
            <a:off x="8153367" y="4083019"/>
            <a:ext cx="197770" cy="213810"/>
            <a:chOff x="1640475" y="1197075"/>
            <a:chExt cx="55475" cy="50250"/>
          </a:xfrm>
        </p:grpSpPr>
        <p:sp>
          <p:nvSpPr>
            <p:cNvPr id="804" name="Google Shape;804;p3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3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3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7" name="Google Shape;807;p32"/>
          <p:cNvSpPr/>
          <p:nvPr/>
        </p:nvSpPr>
        <p:spPr>
          <a:xfrm>
            <a:off x="891612" y="4121988"/>
            <a:ext cx="1167574" cy="854200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8" name="Google Shape;808;p32"/>
          <p:cNvSpPr/>
          <p:nvPr/>
        </p:nvSpPr>
        <p:spPr>
          <a:xfrm rot="368157">
            <a:off x="8714668" y="2762413"/>
            <a:ext cx="520982" cy="81628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9" name="Google Shape;809;p32"/>
          <p:cNvGrpSpPr/>
          <p:nvPr/>
        </p:nvGrpSpPr>
        <p:grpSpPr>
          <a:xfrm rot="-765935">
            <a:off x="327579" y="3560783"/>
            <a:ext cx="221762" cy="200885"/>
            <a:chOff x="1640475" y="1197075"/>
            <a:chExt cx="55475" cy="50250"/>
          </a:xfrm>
        </p:grpSpPr>
        <p:sp>
          <p:nvSpPr>
            <p:cNvPr id="810" name="Google Shape;810;p3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3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3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3" name="Google Shape;813;p32"/>
          <p:cNvSpPr/>
          <p:nvPr/>
        </p:nvSpPr>
        <p:spPr>
          <a:xfrm flipH="1" rot="10800000">
            <a:off x="7360674" y="4100407"/>
            <a:ext cx="1917111" cy="1079443"/>
          </a:xfrm>
          <a:custGeom>
            <a:rect b="b" l="l" r="r" t="t"/>
            <a:pathLst>
              <a:path extrusionOk="0" h="6456" w="13155">
                <a:moveTo>
                  <a:pt x="11275" y="1"/>
                </a:moveTo>
                <a:lnTo>
                  <a:pt x="11275" y="4"/>
                </a:lnTo>
                <a:lnTo>
                  <a:pt x="209" y="2"/>
                </a:lnTo>
                <a:cubicBezTo>
                  <a:pt x="185" y="57"/>
                  <a:pt x="164" y="111"/>
                  <a:pt x="145" y="167"/>
                </a:cubicBezTo>
                <a:cubicBezTo>
                  <a:pt x="138" y="184"/>
                  <a:pt x="132" y="203"/>
                  <a:pt x="127" y="221"/>
                </a:cubicBezTo>
                <a:cubicBezTo>
                  <a:pt x="59" y="429"/>
                  <a:pt x="18" y="643"/>
                  <a:pt x="6" y="860"/>
                </a:cubicBezTo>
                <a:cubicBezTo>
                  <a:pt x="0" y="984"/>
                  <a:pt x="3" y="1110"/>
                  <a:pt x="14" y="1233"/>
                </a:cubicBezTo>
                <a:cubicBezTo>
                  <a:pt x="16" y="1251"/>
                  <a:pt x="18" y="1270"/>
                  <a:pt x="20" y="1288"/>
                </a:cubicBezTo>
                <a:cubicBezTo>
                  <a:pt x="60" y="1638"/>
                  <a:pt x="172" y="1982"/>
                  <a:pt x="341" y="2300"/>
                </a:cubicBezTo>
                <a:cubicBezTo>
                  <a:pt x="351" y="2319"/>
                  <a:pt x="361" y="2337"/>
                  <a:pt x="371" y="2355"/>
                </a:cubicBezTo>
                <a:cubicBezTo>
                  <a:pt x="531" y="2642"/>
                  <a:pt x="740" y="2905"/>
                  <a:pt x="987" y="3134"/>
                </a:cubicBezTo>
                <a:cubicBezTo>
                  <a:pt x="1075" y="3217"/>
                  <a:pt x="1169" y="3295"/>
                  <a:pt x="1269" y="3368"/>
                </a:cubicBezTo>
                <a:cubicBezTo>
                  <a:pt x="1295" y="3387"/>
                  <a:pt x="1320" y="3405"/>
                  <a:pt x="1345" y="3422"/>
                </a:cubicBezTo>
                <a:cubicBezTo>
                  <a:pt x="1608" y="3604"/>
                  <a:pt x="1902" y="3745"/>
                  <a:pt x="2218" y="3827"/>
                </a:cubicBezTo>
                <a:cubicBezTo>
                  <a:pt x="2441" y="3883"/>
                  <a:pt x="2668" y="3908"/>
                  <a:pt x="2896" y="3908"/>
                </a:cubicBezTo>
                <a:cubicBezTo>
                  <a:pt x="3496" y="3908"/>
                  <a:pt x="4103" y="3734"/>
                  <a:pt x="4654" y="3501"/>
                </a:cubicBezTo>
                <a:cubicBezTo>
                  <a:pt x="4713" y="3476"/>
                  <a:pt x="4773" y="3450"/>
                  <a:pt x="4833" y="3424"/>
                </a:cubicBezTo>
                <a:cubicBezTo>
                  <a:pt x="4873" y="3406"/>
                  <a:pt x="4915" y="3387"/>
                  <a:pt x="4955" y="3369"/>
                </a:cubicBezTo>
                <a:cubicBezTo>
                  <a:pt x="5539" y="3105"/>
                  <a:pt x="6130" y="2820"/>
                  <a:pt x="6764" y="2820"/>
                </a:cubicBezTo>
                <a:cubicBezTo>
                  <a:pt x="6811" y="2820"/>
                  <a:pt x="6859" y="2822"/>
                  <a:pt x="6907" y="2825"/>
                </a:cubicBezTo>
                <a:cubicBezTo>
                  <a:pt x="7405" y="2860"/>
                  <a:pt x="7836" y="3071"/>
                  <a:pt x="8213" y="3369"/>
                </a:cubicBezTo>
                <a:cubicBezTo>
                  <a:pt x="8237" y="3387"/>
                  <a:pt x="8259" y="3405"/>
                  <a:pt x="8281" y="3424"/>
                </a:cubicBezTo>
                <a:cubicBezTo>
                  <a:pt x="8634" y="3715"/>
                  <a:pt x="8939" y="4078"/>
                  <a:pt x="9207" y="4436"/>
                </a:cubicBezTo>
                <a:cubicBezTo>
                  <a:pt x="9219" y="4454"/>
                  <a:pt x="9233" y="4472"/>
                  <a:pt x="9246" y="4490"/>
                </a:cubicBezTo>
                <a:cubicBezTo>
                  <a:pt x="9246" y="4490"/>
                  <a:pt x="9247" y="4490"/>
                  <a:pt x="9247" y="4491"/>
                </a:cubicBezTo>
                <a:cubicBezTo>
                  <a:pt x="9498" y="4831"/>
                  <a:pt x="9757" y="5189"/>
                  <a:pt x="10053" y="5504"/>
                </a:cubicBezTo>
                <a:cubicBezTo>
                  <a:pt x="10070" y="5523"/>
                  <a:pt x="10087" y="5541"/>
                  <a:pt x="10104" y="5559"/>
                </a:cubicBezTo>
                <a:cubicBezTo>
                  <a:pt x="10436" y="5901"/>
                  <a:pt x="10812" y="6189"/>
                  <a:pt x="11272" y="6342"/>
                </a:cubicBezTo>
                <a:cubicBezTo>
                  <a:pt x="11292" y="6348"/>
                  <a:pt x="11311" y="6355"/>
                  <a:pt x="11333" y="6361"/>
                </a:cubicBezTo>
                <a:cubicBezTo>
                  <a:pt x="11361" y="6370"/>
                  <a:pt x="11391" y="6378"/>
                  <a:pt x="11420" y="6386"/>
                </a:cubicBezTo>
                <a:cubicBezTo>
                  <a:pt x="11605" y="6434"/>
                  <a:pt x="11791" y="6456"/>
                  <a:pt x="11976" y="6456"/>
                </a:cubicBezTo>
                <a:cubicBezTo>
                  <a:pt x="12384" y="6456"/>
                  <a:pt x="12786" y="6349"/>
                  <a:pt x="13154" y="6177"/>
                </a:cubicBezTo>
                <a:lnTo>
                  <a:pt x="13154" y="5505"/>
                </a:lnTo>
                <a:lnTo>
                  <a:pt x="13154" y="4492"/>
                </a:lnTo>
                <a:lnTo>
                  <a:pt x="13154" y="3371"/>
                </a:lnTo>
                <a:lnTo>
                  <a:pt x="13155" y="2358"/>
                </a:lnTo>
                <a:lnTo>
                  <a:pt x="13155" y="1236"/>
                </a:lnTo>
                <a:lnTo>
                  <a:pt x="13155" y="221"/>
                </a:lnTo>
                <a:lnTo>
                  <a:pt x="13155" y="5"/>
                </a:lnTo>
                <a:lnTo>
                  <a:pt x="11334" y="4"/>
                </a:lnTo>
                <a:lnTo>
                  <a:pt x="11334" y="1"/>
                </a:lnTo>
                <a:close/>
              </a:path>
            </a:pathLst>
          </a:custGeom>
          <a:solidFill>
            <a:schemeClr val="accen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4" name="Google Shape;814;p32"/>
          <p:cNvGrpSpPr/>
          <p:nvPr/>
        </p:nvGrpSpPr>
        <p:grpSpPr>
          <a:xfrm rot="-6434952">
            <a:off x="1040960" y="439584"/>
            <a:ext cx="221767" cy="200884"/>
            <a:chOff x="1640475" y="1197075"/>
            <a:chExt cx="55475" cy="50250"/>
          </a:xfrm>
        </p:grpSpPr>
        <p:sp>
          <p:nvSpPr>
            <p:cNvPr id="815" name="Google Shape;815;p3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3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3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8" name="Google Shape;818;p32"/>
          <p:cNvSpPr/>
          <p:nvPr/>
        </p:nvSpPr>
        <p:spPr>
          <a:xfrm flipH="1" rot="1359704">
            <a:off x="685300" y="1422418"/>
            <a:ext cx="695035" cy="16282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1_1">
    <p:spTree>
      <p:nvGrpSpPr>
        <p:cNvPr id="819" name="Shape 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" name="Google Shape;820;p33"/>
          <p:cNvSpPr/>
          <p:nvPr/>
        </p:nvSpPr>
        <p:spPr>
          <a:xfrm>
            <a:off x="-451160" y="2901368"/>
            <a:ext cx="2586138" cy="2694993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1" name="Google Shape;821;p33"/>
          <p:cNvSpPr/>
          <p:nvPr/>
        </p:nvSpPr>
        <p:spPr>
          <a:xfrm>
            <a:off x="6473120" y="4156765"/>
            <a:ext cx="2931030" cy="1208150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2" name="Google Shape;822;p33"/>
          <p:cNvSpPr/>
          <p:nvPr/>
        </p:nvSpPr>
        <p:spPr>
          <a:xfrm>
            <a:off x="-294591" y="-80130"/>
            <a:ext cx="4055287" cy="1093449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3" name="Google Shape;823;p33"/>
          <p:cNvSpPr/>
          <p:nvPr/>
        </p:nvSpPr>
        <p:spPr>
          <a:xfrm>
            <a:off x="5925049" y="-221800"/>
            <a:ext cx="3504060" cy="2795475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4" name="Google Shape;824;p33"/>
          <p:cNvSpPr txBox="1"/>
          <p:nvPr>
            <p:ph type="title"/>
          </p:nvPr>
        </p:nvSpPr>
        <p:spPr>
          <a:xfrm>
            <a:off x="2715675" y="758952"/>
            <a:ext cx="3712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825" name="Google Shape;825;p33"/>
          <p:cNvSpPr txBox="1"/>
          <p:nvPr>
            <p:ph idx="2" type="title"/>
          </p:nvPr>
        </p:nvSpPr>
        <p:spPr>
          <a:xfrm>
            <a:off x="704200" y="2533250"/>
            <a:ext cx="2496300" cy="30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26" name="Google Shape;826;p33"/>
          <p:cNvSpPr txBox="1"/>
          <p:nvPr>
            <p:ph idx="1" type="subTitle"/>
          </p:nvPr>
        </p:nvSpPr>
        <p:spPr>
          <a:xfrm>
            <a:off x="704875" y="3013800"/>
            <a:ext cx="2496300" cy="1125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827" name="Google Shape;827;p33"/>
          <p:cNvSpPr txBox="1"/>
          <p:nvPr>
            <p:ph idx="3" type="title"/>
          </p:nvPr>
        </p:nvSpPr>
        <p:spPr>
          <a:xfrm>
            <a:off x="3323851" y="2533250"/>
            <a:ext cx="2496300" cy="30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28" name="Google Shape;828;p33"/>
          <p:cNvSpPr txBox="1"/>
          <p:nvPr>
            <p:ph idx="4" type="subTitle"/>
          </p:nvPr>
        </p:nvSpPr>
        <p:spPr>
          <a:xfrm>
            <a:off x="3324977" y="3013800"/>
            <a:ext cx="2496000" cy="1125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829" name="Google Shape;829;p33"/>
          <p:cNvSpPr txBox="1"/>
          <p:nvPr>
            <p:ph idx="5" type="title"/>
          </p:nvPr>
        </p:nvSpPr>
        <p:spPr>
          <a:xfrm>
            <a:off x="5943502" y="2533250"/>
            <a:ext cx="2496300" cy="30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30" name="Google Shape;830;p33"/>
          <p:cNvSpPr txBox="1"/>
          <p:nvPr>
            <p:ph idx="6" type="subTitle"/>
          </p:nvPr>
        </p:nvSpPr>
        <p:spPr>
          <a:xfrm>
            <a:off x="5944778" y="3013800"/>
            <a:ext cx="2493900" cy="1125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grpSp>
        <p:nvGrpSpPr>
          <p:cNvPr id="831" name="Google Shape;831;p33"/>
          <p:cNvGrpSpPr/>
          <p:nvPr/>
        </p:nvGrpSpPr>
        <p:grpSpPr>
          <a:xfrm rot="899970">
            <a:off x="8560376" y="4071912"/>
            <a:ext cx="215932" cy="195605"/>
            <a:chOff x="1640475" y="1197075"/>
            <a:chExt cx="55475" cy="50250"/>
          </a:xfrm>
        </p:grpSpPr>
        <p:sp>
          <p:nvSpPr>
            <p:cNvPr id="832" name="Google Shape;832;p3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3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3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" name="Google Shape;835;p33"/>
          <p:cNvGrpSpPr/>
          <p:nvPr/>
        </p:nvGrpSpPr>
        <p:grpSpPr>
          <a:xfrm rot="-4275570">
            <a:off x="8418220" y="2480799"/>
            <a:ext cx="279618" cy="253294"/>
            <a:chOff x="1640475" y="1197075"/>
            <a:chExt cx="55475" cy="50250"/>
          </a:xfrm>
        </p:grpSpPr>
        <p:sp>
          <p:nvSpPr>
            <p:cNvPr id="836" name="Google Shape;836;p3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3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3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9" name="Google Shape;839;p33"/>
          <p:cNvSpPr/>
          <p:nvPr/>
        </p:nvSpPr>
        <p:spPr>
          <a:xfrm flipH="1" rot="8678282">
            <a:off x="1420977" y="4678346"/>
            <a:ext cx="888103" cy="20804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0" name="Google Shape;840;p33"/>
          <p:cNvSpPr/>
          <p:nvPr/>
        </p:nvSpPr>
        <p:spPr>
          <a:xfrm flipH="1" rot="117">
            <a:off x="8285430" y="187427"/>
            <a:ext cx="545177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1" name="Google Shape;841;p33"/>
          <p:cNvGrpSpPr/>
          <p:nvPr/>
        </p:nvGrpSpPr>
        <p:grpSpPr>
          <a:xfrm rot="-4499988">
            <a:off x="179832" y="923857"/>
            <a:ext cx="290790" cy="263412"/>
            <a:chOff x="1640475" y="1197075"/>
            <a:chExt cx="55475" cy="50250"/>
          </a:xfrm>
        </p:grpSpPr>
        <p:sp>
          <p:nvSpPr>
            <p:cNvPr id="842" name="Google Shape;842;p3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3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3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5" name="Google Shape;845;p33"/>
          <p:cNvSpPr/>
          <p:nvPr/>
        </p:nvSpPr>
        <p:spPr>
          <a:xfrm>
            <a:off x="2052118" y="235569"/>
            <a:ext cx="1167574" cy="854200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6" name="Google Shape;846;p33"/>
          <p:cNvSpPr/>
          <p:nvPr/>
        </p:nvSpPr>
        <p:spPr>
          <a:xfrm rot="368157">
            <a:off x="8580874" y="4415057"/>
            <a:ext cx="520982" cy="81628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TITLE_AND_TWO_COLUMNS_1">
    <p:spTree>
      <p:nvGrpSpPr>
        <p:cNvPr id="847" name="Shape 8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8" name="Google Shape;848;p34"/>
          <p:cNvSpPr/>
          <p:nvPr/>
        </p:nvSpPr>
        <p:spPr>
          <a:xfrm rot="10800000">
            <a:off x="5446235" y="-106113"/>
            <a:ext cx="3782139" cy="1779867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9" name="Google Shape;849;p34"/>
          <p:cNvSpPr/>
          <p:nvPr/>
        </p:nvSpPr>
        <p:spPr>
          <a:xfrm rot="10800000">
            <a:off x="6095615" y="3584390"/>
            <a:ext cx="3260760" cy="1799884"/>
          </a:xfrm>
          <a:custGeom>
            <a:rect b="b" l="l" r="r" t="t"/>
            <a:pathLst>
              <a:path extrusionOk="0" h="11330" w="20526">
                <a:moveTo>
                  <a:pt x="12939" y="1"/>
                </a:moveTo>
                <a:cubicBezTo>
                  <a:pt x="11999" y="1"/>
                  <a:pt x="11086" y="167"/>
                  <a:pt x="10169" y="370"/>
                </a:cubicBezTo>
                <a:cubicBezTo>
                  <a:pt x="9691" y="476"/>
                  <a:pt x="9213" y="584"/>
                  <a:pt x="8731" y="667"/>
                </a:cubicBezTo>
                <a:cubicBezTo>
                  <a:pt x="8234" y="750"/>
                  <a:pt x="7732" y="802"/>
                  <a:pt x="7229" y="839"/>
                </a:cubicBezTo>
                <a:cubicBezTo>
                  <a:pt x="6231" y="913"/>
                  <a:pt x="5230" y="935"/>
                  <a:pt x="4235" y="1052"/>
                </a:cubicBezTo>
                <a:cubicBezTo>
                  <a:pt x="3806" y="1102"/>
                  <a:pt x="3380" y="1184"/>
                  <a:pt x="2951" y="1235"/>
                </a:cubicBezTo>
                <a:cubicBezTo>
                  <a:pt x="2746" y="1260"/>
                  <a:pt x="2537" y="1279"/>
                  <a:pt x="2328" y="1279"/>
                </a:cubicBezTo>
                <a:cubicBezTo>
                  <a:pt x="2138" y="1279"/>
                  <a:pt x="1948" y="1263"/>
                  <a:pt x="1762" y="1222"/>
                </a:cubicBezTo>
                <a:cubicBezTo>
                  <a:pt x="1578" y="1180"/>
                  <a:pt x="1402" y="1113"/>
                  <a:pt x="1242" y="1012"/>
                </a:cubicBezTo>
                <a:cubicBezTo>
                  <a:pt x="1161" y="960"/>
                  <a:pt x="1089" y="870"/>
                  <a:pt x="988" y="868"/>
                </a:cubicBezTo>
                <a:cubicBezTo>
                  <a:pt x="985" y="868"/>
                  <a:pt x="983" y="868"/>
                  <a:pt x="981" y="868"/>
                </a:cubicBezTo>
                <a:cubicBezTo>
                  <a:pt x="897" y="868"/>
                  <a:pt x="810" y="887"/>
                  <a:pt x="732" y="917"/>
                </a:cubicBezTo>
                <a:cubicBezTo>
                  <a:pt x="360" y="1060"/>
                  <a:pt x="147" y="1435"/>
                  <a:pt x="79" y="1816"/>
                </a:cubicBezTo>
                <a:cubicBezTo>
                  <a:pt x="38" y="2046"/>
                  <a:pt x="37" y="2279"/>
                  <a:pt x="38" y="2512"/>
                </a:cubicBezTo>
                <a:cubicBezTo>
                  <a:pt x="38" y="2767"/>
                  <a:pt x="39" y="3024"/>
                  <a:pt x="40" y="3279"/>
                </a:cubicBezTo>
                <a:cubicBezTo>
                  <a:pt x="42" y="3797"/>
                  <a:pt x="44" y="4315"/>
                  <a:pt x="46" y="4833"/>
                </a:cubicBezTo>
                <a:cubicBezTo>
                  <a:pt x="50" y="5817"/>
                  <a:pt x="54" y="6803"/>
                  <a:pt x="57" y="7787"/>
                </a:cubicBezTo>
                <a:cubicBezTo>
                  <a:pt x="55" y="7786"/>
                  <a:pt x="54" y="7785"/>
                  <a:pt x="52" y="7785"/>
                </a:cubicBezTo>
                <a:cubicBezTo>
                  <a:pt x="0" y="7785"/>
                  <a:pt x="101" y="8649"/>
                  <a:pt x="628" y="8724"/>
                </a:cubicBezTo>
                <a:cubicBezTo>
                  <a:pt x="1441" y="8840"/>
                  <a:pt x="1514" y="10145"/>
                  <a:pt x="2146" y="10693"/>
                </a:cubicBezTo>
                <a:cubicBezTo>
                  <a:pt x="2452" y="10957"/>
                  <a:pt x="2805" y="11167"/>
                  <a:pt x="3199" y="11261"/>
                </a:cubicBezTo>
                <a:cubicBezTo>
                  <a:pt x="3402" y="11310"/>
                  <a:pt x="3609" y="11330"/>
                  <a:pt x="3816" y="11330"/>
                </a:cubicBezTo>
                <a:cubicBezTo>
                  <a:pt x="4077" y="11330"/>
                  <a:pt x="4340" y="11298"/>
                  <a:pt x="4597" y="11251"/>
                </a:cubicBezTo>
                <a:cubicBezTo>
                  <a:pt x="5367" y="11113"/>
                  <a:pt x="6207" y="10865"/>
                  <a:pt x="6645" y="10152"/>
                </a:cubicBezTo>
                <a:cubicBezTo>
                  <a:pt x="6859" y="9801"/>
                  <a:pt x="6970" y="9395"/>
                  <a:pt x="7203" y="9055"/>
                </a:cubicBezTo>
                <a:cubicBezTo>
                  <a:pt x="7421" y="8736"/>
                  <a:pt x="7758" y="8532"/>
                  <a:pt x="8120" y="8419"/>
                </a:cubicBezTo>
                <a:cubicBezTo>
                  <a:pt x="8559" y="8282"/>
                  <a:pt x="9011" y="8265"/>
                  <a:pt x="9465" y="8265"/>
                </a:cubicBezTo>
                <a:cubicBezTo>
                  <a:pt x="9615" y="8265"/>
                  <a:pt x="9765" y="8267"/>
                  <a:pt x="9915" y="8267"/>
                </a:cubicBezTo>
                <a:cubicBezTo>
                  <a:pt x="10115" y="8267"/>
                  <a:pt x="10316" y="8264"/>
                  <a:pt x="10515" y="8248"/>
                </a:cubicBezTo>
                <a:cubicBezTo>
                  <a:pt x="10927" y="8216"/>
                  <a:pt x="11342" y="8132"/>
                  <a:pt x="11707" y="7927"/>
                </a:cubicBezTo>
                <a:cubicBezTo>
                  <a:pt x="12074" y="7718"/>
                  <a:pt x="12352" y="7394"/>
                  <a:pt x="12600" y="7055"/>
                </a:cubicBezTo>
                <a:cubicBezTo>
                  <a:pt x="13089" y="6385"/>
                  <a:pt x="13543" y="5673"/>
                  <a:pt x="14244" y="5207"/>
                </a:cubicBezTo>
                <a:cubicBezTo>
                  <a:pt x="14594" y="4972"/>
                  <a:pt x="14986" y="4825"/>
                  <a:pt x="15405" y="4792"/>
                </a:cubicBezTo>
                <a:cubicBezTo>
                  <a:pt x="15494" y="4785"/>
                  <a:pt x="15582" y="4782"/>
                  <a:pt x="15670" y="4782"/>
                </a:cubicBezTo>
                <a:cubicBezTo>
                  <a:pt x="16070" y="4782"/>
                  <a:pt x="16469" y="4843"/>
                  <a:pt x="16866" y="4877"/>
                </a:cubicBezTo>
                <a:cubicBezTo>
                  <a:pt x="17302" y="4915"/>
                  <a:pt x="17740" y="4933"/>
                  <a:pt x="18178" y="4933"/>
                </a:cubicBezTo>
                <a:cubicBezTo>
                  <a:pt x="18243" y="4933"/>
                  <a:pt x="18309" y="4933"/>
                  <a:pt x="18374" y="4932"/>
                </a:cubicBezTo>
                <a:cubicBezTo>
                  <a:pt x="18585" y="4929"/>
                  <a:pt x="18814" y="4941"/>
                  <a:pt x="19012" y="4857"/>
                </a:cubicBezTo>
                <a:cubicBezTo>
                  <a:pt x="19193" y="4780"/>
                  <a:pt x="19305" y="4623"/>
                  <a:pt x="19390" y="4450"/>
                </a:cubicBezTo>
                <a:cubicBezTo>
                  <a:pt x="19618" y="3989"/>
                  <a:pt x="19825" y="3515"/>
                  <a:pt x="20041" y="3049"/>
                </a:cubicBezTo>
                <a:cubicBezTo>
                  <a:pt x="20147" y="2821"/>
                  <a:pt x="20256" y="2595"/>
                  <a:pt x="20357" y="2365"/>
                </a:cubicBezTo>
                <a:cubicBezTo>
                  <a:pt x="20444" y="2165"/>
                  <a:pt x="20525" y="1951"/>
                  <a:pt x="20518" y="1728"/>
                </a:cubicBezTo>
                <a:cubicBezTo>
                  <a:pt x="20505" y="1297"/>
                  <a:pt x="20161" y="1008"/>
                  <a:pt x="19822" y="810"/>
                </a:cubicBezTo>
                <a:cubicBezTo>
                  <a:pt x="19463" y="601"/>
                  <a:pt x="19065" y="469"/>
                  <a:pt x="18660" y="392"/>
                </a:cubicBezTo>
                <a:cubicBezTo>
                  <a:pt x="17815" y="229"/>
                  <a:pt x="16950" y="272"/>
                  <a:pt x="16095" y="224"/>
                </a:cubicBezTo>
                <a:cubicBezTo>
                  <a:pt x="15084" y="168"/>
                  <a:pt x="14079" y="19"/>
                  <a:pt x="13065" y="2"/>
                </a:cubicBezTo>
                <a:cubicBezTo>
                  <a:pt x="13023" y="1"/>
                  <a:pt x="12981" y="1"/>
                  <a:pt x="12939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0" name="Google Shape;850;p34"/>
          <p:cNvSpPr/>
          <p:nvPr/>
        </p:nvSpPr>
        <p:spPr>
          <a:xfrm rot="10800000">
            <a:off x="-390198" y="3241570"/>
            <a:ext cx="2066292" cy="2072329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1" name="Google Shape;851;p34"/>
          <p:cNvSpPr/>
          <p:nvPr/>
        </p:nvSpPr>
        <p:spPr>
          <a:xfrm rot="10800000">
            <a:off x="-258336" y="-384598"/>
            <a:ext cx="3872371" cy="1368261"/>
          </a:xfrm>
          <a:custGeom>
            <a:rect b="b" l="l" r="r" t="t"/>
            <a:pathLst>
              <a:path extrusionOk="0" h="8613" w="24376">
                <a:moveTo>
                  <a:pt x="12572" y="1"/>
                </a:moveTo>
                <a:cubicBezTo>
                  <a:pt x="11930" y="1"/>
                  <a:pt x="11305" y="137"/>
                  <a:pt x="10778" y="460"/>
                </a:cubicBezTo>
                <a:cubicBezTo>
                  <a:pt x="10193" y="818"/>
                  <a:pt x="9818" y="1341"/>
                  <a:pt x="9503" y="1852"/>
                </a:cubicBezTo>
                <a:cubicBezTo>
                  <a:pt x="9167" y="2398"/>
                  <a:pt x="8889" y="2969"/>
                  <a:pt x="8475" y="3485"/>
                </a:cubicBezTo>
                <a:cubicBezTo>
                  <a:pt x="8044" y="4023"/>
                  <a:pt x="7451" y="4445"/>
                  <a:pt x="6633" y="4599"/>
                </a:cubicBezTo>
                <a:cubicBezTo>
                  <a:pt x="6259" y="4669"/>
                  <a:pt x="5879" y="4690"/>
                  <a:pt x="5496" y="4690"/>
                </a:cubicBezTo>
                <a:cubicBezTo>
                  <a:pt x="4945" y="4690"/>
                  <a:pt x="4388" y="4646"/>
                  <a:pt x="3837" y="4646"/>
                </a:cubicBezTo>
                <a:cubicBezTo>
                  <a:pt x="3701" y="4646"/>
                  <a:pt x="3564" y="4649"/>
                  <a:pt x="3429" y="4656"/>
                </a:cubicBezTo>
                <a:cubicBezTo>
                  <a:pt x="2927" y="4680"/>
                  <a:pt x="2424" y="4755"/>
                  <a:pt x="1974" y="4934"/>
                </a:cubicBezTo>
                <a:cubicBezTo>
                  <a:pt x="1568" y="5095"/>
                  <a:pt x="1218" y="5332"/>
                  <a:pt x="943" y="5611"/>
                </a:cubicBezTo>
                <a:cubicBezTo>
                  <a:pt x="425" y="6133"/>
                  <a:pt x="179" y="6806"/>
                  <a:pt x="311" y="7456"/>
                </a:cubicBezTo>
                <a:cubicBezTo>
                  <a:pt x="309" y="7456"/>
                  <a:pt x="307" y="7456"/>
                  <a:pt x="305" y="7456"/>
                </a:cubicBezTo>
                <a:cubicBezTo>
                  <a:pt x="282" y="7456"/>
                  <a:pt x="258" y="7461"/>
                  <a:pt x="234" y="7475"/>
                </a:cubicBezTo>
                <a:cubicBezTo>
                  <a:pt x="83" y="7556"/>
                  <a:pt x="1" y="7677"/>
                  <a:pt x="4" y="7821"/>
                </a:cubicBezTo>
                <a:cubicBezTo>
                  <a:pt x="12" y="8172"/>
                  <a:pt x="404" y="8373"/>
                  <a:pt x="826" y="8396"/>
                </a:cubicBezTo>
                <a:cubicBezTo>
                  <a:pt x="860" y="8398"/>
                  <a:pt x="894" y="8399"/>
                  <a:pt x="929" y="8399"/>
                </a:cubicBezTo>
                <a:cubicBezTo>
                  <a:pt x="1162" y="8399"/>
                  <a:pt x="1397" y="8361"/>
                  <a:pt x="1626" y="8334"/>
                </a:cubicBezTo>
                <a:cubicBezTo>
                  <a:pt x="1931" y="8297"/>
                  <a:pt x="2238" y="8262"/>
                  <a:pt x="2544" y="8230"/>
                </a:cubicBezTo>
                <a:cubicBezTo>
                  <a:pt x="3747" y="8107"/>
                  <a:pt x="4958" y="8023"/>
                  <a:pt x="6170" y="7965"/>
                </a:cubicBezTo>
                <a:cubicBezTo>
                  <a:pt x="8591" y="7850"/>
                  <a:pt x="11019" y="7838"/>
                  <a:pt x="13445" y="7824"/>
                </a:cubicBezTo>
                <a:cubicBezTo>
                  <a:pt x="13813" y="7822"/>
                  <a:pt x="14182" y="7820"/>
                  <a:pt x="14552" y="7820"/>
                </a:cubicBezTo>
                <a:cubicBezTo>
                  <a:pt x="16507" y="7820"/>
                  <a:pt x="18472" y="7870"/>
                  <a:pt x="20390" y="8174"/>
                </a:cubicBezTo>
                <a:cubicBezTo>
                  <a:pt x="20952" y="8264"/>
                  <a:pt x="21511" y="8375"/>
                  <a:pt x="22057" y="8512"/>
                </a:cubicBezTo>
                <a:cubicBezTo>
                  <a:pt x="22240" y="8558"/>
                  <a:pt x="22430" y="8612"/>
                  <a:pt x="22625" y="8612"/>
                </a:cubicBezTo>
                <a:cubicBezTo>
                  <a:pt x="22665" y="8612"/>
                  <a:pt x="22706" y="8610"/>
                  <a:pt x="22747" y="8605"/>
                </a:cubicBezTo>
                <a:cubicBezTo>
                  <a:pt x="22986" y="8575"/>
                  <a:pt x="23126" y="8437"/>
                  <a:pt x="23188" y="8265"/>
                </a:cubicBezTo>
                <a:cubicBezTo>
                  <a:pt x="23342" y="7840"/>
                  <a:pt x="23440" y="7396"/>
                  <a:pt x="23556" y="6963"/>
                </a:cubicBezTo>
                <a:cubicBezTo>
                  <a:pt x="23675" y="6520"/>
                  <a:pt x="23785" y="6077"/>
                  <a:pt x="23879" y="5631"/>
                </a:cubicBezTo>
                <a:cubicBezTo>
                  <a:pt x="24251" y="3879"/>
                  <a:pt x="24375" y="2063"/>
                  <a:pt x="23717" y="343"/>
                </a:cubicBezTo>
                <a:cubicBezTo>
                  <a:pt x="23697" y="293"/>
                  <a:pt x="23642" y="267"/>
                  <a:pt x="23586" y="267"/>
                </a:cubicBezTo>
                <a:cubicBezTo>
                  <a:pt x="23541" y="267"/>
                  <a:pt x="23495" y="284"/>
                  <a:pt x="23467" y="317"/>
                </a:cubicBezTo>
                <a:cubicBezTo>
                  <a:pt x="23327" y="480"/>
                  <a:pt x="23169" y="631"/>
                  <a:pt x="22991" y="769"/>
                </a:cubicBezTo>
                <a:cubicBezTo>
                  <a:pt x="22274" y="1328"/>
                  <a:pt x="21289" y="1670"/>
                  <a:pt x="20281" y="1764"/>
                </a:cubicBezTo>
                <a:cubicBezTo>
                  <a:pt x="20062" y="1784"/>
                  <a:pt x="19841" y="1794"/>
                  <a:pt x="19620" y="1794"/>
                </a:cubicBezTo>
                <a:cubicBezTo>
                  <a:pt x="18644" y="1794"/>
                  <a:pt x="17671" y="1601"/>
                  <a:pt x="16789" y="1286"/>
                </a:cubicBezTo>
                <a:cubicBezTo>
                  <a:pt x="15722" y="905"/>
                  <a:pt x="14754" y="349"/>
                  <a:pt x="13607" y="110"/>
                </a:cubicBezTo>
                <a:cubicBezTo>
                  <a:pt x="13266" y="40"/>
                  <a:pt x="12917" y="1"/>
                  <a:pt x="12572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2" name="Google Shape;852;p34"/>
          <p:cNvSpPr txBox="1"/>
          <p:nvPr>
            <p:ph type="title"/>
          </p:nvPr>
        </p:nvSpPr>
        <p:spPr>
          <a:xfrm>
            <a:off x="2820300" y="759404"/>
            <a:ext cx="35037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853" name="Google Shape;853;p34"/>
          <p:cNvSpPr txBox="1"/>
          <p:nvPr>
            <p:ph idx="2" type="title"/>
          </p:nvPr>
        </p:nvSpPr>
        <p:spPr>
          <a:xfrm>
            <a:off x="1611274" y="1803075"/>
            <a:ext cx="21888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8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854" name="Google Shape;854;p34"/>
          <p:cNvSpPr txBox="1"/>
          <p:nvPr>
            <p:ph idx="1" type="subTitle"/>
          </p:nvPr>
        </p:nvSpPr>
        <p:spPr>
          <a:xfrm>
            <a:off x="1272075" y="2274175"/>
            <a:ext cx="2867100" cy="70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855" name="Google Shape;855;p34"/>
          <p:cNvSpPr txBox="1"/>
          <p:nvPr>
            <p:ph idx="3" type="title"/>
          </p:nvPr>
        </p:nvSpPr>
        <p:spPr>
          <a:xfrm>
            <a:off x="5345648" y="1803075"/>
            <a:ext cx="21855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8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856" name="Google Shape;856;p34"/>
          <p:cNvSpPr txBox="1"/>
          <p:nvPr>
            <p:ph idx="4" type="subTitle"/>
          </p:nvPr>
        </p:nvSpPr>
        <p:spPr>
          <a:xfrm>
            <a:off x="5004852" y="2274175"/>
            <a:ext cx="2867100" cy="70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857" name="Google Shape;857;p34"/>
          <p:cNvSpPr txBox="1"/>
          <p:nvPr>
            <p:ph idx="5" type="title"/>
          </p:nvPr>
        </p:nvSpPr>
        <p:spPr>
          <a:xfrm>
            <a:off x="1611274" y="3247725"/>
            <a:ext cx="21888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8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858" name="Google Shape;858;p34"/>
          <p:cNvSpPr txBox="1"/>
          <p:nvPr>
            <p:ph idx="6" type="subTitle"/>
          </p:nvPr>
        </p:nvSpPr>
        <p:spPr>
          <a:xfrm>
            <a:off x="1272069" y="3714976"/>
            <a:ext cx="2867100" cy="713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859" name="Google Shape;859;p34"/>
          <p:cNvSpPr txBox="1"/>
          <p:nvPr>
            <p:ph idx="7" type="title"/>
          </p:nvPr>
        </p:nvSpPr>
        <p:spPr>
          <a:xfrm>
            <a:off x="5345648" y="3247725"/>
            <a:ext cx="21855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8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860" name="Google Shape;860;p34"/>
          <p:cNvSpPr txBox="1"/>
          <p:nvPr>
            <p:ph idx="8" type="subTitle"/>
          </p:nvPr>
        </p:nvSpPr>
        <p:spPr>
          <a:xfrm>
            <a:off x="5004848" y="3714976"/>
            <a:ext cx="2867100" cy="713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grpSp>
        <p:nvGrpSpPr>
          <p:cNvPr id="861" name="Google Shape;861;p34"/>
          <p:cNvGrpSpPr/>
          <p:nvPr/>
        </p:nvGrpSpPr>
        <p:grpSpPr>
          <a:xfrm rot="9300375">
            <a:off x="1127031" y="4402137"/>
            <a:ext cx="226551" cy="205211"/>
            <a:chOff x="1640475" y="1197075"/>
            <a:chExt cx="55475" cy="50250"/>
          </a:xfrm>
        </p:grpSpPr>
        <p:sp>
          <p:nvSpPr>
            <p:cNvPr id="862" name="Google Shape;862;p3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3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3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5" name="Google Shape;865;p34"/>
          <p:cNvSpPr/>
          <p:nvPr/>
        </p:nvSpPr>
        <p:spPr>
          <a:xfrm flipH="1" rot="-510326">
            <a:off x="375317" y="272405"/>
            <a:ext cx="574893" cy="13467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6" name="Google Shape;866;p34"/>
          <p:cNvSpPr/>
          <p:nvPr/>
        </p:nvSpPr>
        <p:spPr>
          <a:xfrm flipH="1" rot="-9899901">
            <a:off x="4951535" y="4570194"/>
            <a:ext cx="545173" cy="12772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7" name="Google Shape;867;p34"/>
          <p:cNvGrpSpPr/>
          <p:nvPr/>
        </p:nvGrpSpPr>
        <p:grpSpPr>
          <a:xfrm rot="2217042">
            <a:off x="7251693" y="4647997"/>
            <a:ext cx="365864" cy="331431"/>
            <a:chOff x="1640475" y="1197075"/>
            <a:chExt cx="55475" cy="50250"/>
          </a:xfrm>
        </p:grpSpPr>
        <p:sp>
          <p:nvSpPr>
            <p:cNvPr id="868" name="Google Shape;868;p3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3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3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" name="Google Shape;871;p34"/>
          <p:cNvGrpSpPr/>
          <p:nvPr/>
        </p:nvGrpSpPr>
        <p:grpSpPr>
          <a:xfrm rot="-7117196">
            <a:off x="7733082" y="352399"/>
            <a:ext cx="324154" cy="293632"/>
            <a:chOff x="1640475" y="1197075"/>
            <a:chExt cx="55475" cy="50250"/>
          </a:xfrm>
        </p:grpSpPr>
        <p:sp>
          <p:nvSpPr>
            <p:cNvPr id="872" name="Google Shape;872;p3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3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3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" name="Google Shape;875;p34"/>
          <p:cNvGrpSpPr/>
          <p:nvPr/>
        </p:nvGrpSpPr>
        <p:grpSpPr>
          <a:xfrm rot="-7256213">
            <a:off x="430054" y="976951"/>
            <a:ext cx="225183" cy="266962"/>
            <a:chOff x="1640475" y="1197075"/>
            <a:chExt cx="55475" cy="50250"/>
          </a:xfrm>
        </p:grpSpPr>
        <p:sp>
          <p:nvSpPr>
            <p:cNvPr id="876" name="Google Shape;876;p3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3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3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9" name="Google Shape;879;p34"/>
          <p:cNvSpPr/>
          <p:nvPr/>
        </p:nvSpPr>
        <p:spPr>
          <a:xfrm rot="-5211900">
            <a:off x="-17670" y="2640499"/>
            <a:ext cx="988852" cy="900801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1">
  <p:cSld name="TITLE_ONLY_1_1">
    <p:spTree>
      <p:nvGrpSpPr>
        <p:cNvPr id="880" name="Shape 8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1" name="Google Shape;881;p35"/>
          <p:cNvSpPr/>
          <p:nvPr/>
        </p:nvSpPr>
        <p:spPr>
          <a:xfrm rot="10800000">
            <a:off x="-200914" y="-108731"/>
            <a:ext cx="3607613" cy="1169626"/>
          </a:xfrm>
          <a:custGeom>
            <a:rect b="b" l="l" r="r" t="t"/>
            <a:pathLst>
              <a:path extrusionOk="0" h="7088" w="21862">
                <a:moveTo>
                  <a:pt x="20392" y="0"/>
                </a:moveTo>
                <a:cubicBezTo>
                  <a:pt x="19697" y="0"/>
                  <a:pt x="19010" y="139"/>
                  <a:pt x="18446" y="437"/>
                </a:cubicBezTo>
                <a:cubicBezTo>
                  <a:pt x="17368" y="1003"/>
                  <a:pt x="16913" y="1997"/>
                  <a:pt x="16387" y="2893"/>
                </a:cubicBezTo>
                <a:cubicBezTo>
                  <a:pt x="15861" y="3789"/>
                  <a:pt x="15050" y="4733"/>
                  <a:pt x="13753" y="4924"/>
                </a:cubicBezTo>
                <a:cubicBezTo>
                  <a:pt x="13587" y="4948"/>
                  <a:pt x="13420" y="4959"/>
                  <a:pt x="13253" y="4959"/>
                </a:cubicBezTo>
                <a:cubicBezTo>
                  <a:pt x="12545" y="4959"/>
                  <a:pt x="11838" y="4765"/>
                  <a:pt x="11156" y="4596"/>
                </a:cubicBezTo>
                <a:cubicBezTo>
                  <a:pt x="10391" y="4408"/>
                  <a:pt x="9551" y="4258"/>
                  <a:pt x="8748" y="4258"/>
                </a:cubicBezTo>
                <a:cubicBezTo>
                  <a:pt x="8042" y="4258"/>
                  <a:pt x="7365" y="4373"/>
                  <a:pt x="6793" y="4680"/>
                </a:cubicBezTo>
                <a:cubicBezTo>
                  <a:pt x="5978" y="5117"/>
                  <a:pt x="5461" y="5904"/>
                  <a:pt x="4593" y="6207"/>
                </a:cubicBezTo>
                <a:cubicBezTo>
                  <a:pt x="4569" y="6215"/>
                  <a:pt x="4545" y="6224"/>
                  <a:pt x="4519" y="6231"/>
                </a:cubicBezTo>
                <a:cubicBezTo>
                  <a:pt x="4407" y="6267"/>
                  <a:pt x="4286" y="6293"/>
                  <a:pt x="4160" y="6310"/>
                </a:cubicBezTo>
                <a:cubicBezTo>
                  <a:pt x="4052" y="6325"/>
                  <a:pt x="3944" y="6331"/>
                  <a:pt x="3836" y="6331"/>
                </a:cubicBezTo>
                <a:cubicBezTo>
                  <a:pt x="3306" y="6331"/>
                  <a:pt x="2774" y="6185"/>
                  <a:pt x="2236" y="6169"/>
                </a:cubicBezTo>
                <a:cubicBezTo>
                  <a:pt x="2205" y="6168"/>
                  <a:pt x="2173" y="6167"/>
                  <a:pt x="2142" y="6167"/>
                </a:cubicBezTo>
                <a:cubicBezTo>
                  <a:pt x="1432" y="6167"/>
                  <a:pt x="726" y="6406"/>
                  <a:pt x="265" y="6805"/>
                </a:cubicBezTo>
                <a:cubicBezTo>
                  <a:pt x="165" y="6893"/>
                  <a:pt x="77" y="6988"/>
                  <a:pt x="1" y="7088"/>
                </a:cubicBezTo>
                <a:lnTo>
                  <a:pt x="21862" y="7088"/>
                </a:lnTo>
                <a:lnTo>
                  <a:pt x="21862" y="210"/>
                </a:lnTo>
                <a:cubicBezTo>
                  <a:pt x="21397" y="73"/>
                  <a:pt x="20892" y="0"/>
                  <a:pt x="20392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2" name="Google Shape;882;p35"/>
          <p:cNvSpPr/>
          <p:nvPr/>
        </p:nvSpPr>
        <p:spPr>
          <a:xfrm rot="10800000">
            <a:off x="7148674" y="4300550"/>
            <a:ext cx="2170805" cy="1065337"/>
          </a:xfrm>
          <a:custGeom>
            <a:rect b="b" l="l" r="r" t="t"/>
            <a:pathLst>
              <a:path extrusionOk="0" h="6456" w="13155">
                <a:moveTo>
                  <a:pt x="1821" y="0"/>
                </a:moveTo>
                <a:lnTo>
                  <a:pt x="1821" y="3"/>
                </a:lnTo>
                <a:lnTo>
                  <a:pt x="0" y="4"/>
                </a:lnTo>
                <a:lnTo>
                  <a:pt x="0" y="222"/>
                </a:lnTo>
                <a:lnTo>
                  <a:pt x="0" y="1236"/>
                </a:lnTo>
                <a:lnTo>
                  <a:pt x="0" y="2358"/>
                </a:lnTo>
                <a:lnTo>
                  <a:pt x="1" y="3370"/>
                </a:lnTo>
                <a:lnTo>
                  <a:pt x="1" y="4493"/>
                </a:lnTo>
                <a:lnTo>
                  <a:pt x="1" y="5504"/>
                </a:lnTo>
                <a:lnTo>
                  <a:pt x="1" y="6178"/>
                </a:lnTo>
                <a:cubicBezTo>
                  <a:pt x="369" y="6349"/>
                  <a:pt x="770" y="6456"/>
                  <a:pt x="1177" y="6456"/>
                </a:cubicBezTo>
                <a:cubicBezTo>
                  <a:pt x="1363" y="6456"/>
                  <a:pt x="1550" y="6434"/>
                  <a:pt x="1736" y="6385"/>
                </a:cubicBezTo>
                <a:cubicBezTo>
                  <a:pt x="1764" y="6378"/>
                  <a:pt x="1794" y="6370"/>
                  <a:pt x="1822" y="6361"/>
                </a:cubicBezTo>
                <a:cubicBezTo>
                  <a:pt x="1843" y="6355"/>
                  <a:pt x="1862" y="6348"/>
                  <a:pt x="1882" y="6342"/>
                </a:cubicBezTo>
                <a:cubicBezTo>
                  <a:pt x="2342" y="6188"/>
                  <a:pt x="2719" y="5901"/>
                  <a:pt x="3050" y="5558"/>
                </a:cubicBezTo>
                <a:cubicBezTo>
                  <a:pt x="3068" y="5540"/>
                  <a:pt x="3085" y="5522"/>
                  <a:pt x="3102" y="5503"/>
                </a:cubicBezTo>
                <a:cubicBezTo>
                  <a:pt x="3398" y="5189"/>
                  <a:pt x="3657" y="4831"/>
                  <a:pt x="3908" y="4490"/>
                </a:cubicBezTo>
                <a:cubicBezTo>
                  <a:pt x="3908" y="4490"/>
                  <a:pt x="3909" y="4490"/>
                  <a:pt x="3909" y="4489"/>
                </a:cubicBezTo>
                <a:cubicBezTo>
                  <a:pt x="3923" y="4471"/>
                  <a:pt x="3936" y="4455"/>
                  <a:pt x="3949" y="4436"/>
                </a:cubicBezTo>
                <a:cubicBezTo>
                  <a:pt x="4217" y="4078"/>
                  <a:pt x="4522" y="3714"/>
                  <a:pt x="4875" y="3424"/>
                </a:cubicBezTo>
                <a:cubicBezTo>
                  <a:pt x="4897" y="3405"/>
                  <a:pt x="4919" y="3387"/>
                  <a:pt x="4942" y="3369"/>
                </a:cubicBezTo>
                <a:cubicBezTo>
                  <a:pt x="5319" y="3071"/>
                  <a:pt x="5750" y="2859"/>
                  <a:pt x="6248" y="2826"/>
                </a:cubicBezTo>
                <a:cubicBezTo>
                  <a:pt x="6296" y="2822"/>
                  <a:pt x="6344" y="2821"/>
                  <a:pt x="6391" y="2821"/>
                </a:cubicBezTo>
                <a:cubicBezTo>
                  <a:pt x="7025" y="2821"/>
                  <a:pt x="7616" y="3105"/>
                  <a:pt x="8200" y="3368"/>
                </a:cubicBezTo>
                <a:cubicBezTo>
                  <a:pt x="8240" y="3387"/>
                  <a:pt x="8281" y="3405"/>
                  <a:pt x="8323" y="3423"/>
                </a:cubicBezTo>
                <a:cubicBezTo>
                  <a:pt x="8382" y="3449"/>
                  <a:pt x="8442" y="3475"/>
                  <a:pt x="8501" y="3501"/>
                </a:cubicBezTo>
                <a:cubicBezTo>
                  <a:pt x="9052" y="3734"/>
                  <a:pt x="9659" y="3908"/>
                  <a:pt x="10259" y="3908"/>
                </a:cubicBezTo>
                <a:cubicBezTo>
                  <a:pt x="10487" y="3908"/>
                  <a:pt x="10715" y="3882"/>
                  <a:pt x="10937" y="3826"/>
                </a:cubicBezTo>
                <a:cubicBezTo>
                  <a:pt x="11253" y="3746"/>
                  <a:pt x="11547" y="3604"/>
                  <a:pt x="11810" y="3423"/>
                </a:cubicBezTo>
                <a:cubicBezTo>
                  <a:pt x="11835" y="3405"/>
                  <a:pt x="11861" y="3387"/>
                  <a:pt x="11886" y="3368"/>
                </a:cubicBezTo>
                <a:cubicBezTo>
                  <a:pt x="11986" y="3295"/>
                  <a:pt x="12081" y="3217"/>
                  <a:pt x="12169" y="3134"/>
                </a:cubicBezTo>
                <a:cubicBezTo>
                  <a:pt x="12416" y="2906"/>
                  <a:pt x="12624" y="2641"/>
                  <a:pt x="12783" y="2355"/>
                </a:cubicBezTo>
                <a:cubicBezTo>
                  <a:pt x="12794" y="2337"/>
                  <a:pt x="12805" y="2319"/>
                  <a:pt x="12814" y="2300"/>
                </a:cubicBezTo>
                <a:cubicBezTo>
                  <a:pt x="12983" y="1983"/>
                  <a:pt x="13095" y="1639"/>
                  <a:pt x="13135" y="1287"/>
                </a:cubicBezTo>
                <a:cubicBezTo>
                  <a:pt x="13137" y="1269"/>
                  <a:pt x="13139" y="1251"/>
                  <a:pt x="13141" y="1232"/>
                </a:cubicBezTo>
                <a:cubicBezTo>
                  <a:pt x="13152" y="1109"/>
                  <a:pt x="13155" y="984"/>
                  <a:pt x="13149" y="860"/>
                </a:cubicBezTo>
                <a:cubicBezTo>
                  <a:pt x="13137" y="644"/>
                  <a:pt x="13096" y="428"/>
                  <a:pt x="13028" y="222"/>
                </a:cubicBezTo>
                <a:cubicBezTo>
                  <a:pt x="13023" y="204"/>
                  <a:pt x="13017" y="185"/>
                  <a:pt x="13010" y="167"/>
                </a:cubicBezTo>
                <a:cubicBezTo>
                  <a:pt x="12991" y="111"/>
                  <a:pt x="12969" y="56"/>
                  <a:pt x="12946" y="1"/>
                </a:cubicBezTo>
                <a:lnTo>
                  <a:pt x="1880" y="3"/>
                </a:lnTo>
                <a:lnTo>
                  <a:pt x="1880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3" name="Google Shape;883;p35"/>
          <p:cNvSpPr/>
          <p:nvPr/>
        </p:nvSpPr>
        <p:spPr>
          <a:xfrm rot="10800000">
            <a:off x="-454045" y="3925144"/>
            <a:ext cx="4760920" cy="1605431"/>
          </a:xfrm>
          <a:custGeom>
            <a:rect b="b" l="l" r="r" t="t"/>
            <a:pathLst>
              <a:path extrusionOk="0" h="9729" w="28851">
                <a:moveTo>
                  <a:pt x="943" y="0"/>
                </a:moveTo>
                <a:cubicBezTo>
                  <a:pt x="631" y="0"/>
                  <a:pt x="337" y="87"/>
                  <a:pt x="179" y="380"/>
                </a:cubicBezTo>
                <a:cubicBezTo>
                  <a:pt x="1" y="711"/>
                  <a:pt x="78" y="1189"/>
                  <a:pt x="451" y="1303"/>
                </a:cubicBezTo>
                <a:cubicBezTo>
                  <a:pt x="355" y="2313"/>
                  <a:pt x="452" y="3522"/>
                  <a:pt x="1499" y="3989"/>
                </a:cubicBezTo>
                <a:cubicBezTo>
                  <a:pt x="1785" y="4117"/>
                  <a:pt x="2088" y="4165"/>
                  <a:pt x="2396" y="4165"/>
                </a:cubicBezTo>
                <a:cubicBezTo>
                  <a:pt x="3000" y="4165"/>
                  <a:pt x="3625" y="3981"/>
                  <a:pt x="4188" y="3848"/>
                </a:cubicBezTo>
                <a:cubicBezTo>
                  <a:pt x="4624" y="3745"/>
                  <a:pt x="5112" y="3633"/>
                  <a:pt x="5582" y="3633"/>
                </a:cubicBezTo>
                <a:cubicBezTo>
                  <a:pt x="6044" y="3633"/>
                  <a:pt x="6489" y="3741"/>
                  <a:pt x="6852" y="4069"/>
                </a:cubicBezTo>
                <a:cubicBezTo>
                  <a:pt x="7560" y="4711"/>
                  <a:pt x="7722" y="5737"/>
                  <a:pt x="8257" y="6500"/>
                </a:cubicBezTo>
                <a:cubicBezTo>
                  <a:pt x="8521" y="6876"/>
                  <a:pt x="8874" y="7178"/>
                  <a:pt x="9322" y="7300"/>
                </a:cubicBezTo>
                <a:cubicBezTo>
                  <a:pt x="9482" y="7344"/>
                  <a:pt x="9645" y="7363"/>
                  <a:pt x="9808" y="7363"/>
                </a:cubicBezTo>
                <a:cubicBezTo>
                  <a:pt x="10078" y="7363"/>
                  <a:pt x="10348" y="7310"/>
                  <a:pt x="10606" y="7231"/>
                </a:cubicBezTo>
                <a:cubicBezTo>
                  <a:pt x="11498" y="6959"/>
                  <a:pt x="12280" y="6380"/>
                  <a:pt x="13194" y="6184"/>
                </a:cubicBezTo>
                <a:cubicBezTo>
                  <a:pt x="13322" y="6156"/>
                  <a:pt x="13450" y="6141"/>
                  <a:pt x="13577" y="6141"/>
                </a:cubicBezTo>
                <a:cubicBezTo>
                  <a:pt x="13849" y="6141"/>
                  <a:pt x="14113" y="6211"/>
                  <a:pt x="14347" y="6376"/>
                </a:cubicBezTo>
                <a:cubicBezTo>
                  <a:pt x="14724" y="6643"/>
                  <a:pt x="14907" y="7097"/>
                  <a:pt x="15047" y="7521"/>
                </a:cubicBezTo>
                <a:cubicBezTo>
                  <a:pt x="15341" y="8400"/>
                  <a:pt x="15592" y="9554"/>
                  <a:pt x="16688" y="9709"/>
                </a:cubicBezTo>
                <a:cubicBezTo>
                  <a:pt x="16781" y="9722"/>
                  <a:pt x="16872" y="9728"/>
                  <a:pt x="16961" y="9728"/>
                </a:cubicBezTo>
                <a:cubicBezTo>
                  <a:pt x="18160" y="9728"/>
                  <a:pt x="18967" y="8588"/>
                  <a:pt x="19887" y="7966"/>
                </a:cubicBezTo>
                <a:cubicBezTo>
                  <a:pt x="20301" y="7685"/>
                  <a:pt x="20755" y="7537"/>
                  <a:pt x="21232" y="7537"/>
                </a:cubicBezTo>
                <a:cubicBezTo>
                  <a:pt x="21401" y="7537"/>
                  <a:pt x="21572" y="7556"/>
                  <a:pt x="21746" y="7593"/>
                </a:cubicBezTo>
                <a:cubicBezTo>
                  <a:pt x="22408" y="7736"/>
                  <a:pt x="23015" y="8087"/>
                  <a:pt x="23550" y="8494"/>
                </a:cubicBezTo>
                <a:cubicBezTo>
                  <a:pt x="24053" y="8876"/>
                  <a:pt x="24539" y="9361"/>
                  <a:pt x="25189" y="9466"/>
                </a:cubicBezTo>
                <a:cubicBezTo>
                  <a:pt x="25284" y="9481"/>
                  <a:pt x="25378" y="9489"/>
                  <a:pt x="25473" y="9489"/>
                </a:cubicBezTo>
                <a:cubicBezTo>
                  <a:pt x="26024" y="9489"/>
                  <a:pt x="26554" y="9240"/>
                  <a:pt x="26991" y="8910"/>
                </a:cubicBezTo>
                <a:cubicBezTo>
                  <a:pt x="27838" y="8271"/>
                  <a:pt x="28376" y="7319"/>
                  <a:pt x="28611" y="6292"/>
                </a:cubicBezTo>
                <a:cubicBezTo>
                  <a:pt x="28851" y="5239"/>
                  <a:pt x="28800" y="4124"/>
                  <a:pt x="28525" y="3084"/>
                </a:cubicBezTo>
                <a:cubicBezTo>
                  <a:pt x="28226" y="1958"/>
                  <a:pt x="27654" y="694"/>
                  <a:pt x="26488" y="261"/>
                </a:cubicBezTo>
                <a:cubicBezTo>
                  <a:pt x="26074" y="106"/>
                  <a:pt x="25631" y="64"/>
                  <a:pt x="25188" y="64"/>
                </a:cubicBezTo>
                <a:cubicBezTo>
                  <a:pt x="24971" y="64"/>
                  <a:pt x="24753" y="74"/>
                  <a:pt x="24540" y="86"/>
                </a:cubicBezTo>
                <a:cubicBezTo>
                  <a:pt x="23776" y="131"/>
                  <a:pt x="23013" y="188"/>
                  <a:pt x="22250" y="248"/>
                </a:cubicBezTo>
                <a:cubicBezTo>
                  <a:pt x="20720" y="367"/>
                  <a:pt x="19190" y="503"/>
                  <a:pt x="17661" y="628"/>
                </a:cubicBezTo>
                <a:cubicBezTo>
                  <a:pt x="15187" y="828"/>
                  <a:pt x="12704" y="996"/>
                  <a:pt x="10221" y="996"/>
                </a:cubicBezTo>
                <a:cubicBezTo>
                  <a:pt x="9649" y="996"/>
                  <a:pt x="9077" y="987"/>
                  <a:pt x="8505" y="967"/>
                </a:cubicBezTo>
                <a:cubicBezTo>
                  <a:pt x="6985" y="916"/>
                  <a:pt x="5467" y="790"/>
                  <a:pt x="3966" y="555"/>
                </a:cubicBezTo>
                <a:cubicBezTo>
                  <a:pt x="3209" y="436"/>
                  <a:pt x="2459" y="290"/>
                  <a:pt x="1714" y="116"/>
                </a:cubicBezTo>
                <a:cubicBezTo>
                  <a:pt x="1493" y="64"/>
                  <a:pt x="1211" y="0"/>
                  <a:pt x="94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4" name="Google Shape;884;p35"/>
          <p:cNvSpPr/>
          <p:nvPr/>
        </p:nvSpPr>
        <p:spPr>
          <a:xfrm rot="10800000">
            <a:off x="7318149" y="-387074"/>
            <a:ext cx="2415526" cy="3446503"/>
          </a:xfrm>
          <a:custGeom>
            <a:rect b="b" l="l" r="r" t="t"/>
            <a:pathLst>
              <a:path extrusionOk="0" h="20886" w="14638">
                <a:moveTo>
                  <a:pt x="3191" y="1"/>
                </a:moveTo>
                <a:cubicBezTo>
                  <a:pt x="2885" y="1"/>
                  <a:pt x="2576" y="81"/>
                  <a:pt x="2295" y="191"/>
                </a:cubicBezTo>
                <a:cubicBezTo>
                  <a:pt x="1899" y="349"/>
                  <a:pt x="1532" y="564"/>
                  <a:pt x="1185" y="809"/>
                </a:cubicBezTo>
                <a:cubicBezTo>
                  <a:pt x="1218" y="721"/>
                  <a:pt x="1252" y="633"/>
                  <a:pt x="1287" y="547"/>
                </a:cubicBezTo>
                <a:cubicBezTo>
                  <a:pt x="1332" y="438"/>
                  <a:pt x="1242" y="367"/>
                  <a:pt x="1149" y="367"/>
                </a:cubicBezTo>
                <a:cubicBezTo>
                  <a:pt x="1089" y="367"/>
                  <a:pt x="1027" y="397"/>
                  <a:pt x="998" y="467"/>
                </a:cubicBezTo>
                <a:cubicBezTo>
                  <a:pt x="147" y="2564"/>
                  <a:pt x="0" y="4857"/>
                  <a:pt x="71" y="7096"/>
                </a:cubicBezTo>
                <a:cubicBezTo>
                  <a:pt x="107" y="8264"/>
                  <a:pt x="200" y="9428"/>
                  <a:pt x="285" y="10592"/>
                </a:cubicBezTo>
                <a:cubicBezTo>
                  <a:pt x="378" y="11838"/>
                  <a:pt x="471" y="13083"/>
                  <a:pt x="565" y="14328"/>
                </a:cubicBezTo>
                <a:cubicBezTo>
                  <a:pt x="660" y="15573"/>
                  <a:pt x="755" y="16818"/>
                  <a:pt x="852" y="18063"/>
                </a:cubicBezTo>
                <a:cubicBezTo>
                  <a:pt x="895" y="18617"/>
                  <a:pt x="909" y="19183"/>
                  <a:pt x="997" y="19731"/>
                </a:cubicBezTo>
                <a:cubicBezTo>
                  <a:pt x="1063" y="20137"/>
                  <a:pt x="1227" y="20580"/>
                  <a:pt x="1623" y="20768"/>
                </a:cubicBezTo>
                <a:cubicBezTo>
                  <a:pt x="1853" y="20878"/>
                  <a:pt x="2108" y="20885"/>
                  <a:pt x="2359" y="20885"/>
                </a:cubicBezTo>
                <a:cubicBezTo>
                  <a:pt x="2678" y="20885"/>
                  <a:pt x="2997" y="20884"/>
                  <a:pt x="3315" y="20883"/>
                </a:cubicBezTo>
                <a:cubicBezTo>
                  <a:pt x="3934" y="20882"/>
                  <a:pt x="4551" y="20881"/>
                  <a:pt x="5168" y="20880"/>
                </a:cubicBezTo>
                <a:cubicBezTo>
                  <a:pt x="6413" y="20878"/>
                  <a:pt x="7658" y="20875"/>
                  <a:pt x="8904" y="20873"/>
                </a:cubicBezTo>
                <a:cubicBezTo>
                  <a:pt x="8946" y="20873"/>
                  <a:pt x="8987" y="20873"/>
                  <a:pt x="9029" y="20873"/>
                </a:cubicBezTo>
                <a:cubicBezTo>
                  <a:pt x="9733" y="20873"/>
                  <a:pt x="10440" y="20882"/>
                  <a:pt x="11147" y="20882"/>
                </a:cubicBezTo>
                <a:cubicBezTo>
                  <a:pt x="11621" y="20882"/>
                  <a:pt x="12096" y="20878"/>
                  <a:pt x="12569" y="20863"/>
                </a:cubicBezTo>
                <a:cubicBezTo>
                  <a:pt x="13054" y="20848"/>
                  <a:pt x="13560" y="20768"/>
                  <a:pt x="13928" y="20425"/>
                </a:cubicBezTo>
                <a:cubicBezTo>
                  <a:pt x="14266" y="20112"/>
                  <a:pt x="14409" y="19650"/>
                  <a:pt x="14479" y="19208"/>
                </a:cubicBezTo>
                <a:cubicBezTo>
                  <a:pt x="14615" y="18346"/>
                  <a:pt x="14637" y="17435"/>
                  <a:pt x="14556" y="16567"/>
                </a:cubicBezTo>
                <a:cubicBezTo>
                  <a:pt x="14480" y="15744"/>
                  <a:pt x="14290" y="14898"/>
                  <a:pt x="13827" y="14200"/>
                </a:cubicBezTo>
                <a:cubicBezTo>
                  <a:pt x="13606" y="13867"/>
                  <a:pt x="13329" y="13578"/>
                  <a:pt x="13000" y="13350"/>
                </a:cubicBezTo>
                <a:cubicBezTo>
                  <a:pt x="12618" y="13086"/>
                  <a:pt x="12175" y="12928"/>
                  <a:pt x="11727" y="12811"/>
                </a:cubicBezTo>
                <a:cubicBezTo>
                  <a:pt x="10841" y="12580"/>
                  <a:pt x="9808" y="12500"/>
                  <a:pt x="9119" y="11827"/>
                </a:cubicBezTo>
                <a:cubicBezTo>
                  <a:pt x="8381" y="11106"/>
                  <a:pt x="8246" y="10000"/>
                  <a:pt x="8306" y="9020"/>
                </a:cubicBezTo>
                <a:cubicBezTo>
                  <a:pt x="8344" y="8404"/>
                  <a:pt x="8449" y="7795"/>
                  <a:pt x="8518" y="7181"/>
                </a:cubicBezTo>
                <a:cubicBezTo>
                  <a:pt x="8574" y="6676"/>
                  <a:pt x="8621" y="6136"/>
                  <a:pt x="8417" y="5654"/>
                </a:cubicBezTo>
                <a:cubicBezTo>
                  <a:pt x="7771" y="4140"/>
                  <a:pt x="5341" y="4868"/>
                  <a:pt x="4856" y="3246"/>
                </a:cubicBezTo>
                <a:cubicBezTo>
                  <a:pt x="4619" y="2457"/>
                  <a:pt x="4843" y="1582"/>
                  <a:pt x="4492" y="818"/>
                </a:cubicBezTo>
                <a:cubicBezTo>
                  <a:pt x="4321" y="450"/>
                  <a:pt x="3993" y="161"/>
                  <a:pt x="3598" y="53"/>
                </a:cubicBezTo>
                <a:cubicBezTo>
                  <a:pt x="3465" y="17"/>
                  <a:pt x="3328" y="1"/>
                  <a:pt x="3191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5" name="Google Shape;885;p35"/>
          <p:cNvSpPr txBox="1"/>
          <p:nvPr>
            <p:ph type="title"/>
          </p:nvPr>
        </p:nvSpPr>
        <p:spPr>
          <a:xfrm>
            <a:off x="3360175" y="758950"/>
            <a:ext cx="25290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886" name="Google Shape;886;p35"/>
          <p:cNvSpPr txBox="1"/>
          <p:nvPr>
            <p:ph idx="2" type="title"/>
          </p:nvPr>
        </p:nvSpPr>
        <p:spPr>
          <a:xfrm>
            <a:off x="713225" y="3359950"/>
            <a:ext cx="18711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87" name="Google Shape;887;p35"/>
          <p:cNvSpPr txBox="1"/>
          <p:nvPr>
            <p:ph idx="1" type="subTitle"/>
          </p:nvPr>
        </p:nvSpPr>
        <p:spPr>
          <a:xfrm>
            <a:off x="713225" y="3815000"/>
            <a:ext cx="18711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888" name="Google Shape;888;p35"/>
          <p:cNvSpPr txBox="1"/>
          <p:nvPr>
            <p:ph idx="3" type="title"/>
          </p:nvPr>
        </p:nvSpPr>
        <p:spPr>
          <a:xfrm>
            <a:off x="2665080" y="3359950"/>
            <a:ext cx="18711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89" name="Google Shape;889;p35"/>
          <p:cNvSpPr txBox="1"/>
          <p:nvPr>
            <p:ph idx="4" type="subTitle"/>
          </p:nvPr>
        </p:nvSpPr>
        <p:spPr>
          <a:xfrm>
            <a:off x="2717775" y="3815000"/>
            <a:ext cx="18711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890" name="Google Shape;890;p35"/>
          <p:cNvSpPr txBox="1"/>
          <p:nvPr>
            <p:ph idx="5" type="title"/>
          </p:nvPr>
        </p:nvSpPr>
        <p:spPr>
          <a:xfrm>
            <a:off x="4669609" y="3359950"/>
            <a:ext cx="18711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91" name="Google Shape;891;p35"/>
          <p:cNvSpPr txBox="1"/>
          <p:nvPr>
            <p:ph idx="6" type="subTitle"/>
          </p:nvPr>
        </p:nvSpPr>
        <p:spPr>
          <a:xfrm>
            <a:off x="4669525" y="3815000"/>
            <a:ext cx="18711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892" name="Google Shape;892;p35"/>
          <p:cNvSpPr txBox="1"/>
          <p:nvPr>
            <p:ph idx="7" type="title"/>
          </p:nvPr>
        </p:nvSpPr>
        <p:spPr>
          <a:xfrm>
            <a:off x="6621464" y="3359950"/>
            <a:ext cx="18711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93" name="Google Shape;893;p35"/>
          <p:cNvSpPr txBox="1"/>
          <p:nvPr>
            <p:ph idx="8" type="subTitle"/>
          </p:nvPr>
        </p:nvSpPr>
        <p:spPr>
          <a:xfrm>
            <a:off x="6621424" y="3815000"/>
            <a:ext cx="18711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grpSp>
        <p:nvGrpSpPr>
          <p:cNvPr id="894" name="Google Shape;894;p35"/>
          <p:cNvGrpSpPr/>
          <p:nvPr/>
        </p:nvGrpSpPr>
        <p:grpSpPr>
          <a:xfrm rot="6299945">
            <a:off x="7844283" y="4563485"/>
            <a:ext cx="359746" cy="325869"/>
            <a:chOff x="1640475" y="1197075"/>
            <a:chExt cx="55475" cy="50250"/>
          </a:xfrm>
        </p:grpSpPr>
        <p:sp>
          <p:nvSpPr>
            <p:cNvPr id="895" name="Google Shape;895;p3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3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3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8" name="Google Shape;898;p35"/>
          <p:cNvSpPr/>
          <p:nvPr/>
        </p:nvSpPr>
        <p:spPr>
          <a:xfrm flipH="1" rot="8615811">
            <a:off x="279838" y="4598042"/>
            <a:ext cx="848090" cy="171654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9" name="Google Shape;899;p35"/>
          <p:cNvSpPr/>
          <p:nvPr/>
        </p:nvSpPr>
        <p:spPr>
          <a:xfrm rot="-9000285">
            <a:off x="6611777" y="234098"/>
            <a:ext cx="970034" cy="22723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0" name="Google Shape;900;p35"/>
          <p:cNvGrpSpPr/>
          <p:nvPr/>
        </p:nvGrpSpPr>
        <p:grpSpPr>
          <a:xfrm rot="10799841">
            <a:off x="1663352" y="4510494"/>
            <a:ext cx="239902" cy="217311"/>
            <a:chOff x="1640475" y="1197075"/>
            <a:chExt cx="55475" cy="50250"/>
          </a:xfrm>
        </p:grpSpPr>
        <p:sp>
          <p:nvSpPr>
            <p:cNvPr id="901" name="Google Shape;901;p3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3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3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" name="Google Shape;904;p35"/>
          <p:cNvGrpSpPr/>
          <p:nvPr/>
        </p:nvGrpSpPr>
        <p:grpSpPr>
          <a:xfrm rot="-5400235">
            <a:off x="8168825" y="635400"/>
            <a:ext cx="243108" cy="220216"/>
            <a:chOff x="1640475" y="1197075"/>
            <a:chExt cx="55475" cy="50250"/>
          </a:xfrm>
        </p:grpSpPr>
        <p:sp>
          <p:nvSpPr>
            <p:cNvPr id="905" name="Google Shape;905;p3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3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3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8" name="Google Shape;908;p35"/>
          <p:cNvSpPr/>
          <p:nvPr/>
        </p:nvSpPr>
        <p:spPr>
          <a:xfrm rot="-9900095">
            <a:off x="8401820" y="4056062"/>
            <a:ext cx="424434" cy="627506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9" name="Google Shape;909;p35"/>
          <p:cNvSpPr/>
          <p:nvPr/>
        </p:nvSpPr>
        <p:spPr>
          <a:xfrm rot="-3511162">
            <a:off x="1110752" y="269341"/>
            <a:ext cx="738535" cy="540314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0" name="Google Shape;910;p35"/>
          <p:cNvGrpSpPr/>
          <p:nvPr/>
        </p:nvGrpSpPr>
        <p:grpSpPr>
          <a:xfrm rot="-10374925">
            <a:off x="382077" y="488210"/>
            <a:ext cx="359745" cy="325867"/>
            <a:chOff x="1640475" y="1197075"/>
            <a:chExt cx="55475" cy="50250"/>
          </a:xfrm>
        </p:grpSpPr>
        <p:sp>
          <p:nvSpPr>
            <p:cNvPr id="911" name="Google Shape;911;p3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3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3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2">
  <p:cSld name="TITLE_ONLY_1_1_2_2_1_1">
    <p:spTree>
      <p:nvGrpSpPr>
        <p:cNvPr id="914" name="Shape 9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5" name="Google Shape;915;p36"/>
          <p:cNvSpPr txBox="1"/>
          <p:nvPr>
            <p:ph type="title"/>
          </p:nvPr>
        </p:nvSpPr>
        <p:spPr>
          <a:xfrm>
            <a:off x="3307500" y="758950"/>
            <a:ext cx="25290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916" name="Google Shape;916;p36"/>
          <p:cNvSpPr txBox="1"/>
          <p:nvPr>
            <p:ph idx="1" type="subTitle"/>
          </p:nvPr>
        </p:nvSpPr>
        <p:spPr>
          <a:xfrm>
            <a:off x="2277850" y="2624412"/>
            <a:ext cx="18969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8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917" name="Google Shape;917;p36"/>
          <p:cNvSpPr txBox="1"/>
          <p:nvPr>
            <p:ph idx="2" type="subTitle"/>
          </p:nvPr>
        </p:nvSpPr>
        <p:spPr>
          <a:xfrm>
            <a:off x="4933967" y="2624412"/>
            <a:ext cx="18969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 SemiBold"/>
              <a:buNone/>
              <a:defRPr sz="18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918" name="Google Shape;918;p36"/>
          <p:cNvSpPr txBox="1"/>
          <p:nvPr>
            <p:ph idx="3" type="subTitle"/>
          </p:nvPr>
        </p:nvSpPr>
        <p:spPr>
          <a:xfrm>
            <a:off x="4956700" y="3523112"/>
            <a:ext cx="18969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 SemiBold"/>
              <a:buNone/>
              <a:defRPr sz="18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919" name="Google Shape;919;p36"/>
          <p:cNvSpPr txBox="1"/>
          <p:nvPr>
            <p:ph idx="4" type="subTitle"/>
          </p:nvPr>
        </p:nvSpPr>
        <p:spPr>
          <a:xfrm>
            <a:off x="2310363" y="3527587"/>
            <a:ext cx="18969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 SemiBold"/>
              <a:buNone/>
              <a:defRPr sz="18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920" name="Google Shape;920;p36"/>
          <p:cNvSpPr txBox="1"/>
          <p:nvPr>
            <p:ph idx="5" type="subTitle"/>
          </p:nvPr>
        </p:nvSpPr>
        <p:spPr>
          <a:xfrm>
            <a:off x="3384385" y="1719072"/>
            <a:ext cx="2366400" cy="448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8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921" name="Google Shape;921;p36"/>
          <p:cNvSpPr/>
          <p:nvPr/>
        </p:nvSpPr>
        <p:spPr>
          <a:xfrm flipH="1">
            <a:off x="-200914" y="4082606"/>
            <a:ext cx="3607613" cy="1169626"/>
          </a:xfrm>
          <a:custGeom>
            <a:rect b="b" l="l" r="r" t="t"/>
            <a:pathLst>
              <a:path extrusionOk="0" h="7088" w="21862">
                <a:moveTo>
                  <a:pt x="20392" y="0"/>
                </a:moveTo>
                <a:cubicBezTo>
                  <a:pt x="19697" y="0"/>
                  <a:pt x="19010" y="139"/>
                  <a:pt x="18446" y="437"/>
                </a:cubicBezTo>
                <a:cubicBezTo>
                  <a:pt x="17368" y="1003"/>
                  <a:pt x="16913" y="1997"/>
                  <a:pt x="16387" y="2893"/>
                </a:cubicBezTo>
                <a:cubicBezTo>
                  <a:pt x="15861" y="3789"/>
                  <a:pt x="15050" y="4733"/>
                  <a:pt x="13753" y="4924"/>
                </a:cubicBezTo>
                <a:cubicBezTo>
                  <a:pt x="13587" y="4948"/>
                  <a:pt x="13420" y="4959"/>
                  <a:pt x="13253" y="4959"/>
                </a:cubicBezTo>
                <a:cubicBezTo>
                  <a:pt x="12545" y="4959"/>
                  <a:pt x="11838" y="4765"/>
                  <a:pt x="11156" y="4596"/>
                </a:cubicBezTo>
                <a:cubicBezTo>
                  <a:pt x="10391" y="4408"/>
                  <a:pt x="9551" y="4258"/>
                  <a:pt x="8748" y="4258"/>
                </a:cubicBezTo>
                <a:cubicBezTo>
                  <a:pt x="8042" y="4258"/>
                  <a:pt x="7365" y="4373"/>
                  <a:pt x="6793" y="4680"/>
                </a:cubicBezTo>
                <a:cubicBezTo>
                  <a:pt x="5978" y="5117"/>
                  <a:pt x="5461" y="5904"/>
                  <a:pt x="4593" y="6207"/>
                </a:cubicBezTo>
                <a:cubicBezTo>
                  <a:pt x="4569" y="6215"/>
                  <a:pt x="4545" y="6224"/>
                  <a:pt x="4519" y="6231"/>
                </a:cubicBezTo>
                <a:cubicBezTo>
                  <a:pt x="4407" y="6267"/>
                  <a:pt x="4286" y="6293"/>
                  <a:pt x="4160" y="6310"/>
                </a:cubicBezTo>
                <a:cubicBezTo>
                  <a:pt x="4052" y="6325"/>
                  <a:pt x="3944" y="6331"/>
                  <a:pt x="3836" y="6331"/>
                </a:cubicBezTo>
                <a:cubicBezTo>
                  <a:pt x="3306" y="6331"/>
                  <a:pt x="2774" y="6185"/>
                  <a:pt x="2236" y="6169"/>
                </a:cubicBezTo>
                <a:cubicBezTo>
                  <a:pt x="2205" y="6168"/>
                  <a:pt x="2173" y="6167"/>
                  <a:pt x="2142" y="6167"/>
                </a:cubicBezTo>
                <a:cubicBezTo>
                  <a:pt x="1432" y="6167"/>
                  <a:pt x="726" y="6406"/>
                  <a:pt x="265" y="6805"/>
                </a:cubicBezTo>
                <a:cubicBezTo>
                  <a:pt x="165" y="6893"/>
                  <a:pt x="77" y="6988"/>
                  <a:pt x="1" y="7088"/>
                </a:cubicBezTo>
                <a:lnTo>
                  <a:pt x="21862" y="7088"/>
                </a:lnTo>
                <a:lnTo>
                  <a:pt x="21862" y="210"/>
                </a:lnTo>
                <a:cubicBezTo>
                  <a:pt x="21397" y="73"/>
                  <a:pt x="20892" y="0"/>
                  <a:pt x="20392" y="0"/>
                </a:cubicBezTo>
                <a:close/>
              </a:path>
            </a:pathLst>
          </a:custGeom>
          <a:solidFill>
            <a:schemeClr val="dk2">
              <a:alpha val="4018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2" name="Google Shape;922;p36"/>
          <p:cNvSpPr/>
          <p:nvPr/>
        </p:nvSpPr>
        <p:spPr>
          <a:xfrm flipH="1">
            <a:off x="6989554" y="-222374"/>
            <a:ext cx="2304920" cy="1169617"/>
          </a:xfrm>
          <a:custGeom>
            <a:rect b="b" l="l" r="r" t="t"/>
            <a:pathLst>
              <a:path extrusionOk="0" h="6456" w="13155">
                <a:moveTo>
                  <a:pt x="1821" y="0"/>
                </a:moveTo>
                <a:lnTo>
                  <a:pt x="1821" y="3"/>
                </a:lnTo>
                <a:lnTo>
                  <a:pt x="0" y="4"/>
                </a:lnTo>
                <a:lnTo>
                  <a:pt x="0" y="222"/>
                </a:lnTo>
                <a:lnTo>
                  <a:pt x="0" y="1236"/>
                </a:lnTo>
                <a:lnTo>
                  <a:pt x="0" y="2358"/>
                </a:lnTo>
                <a:lnTo>
                  <a:pt x="1" y="3370"/>
                </a:lnTo>
                <a:lnTo>
                  <a:pt x="1" y="4493"/>
                </a:lnTo>
                <a:lnTo>
                  <a:pt x="1" y="5504"/>
                </a:lnTo>
                <a:lnTo>
                  <a:pt x="1" y="6178"/>
                </a:lnTo>
                <a:cubicBezTo>
                  <a:pt x="369" y="6349"/>
                  <a:pt x="770" y="6456"/>
                  <a:pt x="1177" y="6456"/>
                </a:cubicBezTo>
                <a:cubicBezTo>
                  <a:pt x="1363" y="6456"/>
                  <a:pt x="1550" y="6434"/>
                  <a:pt x="1736" y="6385"/>
                </a:cubicBezTo>
                <a:cubicBezTo>
                  <a:pt x="1764" y="6378"/>
                  <a:pt x="1794" y="6370"/>
                  <a:pt x="1822" y="6361"/>
                </a:cubicBezTo>
                <a:cubicBezTo>
                  <a:pt x="1843" y="6355"/>
                  <a:pt x="1862" y="6348"/>
                  <a:pt x="1882" y="6342"/>
                </a:cubicBezTo>
                <a:cubicBezTo>
                  <a:pt x="2342" y="6188"/>
                  <a:pt x="2719" y="5901"/>
                  <a:pt x="3050" y="5558"/>
                </a:cubicBezTo>
                <a:cubicBezTo>
                  <a:pt x="3068" y="5540"/>
                  <a:pt x="3085" y="5522"/>
                  <a:pt x="3102" y="5503"/>
                </a:cubicBezTo>
                <a:cubicBezTo>
                  <a:pt x="3398" y="5189"/>
                  <a:pt x="3657" y="4831"/>
                  <a:pt x="3908" y="4490"/>
                </a:cubicBezTo>
                <a:cubicBezTo>
                  <a:pt x="3908" y="4490"/>
                  <a:pt x="3909" y="4490"/>
                  <a:pt x="3909" y="4489"/>
                </a:cubicBezTo>
                <a:cubicBezTo>
                  <a:pt x="3923" y="4471"/>
                  <a:pt x="3936" y="4455"/>
                  <a:pt x="3949" y="4436"/>
                </a:cubicBezTo>
                <a:cubicBezTo>
                  <a:pt x="4217" y="4078"/>
                  <a:pt x="4522" y="3714"/>
                  <a:pt x="4875" y="3424"/>
                </a:cubicBezTo>
                <a:cubicBezTo>
                  <a:pt x="4897" y="3405"/>
                  <a:pt x="4919" y="3387"/>
                  <a:pt x="4942" y="3369"/>
                </a:cubicBezTo>
                <a:cubicBezTo>
                  <a:pt x="5319" y="3071"/>
                  <a:pt x="5750" y="2859"/>
                  <a:pt x="6248" y="2826"/>
                </a:cubicBezTo>
                <a:cubicBezTo>
                  <a:pt x="6296" y="2822"/>
                  <a:pt x="6344" y="2821"/>
                  <a:pt x="6391" y="2821"/>
                </a:cubicBezTo>
                <a:cubicBezTo>
                  <a:pt x="7025" y="2821"/>
                  <a:pt x="7616" y="3105"/>
                  <a:pt x="8200" y="3368"/>
                </a:cubicBezTo>
                <a:cubicBezTo>
                  <a:pt x="8240" y="3387"/>
                  <a:pt x="8281" y="3405"/>
                  <a:pt x="8323" y="3423"/>
                </a:cubicBezTo>
                <a:cubicBezTo>
                  <a:pt x="8382" y="3449"/>
                  <a:pt x="8442" y="3475"/>
                  <a:pt x="8501" y="3501"/>
                </a:cubicBezTo>
                <a:cubicBezTo>
                  <a:pt x="9052" y="3734"/>
                  <a:pt x="9659" y="3908"/>
                  <a:pt x="10259" y="3908"/>
                </a:cubicBezTo>
                <a:cubicBezTo>
                  <a:pt x="10487" y="3908"/>
                  <a:pt x="10715" y="3882"/>
                  <a:pt x="10937" y="3826"/>
                </a:cubicBezTo>
                <a:cubicBezTo>
                  <a:pt x="11253" y="3746"/>
                  <a:pt x="11547" y="3604"/>
                  <a:pt x="11810" y="3423"/>
                </a:cubicBezTo>
                <a:cubicBezTo>
                  <a:pt x="11835" y="3405"/>
                  <a:pt x="11861" y="3387"/>
                  <a:pt x="11886" y="3368"/>
                </a:cubicBezTo>
                <a:cubicBezTo>
                  <a:pt x="11986" y="3295"/>
                  <a:pt x="12081" y="3217"/>
                  <a:pt x="12169" y="3134"/>
                </a:cubicBezTo>
                <a:cubicBezTo>
                  <a:pt x="12416" y="2906"/>
                  <a:pt x="12624" y="2641"/>
                  <a:pt x="12783" y="2355"/>
                </a:cubicBezTo>
                <a:cubicBezTo>
                  <a:pt x="12794" y="2337"/>
                  <a:pt x="12805" y="2319"/>
                  <a:pt x="12814" y="2300"/>
                </a:cubicBezTo>
                <a:cubicBezTo>
                  <a:pt x="12983" y="1983"/>
                  <a:pt x="13095" y="1639"/>
                  <a:pt x="13135" y="1287"/>
                </a:cubicBezTo>
                <a:cubicBezTo>
                  <a:pt x="13137" y="1269"/>
                  <a:pt x="13139" y="1251"/>
                  <a:pt x="13141" y="1232"/>
                </a:cubicBezTo>
                <a:cubicBezTo>
                  <a:pt x="13152" y="1109"/>
                  <a:pt x="13155" y="984"/>
                  <a:pt x="13149" y="860"/>
                </a:cubicBezTo>
                <a:cubicBezTo>
                  <a:pt x="13137" y="644"/>
                  <a:pt x="13096" y="428"/>
                  <a:pt x="13028" y="222"/>
                </a:cubicBezTo>
                <a:cubicBezTo>
                  <a:pt x="13023" y="204"/>
                  <a:pt x="13017" y="185"/>
                  <a:pt x="13010" y="167"/>
                </a:cubicBezTo>
                <a:cubicBezTo>
                  <a:pt x="12991" y="111"/>
                  <a:pt x="12969" y="56"/>
                  <a:pt x="12946" y="1"/>
                </a:cubicBezTo>
                <a:lnTo>
                  <a:pt x="1880" y="3"/>
                </a:lnTo>
                <a:lnTo>
                  <a:pt x="1880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3" name="Google Shape;923;p36"/>
          <p:cNvSpPr/>
          <p:nvPr/>
        </p:nvSpPr>
        <p:spPr>
          <a:xfrm flipH="1">
            <a:off x="-761582" y="-550501"/>
            <a:ext cx="5842832" cy="1970244"/>
          </a:xfrm>
          <a:custGeom>
            <a:rect b="b" l="l" r="r" t="t"/>
            <a:pathLst>
              <a:path extrusionOk="0" h="9729" w="28851">
                <a:moveTo>
                  <a:pt x="943" y="0"/>
                </a:moveTo>
                <a:cubicBezTo>
                  <a:pt x="631" y="0"/>
                  <a:pt x="337" y="87"/>
                  <a:pt x="179" y="380"/>
                </a:cubicBezTo>
                <a:cubicBezTo>
                  <a:pt x="1" y="711"/>
                  <a:pt x="78" y="1189"/>
                  <a:pt x="451" y="1303"/>
                </a:cubicBezTo>
                <a:cubicBezTo>
                  <a:pt x="355" y="2313"/>
                  <a:pt x="452" y="3522"/>
                  <a:pt x="1499" y="3989"/>
                </a:cubicBezTo>
                <a:cubicBezTo>
                  <a:pt x="1785" y="4117"/>
                  <a:pt x="2088" y="4165"/>
                  <a:pt x="2396" y="4165"/>
                </a:cubicBezTo>
                <a:cubicBezTo>
                  <a:pt x="3000" y="4165"/>
                  <a:pt x="3625" y="3981"/>
                  <a:pt x="4188" y="3848"/>
                </a:cubicBezTo>
                <a:cubicBezTo>
                  <a:pt x="4624" y="3745"/>
                  <a:pt x="5112" y="3633"/>
                  <a:pt x="5582" y="3633"/>
                </a:cubicBezTo>
                <a:cubicBezTo>
                  <a:pt x="6044" y="3633"/>
                  <a:pt x="6489" y="3741"/>
                  <a:pt x="6852" y="4069"/>
                </a:cubicBezTo>
                <a:cubicBezTo>
                  <a:pt x="7560" y="4711"/>
                  <a:pt x="7722" y="5737"/>
                  <a:pt x="8257" y="6500"/>
                </a:cubicBezTo>
                <a:cubicBezTo>
                  <a:pt x="8521" y="6876"/>
                  <a:pt x="8874" y="7178"/>
                  <a:pt x="9322" y="7300"/>
                </a:cubicBezTo>
                <a:cubicBezTo>
                  <a:pt x="9482" y="7344"/>
                  <a:pt x="9645" y="7363"/>
                  <a:pt x="9808" y="7363"/>
                </a:cubicBezTo>
                <a:cubicBezTo>
                  <a:pt x="10078" y="7363"/>
                  <a:pt x="10348" y="7310"/>
                  <a:pt x="10606" y="7231"/>
                </a:cubicBezTo>
                <a:cubicBezTo>
                  <a:pt x="11498" y="6959"/>
                  <a:pt x="12280" y="6380"/>
                  <a:pt x="13194" y="6184"/>
                </a:cubicBezTo>
                <a:cubicBezTo>
                  <a:pt x="13322" y="6156"/>
                  <a:pt x="13450" y="6141"/>
                  <a:pt x="13577" y="6141"/>
                </a:cubicBezTo>
                <a:cubicBezTo>
                  <a:pt x="13849" y="6141"/>
                  <a:pt x="14113" y="6211"/>
                  <a:pt x="14347" y="6376"/>
                </a:cubicBezTo>
                <a:cubicBezTo>
                  <a:pt x="14724" y="6643"/>
                  <a:pt x="14907" y="7097"/>
                  <a:pt x="15047" y="7521"/>
                </a:cubicBezTo>
                <a:cubicBezTo>
                  <a:pt x="15341" y="8400"/>
                  <a:pt x="15592" y="9554"/>
                  <a:pt x="16688" y="9709"/>
                </a:cubicBezTo>
                <a:cubicBezTo>
                  <a:pt x="16781" y="9722"/>
                  <a:pt x="16872" y="9728"/>
                  <a:pt x="16961" y="9728"/>
                </a:cubicBezTo>
                <a:cubicBezTo>
                  <a:pt x="18160" y="9728"/>
                  <a:pt x="18967" y="8588"/>
                  <a:pt x="19887" y="7966"/>
                </a:cubicBezTo>
                <a:cubicBezTo>
                  <a:pt x="20301" y="7685"/>
                  <a:pt x="20755" y="7537"/>
                  <a:pt x="21232" y="7537"/>
                </a:cubicBezTo>
                <a:cubicBezTo>
                  <a:pt x="21401" y="7537"/>
                  <a:pt x="21572" y="7556"/>
                  <a:pt x="21746" y="7593"/>
                </a:cubicBezTo>
                <a:cubicBezTo>
                  <a:pt x="22408" y="7736"/>
                  <a:pt x="23015" y="8087"/>
                  <a:pt x="23550" y="8494"/>
                </a:cubicBezTo>
                <a:cubicBezTo>
                  <a:pt x="24053" y="8876"/>
                  <a:pt x="24539" y="9361"/>
                  <a:pt x="25189" y="9466"/>
                </a:cubicBezTo>
                <a:cubicBezTo>
                  <a:pt x="25284" y="9481"/>
                  <a:pt x="25378" y="9489"/>
                  <a:pt x="25473" y="9489"/>
                </a:cubicBezTo>
                <a:cubicBezTo>
                  <a:pt x="26024" y="9489"/>
                  <a:pt x="26554" y="9240"/>
                  <a:pt x="26991" y="8910"/>
                </a:cubicBezTo>
                <a:cubicBezTo>
                  <a:pt x="27838" y="8271"/>
                  <a:pt x="28376" y="7319"/>
                  <a:pt x="28611" y="6292"/>
                </a:cubicBezTo>
                <a:cubicBezTo>
                  <a:pt x="28851" y="5239"/>
                  <a:pt x="28800" y="4124"/>
                  <a:pt x="28525" y="3084"/>
                </a:cubicBezTo>
                <a:cubicBezTo>
                  <a:pt x="28226" y="1958"/>
                  <a:pt x="27654" y="694"/>
                  <a:pt x="26488" y="261"/>
                </a:cubicBezTo>
                <a:cubicBezTo>
                  <a:pt x="26074" y="106"/>
                  <a:pt x="25631" y="64"/>
                  <a:pt x="25188" y="64"/>
                </a:cubicBezTo>
                <a:cubicBezTo>
                  <a:pt x="24971" y="64"/>
                  <a:pt x="24753" y="74"/>
                  <a:pt x="24540" y="86"/>
                </a:cubicBezTo>
                <a:cubicBezTo>
                  <a:pt x="23776" y="131"/>
                  <a:pt x="23013" y="188"/>
                  <a:pt x="22250" y="248"/>
                </a:cubicBezTo>
                <a:cubicBezTo>
                  <a:pt x="20720" y="367"/>
                  <a:pt x="19190" y="503"/>
                  <a:pt x="17661" y="628"/>
                </a:cubicBezTo>
                <a:cubicBezTo>
                  <a:pt x="15187" y="828"/>
                  <a:pt x="12704" y="996"/>
                  <a:pt x="10221" y="996"/>
                </a:cubicBezTo>
                <a:cubicBezTo>
                  <a:pt x="9649" y="996"/>
                  <a:pt x="9077" y="987"/>
                  <a:pt x="8505" y="967"/>
                </a:cubicBezTo>
                <a:cubicBezTo>
                  <a:pt x="6985" y="916"/>
                  <a:pt x="5467" y="790"/>
                  <a:pt x="3966" y="555"/>
                </a:cubicBezTo>
                <a:cubicBezTo>
                  <a:pt x="3209" y="436"/>
                  <a:pt x="2459" y="290"/>
                  <a:pt x="1714" y="116"/>
                </a:cubicBezTo>
                <a:cubicBezTo>
                  <a:pt x="1493" y="64"/>
                  <a:pt x="1211" y="0"/>
                  <a:pt x="943" y="0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4" name="Google Shape;924;p36"/>
          <p:cNvSpPr/>
          <p:nvPr/>
        </p:nvSpPr>
        <p:spPr>
          <a:xfrm rot="-5400000">
            <a:off x="6969937" y="2674579"/>
            <a:ext cx="2232185" cy="3184906"/>
          </a:xfrm>
          <a:custGeom>
            <a:rect b="b" l="l" r="r" t="t"/>
            <a:pathLst>
              <a:path extrusionOk="0" h="20886" w="14638">
                <a:moveTo>
                  <a:pt x="3191" y="1"/>
                </a:moveTo>
                <a:cubicBezTo>
                  <a:pt x="2885" y="1"/>
                  <a:pt x="2576" y="81"/>
                  <a:pt x="2295" y="191"/>
                </a:cubicBezTo>
                <a:cubicBezTo>
                  <a:pt x="1899" y="349"/>
                  <a:pt x="1532" y="564"/>
                  <a:pt x="1185" y="809"/>
                </a:cubicBezTo>
                <a:cubicBezTo>
                  <a:pt x="1218" y="721"/>
                  <a:pt x="1252" y="633"/>
                  <a:pt x="1287" y="547"/>
                </a:cubicBezTo>
                <a:cubicBezTo>
                  <a:pt x="1332" y="438"/>
                  <a:pt x="1242" y="367"/>
                  <a:pt x="1149" y="367"/>
                </a:cubicBezTo>
                <a:cubicBezTo>
                  <a:pt x="1089" y="367"/>
                  <a:pt x="1027" y="397"/>
                  <a:pt x="998" y="467"/>
                </a:cubicBezTo>
                <a:cubicBezTo>
                  <a:pt x="147" y="2564"/>
                  <a:pt x="0" y="4857"/>
                  <a:pt x="71" y="7096"/>
                </a:cubicBezTo>
                <a:cubicBezTo>
                  <a:pt x="107" y="8264"/>
                  <a:pt x="200" y="9428"/>
                  <a:pt x="285" y="10592"/>
                </a:cubicBezTo>
                <a:cubicBezTo>
                  <a:pt x="378" y="11838"/>
                  <a:pt x="471" y="13083"/>
                  <a:pt x="565" y="14328"/>
                </a:cubicBezTo>
                <a:cubicBezTo>
                  <a:pt x="660" y="15573"/>
                  <a:pt x="755" y="16818"/>
                  <a:pt x="852" y="18063"/>
                </a:cubicBezTo>
                <a:cubicBezTo>
                  <a:pt x="895" y="18617"/>
                  <a:pt x="909" y="19183"/>
                  <a:pt x="997" y="19731"/>
                </a:cubicBezTo>
                <a:cubicBezTo>
                  <a:pt x="1063" y="20137"/>
                  <a:pt x="1227" y="20580"/>
                  <a:pt x="1623" y="20768"/>
                </a:cubicBezTo>
                <a:cubicBezTo>
                  <a:pt x="1853" y="20878"/>
                  <a:pt x="2108" y="20885"/>
                  <a:pt x="2359" y="20885"/>
                </a:cubicBezTo>
                <a:cubicBezTo>
                  <a:pt x="2678" y="20885"/>
                  <a:pt x="2997" y="20884"/>
                  <a:pt x="3315" y="20883"/>
                </a:cubicBezTo>
                <a:cubicBezTo>
                  <a:pt x="3934" y="20882"/>
                  <a:pt x="4551" y="20881"/>
                  <a:pt x="5168" y="20880"/>
                </a:cubicBezTo>
                <a:cubicBezTo>
                  <a:pt x="6413" y="20878"/>
                  <a:pt x="7658" y="20875"/>
                  <a:pt x="8904" y="20873"/>
                </a:cubicBezTo>
                <a:cubicBezTo>
                  <a:pt x="8946" y="20873"/>
                  <a:pt x="8987" y="20873"/>
                  <a:pt x="9029" y="20873"/>
                </a:cubicBezTo>
                <a:cubicBezTo>
                  <a:pt x="9733" y="20873"/>
                  <a:pt x="10440" y="20882"/>
                  <a:pt x="11147" y="20882"/>
                </a:cubicBezTo>
                <a:cubicBezTo>
                  <a:pt x="11621" y="20882"/>
                  <a:pt x="12096" y="20878"/>
                  <a:pt x="12569" y="20863"/>
                </a:cubicBezTo>
                <a:cubicBezTo>
                  <a:pt x="13054" y="20848"/>
                  <a:pt x="13560" y="20768"/>
                  <a:pt x="13928" y="20425"/>
                </a:cubicBezTo>
                <a:cubicBezTo>
                  <a:pt x="14266" y="20112"/>
                  <a:pt x="14409" y="19650"/>
                  <a:pt x="14479" y="19208"/>
                </a:cubicBezTo>
                <a:cubicBezTo>
                  <a:pt x="14615" y="18346"/>
                  <a:pt x="14637" y="17435"/>
                  <a:pt x="14556" y="16567"/>
                </a:cubicBezTo>
                <a:cubicBezTo>
                  <a:pt x="14480" y="15744"/>
                  <a:pt x="14290" y="14898"/>
                  <a:pt x="13827" y="14200"/>
                </a:cubicBezTo>
                <a:cubicBezTo>
                  <a:pt x="13606" y="13867"/>
                  <a:pt x="13329" y="13578"/>
                  <a:pt x="13000" y="13350"/>
                </a:cubicBezTo>
                <a:cubicBezTo>
                  <a:pt x="12618" y="13086"/>
                  <a:pt x="12175" y="12928"/>
                  <a:pt x="11727" y="12811"/>
                </a:cubicBezTo>
                <a:cubicBezTo>
                  <a:pt x="10841" y="12580"/>
                  <a:pt x="9808" y="12500"/>
                  <a:pt x="9119" y="11827"/>
                </a:cubicBezTo>
                <a:cubicBezTo>
                  <a:pt x="8381" y="11106"/>
                  <a:pt x="8246" y="10000"/>
                  <a:pt x="8306" y="9020"/>
                </a:cubicBezTo>
                <a:cubicBezTo>
                  <a:pt x="8344" y="8404"/>
                  <a:pt x="8449" y="7795"/>
                  <a:pt x="8518" y="7181"/>
                </a:cubicBezTo>
                <a:cubicBezTo>
                  <a:pt x="8574" y="6676"/>
                  <a:pt x="8621" y="6136"/>
                  <a:pt x="8417" y="5654"/>
                </a:cubicBezTo>
                <a:cubicBezTo>
                  <a:pt x="7771" y="4140"/>
                  <a:pt x="5341" y="4868"/>
                  <a:pt x="4856" y="3246"/>
                </a:cubicBezTo>
                <a:cubicBezTo>
                  <a:pt x="4619" y="2457"/>
                  <a:pt x="4843" y="1582"/>
                  <a:pt x="4492" y="818"/>
                </a:cubicBezTo>
                <a:cubicBezTo>
                  <a:pt x="4321" y="450"/>
                  <a:pt x="3993" y="161"/>
                  <a:pt x="3598" y="53"/>
                </a:cubicBezTo>
                <a:cubicBezTo>
                  <a:pt x="3465" y="17"/>
                  <a:pt x="3328" y="1"/>
                  <a:pt x="3191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5" name="Google Shape;925;p36"/>
          <p:cNvGrpSpPr/>
          <p:nvPr/>
        </p:nvGrpSpPr>
        <p:grpSpPr>
          <a:xfrm flipH="1" rot="4500055">
            <a:off x="7844283" y="254147"/>
            <a:ext cx="359746" cy="325869"/>
            <a:chOff x="1640475" y="1197075"/>
            <a:chExt cx="55475" cy="50250"/>
          </a:xfrm>
        </p:grpSpPr>
        <p:sp>
          <p:nvSpPr>
            <p:cNvPr id="926" name="Google Shape;926;p3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3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3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9" name="Google Shape;929;p36"/>
          <p:cNvSpPr/>
          <p:nvPr/>
        </p:nvSpPr>
        <p:spPr>
          <a:xfrm rot="2184189">
            <a:off x="279838" y="373805"/>
            <a:ext cx="848090" cy="171654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0" name="Google Shape;930;p36"/>
          <p:cNvSpPr/>
          <p:nvPr/>
        </p:nvSpPr>
        <p:spPr>
          <a:xfrm flipH="1" rot="-1799715">
            <a:off x="482902" y="3875018"/>
            <a:ext cx="970034" cy="22723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1" name="Google Shape;931;p36"/>
          <p:cNvGrpSpPr/>
          <p:nvPr/>
        </p:nvGrpSpPr>
        <p:grpSpPr>
          <a:xfrm flipH="1" rot="159">
            <a:off x="908765" y="1401421"/>
            <a:ext cx="239902" cy="217311"/>
            <a:chOff x="1640475" y="1197075"/>
            <a:chExt cx="55475" cy="50250"/>
          </a:xfrm>
        </p:grpSpPr>
        <p:sp>
          <p:nvSpPr>
            <p:cNvPr id="932" name="Google Shape;932;p3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3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3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5" name="Google Shape;935;p36"/>
          <p:cNvSpPr/>
          <p:nvPr/>
        </p:nvSpPr>
        <p:spPr>
          <a:xfrm flipH="1" rot="-899905">
            <a:off x="8401820" y="459933"/>
            <a:ext cx="424434" cy="627506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6" name="Google Shape;936;p36"/>
          <p:cNvSpPr/>
          <p:nvPr/>
        </p:nvSpPr>
        <p:spPr>
          <a:xfrm flipH="1" rot="-7288838">
            <a:off x="1110752" y="4333846"/>
            <a:ext cx="738535" cy="540314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7" name="Google Shape;937;p36"/>
          <p:cNvGrpSpPr/>
          <p:nvPr/>
        </p:nvGrpSpPr>
        <p:grpSpPr>
          <a:xfrm flipH="1" rot="-425075">
            <a:off x="7748027" y="3735612"/>
            <a:ext cx="359745" cy="325867"/>
            <a:chOff x="1640475" y="1197075"/>
            <a:chExt cx="55475" cy="50250"/>
          </a:xfrm>
        </p:grpSpPr>
        <p:sp>
          <p:nvSpPr>
            <p:cNvPr id="938" name="Google Shape;938;p3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3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3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ive columns ">
  <p:cSld name="TITLE_ONLY_1_1_1">
    <p:spTree>
      <p:nvGrpSpPr>
        <p:cNvPr id="941" name="Shape 9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" name="Google Shape;942;p37"/>
          <p:cNvSpPr txBox="1"/>
          <p:nvPr>
            <p:ph type="title"/>
          </p:nvPr>
        </p:nvSpPr>
        <p:spPr>
          <a:xfrm>
            <a:off x="3307500" y="758950"/>
            <a:ext cx="2529000" cy="48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943" name="Google Shape;943;p37"/>
          <p:cNvSpPr txBox="1"/>
          <p:nvPr>
            <p:ph idx="2" type="title"/>
          </p:nvPr>
        </p:nvSpPr>
        <p:spPr>
          <a:xfrm>
            <a:off x="717839" y="1967473"/>
            <a:ext cx="2218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44" name="Google Shape;944;p37"/>
          <p:cNvSpPr txBox="1"/>
          <p:nvPr>
            <p:ph idx="1" type="subTitle"/>
          </p:nvPr>
        </p:nvSpPr>
        <p:spPr>
          <a:xfrm>
            <a:off x="717839" y="2623513"/>
            <a:ext cx="22185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945" name="Google Shape;945;p37"/>
          <p:cNvSpPr txBox="1"/>
          <p:nvPr>
            <p:ph idx="3" type="title"/>
          </p:nvPr>
        </p:nvSpPr>
        <p:spPr>
          <a:xfrm>
            <a:off x="3462813" y="1967473"/>
            <a:ext cx="2218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46" name="Google Shape;946;p37"/>
          <p:cNvSpPr txBox="1"/>
          <p:nvPr>
            <p:ph idx="4" type="subTitle"/>
          </p:nvPr>
        </p:nvSpPr>
        <p:spPr>
          <a:xfrm>
            <a:off x="3462813" y="2623513"/>
            <a:ext cx="22185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947" name="Google Shape;947;p37"/>
          <p:cNvSpPr txBox="1"/>
          <p:nvPr>
            <p:ph idx="5" type="title"/>
          </p:nvPr>
        </p:nvSpPr>
        <p:spPr>
          <a:xfrm>
            <a:off x="6207787" y="1967473"/>
            <a:ext cx="2218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48" name="Google Shape;948;p37"/>
          <p:cNvSpPr txBox="1"/>
          <p:nvPr>
            <p:ph idx="6" type="subTitle"/>
          </p:nvPr>
        </p:nvSpPr>
        <p:spPr>
          <a:xfrm>
            <a:off x="6207787" y="2623513"/>
            <a:ext cx="22185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949" name="Google Shape;949;p37"/>
          <p:cNvSpPr txBox="1"/>
          <p:nvPr>
            <p:ph idx="7" type="title"/>
          </p:nvPr>
        </p:nvSpPr>
        <p:spPr>
          <a:xfrm>
            <a:off x="2092124" y="3466598"/>
            <a:ext cx="2218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50" name="Google Shape;950;p37"/>
          <p:cNvSpPr txBox="1"/>
          <p:nvPr>
            <p:ph idx="8" type="subTitle"/>
          </p:nvPr>
        </p:nvSpPr>
        <p:spPr>
          <a:xfrm>
            <a:off x="2092124" y="4118667"/>
            <a:ext cx="22185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951" name="Google Shape;951;p37"/>
          <p:cNvSpPr txBox="1"/>
          <p:nvPr>
            <p:ph idx="9" type="title"/>
          </p:nvPr>
        </p:nvSpPr>
        <p:spPr>
          <a:xfrm>
            <a:off x="4833357" y="3466598"/>
            <a:ext cx="2218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52" name="Google Shape;952;p37"/>
          <p:cNvSpPr txBox="1"/>
          <p:nvPr>
            <p:ph idx="13" type="subTitle"/>
          </p:nvPr>
        </p:nvSpPr>
        <p:spPr>
          <a:xfrm>
            <a:off x="4833357" y="4118667"/>
            <a:ext cx="22185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953" name="Google Shape;953;p37"/>
          <p:cNvSpPr/>
          <p:nvPr/>
        </p:nvSpPr>
        <p:spPr>
          <a:xfrm flipH="1" rot="-814670">
            <a:off x="5516115" y="-1653443"/>
            <a:ext cx="3612166" cy="2881720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4" name="Google Shape;954;p37"/>
          <p:cNvSpPr/>
          <p:nvPr/>
        </p:nvSpPr>
        <p:spPr>
          <a:xfrm>
            <a:off x="-991962" y="2798485"/>
            <a:ext cx="2665937" cy="2778151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5" name="Google Shape;955;p37"/>
          <p:cNvSpPr/>
          <p:nvPr/>
        </p:nvSpPr>
        <p:spPr>
          <a:xfrm>
            <a:off x="7170710" y="4092608"/>
            <a:ext cx="3021471" cy="1245429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accen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6" name="Google Shape;956;p37"/>
          <p:cNvSpPr/>
          <p:nvPr/>
        </p:nvSpPr>
        <p:spPr>
          <a:xfrm>
            <a:off x="-1059879" y="-301985"/>
            <a:ext cx="4180419" cy="1127189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7" name="Google Shape;957;p37"/>
          <p:cNvSpPr/>
          <p:nvPr/>
        </p:nvSpPr>
        <p:spPr>
          <a:xfrm>
            <a:off x="1945325" y="2229298"/>
            <a:ext cx="12575" cy="4050"/>
          </a:xfrm>
          <a:custGeom>
            <a:rect b="b" l="l" r="r" t="t"/>
            <a:pathLst>
              <a:path extrusionOk="0" h="162" w="503">
                <a:moveTo>
                  <a:pt x="61" y="0"/>
                </a:moveTo>
                <a:cubicBezTo>
                  <a:pt x="37" y="0"/>
                  <a:pt x="16" y="17"/>
                  <a:pt x="9" y="40"/>
                </a:cubicBezTo>
                <a:cubicBezTo>
                  <a:pt x="1" y="70"/>
                  <a:pt x="18" y="101"/>
                  <a:pt x="47" y="110"/>
                </a:cubicBezTo>
                <a:cubicBezTo>
                  <a:pt x="170" y="145"/>
                  <a:pt x="298" y="162"/>
                  <a:pt x="429" y="162"/>
                </a:cubicBezTo>
                <a:lnTo>
                  <a:pt x="447" y="162"/>
                </a:lnTo>
                <a:cubicBezTo>
                  <a:pt x="478" y="162"/>
                  <a:pt x="503" y="136"/>
                  <a:pt x="502" y="105"/>
                </a:cubicBezTo>
                <a:cubicBezTo>
                  <a:pt x="502" y="78"/>
                  <a:pt x="483" y="50"/>
                  <a:pt x="454" y="50"/>
                </a:cubicBezTo>
                <a:cubicBezTo>
                  <a:pt x="451" y="50"/>
                  <a:pt x="449" y="50"/>
                  <a:pt x="446" y="51"/>
                </a:cubicBezTo>
                <a:cubicBezTo>
                  <a:pt x="442" y="51"/>
                  <a:pt x="438" y="51"/>
                  <a:pt x="435" y="51"/>
                </a:cubicBezTo>
                <a:cubicBezTo>
                  <a:pt x="312" y="51"/>
                  <a:pt x="192" y="35"/>
                  <a:pt x="78" y="3"/>
                </a:cubicBezTo>
                <a:cubicBezTo>
                  <a:pt x="72" y="1"/>
                  <a:pt x="67" y="0"/>
                  <a:pt x="6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8" name="Google Shape;958;p37"/>
          <p:cNvSpPr/>
          <p:nvPr/>
        </p:nvSpPr>
        <p:spPr>
          <a:xfrm>
            <a:off x="2178925" y="1689425"/>
            <a:ext cx="10925" cy="8600"/>
          </a:xfrm>
          <a:custGeom>
            <a:rect b="b" l="l" r="r" t="t"/>
            <a:pathLst>
              <a:path extrusionOk="0" h="344" w="437">
                <a:moveTo>
                  <a:pt x="63" y="0"/>
                </a:moveTo>
                <a:cubicBezTo>
                  <a:pt x="45" y="0"/>
                  <a:pt x="28" y="9"/>
                  <a:pt x="17" y="25"/>
                </a:cubicBezTo>
                <a:cubicBezTo>
                  <a:pt x="0" y="49"/>
                  <a:pt x="6" y="85"/>
                  <a:pt x="32" y="102"/>
                </a:cubicBezTo>
                <a:cubicBezTo>
                  <a:pt x="137" y="173"/>
                  <a:pt x="240" y="250"/>
                  <a:pt x="340" y="332"/>
                </a:cubicBezTo>
                <a:cubicBezTo>
                  <a:pt x="350" y="340"/>
                  <a:pt x="362" y="343"/>
                  <a:pt x="375" y="343"/>
                </a:cubicBezTo>
                <a:cubicBezTo>
                  <a:pt x="391" y="343"/>
                  <a:pt x="407" y="337"/>
                  <a:pt x="418" y="323"/>
                </a:cubicBezTo>
                <a:cubicBezTo>
                  <a:pt x="437" y="299"/>
                  <a:pt x="434" y="264"/>
                  <a:pt x="410" y="245"/>
                </a:cubicBezTo>
                <a:cubicBezTo>
                  <a:pt x="308" y="162"/>
                  <a:pt x="202" y="83"/>
                  <a:pt x="94" y="10"/>
                </a:cubicBezTo>
                <a:cubicBezTo>
                  <a:pt x="84" y="4"/>
                  <a:pt x="74" y="0"/>
                  <a:pt x="6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9" name="Google Shape;959;p37"/>
          <p:cNvSpPr/>
          <p:nvPr/>
        </p:nvSpPr>
        <p:spPr>
          <a:xfrm rot="-906775">
            <a:off x="1981288" y="-38901"/>
            <a:ext cx="605796" cy="14193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0" name="Google Shape;960;p37"/>
          <p:cNvGrpSpPr/>
          <p:nvPr/>
        </p:nvGrpSpPr>
        <p:grpSpPr>
          <a:xfrm rot="-5400000">
            <a:off x="1204838" y="3630002"/>
            <a:ext cx="221772" cy="200884"/>
            <a:chOff x="1640475" y="1197075"/>
            <a:chExt cx="55475" cy="50250"/>
          </a:xfrm>
        </p:grpSpPr>
        <p:sp>
          <p:nvSpPr>
            <p:cNvPr id="961" name="Google Shape;961;p3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3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3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4" name="Google Shape;964;p37"/>
          <p:cNvSpPr/>
          <p:nvPr/>
        </p:nvSpPr>
        <p:spPr>
          <a:xfrm rot="9965797">
            <a:off x="-506318" y="3859694"/>
            <a:ext cx="993864" cy="1557213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5" name="Google Shape;965;p37"/>
          <p:cNvGrpSpPr/>
          <p:nvPr/>
        </p:nvGrpSpPr>
        <p:grpSpPr>
          <a:xfrm rot="-6145098">
            <a:off x="600862" y="611712"/>
            <a:ext cx="433642" cy="392824"/>
            <a:chOff x="1640475" y="1197075"/>
            <a:chExt cx="55475" cy="50250"/>
          </a:xfrm>
        </p:grpSpPr>
        <p:sp>
          <p:nvSpPr>
            <p:cNvPr id="966" name="Google Shape;966;p3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3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3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" name="Google Shape;969;p37"/>
          <p:cNvGrpSpPr/>
          <p:nvPr/>
        </p:nvGrpSpPr>
        <p:grpSpPr>
          <a:xfrm rot="-5400000">
            <a:off x="7689117" y="1059184"/>
            <a:ext cx="244822" cy="221773"/>
            <a:chOff x="1640475" y="1197075"/>
            <a:chExt cx="55475" cy="50250"/>
          </a:xfrm>
        </p:grpSpPr>
        <p:sp>
          <p:nvSpPr>
            <p:cNvPr id="970" name="Google Shape;970;p3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3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3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3" name="Google Shape;973;p37"/>
          <p:cNvSpPr/>
          <p:nvPr/>
        </p:nvSpPr>
        <p:spPr>
          <a:xfrm rot="-308323">
            <a:off x="8739717" y="3492310"/>
            <a:ext cx="580167" cy="13591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4" name="Google Shape;974;p37"/>
          <p:cNvGrpSpPr/>
          <p:nvPr/>
        </p:nvGrpSpPr>
        <p:grpSpPr>
          <a:xfrm rot="-5400000">
            <a:off x="8015649" y="4087110"/>
            <a:ext cx="221772" cy="200884"/>
            <a:chOff x="1640475" y="1197075"/>
            <a:chExt cx="55475" cy="50250"/>
          </a:xfrm>
        </p:grpSpPr>
        <p:sp>
          <p:nvSpPr>
            <p:cNvPr id="975" name="Google Shape;975;p3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3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3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8" name="Google Shape;978;p37"/>
          <p:cNvSpPr/>
          <p:nvPr/>
        </p:nvSpPr>
        <p:spPr>
          <a:xfrm>
            <a:off x="2745450" y="869432"/>
            <a:ext cx="721675" cy="481582"/>
          </a:xfrm>
          <a:custGeom>
            <a:rect b="b" l="l" r="r" t="t"/>
            <a:pathLst>
              <a:path extrusionOk="0" h="21632" w="32413">
                <a:moveTo>
                  <a:pt x="20115" y="0"/>
                </a:moveTo>
                <a:lnTo>
                  <a:pt x="1524" y="853"/>
                </a:lnTo>
                <a:lnTo>
                  <a:pt x="10262" y="9947"/>
                </a:lnTo>
                <a:lnTo>
                  <a:pt x="5560" y="16290"/>
                </a:lnTo>
                <a:lnTo>
                  <a:pt x="0" y="21632"/>
                </a:lnTo>
                <a:lnTo>
                  <a:pt x="32413" y="21226"/>
                </a:lnTo>
              </a:path>
            </a:pathLst>
          </a:custGeom>
          <a:solidFill>
            <a:schemeClr val="accent2"/>
          </a:solidFill>
          <a:ln cap="flat" cmpd="sng" w="9525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sp>
      <p:sp>
        <p:nvSpPr>
          <p:cNvPr id="979" name="Google Shape;979;p37"/>
          <p:cNvSpPr/>
          <p:nvPr/>
        </p:nvSpPr>
        <p:spPr>
          <a:xfrm>
            <a:off x="3226196" y="1224341"/>
            <a:ext cx="256226" cy="108552"/>
          </a:xfrm>
          <a:custGeom>
            <a:rect b="b" l="l" r="r" t="t"/>
            <a:pathLst>
              <a:path extrusionOk="0" h="4876" w="11508">
                <a:moveTo>
                  <a:pt x="0" y="203"/>
                </a:moveTo>
                <a:lnTo>
                  <a:pt x="11508" y="4876"/>
                </a:lnTo>
                <a:lnTo>
                  <a:pt x="1138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980" name="Google Shape;980;p37"/>
          <p:cNvSpPr/>
          <p:nvPr/>
        </p:nvSpPr>
        <p:spPr>
          <a:xfrm>
            <a:off x="5780214" y="1217239"/>
            <a:ext cx="211696" cy="133753"/>
          </a:xfrm>
          <a:custGeom>
            <a:rect b="b" l="l" r="r" t="t"/>
            <a:pathLst>
              <a:path extrusionOk="0" h="6008" w="9508">
                <a:moveTo>
                  <a:pt x="9508" y="365"/>
                </a:moveTo>
                <a:lnTo>
                  <a:pt x="0" y="6008"/>
                </a:lnTo>
                <a:lnTo>
                  <a:pt x="26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eight columns">
  <p:cSld name="TITLE_ONLY_1_1_2_2_2">
    <p:spTree>
      <p:nvGrpSpPr>
        <p:cNvPr id="981" name="Shape 9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2" name="Google Shape;982;p38"/>
          <p:cNvSpPr txBox="1"/>
          <p:nvPr>
            <p:ph type="title"/>
          </p:nvPr>
        </p:nvSpPr>
        <p:spPr>
          <a:xfrm>
            <a:off x="3307500" y="758952"/>
            <a:ext cx="25290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983" name="Google Shape;983;p38"/>
          <p:cNvSpPr txBox="1"/>
          <p:nvPr>
            <p:ph idx="1" type="subTitle"/>
          </p:nvPr>
        </p:nvSpPr>
        <p:spPr>
          <a:xfrm>
            <a:off x="794525" y="2644700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984" name="Google Shape;984;p38"/>
          <p:cNvSpPr txBox="1"/>
          <p:nvPr>
            <p:ph hasCustomPrompt="1" idx="2" type="title"/>
          </p:nvPr>
        </p:nvSpPr>
        <p:spPr>
          <a:xfrm>
            <a:off x="864125" y="1914197"/>
            <a:ext cx="13584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985" name="Google Shape;985;p38"/>
          <p:cNvSpPr txBox="1"/>
          <p:nvPr>
            <p:ph idx="3" type="subTitle"/>
          </p:nvPr>
        </p:nvSpPr>
        <p:spPr>
          <a:xfrm>
            <a:off x="2813646" y="2644700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986" name="Google Shape;986;p38"/>
          <p:cNvSpPr txBox="1"/>
          <p:nvPr>
            <p:ph hasCustomPrompt="1" idx="4" type="title"/>
          </p:nvPr>
        </p:nvSpPr>
        <p:spPr>
          <a:xfrm>
            <a:off x="2883246" y="1914197"/>
            <a:ext cx="13584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987" name="Google Shape;987;p38"/>
          <p:cNvSpPr txBox="1"/>
          <p:nvPr>
            <p:ph idx="5" type="subTitle"/>
          </p:nvPr>
        </p:nvSpPr>
        <p:spPr>
          <a:xfrm>
            <a:off x="4832750" y="2644700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988" name="Google Shape;988;p38"/>
          <p:cNvSpPr txBox="1"/>
          <p:nvPr>
            <p:ph hasCustomPrompt="1" idx="6" type="title"/>
          </p:nvPr>
        </p:nvSpPr>
        <p:spPr>
          <a:xfrm>
            <a:off x="4902350" y="1914197"/>
            <a:ext cx="13584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989" name="Google Shape;989;p38"/>
          <p:cNvSpPr txBox="1"/>
          <p:nvPr>
            <p:ph idx="7" type="subTitle"/>
          </p:nvPr>
        </p:nvSpPr>
        <p:spPr>
          <a:xfrm>
            <a:off x="6851846" y="2644700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990" name="Google Shape;990;p38"/>
          <p:cNvSpPr txBox="1"/>
          <p:nvPr>
            <p:ph hasCustomPrompt="1" idx="8" type="title"/>
          </p:nvPr>
        </p:nvSpPr>
        <p:spPr>
          <a:xfrm>
            <a:off x="6921446" y="1914197"/>
            <a:ext cx="13584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991" name="Google Shape;991;p38"/>
          <p:cNvSpPr txBox="1"/>
          <p:nvPr>
            <p:ph idx="9" type="subTitle"/>
          </p:nvPr>
        </p:nvSpPr>
        <p:spPr>
          <a:xfrm>
            <a:off x="794525" y="41579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992" name="Google Shape;992;p38"/>
          <p:cNvSpPr txBox="1"/>
          <p:nvPr>
            <p:ph hasCustomPrompt="1" idx="13" type="title"/>
          </p:nvPr>
        </p:nvSpPr>
        <p:spPr>
          <a:xfrm>
            <a:off x="927275" y="3411265"/>
            <a:ext cx="12321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993" name="Google Shape;993;p38"/>
          <p:cNvSpPr txBox="1"/>
          <p:nvPr>
            <p:ph idx="14" type="subTitle"/>
          </p:nvPr>
        </p:nvSpPr>
        <p:spPr>
          <a:xfrm>
            <a:off x="2813646" y="41579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994" name="Google Shape;994;p38"/>
          <p:cNvSpPr txBox="1"/>
          <p:nvPr>
            <p:ph hasCustomPrompt="1" idx="15" type="title"/>
          </p:nvPr>
        </p:nvSpPr>
        <p:spPr>
          <a:xfrm>
            <a:off x="2883246" y="3411265"/>
            <a:ext cx="13584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995" name="Google Shape;995;p38"/>
          <p:cNvSpPr txBox="1"/>
          <p:nvPr>
            <p:ph idx="16" type="subTitle"/>
          </p:nvPr>
        </p:nvSpPr>
        <p:spPr>
          <a:xfrm>
            <a:off x="4832750" y="41579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996" name="Google Shape;996;p38"/>
          <p:cNvSpPr txBox="1"/>
          <p:nvPr>
            <p:ph hasCustomPrompt="1" idx="17" type="title"/>
          </p:nvPr>
        </p:nvSpPr>
        <p:spPr>
          <a:xfrm>
            <a:off x="4902350" y="3411265"/>
            <a:ext cx="13584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997" name="Google Shape;997;p38"/>
          <p:cNvSpPr txBox="1"/>
          <p:nvPr>
            <p:ph idx="18" type="subTitle"/>
          </p:nvPr>
        </p:nvSpPr>
        <p:spPr>
          <a:xfrm>
            <a:off x="6851846" y="41579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998" name="Google Shape;998;p38"/>
          <p:cNvSpPr txBox="1"/>
          <p:nvPr>
            <p:ph hasCustomPrompt="1" idx="19" type="title"/>
          </p:nvPr>
        </p:nvSpPr>
        <p:spPr>
          <a:xfrm>
            <a:off x="6921446" y="3411265"/>
            <a:ext cx="13584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999" name="Google Shape;999;p38"/>
          <p:cNvSpPr/>
          <p:nvPr/>
        </p:nvSpPr>
        <p:spPr>
          <a:xfrm rot="10800000">
            <a:off x="-381578" y="4046440"/>
            <a:ext cx="2673716" cy="1310885"/>
          </a:xfrm>
          <a:custGeom>
            <a:rect b="b" l="l" r="r" t="t"/>
            <a:pathLst>
              <a:path extrusionOk="0" h="8220" w="16766">
                <a:moveTo>
                  <a:pt x="16619" y="0"/>
                </a:moveTo>
                <a:lnTo>
                  <a:pt x="1" y="306"/>
                </a:lnTo>
                <a:cubicBezTo>
                  <a:pt x="61" y="421"/>
                  <a:pt x="130" y="530"/>
                  <a:pt x="209" y="629"/>
                </a:cubicBezTo>
                <a:cubicBezTo>
                  <a:pt x="561" y="1077"/>
                  <a:pt x="1090" y="1341"/>
                  <a:pt x="1620" y="1341"/>
                </a:cubicBezTo>
                <a:cubicBezTo>
                  <a:pt x="1653" y="1341"/>
                  <a:pt x="1687" y="1340"/>
                  <a:pt x="1720" y="1338"/>
                </a:cubicBezTo>
                <a:cubicBezTo>
                  <a:pt x="2137" y="1311"/>
                  <a:pt x="2547" y="1128"/>
                  <a:pt x="2959" y="1128"/>
                </a:cubicBezTo>
                <a:cubicBezTo>
                  <a:pt x="3033" y="1128"/>
                  <a:pt x="3106" y="1133"/>
                  <a:pt x="3180" y="1147"/>
                </a:cubicBezTo>
                <a:cubicBezTo>
                  <a:pt x="3277" y="1165"/>
                  <a:pt x="3367" y="1194"/>
                  <a:pt x="3455" y="1233"/>
                </a:cubicBezTo>
                <a:cubicBezTo>
                  <a:pt x="3474" y="1242"/>
                  <a:pt x="3493" y="1250"/>
                  <a:pt x="3511" y="1261"/>
                </a:cubicBezTo>
                <a:lnTo>
                  <a:pt x="3512" y="1261"/>
                </a:lnTo>
                <a:cubicBezTo>
                  <a:pt x="4178" y="1599"/>
                  <a:pt x="4587" y="2502"/>
                  <a:pt x="5216" y="2997"/>
                </a:cubicBezTo>
                <a:cubicBezTo>
                  <a:pt x="5642" y="3331"/>
                  <a:pt x="6137" y="3458"/>
                  <a:pt x="6653" y="3458"/>
                </a:cubicBezTo>
                <a:cubicBezTo>
                  <a:pt x="7281" y="3458"/>
                  <a:pt x="7939" y="3268"/>
                  <a:pt x="8534" y="3032"/>
                </a:cubicBezTo>
                <a:cubicBezTo>
                  <a:pt x="9061" y="2823"/>
                  <a:pt x="9606" y="2582"/>
                  <a:pt x="10155" y="2582"/>
                </a:cubicBezTo>
                <a:cubicBezTo>
                  <a:pt x="10271" y="2582"/>
                  <a:pt x="10386" y="2593"/>
                  <a:pt x="10502" y="2617"/>
                </a:cubicBezTo>
                <a:cubicBezTo>
                  <a:pt x="11491" y="2819"/>
                  <a:pt x="12129" y="3901"/>
                  <a:pt x="12548" y="4929"/>
                </a:cubicBezTo>
                <a:cubicBezTo>
                  <a:pt x="12966" y="5958"/>
                  <a:pt x="13334" y="7102"/>
                  <a:pt x="14165" y="7742"/>
                </a:cubicBezTo>
                <a:cubicBezTo>
                  <a:pt x="14587" y="8068"/>
                  <a:pt x="15094" y="8220"/>
                  <a:pt x="15606" y="8220"/>
                </a:cubicBezTo>
                <a:cubicBezTo>
                  <a:pt x="16002" y="8220"/>
                  <a:pt x="16401" y="8129"/>
                  <a:pt x="16766" y="7956"/>
                </a:cubicBezTo>
                <a:lnTo>
                  <a:pt x="16619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0" name="Google Shape;1000;p38"/>
          <p:cNvSpPr/>
          <p:nvPr/>
        </p:nvSpPr>
        <p:spPr>
          <a:xfrm rot="5400000">
            <a:off x="7309422" y="-859138"/>
            <a:ext cx="1379166" cy="2682086"/>
          </a:xfrm>
          <a:custGeom>
            <a:rect b="b" l="l" r="r" t="t"/>
            <a:pathLst>
              <a:path extrusionOk="0" h="24182" w="12435">
                <a:moveTo>
                  <a:pt x="7995" y="0"/>
                </a:moveTo>
                <a:cubicBezTo>
                  <a:pt x="6753" y="0"/>
                  <a:pt x="5507" y="123"/>
                  <a:pt x="4282" y="305"/>
                </a:cubicBezTo>
                <a:cubicBezTo>
                  <a:pt x="3647" y="400"/>
                  <a:pt x="3014" y="509"/>
                  <a:pt x="2384" y="629"/>
                </a:cubicBezTo>
                <a:cubicBezTo>
                  <a:pt x="1767" y="745"/>
                  <a:pt x="1135" y="843"/>
                  <a:pt x="528" y="997"/>
                </a:cubicBezTo>
                <a:cubicBezTo>
                  <a:pt x="284" y="1059"/>
                  <a:pt x="86" y="1199"/>
                  <a:pt x="44" y="1438"/>
                </a:cubicBezTo>
                <a:cubicBezTo>
                  <a:pt x="1" y="1675"/>
                  <a:pt x="98" y="1906"/>
                  <a:pt x="177" y="2128"/>
                </a:cubicBezTo>
                <a:cubicBezTo>
                  <a:pt x="371" y="2674"/>
                  <a:pt x="529" y="3231"/>
                  <a:pt x="657" y="3795"/>
                </a:cubicBezTo>
                <a:cubicBezTo>
                  <a:pt x="1173" y="6076"/>
                  <a:pt x="1176" y="8421"/>
                  <a:pt x="1157" y="10740"/>
                </a:cubicBezTo>
                <a:cubicBezTo>
                  <a:pt x="1137" y="13166"/>
                  <a:pt x="1119" y="15594"/>
                  <a:pt x="956" y="18015"/>
                </a:cubicBezTo>
                <a:cubicBezTo>
                  <a:pt x="873" y="19227"/>
                  <a:pt x="754" y="20438"/>
                  <a:pt x="578" y="21641"/>
                </a:cubicBezTo>
                <a:cubicBezTo>
                  <a:pt x="533" y="21947"/>
                  <a:pt x="484" y="22253"/>
                  <a:pt x="431" y="22559"/>
                </a:cubicBezTo>
                <a:cubicBezTo>
                  <a:pt x="386" y="22822"/>
                  <a:pt x="322" y="23092"/>
                  <a:pt x="343" y="23359"/>
                </a:cubicBezTo>
                <a:cubicBezTo>
                  <a:pt x="374" y="23781"/>
                  <a:pt x="660" y="24173"/>
                  <a:pt x="1161" y="24181"/>
                </a:cubicBezTo>
                <a:cubicBezTo>
                  <a:pt x="1165" y="24181"/>
                  <a:pt x="1169" y="24181"/>
                  <a:pt x="1173" y="24181"/>
                </a:cubicBezTo>
                <a:cubicBezTo>
                  <a:pt x="1371" y="24181"/>
                  <a:pt x="1540" y="24099"/>
                  <a:pt x="1654" y="23951"/>
                </a:cubicBezTo>
                <a:cubicBezTo>
                  <a:pt x="1675" y="23925"/>
                  <a:pt x="1683" y="23898"/>
                  <a:pt x="1682" y="23874"/>
                </a:cubicBezTo>
                <a:lnTo>
                  <a:pt x="1682" y="23874"/>
                </a:lnTo>
                <a:cubicBezTo>
                  <a:pt x="1847" y="23898"/>
                  <a:pt x="2014" y="23909"/>
                  <a:pt x="2180" y="23909"/>
                </a:cubicBezTo>
                <a:cubicBezTo>
                  <a:pt x="2943" y="23909"/>
                  <a:pt x="3699" y="23667"/>
                  <a:pt x="4311" y="23242"/>
                </a:cubicBezTo>
                <a:cubicBezTo>
                  <a:pt x="4708" y="22966"/>
                  <a:pt x="5045" y="22616"/>
                  <a:pt x="5275" y="22211"/>
                </a:cubicBezTo>
                <a:cubicBezTo>
                  <a:pt x="5529" y="21761"/>
                  <a:pt x="5637" y="21258"/>
                  <a:pt x="5672" y="20756"/>
                </a:cubicBezTo>
                <a:cubicBezTo>
                  <a:pt x="5745" y="19694"/>
                  <a:pt x="5474" y="18600"/>
                  <a:pt x="5753" y="17552"/>
                </a:cubicBezTo>
                <a:cubicBezTo>
                  <a:pt x="5970" y="16734"/>
                  <a:pt x="6573" y="16141"/>
                  <a:pt x="7340" y="15710"/>
                </a:cubicBezTo>
                <a:cubicBezTo>
                  <a:pt x="8075" y="15296"/>
                  <a:pt x="8888" y="15018"/>
                  <a:pt x="9665" y="14682"/>
                </a:cubicBezTo>
                <a:cubicBezTo>
                  <a:pt x="10395" y="14367"/>
                  <a:pt x="11138" y="13992"/>
                  <a:pt x="11650" y="13407"/>
                </a:cubicBezTo>
                <a:cubicBezTo>
                  <a:pt x="12358" y="12597"/>
                  <a:pt x="12435" y="11553"/>
                  <a:pt x="12147" y="10578"/>
                </a:cubicBezTo>
                <a:cubicBezTo>
                  <a:pt x="11808" y="9430"/>
                  <a:pt x="11016" y="8461"/>
                  <a:pt x="10472" y="7396"/>
                </a:cubicBezTo>
                <a:cubicBezTo>
                  <a:pt x="9923" y="6314"/>
                  <a:pt x="9632" y="5096"/>
                  <a:pt x="9791" y="3904"/>
                </a:cubicBezTo>
                <a:cubicBezTo>
                  <a:pt x="9926" y="2896"/>
                  <a:pt x="10412" y="1909"/>
                  <a:pt x="11209" y="1194"/>
                </a:cubicBezTo>
                <a:cubicBezTo>
                  <a:pt x="11406" y="1016"/>
                  <a:pt x="11621" y="858"/>
                  <a:pt x="11854" y="718"/>
                </a:cubicBezTo>
                <a:cubicBezTo>
                  <a:pt x="11960" y="654"/>
                  <a:pt x="11944" y="503"/>
                  <a:pt x="11818" y="468"/>
                </a:cubicBezTo>
                <a:cubicBezTo>
                  <a:pt x="10568" y="132"/>
                  <a:pt x="9284" y="0"/>
                  <a:pt x="7995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1" name="Google Shape;1001;p38"/>
          <p:cNvSpPr/>
          <p:nvPr/>
        </p:nvSpPr>
        <p:spPr>
          <a:xfrm>
            <a:off x="8349439" y="2697046"/>
            <a:ext cx="1497587" cy="2729305"/>
          </a:xfrm>
          <a:custGeom>
            <a:rect b="b" l="l" r="r" t="t"/>
            <a:pathLst>
              <a:path extrusionOk="0" h="26119" w="14332">
                <a:moveTo>
                  <a:pt x="12104" y="0"/>
                </a:moveTo>
                <a:cubicBezTo>
                  <a:pt x="11836" y="0"/>
                  <a:pt x="11579" y="100"/>
                  <a:pt x="11338" y="207"/>
                </a:cubicBezTo>
                <a:cubicBezTo>
                  <a:pt x="11049" y="335"/>
                  <a:pt x="10764" y="475"/>
                  <a:pt x="10478" y="610"/>
                </a:cubicBezTo>
                <a:cubicBezTo>
                  <a:pt x="9890" y="885"/>
                  <a:pt x="9294" y="1149"/>
                  <a:pt x="8713" y="1440"/>
                </a:cubicBezTo>
                <a:cubicBezTo>
                  <a:pt x="8495" y="1549"/>
                  <a:pt x="8298" y="1691"/>
                  <a:pt x="8201" y="1922"/>
                </a:cubicBezTo>
                <a:cubicBezTo>
                  <a:pt x="8095" y="2174"/>
                  <a:pt x="8110" y="2467"/>
                  <a:pt x="8106" y="2735"/>
                </a:cubicBezTo>
                <a:cubicBezTo>
                  <a:pt x="8097" y="3377"/>
                  <a:pt x="8121" y="4019"/>
                  <a:pt x="8176" y="4658"/>
                </a:cubicBezTo>
                <a:cubicBezTo>
                  <a:pt x="8228" y="5277"/>
                  <a:pt x="8331" y="5899"/>
                  <a:pt x="8283" y="6521"/>
                </a:cubicBezTo>
                <a:cubicBezTo>
                  <a:pt x="8242" y="7056"/>
                  <a:pt x="8055" y="7556"/>
                  <a:pt x="7761" y="8004"/>
                </a:cubicBezTo>
                <a:cubicBezTo>
                  <a:pt x="7173" y="8897"/>
                  <a:pt x="6276" y="9476"/>
                  <a:pt x="5434" y="10099"/>
                </a:cubicBezTo>
                <a:cubicBezTo>
                  <a:pt x="5008" y="10415"/>
                  <a:pt x="4600" y="10769"/>
                  <a:pt x="4338" y="11238"/>
                </a:cubicBezTo>
                <a:cubicBezTo>
                  <a:pt x="4078" y="11703"/>
                  <a:pt x="3973" y="12231"/>
                  <a:pt x="3932" y="12758"/>
                </a:cubicBezTo>
                <a:cubicBezTo>
                  <a:pt x="3854" y="13776"/>
                  <a:pt x="4023" y="14819"/>
                  <a:pt x="3717" y="15812"/>
                </a:cubicBezTo>
                <a:cubicBezTo>
                  <a:pt x="3574" y="16273"/>
                  <a:pt x="3319" y="16702"/>
                  <a:pt x="2917" y="16981"/>
                </a:cubicBezTo>
                <a:cubicBezTo>
                  <a:pt x="2489" y="17279"/>
                  <a:pt x="1977" y="17419"/>
                  <a:pt x="1536" y="17694"/>
                </a:cubicBezTo>
                <a:cubicBezTo>
                  <a:pt x="639" y="18252"/>
                  <a:pt x="327" y="19323"/>
                  <a:pt x="152" y="20304"/>
                </a:cubicBezTo>
                <a:cubicBezTo>
                  <a:pt x="48" y="20891"/>
                  <a:pt x="1" y="21500"/>
                  <a:pt x="140" y="22087"/>
                </a:cubicBezTo>
                <a:cubicBezTo>
                  <a:pt x="259" y="22589"/>
                  <a:pt x="523" y="23040"/>
                  <a:pt x="855" y="23429"/>
                </a:cubicBezTo>
                <a:cubicBezTo>
                  <a:pt x="1544" y="24236"/>
                  <a:pt x="3187" y="24329"/>
                  <a:pt x="3333" y="25366"/>
                </a:cubicBezTo>
                <a:cubicBezTo>
                  <a:pt x="3413" y="25937"/>
                  <a:pt x="4213" y="26116"/>
                  <a:pt x="4450" y="26116"/>
                </a:cubicBezTo>
                <a:cubicBezTo>
                  <a:pt x="4499" y="26116"/>
                  <a:pt x="4524" y="26108"/>
                  <a:pt x="4512" y="26094"/>
                </a:cubicBezTo>
                <a:lnTo>
                  <a:pt x="4512" y="26094"/>
                </a:lnTo>
                <a:cubicBezTo>
                  <a:pt x="5752" y="26098"/>
                  <a:pt x="6992" y="26103"/>
                  <a:pt x="8231" y="26108"/>
                </a:cubicBezTo>
                <a:cubicBezTo>
                  <a:pt x="8884" y="26110"/>
                  <a:pt x="9536" y="26113"/>
                  <a:pt x="10188" y="26115"/>
                </a:cubicBezTo>
                <a:cubicBezTo>
                  <a:pt x="10509" y="26116"/>
                  <a:pt x="10831" y="26117"/>
                  <a:pt x="11153" y="26118"/>
                </a:cubicBezTo>
                <a:cubicBezTo>
                  <a:pt x="11181" y="26118"/>
                  <a:pt x="11210" y="26118"/>
                  <a:pt x="11238" y="26118"/>
                </a:cubicBezTo>
                <a:cubicBezTo>
                  <a:pt x="11502" y="26118"/>
                  <a:pt x="11768" y="26112"/>
                  <a:pt x="12030" y="26066"/>
                </a:cubicBezTo>
                <a:cubicBezTo>
                  <a:pt x="12510" y="25980"/>
                  <a:pt x="12981" y="25708"/>
                  <a:pt x="13161" y="25232"/>
                </a:cubicBezTo>
                <a:cubicBezTo>
                  <a:pt x="13200" y="25130"/>
                  <a:pt x="13224" y="25017"/>
                  <a:pt x="13222" y="24907"/>
                </a:cubicBezTo>
                <a:cubicBezTo>
                  <a:pt x="13220" y="24778"/>
                  <a:pt x="13107" y="24687"/>
                  <a:pt x="13042" y="24582"/>
                </a:cubicBezTo>
                <a:cubicBezTo>
                  <a:pt x="12914" y="24378"/>
                  <a:pt x="12829" y="24154"/>
                  <a:pt x="12777" y="23918"/>
                </a:cubicBezTo>
                <a:cubicBezTo>
                  <a:pt x="12667" y="23424"/>
                  <a:pt x="12700" y="22903"/>
                  <a:pt x="12760" y="22402"/>
                </a:cubicBezTo>
                <a:cubicBezTo>
                  <a:pt x="12825" y="21856"/>
                  <a:pt x="12928" y="21313"/>
                  <a:pt x="12991" y="20766"/>
                </a:cubicBezTo>
                <a:cubicBezTo>
                  <a:pt x="13138" y="19498"/>
                  <a:pt x="13165" y="18220"/>
                  <a:pt x="13259" y="16947"/>
                </a:cubicBezTo>
                <a:cubicBezTo>
                  <a:pt x="13306" y="16306"/>
                  <a:pt x="13371" y="15667"/>
                  <a:pt x="13476" y="15033"/>
                </a:cubicBezTo>
                <a:cubicBezTo>
                  <a:pt x="13580" y="14418"/>
                  <a:pt x="13717" y="13809"/>
                  <a:pt x="13850" y="13199"/>
                </a:cubicBezTo>
                <a:cubicBezTo>
                  <a:pt x="14117" y="11977"/>
                  <a:pt x="14332" y="10761"/>
                  <a:pt x="14312" y="9506"/>
                </a:cubicBezTo>
                <a:cubicBezTo>
                  <a:pt x="14292" y="8213"/>
                  <a:pt x="14104" y="6931"/>
                  <a:pt x="14032" y="5641"/>
                </a:cubicBezTo>
                <a:cubicBezTo>
                  <a:pt x="13973" y="4552"/>
                  <a:pt x="14026" y="3448"/>
                  <a:pt x="13821" y="2371"/>
                </a:cubicBezTo>
                <a:cubicBezTo>
                  <a:pt x="13723" y="1854"/>
                  <a:pt x="13559" y="1346"/>
                  <a:pt x="13296" y="889"/>
                </a:cubicBezTo>
                <a:cubicBezTo>
                  <a:pt x="13046" y="456"/>
                  <a:pt x="12681" y="18"/>
                  <a:pt x="12141" y="1"/>
                </a:cubicBezTo>
                <a:cubicBezTo>
                  <a:pt x="12128" y="1"/>
                  <a:pt x="12116" y="0"/>
                  <a:pt x="12104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2" name="Google Shape;1002;p38"/>
          <p:cNvSpPr/>
          <p:nvPr/>
        </p:nvSpPr>
        <p:spPr>
          <a:xfrm rot="8100000">
            <a:off x="-821724" y="-537528"/>
            <a:ext cx="2590333" cy="1991668"/>
          </a:xfrm>
          <a:custGeom>
            <a:rect b="b" l="l" r="r" t="t"/>
            <a:pathLst>
              <a:path extrusionOk="0" h="12489" w="16243">
                <a:moveTo>
                  <a:pt x="3844" y="0"/>
                </a:moveTo>
                <a:cubicBezTo>
                  <a:pt x="3285" y="0"/>
                  <a:pt x="2723" y="148"/>
                  <a:pt x="2228" y="400"/>
                </a:cubicBezTo>
                <a:cubicBezTo>
                  <a:pt x="1280" y="883"/>
                  <a:pt x="590" y="1767"/>
                  <a:pt x="156" y="2720"/>
                </a:cubicBezTo>
                <a:cubicBezTo>
                  <a:pt x="49" y="2956"/>
                  <a:pt x="1" y="3596"/>
                  <a:pt x="54" y="3596"/>
                </a:cubicBezTo>
                <a:cubicBezTo>
                  <a:pt x="57" y="3596"/>
                  <a:pt x="61" y="3593"/>
                  <a:pt x="66" y="3588"/>
                </a:cubicBezTo>
                <a:cubicBezTo>
                  <a:pt x="269" y="4868"/>
                  <a:pt x="1355" y="5759"/>
                  <a:pt x="2294" y="6557"/>
                </a:cubicBezTo>
                <a:cubicBezTo>
                  <a:pt x="3560" y="7632"/>
                  <a:pt x="4723" y="8824"/>
                  <a:pt x="5756" y="10126"/>
                </a:cubicBezTo>
                <a:cubicBezTo>
                  <a:pt x="6340" y="10862"/>
                  <a:pt x="6881" y="11633"/>
                  <a:pt x="7379" y="12430"/>
                </a:cubicBezTo>
                <a:cubicBezTo>
                  <a:pt x="7403" y="12468"/>
                  <a:pt x="7442" y="12488"/>
                  <a:pt x="7481" y="12488"/>
                </a:cubicBezTo>
                <a:cubicBezTo>
                  <a:pt x="7510" y="12488"/>
                  <a:pt x="7539" y="12478"/>
                  <a:pt x="7563" y="12456"/>
                </a:cubicBezTo>
                <a:cubicBezTo>
                  <a:pt x="9372" y="10767"/>
                  <a:pt x="11182" y="9079"/>
                  <a:pt x="12991" y="7391"/>
                </a:cubicBezTo>
                <a:cubicBezTo>
                  <a:pt x="13444" y="6969"/>
                  <a:pt x="13897" y="6547"/>
                  <a:pt x="14348" y="6125"/>
                </a:cubicBezTo>
                <a:cubicBezTo>
                  <a:pt x="14774" y="5728"/>
                  <a:pt x="15224" y="5346"/>
                  <a:pt x="15621" y="4920"/>
                </a:cubicBezTo>
                <a:cubicBezTo>
                  <a:pt x="15956" y="4561"/>
                  <a:pt x="16230" y="4130"/>
                  <a:pt x="16237" y="3625"/>
                </a:cubicBezTo>
                <a:cubicBezTo>
                  <a:pt x="16243" y="3173"/>
                  <a:pt x="16055" y="2737"/>
                  <a:pt x="15772" y="2393"/>
                </a:cubicBezTo>
                <a:cubicBezTo>
                  <a:pt x="15118" y="1597"/>
                  <a:pt x="13969" y="1326"/>
                  <a:pt x="12990" y="1230"/>
                </a:cubicBezTo>
                <a:cubicBezTo>
                  <a:pt x="12782" y="1209"/>
                  <a:pt x="12575" y="1199"/>
                  <a:pt x="12369" y="1199"/>
                </a:cubicBezTo>
                <a:cubicBezTo>
                  <a:pt x="11579" y="1199"/>
                  <a:pt x="10805" y="1344"/>
                  <a:pt x="10046" y="1589"/>
                </a:cubicBezTo>
                <a:cubicBezTo>
                  <a:pt x="9458" y="1779"/>
                  <a:pt x="8842" y="1996"/>
                  <a:pt x="8230" y="1996"/>
                </a:cubicBezTo>
                <a:cubicBezTo>
                  <a:pt x="7924" y="1996"/>
                  <a:pt x="7618" y="1942"/>
                  <a:pt x="7317" y="1801"/>
                </a:cubicBezTo>
                <a:cubicBezTo>
                  <a:pt x="6411" y="1378"/>
                  <a:pt x="5786" y="517"/>
                  <a:pt x="4835" y="170"/>
                </a:cubicBezTo>
                <a:cubicBezTo>
                  <a:pt x="4516" y="54"/>
                  <a:pt x="4181" y="0"/>
                  <a:pt x="3844" y="0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3" name="Google Shape;1003;p38"/>
          <p:cNvGrpSpPr/>
          <p:nvPr/>
        </p:nvGrpSpPr>
        <p:grpSpPr>
          <a:xfrm rot="4499945">
            <a:off x="1435226" y="1133136"/>
            <a:ext cx="215934" cy="195605"/>
            <a:chOff x="1640475" y="1197075"/>
            <a:chExt cx="55475" cy="50250"/>
          </a:xfrm>
        </p:grpSpPr>
        <p:sp>
          <p:nvSpPr>
            <p:cNvPr id="1004" name="Google Shape;1004;p3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3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3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7" name="Google Shape;1007;p38"/>
          <p:cNvSpPr/>
          <p:nvPr/>
        </p:nvSpPr>
        <p:spPr>
          <a:xfrm flipH="1" rot="7610468">
            <a:off x="8662235" y="2889645"/>
            <a:ext cx="545185" cy="12772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8" name="Google Shape;1008;p38"/>
          <p:cNvGrpSpPr/>
          <p:nvPr/>
        </p:nvGrpSpPr>
        <p:grpSpPr>
          <a:xfrm rot="3412103">
            <a:off x="7137581" y="822200"/>
            <a:ext cx="320926" cy="290715"/>
            <a:chOff x="1640475" y="1197075"/>
            <a:chExt cx="55475" cy="50250"/>
          </a:xfrm>
        </p:grpSpPr>
        <p:sp>
          <p:nvSpPr>
            <p:cNvPr id="1009" name="Google Shape;1009;p3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3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3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2" name="Google Shape;1012;p38"/>
          <p:cNvSpPr/>
          <p:nvPr/>
        </p:nvSpPr>
        <p:spPr>
          <a:xfrm rot="3218474">
            <a:off x="2157332" y="4435042"/>
            <a:ext cx="809522" cy="1268427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3" name="Google Shape;1013;p38"/>
          <p:cNvSpPr/>
          <p:nvPr/>
        </p:nvSpPr>
        <p:spPr>
          <a:xfrm flipH="1" rot="7610386">
            <a:off x="2067169" y="10759"/>
            <a:ext cx="864854" cy="20260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3">
    <p:spTree>
      <p:nvGrpSpPr>
        <p:cNvPr id="1014" name="Shape 1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5" name="Google Shape;1015;p39"/>
          <p:cNvSpPr/>
          <p:nvPr/>
        </p:nvSpPr>
        <p:spPr>
          <a:xfrm>
            <a:off x="-215846" y="3590328"/>
            <a:ext cx="3937248" cy="1852861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6" name="Google Shape;1016;p39"/>
          <p:cNvSpPr/>
          <p:nvPr/>
        </p:nvSpPr>
        <p:spPr>
          <a:xfrm>
            <a:off x="-500950" y="-338112"/>
            <a:ext cx="3394487" cy="1873699"/>
          </a:xfrm>
          <a:custGeom>
            <a:rect b="b" l="l" r="r" t="t"/>
            <a:pathLst>
              <a:path extrusionOk="0" h="11330" w="20526">
                <a:moveTo>
                  <a:pt x="12939" y="1"/>
                </a:moveTo>
                <a:cubicBezTo>
                  <a:pt x="11999" y="1"/>
                  <a:pt x="11086" y="167"/>
                  <a:pt x="10169" y="370"/>
                </a:cubicBezTo>
                <a:cubicBezTo>
                  <a:pt x="9691" y="476"/>
                  <a:pt x="9213" y="584"/>
                  <a:pt x="8731" y="667"/>
                </a:cubicBezTo>
                <a:cubicBezTo>
                  <a:pt x="8234" y="750"/>
                  <a:pt x="7732" y="802"/>
                  <a:pt x="7229" y="839"/>
                </a:cubicBezTo>
                <a:cubicBezTo>
                  <a:pt x="6231" y="913"/>
                  <a:pt x="5230" y="935"/>
                  <a:pt x="4235" y="1052"/>
                </a:cubicBezTo>
                <a:cubicBezTo>
                  <a:pt x="3806" y="1102"/>
                  <a:pt x="3380" y="1184"/>
                  <a:pt x="2951" y="1235"/>
                </a:cubicBezTo>
                <a:cubicBezTo>
                  <a:pt x="2746" y="1260"/>
                  <a:pt x="2537" y="1279"/>
                  <a:pt x="2328" y="1279"/>
                </a:cubicBezTo>
                <a:cubicBezTo>
                  <a:pt x="2138" y="1279"/>
                  <a:pt x="1948" y="1263"/>
                  <a:pt x="1762" y="1222"/>
                </a:cubicBezTo>
                <a:cubicBezTo>
                  <a:pt x="1578" y="1180"/>
                  <a:pt x="1402" y="1113"/>
                  <a:pt x="1242" y="1012"/>
                </a:cubicBezTo>
                <a:cubicBezTo>
                  <a:pt x="1161" y="960"/>
                  <a:pt x="1089" y="870"/>
                  <a:pt x="988" y="868"/>
                </a:cubicBezTo>
                <a:cubicBezTo>
                  <a:pt x="985" y="868"/>
                  <a:pt x="983" y="868"/>
                  <a:pt x="981" y="868"/>
                </a:cubicBezTo>
                <a:cubicBezTo>
                  <a:pt x="897" y="868"/>
                  <a:pt x="810" y="887"/>
                  <a:pt x="732" y="917"/>
                </a:cubicBezTo>
                <a:cubicBezTo>
                  <a:pt x="360" y="1060"/>
                  <a:pt x="147" y="1435"/>
                  <a:pt x="79" y="1816"/>
                </a:cubicBezTo>
                <a:cubicBezTo>
                  <a:pt x="38" y="2046"/>
                  <a:pt x="37" y="2279"/>
                  <a:pt x="38" y="2512"/>
                </a:cubicBezTo>
                <a:cubicBezTo>
                  <a:pt x="38" y="2767"/>
                  <a:pt x="39" y="3024"/>
                  <a:pt x="40" y="3279"/>
                </a:cubicBezTo>
                <a:cubicBezTo>
                  <a:pt x="42" y="3797"/>
                  <a:pt x="44" y="4315"/>
                  <a:pt x="46" y="4833"/>
                </a:cubicBezTo>
                <a:cubicBezTo>
                  <a:pt x="50" y="5817"/>
                  <a:pt x="54" y="6803"/>
                  <a:pt x="57" y="7787"/>
                </a:cubicBezTo>
                <a:cubicBezTo>
                  <a:pt x="55" y="7786"/>
                  <a:pt x="54" y="7785"/>
                  <a:pt x="52" y="7785"/>
                </a:cubicBezTo>
                <a:cubicBezTo>
                  <a:pt x="0" y="7785"/>
                  <a:pt x="101" y="8649"/>
                  <a:pt x="628" y="8724"/>
                </a:cubicBezTo>
                <a:cubicBezTo>
                  <a:pt x="1441" y="8840"/>
                  <a:pt x="1514" y="10145"/>
                  <a:pt x="2146" y="10693"/>
                </a:cubicBezTo>
                <a:cubicBezTo>
                  <a:pt x="2452" y="10957"/>
                  <a:pt x="2805" y="11167"/>
                  <a:pt x="3199" y="11261"/>
                </a:cubicBezTo>
                <a:cubicBezTo>
                  <a:pt x="3402" y="11310"/>
                  <a:pt x="3609" y="11330"/>
                  <a:pt x="3816" y="11330"/>
                </a:cubicBezTo>
                <a:cubicBezTo>
                  <a:pt x="4077" y="11330"/>
                  <a:pt x="4340" y="11298"/>
                  <a:pt x="4597" y="11251"/>
                </a:cubicBezTo>
                <a:cubicBezTo>
                  <a:pt x="5367" y="11113"/>
                  <a:pt x="6207" y="10865"/>
                  <a:pt x="6645" y="10152"/>
                </a:cubicBezTo>
                <a:cubicBezTo>
                  <a:pt x="6859" y="9801"/>
                  <a:pt x="6970" y="9395"/>
                  <a:pt x="7203" y="9055"/>
                </a:cubicBezTo>
                <a:cubicBezTo>
                  <a:pt x="7421" y="8736"/>
                  <a:pt x="7758" y="8532"/>
                  <a:pt x="8120" y="8419"/>
                </a:cubicBezTo>
                <a:cubicBezTo>
                  <a:pt x="8559" y="8282"/>
                  <a:pt x="9011" y="8265"/>
                  <a:pt x="9465" y="8265"/>
                </a:cubicBezTo>
                <a:cubicBezTo>
                  <a:pt x="9615" y="8265"/>
                  <a:pt x="9765" y="8267"/>
                  <a:pt x="9915" y="8267"/>
                </a:cubicBezTo>
                <a:cubicBezTo>
                  <a:pt x="10115" y="8267"/>
                  <a:pt x="10316" y="8264"/>
                  <a:pt x="10515" y="8248"/>
                </a:cubicBezTo>
                <a:cubicBezTo>
                  <a:pt x="10927" y="8216"/>
                  <a:pt x="11342" y="8132"/>
                  <a:pt x="11707" y="7927"/>
                </a:cubicBezTo>
                <a:cubicBezTo>
                  <a:pt x="12074" y="7718"/>
                  <a:pt x="12352" y="7394"/>
                  <a:pt x="12600" y="7055"/>
                </a:cubicBezTo>
                <a:cubicBezTo>
                  <a:pt x="13089" y="6385"/>
                  <a:pt x="13543" y="5673"/>
                  <a:pt x="14244" y="5207"/>
                </a:cubicBezTo>
                <a:cubicBezTo>
                  <a:pt x="14594" y="4972"/>
                  <a:pt x="14986" y="4825"/>
                  <a:pt x="15405" y="4792"/>
                </a:cubicBezTo>
                <a:cubicBezTo>
                  <a:pt x="15494" y="4785"/>
                  <a:pt x="15582" y="4782"/>
                  <a:pt x="15670" y="4782"/>
                </a:cubicBezTo>
                <a:cubicBezTo>
                  <a:pt x="16070" y="4782"/>
                  <a:pt x="16469" y="4843"/>
                  <a:pt x="16866" y="4877"/>
                </a:cubicBezTo>
                <a:cubicBezTo>
                  <a:pt x="17302" y="4915"/>
                  <a:pt x="17740" y="4933"/>
                  <a:pt x="18178" y="4933"/>
                </a:cubicBezTo>
                <a:cubicBezTo>
                  <a:pt x="18243" y="4933"/>
                  <a:pt x="18309" y="4933"/>
                  <a:pt x="18374" y="4932"/>
                </a:cubicBezTo>
                <a:cubicBezTo>
                  <a:pt x="18585" y="4929"/>
                  <a:pt x="18814" y="4941"/>
                  <a:pt x="19012" y="4857"/>
                </a:cubicBezTo>
                <a:cubicBezTo>
                  <a:pt x="19193" y="4780"/>
                  <a:pt x="19305" y="4623"/>
                  <a:pt x="19390" y="4450"/>
                </a:cubicBezTo>
                <a:cubicBezTo>
                  <a:pt x="19618" y="3989"/>
                  <a:pt x="19825" y="3515"/>
                  <a:pt x="20041" y="3049"/>
                </a:cubicBezTo>
                <a:cubicBezTo>
                  <a:pt x="20147" y="2821"/>
                  <a:pt x="20256" y="2595"/>
                  <a:pt x="20357" y="2365"/>
                </a:cubicBezTo>
                <a:cubicBezTo>
                  <a:pt x="20444" y="2165"/>
                  <a:pt x="20525" y="1951"/>
                  <a:pt x="20518" y="1728"/>
                </a:cubicBezTo>
                <a:cubicBezTo>
                  <a:pt x="20505" y="1297"/>
                  <a:pt x="20161" y="1008"/>
                  <a:pt x="19822" y="810"/>
                </a:cubicBezTo>
                <a:cubicBezTo>
                  <a:pt x="19463" y="601"/>
                  <a:pt x="19065" y="469"/>
                  <a:pt x="18660" y="392"/>
                </a:cubicBezTo>
                <a:cubicBezTo>
                  <a:pt x="17815" y="229"/>
                  <a:pt x="16950" y="272"/>
                  <a:pt x="16095" y="224"/>
                </a:cubicBezTo>
                <a:cubicBezTo>
                  <a:pt x="15084" y="168"/>
                  <a:pt x="14079" y="19"/>
                  <a:pt x="13065" y="2"/>
                </a:cubicBezTo>
                <a:cubicBezTo>
                  <a:pt x="13023" y="1"/>
                  <a:pt x="12981" y="1"/>
                  <a:pt x="12939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7" name="Google Shape;1017;p39"/>
          <p:cNvSpPr/>
          <p:nvPr/>
        </p:nvSpPr>
        <p:spPr>
          <a:xfrm>
            <a:off x="7494194" y="-264852"/>
            <a:ext cx="2151033" cy="2157317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8" name="Google Shape;1018;p39"/>
          <p:cNvSpPr/>
          <p:nvPr/>
        </p:nvSpPr>
        <p:spPr>
          <a:xfrm>
            <a:off x="5476804" y="4242891"/>
            <a:ext cx="4031181" cy="1424375"/>
          </a:xfrm>
          <a:custGeom>
            <a:rect b="b" l="l" r="r" t="t"/>
            <a:pathLst>
              <a:path extrusionOk="0" h="8613" w="24376">
                <a:moveTo>
                  <a:pt x="12572" y="1"/>
                </a:moveTo>
                <a:cubicBezTo>
                  <a:pt x="11930" y="1"/>
                  <a:pt x="11305" y="137"/>
                  <a:pt x="10778" y="460"/>
                </a:cubicBezTo>
                <a:cubicBezTo>
                  <a:pt x="10193" y="818"/>
                  <a:pt x="9818" y="1341"/>
                  <a:pt x="9503" y="1852"/>
                </a:cubicBezTo>
                <a:cubicBezTo>
                  <a:pt x="9167" y="2398"/>
                  <a:pt x="8889" y="2969"/>
                  <a:pt x="8475" y="3485"/>
                </a:cubicBezTo>
                <a:cubicBezTo>
                  <a:pt x="8044" y="4023"/>
                  <a:pt x="7451" y="4445"/>
                  <a:pt x="6633" y="4599"/>
                </a:cubicBezTo>
                <a:cubicBezTo>
                  <a:pt x="6259" y="4669"/>
                  <a:pt x="5879" y="4690"/>
                  <a:pt x="5496" y="4690"/>
                </a:cubicBezTo>
                <a:cubicBezTo>
                  <a:pt x="4945" y="4690"/>
                  <a:pt x="4388" y="4646"/>
                  <a:pt x="3837" y="4646"/>
                </a:cubicBezTo>
                <a:cubicBezTo>
                  <a:pt x="3701" y="4646"/>
                  <a:pt x="3564" y="4649"/>
                  <a:pt x="3429" y="4656"/>
                </a:cubicBezTo>
                <a:cubicBezTo>
                  <a:pt x="2927" y="4680"/>
                  <a:pt x="2424" y="4755"/>
                  <a:pt x="1974" y="4934"/>
                </a:cubicBezTo>
                <a:cubicBezTo>
                  <a:pt x="1568" y="5095"/>
                  <a:pt x="1218" y="5332"/>
                  <a:pt x="943" y="5611"/>
                </a:cubicBezTo>
                <a:cubicBezTo>
                  <a:pt x="425" y="6133"/>
                  <a:pt x="179" y="6806"/>
                  <a:pt x="311" y="7456"/>
                </a:cubicBezTo>
                <a:cubicBezTo>
                  <a:pt x="309" y="7456"/>
                  <a:pt x="307" y="7456"/>
                  <a:pt x="305" y="7456"/>
                </a:cubicBezTo>
                <a:cubicBezTo>
                  <a:pt x="282" y="7456"/>
                  <a:pt x="258" y="7461"/>
                  <a:pt x="234" y="7475"/>
                </a:cubicBezTo>
                <a:cubicBezTo>
                  <a:pt x="83" y="7556"/>
                  <a:pt x="1" y="7677"/>
                  <a:pt x="4" y="7821"/>
                </a:cubicBezTo>
                <a:cubicBezTo>
                  <a:pt x="12" y="8172"/>
                  <a:pt x="404" y="8373"/>
                  <a:pt x="826" y="8396"/>
                </a:cubicBezTo>
                <a:cubicBezTo>
                  <a:pt x="860" y="8398"/>
                  <a:pt x="894" y="8399"/>
                  <a:pt x="929" y="8399"/>
                </a:cubicBezTo>
                <a:cubicBezTo>
                  <a:pt x="1162" y="8399"/>
                  <a:pt x="1397" y="8361"/>
                  <a:pt x="1626" y="8334"/>
                </a:cubicBezTo>
                <a:cubicBezTo>
                  <a:pt x="1931" y="8297"/>
                  <a:pt x="2238" y="8262"/>
                  <a:pt x="2544" y="8230"/>
                </a:cubicBezTo>
                <a:cubicBezTo>
                  <a:pt x="3747" y="8107"/>
                  <a:pt x="4958" y="8023"/>
                  <a:pt x="6170" y="7965"/>
                </a:cubicBezTo>
                <a:cubicBezTo>
                  <a:pt x="8591" y="7850"/>
                  <a:pt x="11019" y="7838"/>
                  <a:pt x="13445" y="7824"/>
                </a:cubicBezTo>
                <a:cubicBezTo>
                  <a:pt x="13813" y="7822"/>
                  <a:pt x="14182" y="7820"/>
                  <a:pt x="14552" y="7820"/>
                </a:cubicBezTo>
                <a:cubicBezTo>
                  <a:pt x="16507" y="7820"/>
                  <a:pt x="18472" y="7870"/>
                  <a:pt x="20390" y="8174"/>
                </a:cubicBezTo>
                <a:cubicBezTo>
                  <a:pt x="20952" y="8264"/>
                  <a:pt x="21511" y="8375"/>
                  <a:pt x="22057" y="8512"/>
                </a:cubicBezTo>
                <a:cubicBezTo>
                  <a:pt x="22240" y="8558"/>
                  <a:pt x="22430" y="8612"/>
                  <a:pt x="22625" y="8612"/>
                </a:cubicBezTo>
                <a:cubicBezTo>
                  <a:pt x="22665" y="8612"/>
                  <a:pt x="22706" y="8610"/>
                  <a:pt x="22747" y="8605"/>
                </a:cubicBezTo>
                <a:cubicBezTo>
                  <a:pt x="22986" y="8575"/>
                  <a:pt x="23126" y="8437"/>
                  <a:pt x="23188" y="8265"/>
                </a:cubicBezTo>
                <a:cubicBezTo>
                  <a:pt x="23342" y="7840"/>
                  <a:pt x="23440" y="7396"/>
                  <a:pt x="23556" y="6963"/>
                </a:cubicBezTo>
                <a:cubicBezTo>
                  <a:pt x="23675" y="6520"/>
                  <a:pt x="23785" y="6077"/>
                  <a:pt x="23879" y="5631"/>
                </a:cubicBezTo>
                <a:cubicBezTo>
                  <a:pt x="24251" y="3879"/>
                  <a:pt x="24375" y="2063"/>
                  <a:pt x="23717" y="343"/>
                </a:cubicBezTo>
                <a:cubicBezTo>
                  <a:pt x="23697" y="293"/>
                  <a:pt x="23642" y="267"/>
                  <a:pt x="23586" y="267"/>
                </a:cubicBezTo>
                <a:cubicBezTo>
                  <a:pt x="23541" y="267"/>
                  <a:pt x="23495" y="284"/>
                  <a:pt x="23467" y="317"/>
                </a:cubicBezTo>
                <a:cubicBezTo>
                  <a:pt x="23327" y="480"/>
                  <a:pt x="23169" y="631"/>
                  <a:pt x="22991" y="769"/>
                </a:cubicBezTo>
                <a:cubicBezTo>
                  <a:pt x="22274" y="1328"/>
                  <a:pt x="21289" y="1670"/>
                  <a:pt x="20281" y="1764"/>
                </a:cubicBezTo>
                <a:cubicBezTo>
                  <a:pt x="20062" y="1784"/>
                  <a:pt x="19841" y="1794"/>
                  <a:pt x="19620" y="1794"/>
                </a:cubicBezTo>
                <a:cubicBezTo>
                  <a:pt x="18644" y="1794"/>
                  <a:pt x="17671" y="1601"/>
                  <a:pt x="16789" y="1286"/>
                </a:cubicBezTo>
                <a:cubicBezTo>
                  <a:pt x="15722" y="905"/>
                  <a:pt x="14754" y="349"/>
                  <a:pt x="13607" y="110"/>
                </a:cubicBezTo>
                <a:cubicBezTo>
                  <a:pt x="13266" y="40"/>
                  <a:pt x="12917" y="1"/>
                  <a:pt x="12572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9" name="Google Shape;1019;p39"/>
          <p:cNvSpPr txBox="1"/>
          <p:nvPr>
            <p:ph hasCustomPrompt="1" type="title"/>
          </p:nvPr>
        </p:nvSpPr>
        <p:spPr>
          <a:xfrm>
            <a:off x="1193550" y="2143212"/>
            <a:ext cx="15453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020" name="Google Shape;1020;p39"/>
          <p:cNvSpPr txBox="1"/>
          <p:nvPr>
            <p:ph idx="1" type="subTitle"/>
          </p:nvPr>
        </p:nvSpPr>
        <p:spPr>
          <a:xfrm>
            <a:off x="782775" y="2927875"/>
            <a:ext cx="23664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021" name="Google Shape;1021;p39"/>
          <p:cNvSpPr txBox="1"/>
          <p:nvPr>
            <p:ph hasCustomPrompt="1" idx="2" type="title"/>
          </p:nvPr>
        </p:nvSpPr>
        <p:spPr>
          <a:xfrm>
            <a:off x="3799363" y="2143212"/>
            <a:ext cx="15453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022" name="Google Shape;1022;p39"/>
          <p:cNvSpPr txBox="1"/>
          <p:nvPr>
            <p:ph idx="3" type="subTitle"/>
          </p:nvPr>
        </p:nvSpPr>
        <p:spPr>
          <a:xfrm>
            <a:off x="3388813" y="2927875"/>
            <a:ext cx="23664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023" name="Google Shape;1023;p39"/>
          <p:cNvSpPr txBox="1"/>
          <p:nvPr>
            <p:ph hasCustomPrompt="1" idx="4" type="title"/>
          </p:nvPr>
        </p:nvSpPr>
        <p:spPr>
          <a:xfrm>
            <a:off x="6405200" y="2143212"/>
            <a:ext cx="15453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024" name="Google Shape;1024;p39"/>
          <p:cNvSpPr txBox="1"/>
          <p:nvPr>
            <p:ph idx="5" type="subTitle"/>
          </p:nvPr>
        </p:nvSpPr>
        <p:spPr>
          <a:xfrm>
            <a:off x="5994850" y="2927875"/>
            <a:ext cx="23664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025" name="Google Shape;1025;p39"/>
          <p:cNvSpPr txBox="1"/>
          <p:nvPr>
            <p:ph idx="6" type="title"/>
          </p:nvPr>
        </p:nvSpPr>
        <p:spPr>
          <a:xfrm>
            <a:off x="3388950" y="758952"/>
            <a:ext cx="2366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026" name="Google Shape;1026;p39"/>
          <p:cNvSpPr txBox="1"/>
          <p:nvPr>
            <p:ph idx="7" type="title"/>
          </p:nvPr>
        </p:nvSpPr>
        <p:spPr>
          <a:xfrm>
            <a:off x="3433985" y="1482450"/>
            <a:ext cx="2276100" cy="44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1027" name="Google Shape;1027;p39"/>
          <p:cNvGrpSpPr/>
          <p:nvPr/>
        </p:nvGrpSpPr>
        <p:grpSpPr>
          <a:xfrm rot="4517592">
            <a:off x="8550732" y="3940914"/>
            <a:ext cx="221771" cy="200883"/>
            <a:chOff x="1640475" y="1197075"/>
            <a:chExt cx="55475" cy="50250"/>
          </a:xfrm>
        </p:grpSpPr>
        <p:sp>
          <p:nvSpPr>
            <p:cNvPr id="1028" name="Google Shape;1028;p3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3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3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" name="Google Shape;1031;p39"/>
          <p:cNvGrpSpPr/>
          <p:nvPr/>
        </p:nvGrpSpPr>
        <p:grpSpPr>
          <a:xfrm rot="7199963">
            <a:off x="965918" y="4533021"/>
            <a:ext cx="215935" cy="195604"/>
            <a:chOff x="1640475" y="1197075"/>
            <a:chExt cx="55475" cy="50250"/>
          </a:xfrm>
        </p:grpSpPr>
        <p:sp>
          <p:nvSpPr>
            <p:cNvPr id="1032" name="Google Shape;1032;p3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3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3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5" name="Google Shape;1035;p39"/>
          <p:cNvSpPr/>
          <p:nvPr/>
        </p:nvSpPr>
        <p:spPr>
          <a:xfrm rot="2368484">
            <a:off x="3584583" y="348032"/>
            <a:ext cx="529784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6" name="Google Shape;1036;p39"/>
          <p:cNvGrpSpPr/>
          <p:nvPr/>
        </p:nvGrpSpPr>
        <p:grpSpPr>
          <a:xfrm rot="-9900000">
            <a:off x="1490015" y="185475"/>
            <a:ext cx="347165" cy="314462"/>
            <a:chOff x="1640475" y="1197075"/>
            <a:chExt cx="55475" cy="50250"/>
          </a:xfrm>
        </p:grpSpPr>
        <p:sp>
          <p:nvSpPr>
            <p:cNvPr id="1037" name="Google Shape;1037;p3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3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3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" name="Google Shape;1040;p39"/>
          <p:cNvGrpSpPr/>
          <p:nvPr/>
        </p:nvGrpSpPr>
        <p:grpSpPr>
          <a:xfrm rot="-9900030">
            <a:off x="7815634" y="527852"/>
            <a:ext cx="215932" cy="195605"/>
            <a:chOff x="1640475" y="1197075"/>
            <a:chExt cx="55475" cy="50250"/>
          </a:xfrm>
        </p:grpSpPr>
        <p:sp>
          <p:nvSpPr>
            <p:cNvPr id="1041" name="Google Shape;1041;p3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3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3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4" name="Google Shape;1044;p39"/>
          <p:cNvSpPr/>
          <p:nvPr/>
        </p:nvSpPr>
        <p:spPr>
          <a:xfrm rot="-8289780">
            <a:off x="7855805" y="1479192"/>
            <a:ext cx="1153753" cy="844089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5" name="Google Shape;1045;p39"/>
          <p:cNvSpPr/>
          <p:nvPr/>
        </p:nvSpPr>
        <p:spPr>
          <a:xfrm rot="-120">
            <a:off x="8278108" y="4777486"/>
            <a:ext cx="529792" cy="12411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6" name="Google Shape;1046;p39"/>
          <p:cNvSpPr txBox="1"/>
          <p:nvPr>
            <p:ph hasCustomPrompt="1" idx="8" type="title"/>
          </p:nvPr>
        </p:nvSpPr>
        <p:spPr>
          <a:xfrm>
            <a:off x="1193550" y="3380324"/>
            <a:ext cx="15453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047" name="Google Shape;1047;p39"/>
          <p:cNvSpPr txBox="1"/>
          <p:nvPr>
            <p:ph idx="9" type="subTitle"/>
          </p:nvPr>
        </p:nvSpPr>
        <p:spPr>
          <a:xfrm>
            <a:off x="782775" y="4180750"/>
            <a:ext cx="23664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048" name="Google Shape;1048;p39"/>
          <p:cNvSpPr txBox="1"/>
          <p:nvPr>
            <p:ph hasCustomPrompt="1" idx="13" type="title"/>
          </p:nvPr>
        </p:nvSpPr>
        <p:spPr>
          <a:xfrm>
            <a:off x="3799363" y="3380324"/>
            <a:ext cx="15453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049" name="Google Shape;1049;p39"/>
          <p:cNvSpPr txBox="1"/>
          <p:nvPr>
            <p:ph idx="14" type="subTitle"/>
          </p:nvPr>
        </p:nvSpPr>
        <p:spPr>
          <a:xfrm>
            <a:off x="3388813" y="4180750"/>
            <a:ext cx="23664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050" name="Google Shape;1050;p39"/>
          <p:cNvSpPr txBox="1"/>
          <p:nvPr>
            <p:ph hasCustomPrompt="1" idx="15" type="title"/>
          </p:nvPr>
        </p:nvSpPr>
        <p:spPr>
          <a:xfrm>
            <a:off x="6405200" y="3380324"/>
            <a:ext cx="15453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051" name="Google Shape;1051;p39"/>
          <p:cNvSpPr txBox="1"/>
          <p:nvPr>
            <p:ph idx="16" type="subTitle"/>
          </p:nvPr>
        </p:nvSpPr>
        <p:spPr>
          <a:xfrm>
            <a:off x="5994850" y="4180750"/>
            <a:ext cx="23664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1">
  <p:cSld name="CUSTOM_3_1">
    <p:spTree>
      <p:nvGrpSpPr>
        <p:cNvPr id="1052" name="Shape 1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" name="Google Shape;1053;p40"/>
          <p:cNvSpPr/>
          <p:nvPr/>
        </p:nvSpPr>
        <p:spPr>
          <a:xfrm rot="10800000">
            <a:off x="6883273" y="-352473"/>
            <a:ext cx="2599602" cy="2709024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4" name="Google Shape;1054;p40"/>
          <p:cNvSpPr/>
          <p:nvPr/>
        </p:nvSpPr>
        <p:spPr>
          <a:xfrm rot="10800000">
            <a:off x="-448788" y="-200669"/>
            <a:ext cx="2946290" cy="1214439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5" name="Google Shape;1055;p40"/>
          <p:cNvSpPr/>
          <p:nvPr/>
        </p:nvSpPr>
        <p:spPr>
          <a:xfrm rot="10800000">
            <a:off x="5249092" y="4177828"/>
            <a:ext cx="4076399" cy="1099141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6" name="Google Shape;1056;p40"/>
          <p:cNvSpPr/>
          <p:nvPr/>
        </p:nvSpPr>
        <p:spPr>
          <a:xfrm rot="10800000">
            <a:off x="-448804" y="2685945"/>
            <a:ext cx="3522302" cy="2810028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7" name="Google Shape;1057;p40">
            <a:hlinkClick/>
          </p:cNvPr>
          <p:cNvSpPr txBox="1"/>
          <p:nvPr>
            <p:ph hasCustomPrompt="1" type="title"/>
          </p:nvPr>
        </p:nvSpPr>
        <p:spPr>
          <a:xfrm>
            <a:off x="1440213" y="2601625"/>
            <a:ext cx="10515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51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058" name="Google Shape;1058;p40"/>
          <p:cNvSpPr txBox="1"/>
          <p:nvPr>
            <p:ph idx="1" type="subTitle"/>
          </p:nvPr>
        </p:nvSpPr>
        <p:spPr>
          <a:xfrm>
            <a:off x="782775" y="3464925"/>
            <a:ext cx="23664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059" name="Google Shape;1059;p40"/>
          <p:cNvSpPr txBox="1"/>
          <p:nvPr>
            <p:ph hasCustomPrompt="1" idx="2" type="title"/>
          </p:nvPr>
        </p:nvSpPr>
        <p:spPr>
          <a:xfrm>
            <a:off x="4048018" y="2601625"/>
            <a:ext cx="10485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51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060" name="Google Shape;1060;p40"/>
          <p:cNvSpPr txBox="1"/>
          <p:nvPr>
            <p:ph idx="3" type="subTitle"/>
          </p:nvPr>
        </p:nvSpPr>
        <p:spPr>
          <a:xfrm>
            <a:off x="3388800" y="3464925"/>
            <a:ext cx="23664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061" name="Google Shape;1061;p40"/>
          <p:cNvSpPr txBox="1"/>
          <p:nvPr>
            <p:ph hasCustomPrompt="1" idx="4" type="title"/>
          </p:nvPr>
        </p:nvSpPr>
        <p:spPr>
          <a:xfrm>
            <a:off x="6652288" y="2601625"/>
            <a:ext cx="10515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51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062" name="Google Shape;1062;p40"/>
          <p:cNvSpPr txBox="1"/>
          <p:nvPr>
            <p:ph idx="5" type="subTitle"/>
          </p:nvPr>
        </p:nvSpPr>
        <p:spPr>
          <a:xfrm>
            <a:off x="5994850" y="3464925"/>
            <a:ext cx="23664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063" name="Google Shape;1063;p40"/>
          <p:cNvSpPr txBox="1"/>
          <p:nvPr>
            <p:ph idx="6" type="title"/>
          </p:nvPr>
        </p:nvSpPr>
        <p:spPr>
          <a:xfrm>
            <a:off x="3388950" y="758952"/>
            <a:ext cx="2366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064" name="Google Shape;1064;p40"/>
          <p:cNvSpPr txBox="1"/>
          <p:nvPr>
            <p:ph idx="7" type="title"/>
          </p:nvPr>
        </p:nvSpPr>
        <p:spPr>
          <a:xfrm>
            <a:off x="3433950" y="1714700"/>
            <a:ext cx="2276100" cy="44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1065" name="Google Shape;1065;p40"/>
          <p:cNvGrpSpPr/>
          <p:nvPr/>
        </p:nvGrpSpPr>
        <p:grpSpPr>
          <a:xfrm rot="-9900030">
            <a:off x="271409" y="845202"/>
            <a:ext cx="215932" cy="195605"/>
            <a:chOff x="1640475" y="1197075"/>
            <a:chExt cx="55475" cy="50250"/>
          </a:xfrm>
        </p:grpSpPr>
        <p:sp>
          <p:nvSpPr>
            <p:cNvPr id="1066" name="Google Shape;1066;p4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4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4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" name="Google Shape;1069;p40"/>
          <p:cNvGrpSpPr/>
          <p:nvPr/>
        </p:nvGrpSpPr>
        <p:grpSpPr>
          <a:xfrm rot="6524430">
            <a:off x="349879" y="2378626"/>
            <a:ext cx="279618" cy="253294"/>
            <a:chOff x="1640475" y="1197075"/>
            <a:chExt cx="55475" cy="50250"/>
          </a:xfrm>
        </p:grpSpPr>
        <p:sp>
          <p:nvSpPr>
            <p:cNvPr id="1070" name="Google Shape;1070;p4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4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4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3" name="Google Shape;1073;p40"/>
          <p:cNvSpPr/>
          <p:nvPr/>
        </p:nvSpPr>
        <p:spPr>
          <a:xfrm flipH="1" rot="-2121718">
            <a:off x="6738637" y="226323"/>
            <a:ext cx="888103" cy="20804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4" name="Google Shape;1074;p40"/>
          <p:cNvSpPr/>
          <p:nvPr/>
        </p:nvSpPr>
        <p:spPr>
          <a:xfrm flipH="1" rot="-10799883">
            <a:off x="217109" y="4797573"/>
            <a:ext cx="545177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5" name="Google Shape;1075;p40"/>
          <p:cNvGrpSpPr/>
          <p:nvPr/>
        </p:nvGrpSpPr>
        <p:grpSpPr>
          <a:xfrm rot="6300012">
            <a:off x="8577095" y="3925450"/>
            <a:ext cx="290790" cy="263412"/>
            <a:chOff x="1640475" y="1197075"/>
            <a:chExt cx="55475" cy="50250"/>
          </a:xfrm>
        </p:grpSpPr>
        <p:sp>
          <p:nvSpPr>
            <p:cNvPr id="1076" name="Google Shape;1076;p4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4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4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9" name="Google Shape;1079;p40"/>
          <p:cNvSpPr/>
          <p:nvPr/>
        </p:nvSpPr>
        <p:spPr>
          <a:xfrm rot="10800000">
            <a:off x="5828025" y="4022950"/>
            <a:ext cx="1167574" cy="854200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0" name="Google Shape;1080;p40"/>
          <p:cNvSpPr/>
          <p:nvPr/>
        </p:nvSpPr>
        <p:spPr>
          <a:xfrm rot="-10431843">
            <a:off x="-54140" y="-118627"/>
            <a:ext cx="520982" cy="81628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3">
  <p:cSld name="TITLE_ONLY_1_1_2_2_1">
    <p:spTree>
      <p:nvGrpSpPr>
        <p:cNvPr id="1081" name="Shape 10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2" name="Google Shape;1082;p41"/>
          <p:cNvSpPr txBox="1"/>
          <p:nvPr>
            <p:ph type="title"/>
          </p:nvPr>
        </p:nvSpPr>
        <p:spPr>
          <a:xfrm>
            <a:off x="3307500" y="758950"/>
            <a:ext cx="25290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083" name="Google Shape;1083;p41"/>
          <p:cNvSpPr txBox="1"/>
          <p:nvPr>
            <p:ph idx="1" type="subTitle"/>
          </p:nvPr>
        </p:nvSpPr>
        <p:spPr>
          <a:xfrm>
            <a:off x="717800" y="25956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084" name="Google Shape;1084;p41"/>
          <p:cNvSpPr txBox="1"/>
          <p:nvPr>
            <p:ph hasCustomPrompt="1" idx="2" type="title"/>
          </p:nvPr>
        </p:nvSpPr>
        <p:spPr>
          <a:xfrm>
            <a:off x="717800" y="2147300"/>
            <a:ext cx="1497600" cy="51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085" name="Google Shape;1085;p41"/>
          <p:cNvSpPr txBox="1"/>
          <p:nvPr>
            <p:ph idx="3" type="subTitle"/>
          </p:nvPr>
        </p:nvSpPr>
        <p:spPr>
          <a:xfrm>
            <a:off x="2788038" y="25956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086" name="Google Shape;1086;p41"/>
          <p:cNvSpPr txBox="1"/>
          <p:nvPr>
            <p:ph hasCustomPrompt="1" idx="4" type="title"/>
          </p:nvPr>
        </p:nvSpPr>
        <p:spPr>
          <a:xfrm>
            <a:off x="2788038" y="2147300"/>
            <a:ext cx="1497600" cy="51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087" name="Google Shape;1087;p41"/>
          <p:cNvSpPr txBox="1"/>
          <p:nvPr>
            <p:ph idx="5" type="subTitle"/>
          </p:nvPr>
        </p:nvSpPr>
        <p:spPr>
          <a:xfrm>
            <a:off x="4858313" y="25956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088" name="Google Shape;1088;p41"/>
          <p:cNvSpPr txBox="1"/>
          <p:nvPr>
            <p:ph hasCustomPrompt="1" idx="6" type="title"/>
          </p:nvPr>
        </p:nvSpPr>
        <p:spPr>
          <a:xfrm>
            <a:off x="4858313" y="2147300"/>
            <a:ext cx="1497600" cy="51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089" name="Google Shape;1089;p41"/>
          <p:cNvSpPr txBox="1"/>
          <p:nvPr>
            <p:ph idx="7" type="subTitle"/>
          </p:nvPr>
        </p:nvSpPr>
        <p:spPr>
          <a:xfrm>
            <a:off x="6928500" y="25956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090" name="Google Shape;1090;p41"/>
          <p:cNvSpPr txBox="1"/>
          <p:nvPr>
            <p:ph hasCustomPrompt="1" idx="8" type="title"/>
          </p:nvPr>
        </p:nvSpPr>
        <p:spPr>
          <a:xfrm>
            <a:off x="6928500" y="2147300"/>
            <a:ext cx="1497600" cy="51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091" name="Google Shape;1091;p41"/>
          <p:cNvSpPr txBox="1"/>
          <p:nvPr>
            <p:ph idx="9" type="subTitle"/>
          </p:nvPr>
        </p:nvSpPr>
        <p:spPr>
          <a:xfrm>
            <a:off x="717800" y="42341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092" name="Google Shape;1092;p41"/>
          <p:cNvSpPr txBox="1"/>
          <p:nvPr>
            <p:ph hasCustomPrompt="1" idx="13" type="title"/>
          </p:nvPr>
        </p:nvSpPr>
        <p:spPr>
          <a:xfrm>
            <a:off x="717800" y="3785800"/>
            <a:ext cx="1497600" cy="51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093" name="Google Shape;1093;p41"/>
          <p:cNvSpPr txBox="1"/>
          <p:nvPr>
            <p:ph idx="14" type="subTitle"/>
          </p:nvPr>
        </p:nvSpPr>
        <p:spPr>
          <a:xfrm>
            <a:off x="2788038" y="42341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094" name="Google Shape;1094;p41"/>
          <p:cNvSpPr txBox="1"/>
          <p:nvPr>
            <p:ph hasCustomPrompt="1" idx="15" type="title"/>
          </p:nvPr>
        </p:nvSpPr>
        <p:spPr>
          <a:xfrm>
            <a:off x="2788038" y="3785800"/>
            <a:ext cx="1497600" cy="51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095" name="Google Shape;1095;p41"/>
          <p:cNvSpPr txBox="1"/>
          <p:nvPr>
            <p:ph idx="16" type="subTitle"/>
          </p:nvPr>
        </p:nvSpPr>
        <p:spPr>
          <a:xfrm>
            <a:off x="4858313" y="42341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096" name="Google Shape;1096;p41"/>
          <p:cNvSpPr txBox="1"/>
          <p:nvPr>
            <p:ph hasCustomPrompt="1" idx="17" type="title"/>
          </p:nvPr>
        </p:nvSpPr>
        <p:spPr>
          <a:xfrm>
            <a:off x="4858313" y="3785800"/>
            <a:ext cx="1497600" cy="51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097" name="Google Shape;1097;p41"/>
          <p:cNvSpPr txBox="1"/>
          <p:nvPr>
            <p:ph idx="18" type="subTitle"/>
          </p:nvPr>
        </p:nvSpPr>
        <p:spPr>
          <a:xfrm>
            <a:off x="6928500" y="42341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098" name="Google Shape;1098;p41"/>
          <p:cNvSpPr txBox="1"/>
          <p:nvPr>
            <p:ph hasCustomPrompt="1" idx="19" type="title"/>
          </p:nvPr>
        </p:nvSpPr>
        <p:spPr>
          <a:xfrm>
            <a:off x="6928500" y="3785800"/>
            <a:ext cx="1497600" cy="51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099" name="Google Shape;1099;p41"/>
          <p:cNvSpPr/>
          <p:nvPr/>
        </p:nvSpPr>
        <p:spPr>
          <a:xfrm>
            <a:off x="6141275" y="-222451"/>
            <a:ext cx="3682758" cy="1241858"/>
          </a:xfrm>
          <a:custGeom>
            <a:rect b="b" l="l" r="r" t="t"/>
            <a:pathLst>
              <a:path extrusionOk="0" h="9729" w="28851">
                <a:moveTo>
                  <a:pt x="943" y="0"/>
                </a:moveTo>
                <a:cubicBezTo>
                  <a:pt x="631" y="0"/>
                  <a:pt x="337" y="87"/>
                  <a:pt x="179" y="380"/>
                </a:cubicBezTo>
                <a:cubicBezTo>
                  <a:pt x="1" y="711"/>
                  <a:pt x="78" y="1189"/>
                  <a:pt x="451" y="1303"/>
                </a:cubicBezTo>
                <a:cubicBezTo>
                  <a:pt x="355" y="2313"/>
                  <a:pt x="452" y="3522"/>
                  <a:pt x="1499" y="3989"/>
                </a:cubicBezTo>
                <a:cubicBezTo>
                  <a:pt x="1785" y="4117"/>
                  <a:pt x="2088" y="4165"/>
                  <a:pt x="2396" y="4165"/>
                </a:cubicBezTo>
                <a:cubicBezTo>
                  <a:pt x="3000" y="4165"/>
                  <a:pt x="3625" y="3981"/>
                  <a:pt x="4188" y="3848"/>
                </a:cubicBezTo>
                <a:cubicBezTo>
                  <a:pt x="4624" y="3745"/>
                  <a:pt x="5112" y="3633"/>
                  <a:pt x="5582" y="3633"/>
                </a:cubicBezTo>
                <a:cubicBezTo>
                  <a:pt x="6044" y="3633"/>
                  <a:pt x="6489" y="3741"/>
                  <a:pt x="6852" y="4069"/>
                </a:cubicBezTo>
                <a:cubicBezTo>
                  <a:pt x="7560" y="4711"/>
                  <a:pt x="7722" y="5737"/>
                  <a:pt x="8257" y="6500"/>
                </a:cubicBezTo>
                <a:cubicBezTo>
                  <a:pt x="8521" y="6876"/>
                  <a:pt x="8874" y="7178"/>
                  <a:pt x="9322" y="7300"/>
                </a:cubicBezTo>
                <a:cubicBezTo>
                  <a:pt x="9482" y="7344"/>
                  <a:pt x="9645" y="7363"/>
                  <a:pt x="9808" y="7363"/>
                </a:cubicBezTo>
                <a:cubicBezTo>
                  <a:pt x="10078" y="7363"/>
                  <a:pt x="10348" y="7310"/>
                  <a:pt x="10606" y="7231"/>
                </a:cubicBezTo>
                <a:cubicBezTo>
                  <a:pt x="11498" y="6959"/>
                  <a:pt x="12280" y="6380"/>
                  <a:pt x="13194" y="6184"/>
                </a:cubicBezTo>
                <a:cubicBezTo>
                  <a:pt x="13322" y="6156"/>
                  <a:pt x="13450" y="6141"/>
                  <a:pt x="13577" y="6141"/>
                </a:cubicBezTo>
                <a:cubicBezTo>
                  <a:pt x="13849" y="6141"/>
                  <a:pt x="14113" y="6211"/>
                  <a:pt x="14347" y="6376"/>
                </a:cubicBezTo>
                <a:cubicBezTo>
                  <a:pt x="14724" y="6643"/>
                  <a:pt x="14907" y="7097"/>
                  <a:pt x="15047" y="7521"/>
                </a:cubicBezTo>
                <a:cubicBezTo>
                  <a:pt x="15341" y="8400"/>
                  <a:pt x="15592" y="9554"/>
                  <a:pt x="16688" y="9709"/>
                </a:cubicBezTo>
                <a:cubicBezTo>
                  <a:pt x="16781" y="9722"/>
                  <a:pt x="16872" y="9728"/>
                  <a:pt x="16961" y="9728"/>
                </a:cubicBezTo>
                <a:cubicBezTo>
                  <a:pt x="18160" y="9728"/>
                  <a:pt x="18967" y="8588"/>
                  <a:pt x="19887" y="7966"/>
                </a:cubicBezTo>
                <a:cubicBezTo>
                  <a:pt x="20301" y="7685"/>
                  <a:pt x="20755" y="7537"/>
                  <a:pt x="21232" y="7537"/>
                </a:cubicBezTo>
                <a:cubicBezTo>
                  <a:pt x="21401" y="7537"/>
                  <a:pt x="21572" y="7556"/>
                  <a:pt x="21746" y="7593"/>
                </a:cubicBezTo>
                <a:cubicBezTo>
                  <a:pt x="22408" y="7736"/>
                  <a:pt x="23015" y="8087"/>
                  <a:pt x="23550" y="8494"/>
                </a:cubicBezTo>
                <a:cubicBezTo>
                  <a:pt x="24053" y="8876"/>
                  <a:pt x="24539" y="9361"/>
                  <a:pt x="25189" y="9466"/>
                </a:cubicBezTo>
                <a:cubicBezTo>
                  <a:pt x="25284" y="9481"/>
                  <a:pt x="25378" y="9489"/>
                  <a:pt x="25473" y="9489"/>
                </a:cubicBezTo>
                <a:cubicBezTo>
                  <a:pt x="26024" y="9489"/>
                  <a:pt x="26554" y="9240"/>
                  <a:pt x="26991" y="8910"/>
                </a:cubicBezTo>
                <a:cubicBezTo>
                  <a:pt x="27838" y="8271"/>
                  <a:pt x="28376" y="7319"/>
                  <a:pt x="28611" y="6292"/>
                </a:cubicBezTo>
                <a:cubicBezTo>
                  <a:pt x="28851" y="5239"/>
                  <a:pt x="28800" y="4124"/>
                  <a:pt x="28525" y="3084"/>
                </a:cubicBezTo>
                <a:cubicBezTo>
                  <a:pt x="28226" y="1958"/>
                  <a:pt x="27654" y="694"/>
                  <a:pt x="26488" y="261"/>
                </a:cubicBezTo>
                <a:cubicBezTo>
                  <a:pt x="26074" y="106"/>
                  <a:pt x="25631" y="64"/>
                  <a:pt x="25188" y="64"/>
                </a:cubicBezTo>
                <a:cubicBezTo>
                  <a:pt x="24971" y="64"/>
                  <a:pt x="24753" y="74"/>
                  <a:pt x="24540" y="86"/>
                </a:cubicBezTo>
                <a:cubicBezTo>
                  <a:pt x="23776" y="131"/>
                  <a:pt x="23013" y="188"/>
                  <a:pt x="22250" y="248"/>
                </a:cubicBezTo>
                <a:cubicBezTo>
                  <a:pt x="20720" y="367"/>
                  <a:pt x="19190" y="503"/>
                  <a:pt x="17661" y="628"/>
                </a:cubicBezTo>
                <a:cubicBezTo>
                  <a:pt x="15187" y="828"/>
                  <a:pt x="12704" y="996"/>
                  <a:pt x="10221" y="996"/>
                </a:cubicBezTo>
                <a:cubicBezTo>
                  <a:pt x="9649" y="996"/>
                  <a:pt x="9077" y="987"/>
                  <a:pt x="8505" y="967"/>
                </a:cubicBezTo>
                <a:cubicBezTo>
                  <a:pt x="6985" y="916"/>
                  <a:pt x="5467" y="790"/>
                  <a:pt x="3966" y="555"/>
                </a:cubicBezTo>
                <a:cubicBezTo>
                  <a:pt x="3209" y="436"/>
                  <a:pt x="2459" y="290"/>
                  <a:pt x="1714" y="116"/>
                </a:cubicBezTo>
                <a:cubicBezTo>
                  <a:pt x="1493" y="64"/>
                  <a:pt x="1211" y="0"/>
                  <a:pt x="94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0" name="Google Shape;1100;p41"/>
          <p:cNvSpPr/>
          <p:nvPr/>
        </p:nvSpPr>
        <p:spPr>
          <a:xfrm>
            <a:off x="5872932" y="4034331"/>
            <a:ext cx="3607613" cy="1169626"/>
          </a:xfrm>
          <a:custGeom>
            <a:rect b="b" l="l" r="r" t="t"/>
            <a:pathLst>
              <a:path extrusionOk="0" h="7088" w="21862">
                <a:moveTo>
                  <a:pt x="20392" y="0"/>
                </a:moveTo>
                <a:cubicBezTo>
                  <a:pt x="19697" y="0"/>
                  <a:pt x="19010" y="139"/>
                  <a:pt x="18446" y="437"/>
                </a:cubicBezTo>
                <a:cubicBezTo>
                  <a:pt x="17368" y="1003"/>
                  <a:pt x="16913" y="1997"/>
                  <a:pt x="16387" y="2893"/>
                </a:cubicBezTo>
                <a:cubicBezTo>
                  <a:pt x="15861" y="3789"/>
                  <a:pt x="15050" y="4733"/>
                  <a:pt x="13753" y="4924"/>
                </a:cubicBezTo>
                <a:cubicBezTo>
                  <a:pt x="13587" y="4948"/>
                  <a:pt x="13420" y="4959"/>
                  <a:pt x="13253" y="4959"/>
                </a:cubicBezTo>
                <a:cubicBezTo>
                  <a:pt x="12545" y="4959"/>
                  <a:pt x="11838" y="4765"/>
                  <a:pt x="11156" y="4596"/>
                </a:cubicBezTo>
                <a:cubicBezTo>
                  <a:pt x="10391" y="4408"/>
                  <a:pt x="9551" y="4258"/>
                  <a:pt x="8748" y="4258"/>
                </a:cubicBezTo>
                <a:cubicBezTo>
                  <a:pt x="8042" y="4258"/>
                  <a:pt x="7365" y="4373"/>
                  <a:pt x="6793" y="4680"/>
                </a:cubicBezTo>
                <a:cubicBezTo>
                  <a:pt x="5978" y="5117"/>
                  <a:pt x="5461" y="5904"/>
                  <a:pt x="4593" y="6207"/>
                </a:cubicBezTo>
                <a:cubicBezTo>
                  <a:pt x="4569" y="6215"/>
                  <a:pt x="4545" y="6224"/>
                  <a:pt x="4519" y="6231"/>
                </a:cubicBezTo>
                <a:cubicBezTo>
                  <a:pt x="4407" y="6267"/>
                  <a:pt x="4286" y="6293"/>
                  <a:pt x="4160" y="6310"/>
                </a:cubicBezTo>
                <a:cubicBezTo>
                  <a:pt x="4052" y="6325"/>
                  <a:pt x="3944" y="6331"/>
                  <a:pt x="3836" y="6331"/>
                </a:cubicBezTo>
                <a:cubicBezTo>
                  <a:pt x="3306" y="6331"/>
                  <a:pt x="2774" y="6185"/>
                  <a:pt x="2236" y="6169"/>
                </a:cubicBezTo>
                <a:cubicBezTo>
                  <a:pt x="2205" y="6168"/>
                  <a:pt x="2173" y="6167"/>
                  <a:pt x="2142" y="6167"/>
                </a:cubicBezTo>
                <a:cubicBezTo>
                  <a:pt x="1432" y="6167"/>
                  <a:pt x="726" y="6406"/>
                  <a:pt x="265" y="6805"/>
                </a:cubicBezTo>
                <a:cubicBezTo>
                  <a:pt x="165" y="6893"/>
                  <a:pt x="77" y="6988"/>
                  <a:pt x="1" y="7088"/>
                </a:cubicBezTo>
                <a:lnTo>
                  <a:pt x="21862" y="7088"/>
                </a:lnTo>
                <a:lnTo>
                  <a:pt x="21862" y="210"/>
                </a:lnTo>
                <a:cubicBezTo>
                  <a:pt x="21397" y="73"/>
                  <a:pt x="20892" y="0"/>
                  <a:pt x="20392" y="0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1" name="Google Shape;1101;p41"/>
          <p:cNvSpPr/>
          <p:nvPr/>
        </p:nvSpPr>
        <p:spPr>
          <a:xfrm flipH="1" rot="10800000">
            <a:off x="-137173" y="4318675"/>
            <a:ext cx="2170805" cy="1065337"/>
          </a:xfrm>
          <a:custGeom>
            <a:rect b="b" l="l" r="r" t="t"/>
            <a:pathLst>
              <a:path extrusionOk="0" h="6456" w="13155">
                <a:moveTo>
                  <a:pt x="1821" y="0"/>
                </a:moveTo>
                <a:lnTo>
                  <a:pt x="1821" y="3"/>
                </a:lnTo>
                <a:lnTo>
                  <a:pt x="0" y="4"/>
                </a:lnTo>
                <a:lnTo>
                  <a:pt x="0" y="222"/>
                </a:lnTo>
                <a:lnTo>
                  <a:pt x="0" y="1236"/>
                </a:lnTo>
                <a:lnTo>
                  <a:pt x="0" y="2358"/>
                </a:lnTo>
                <a:lnTo>
                  <a:pt x="1" y="3370"/>
                </a:lnTo>
                <a:lnTo>
                  <a:pt x="1" y="4493"/>
                </a:lnTo>
                <a:lnTo>
                  <a:pt x="1" y="5504"/>
                </a:lnTo>
                <a:lnTo>
                  <a:pt x="1" y="6178"/>
                </a:lnTo>
                <a:cubicBezTo>
                  <a:pt x="369" y="6349"/>
                  <a:pt x="770" y="6456"/>
                  <a:pt x="1177" y="6456"/>
                </a:cubicBezTo>
                <a:cubicBezTo>
                  <a:pt x="1363" y="6456"/>
                  <a:pt x="1550" y="6434"/>
                  <a:pt x="1736" y="6385"/>
                </a:cubicBezTo>
                <a:cubicBezTo>
                  <a:pt x="1764" y="6378"/>
                  <a:pt x="1794" y="6370"/>
                  <a:pt x="1822" y="6361"/>
                </a:cubicBezTo>
                <a:cubicBezTo>
                  <a:pt x="1843" y="6355"/>
                  <a:pt x="1862" y="6348"/>
                  <a:pt x="1882" y="6342"/>
                </a:cubicBezTo>
                <a:cubicBezTo>
                  <a:pt x="2342" y="6188"/>
                  <a:pt x="2719" y="5901"/>
                  <a:pt x="3050" y="5558"/>
                </a:cubicBezTo>
                <a:cubicBezTo>
                  <a:pt x="3068" y="5540"/>
                  <a:pt x="3085" y="5522"/>
                  <a:pt x="3102" y="5503"/>
                </a:cubicBezTo>
                <a:cubicBezTo>
                  <a:pt x="3398" y="5189"/>
                  <a:pt x="3657" y="4831"/>
                  <a:pt x="3908" y="4490"/>
                </a:cubicBezTo>
                <a:cubicBezTo>
                  <a:pt x="3908" y="4490"/>
                  <a:pt x="3909" y="4490"/>
                  <a:pt x="3909" y="4489"/>
                </a:cubicBezTo>
                <a:cubicBezTo>
                  <a:pt x="3923" y="4471"/>
                  <a:pt x="3936" y="4455"/>
                  <a:pt x="3949" y="4436"/>
                </a:cubicBezTo>
                <a:cubicBezTo>
                  <a:pt x="4217" y="4078"/>
                  <a:pt x="4522" y="3714"/>
                  <a:pt x="4875" y="3424"/>
                </a:cubicBezTo>
                <a:cubicBezTo>
                  <a:pt x="4897" y="3405"/>
                  <a:pt x="4919" y="3387"/>
                  <a:pt x="4942" y="3369"/>
                </a:cubicBezTo>
                <a:cubicBezTo>
                  <a:pt x="5319" y="3071"/>
                  <a:pt x="5750" y="2859"/>
                  <a:pt x="6248" y="2826"/>
                </a:cubicBezTo>
                <a:cubicBezTo>
                  <a:pt x="6296" y="2822"/>
                  <a:pt x="6344" y="2821"/>
                  <a:pt x="6391" y="2821"/>
                </a:cubicBezTo>
                <a:cubicBezTo>
                  <a:pt x="7025" y="2821"/>
                  <a:pt x="7616" y="3105"/>
                  <a:pt x="8200" y="3368"/>
                </a:cubicBezTo>
                <a:cubicBezTo>
                  <a:pt x="8240" y="3387"/>
                  <a:pt x="8281" y="3405"/>
                  <a:pt x="8323" y="3423"/>
                </a:cubicBezTo>
                <a:cubicBezTo>
                  <a:pt x="8382" y="3449"/>
                  <a:pt x="8442" y="3475"/>
                  <a:pt x="8501" y="3501"/>
                </a:cubicBezTo>
                <a:cubicBezTo>
                  <a:pt x="9052" y="3734"/>
                  <a:pt x="9659" y="3908"/>
                  <a:pt x="10259" y="3908"/>
                </a:cubicBezTo>
                <a:cubicBezTo>
                  <a:pt x="10487" y="3908"/>
                  <a:pt x="10715" y="3882"/>
                  <a:pt x="10937" y="3826"/>
                </a:cubicBezTo>
                <a:cubicBezTo>
                  <a:pt x="11253" y="3746"/>
                  <a:pt x="11547" y="3604"/>
                  <a:pt x="11810" y="3423"/>
                </a:cubicBezTo>
                <a:cubicBezTo>
                  <a:pt x="11835" y="3405"/>
                  <a:pt x="11861" y="3387"/>
                  <a:pt x="11886" y="3368"/>
                </a:cubicBezTo>
                <a:cubicBezTo>
                  <a:pt x="11986" y="3295"/>
                  <a:pt x="12081" y="3217"/>
                  <a:pt x="12169" y="3134"/>
                </a:cubicBezTo>
                <a:cubicBezTo>
                  <a:pt x="12416" y="2906"/>
                  <a:pt x="12624" y="2641"/>
                  <a:pt x="12783" y="2355"/>
                </a:cubicBezTo>
                <a:cubicBezTo>
                  <a:pt x="12794" y="2337"/>
                  <a:pt x="12805" y="2319"/>
                  <a:pt x="12814" y="2300"/>
                </a:cubicBezTo>
                <a:cubicBezTo>
                  <a:pt x="12983" y="1983"/>
                  <a:pt x="13095" y="1639"/>
                  <a:pt x="13135" y="1287"/>
                </a:cubicBezTo>
                <a:cubicBezTo>
                  <a:pt x="13137" y="1269"/>
                  <a:pt x="13139" y="1251"/>
                  <a:pt x="13141" y="1232"/>
                </a:cubicBezTo>
                <a:cubicBezTo>
                  <a:pt x="13152" y="1109"/>
                  <a:pt x="13155" y="984"/>
                  <a:pt x="13149" y="860"/>
                </a:cubicBezTo>
                <a:cubicBezTo>
                  <a:pt x="13137" y="644"/>
                  <a:pt x="13096" y="428"/>
                  <a:pt x="13028" y="222"/>
                </a:cubicBezTo>
                <a:cubicBezTo>
                  <a:pt x="13023" y="204"/>
                  <a:pt x="13017" y="185"/>
                  <a:pt x="13010" y="167"/>
                </a:cubicBezTo>
                <a:cubicBezTo>
                  <a:pt x="12991" y="111"/>
                  <a:pt x="12969" y="56"/>
                  <a:pt x="12946" y="1"/>
                </a:cubicBezTo>
                <a:lnTo>
                  <a:pt x="1880" y="3"/>
                </a:lnTo>
                <a:lnTo>
                  <a:pt x="1880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2" name="Google Shape;1102;p41"/>
          <p:cNvSpPr/>
          <p:nvPr/>
        </p:nvSpPr>
        <p:spPr>
          <a:xfrm flipH="1" rot="10800000">
            <a:off x="-404374" y="-184459"/>
            <a:ext cx="1740934" cy="2483972"/>
          </a:xfrm>
          <a:custGeom>
            <a:rect b="b" l="l" r="r" t="t"/>
            <a:pathLst>
              <a:path extrusionOk="0" h="20886" w="14638">
                <a:moveTo>
                  <a:pt x="3191" y="1"/>
                </a:moveTo>
                <a:cubicBezTo>
                  <a:pt x="2885" y="1"/>
                  <a:pt x="2576" y="81"/>
                  <a:pt x="2295" y="191"/>
                </a:cubicBezTo>
                <a:cubicBezTo>
                  <a:pt x="1899" y="349"/>
                  <a:pt x="1532" y="564"/>
                  <a:pt x="1185" y="809"/>
                </a:cubicBezTo>
                <a:cubicBezTo>
                  <a:pt x="1218" y="721"/>
                  <a:pt x="1252" y="633"/>
                  <a:pt x="1287" y="547"/>
                </a:cubicBezTo>
                <a:cubicBezTo>
                  <a:pt x="1332" y="438"/>
                  <a:pt x="1242" y="367"/>
                  <a:pt x="1149" y="367"/>
                </a:cubicBezTo>
                <a:cubicBezTo>
                  <a:pt x="1089" y="367"/>
                  <a:pt x="1027" y="397"/>
                  <a:pt x="998" y="467"/>
                </a:cubicBezTo>
                <a:cubicBezTo>
                  <a:pt x="147" y="2564"/>
                  <a:pt x="0" y="4857"/>
                  <a:pt x="71" y="7096"/>
                </a:cubicBezTo>
                <a:cubicBezTo>
                  <a:pt x="107" y="8264"/>
                  <a:pt x="200" y="9428"/>
                  <a:pt x="285" y="10592"/>
                </a:cubicBezTo>
                <a:cubicBezTo>
                  <a:pt x="378" y="11838"/>
                  <a:pt x="471" y="13083"/>
                  <a:pt x="565" y="14328"/>
                </a:cubicBezTo>
                <a:cubicBezTo>
                  <a:pt x="660" y="15573"/>
                  <a:pt x="755" y="16818"/>
                  <a:pt x="852" y="18063"/>
                </a:cubicBezTo>
                <a:cubicBezTo>
                  <a:pt x="895" y="18617"/>
                  <a:pt x="909" y="19183"/>
                  <a:pt x="997" y="19731"/>
                </a:cubicBezTo>
                <a:cubicBezTo>
                  <a:pt x="1063" y="20137"/>
                  <a:pt x="1227" y="20580"/>
                  <a:pt x="1623" y="20768"/>
                </a:cubicBezTo>
                <a:cubicBezTo>
                  <a:pt x="1853" y="20878"/>
                  <a:pt x="2108" y="20885"/>
                  <a:pt x="2359" y="20885"/>
                </a:cubicBezTo>
                <a:cubicBezTo>
                  <a:pt x="2678" y="20885"/>
                  <a:pt x="2997" y="20884"/>
                  <a:pt x="3315" y="20883"/>
                </a:cubicBezTo>
                <a:cubicBezTo>
                  <a:pt x="3934" y="20882"/>
                  <a:pt x="4551" y="20881"/>
                  <a:pt x="5168" y="20880"/>
                </a:cubicBezTo>
                <a:cubicBezTo>
                  <a:pt x="6413" y="20878"/>
                  <a:pt x="7658" y="20875"/>
                  <a:pt x="8904" y="20873"/>
                </a:cubicBezTo>
                <a:cubicBezTo>
                  <a:pt x="8946" y="20873"/>
                  <a:pt x="8987" y="20873"/>
                  <a:pt x="9029" y="20873"/>
                </a:cubicBezTo>
                <a:cubicBezTo>
                  <a:pt x="9733" y="20873"/>
                  <a:pt x="10440" y="20882"/>
                  <a:pt x="11147" y="20882"/>
                </a:cubicBezTo>
                <a:cubicBezTo>
                  <a:pt x="11621" y="20882"/>
                  <a:pt x="12096" y="20878"/>
                  <a:pt x="12569" y="20863"/>
                </a:cubicBezTo>
                <a:cubicBezTo>
                  <a:pt x="13054" y="20848"/>
                  <a:pt x="13560" y="20768"/>
                  <a:pt x="13928" y="20425"/>
                </a:cubicBezTo>
                <a:cubicBezTo>
                  <a:pt x="14266" y="20112"/>
                  <a:pt x="14409" y="19650"/>
                  <a:pt x="14479" y="19208"/>
                </a:cubicBezTo>
                <a:cubicBezTo>
                  <a:pt x="14615" y="18346"/>
                  <a:pt x="14637" y="17435"/>
                  <a:pt x="14556" y="16567"/>
                </a:cubicBezTo>
                <a:cubicBezTo>
                  <a:pt x="14480" y="15744"/>
                  <a:pt x="14290" y="14898"/>
                  <a:pt x="13827" y="14200"/>
                </a:cubicBezTo>
                <a:cubicBezTo>
                  <a:pt x="13606" y="13867"/>
                  <a:pt x="13329" y="13578"/>
                  <a:pt x="13000" y="13350"/>
                </a:cubicBezTo>
                <a:cubicBezTo>
                  <a:pt x="12618" y="13086"/>
                  <a:pt x="12175" y="12928"/>
                  <a:pt x="11727" y="12811"/>
                </a:cubicBezTo>
                <a:cubicBezTo>
                  <a:pt x="10841" y="12580"/>
                  <a:pt x="9808" y="12500"/>
                  <a:pt x="9119" y="11827"/>
                </a:cubicBezTo>
                <a:cubicBezTo>
                  <a:pt x="8381" y="11106"/>
                  <a:pt x="8246" y="10000"/>
                  <a:pt x="8306" y="9020"/>
                </a:cubicBezTo>
                <a:cubicBezTo>
                  <a:pt x="8344" y="8404"/>
                  <a:pt x="8449" y="7795"/>
                  <a:pt x="8518" y="7181"/>
                </a:cubicBezTo>
                <a:cubicBezTo>
                  <a:pt x="8574" y="6676"/>
                  <a:pt x="8621" y="6136"/>
                  <a:pt x="8417" y="5654"/>
                </a:cubicBezTo>
                <a:cubicBezTo>
                  <a:pt x="7771" y="4140"/>
                  <a:pt x="5341" y="4868"/>
                  <a:pt x="4856" y="3246"/>
                </a:cubicBezTo>
                <a:cubicBezTo>
                  <a:pt x="4619" y="2457"/>
                  <a:pt x="4843" y="1582"/>
                  <a:pt x="4492" y="818"/>
                </a:cubicBezTo>
                <a:cubicBezTo>
                  <a:pt x="4321" y="450"/>
                  <a:pt x="3993" y="161"/>
                  <a:pt x="3598" y="53"/>
                </a:cubicBezTo>
                <a:cubicBezTo>
                  <a:pt x="3465" y="17"/>
                  <a:pt x="3328" y="1"/>
                  <a:pt x="3191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3" name="Google Shape;1103;p41"/>
          <p:cNvSpPr/>
          <p:nvPr/>
        </p:nvSpPr>
        <p:spPr>
          <a:xfrm rot="-8615811">
            <a:off x="2402227" y="5008217"/>
            <a:ext cx="848090" cy="171654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4" name="Google Shape;1104;p41"/>
          <p:cNvSpPr/>
          <p:nvPr/>
        </p:nvSpPr>
        <p:spPr>
          <a:xfrm flipH="1" rot="9000285">
            <a:off x="6133120" y="-41502"/>
            <a:ext cx="970034" cy="22723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5" name="Google Shape;1105;p41"/>
          <p:cNvGrpSpPr/>
          <p:nvPr/>
        </p:nvGrpSpPr>
        <p:grpSpPr>
          <a:xfrm flipH="1" rot="-10799841">
            <a:off x="6555977" y="4874782"/>
            <a:ext cx="239902" cy="217311"/>
            <a:chOff x="1640475" y="1197075"/>
            <a:chExt cx="55475" cy="50250"/>
          </a:xfrm>
        </p:grpSpPr>
        <p:sp>
          <p:nvSpPr>
            <p:cNvPr id="1106" name="Google Shape;1106;p4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4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4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9" name="Google Shape;1109;p41"/>
          <p:cNvGrpSpPr/>
          <p:nvPr/>
        </p:nvGrpSpPr>
        <p:grpSpPr>
          <a:xfrm flipH="1" rot="5400235">
            <a:off x="7317947" y="867800"/>
            <a:ext cx="243108" cy="220216"/>
            <a:chOff x="1640475" y="1197075"/>
            <a:chExt cx="55475" cy="50250"/>
          </a:xfrm>
        </p:grpSpPr>
        <p:sp>
          <p:nvSpPr>
            <p:cNvPr id="1110" name="Google Shape;1110;p4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4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4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3" name="Google Shape;1113;p41"/>
          <p:cNvSpPr/>
          <p:nvPr/>
        </p:nvSpPr>
        <p:spPr>
          <a:xfrm flipH="1" rot="9900139">
            <a:off x="1901500" y="34245"/>
            <a:ext cx="492733" cy="728482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4" name="Google Shape;1114;p41"/>
          <p:cNvSpPr/>
          <p:nvPr/>
        </p:nvSpPr>
        <p:spPr>
          <a:xfrm flipH="1" rot="3511162">
            <a:off x="7430343" y="269341"/>
            <a:ext cx="738535" cy="540314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5" name="Google Shape;1115;p41"/>
          <p:cNvGrpSpPr/>
          <p:nvPr/>
        </p:nvGrpSpPr>
        <p:grpSpPr>
          <a:xfrm flipH="1" rot="10374925">
            <a:off x="778972" y="752635"/>
            <a:ext cx="359745" cy="325867"/>
            <a:chOff x="1640475" y="1197075"/>
            <a:chExt cx="55475" cy="50250"/>
          </a:xfrm>
        </p:grpSpPr>
        <p:sp>
          <p:nvSpPr>
            <p:cNvPr id="1116" name="Google Shape;1116;p4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4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4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SECTION_HEADER_1_1_2">
    <p:spTree>
      <p:nvGrpSpPr>
        <p:cNvPr id="1119" name="Shape 1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0" name="Google Shape;1120;p42"/>
          <p:cNvSpPr/>
          <p:nvPr/>
        </p:nvSpPr>
        <p:spPr>
          <a:xfrm rot="10800000">
            <a:off x="-127660" y="-68768"/>
            <a:ext cx="3533063" cy="1145474"/>
          </a:xfrm>
          <a:custGeom>
            <a:rect b="b" l="l" r="r" t="t"/>
            <a:pathLst>
              <a:path extrusionOk="0" h="7088" w="21862">
                <a:moveTo>
                  <a:pt x="20392" y="0"/>
                </a:moveTo>
                <a:cubicBezTo>
                  <a:pt x="19697" y="0"/>
                  <a:pt x="19010" y="139"/>
                  <a:pt x="18446" y="437"/>
                </a:cubicBezTo>
                <a:cubicBezTo>
                  <a:pt x="17368" y="1003"/>
                  <a:pt x="16913" y="1997"/>
                  <a:pt x="16387" y="2893"/>
                </a:cubicBezTo>
                <a:cubicBezTo>
                  <a:pt x="15861" y="3789"/>
                  <a:pt x="15050" y="4733"/>
                  <a:pt x="13753" y="4924"/>
                </a:cubicBezTo>
                <a:cubicBezTo>
                  <a:pt x="13587" y="4948"/>
                  <a:pt x="13420" y="4959"/>
                  <a:pt x="13253" y="4959"/>
                </a:cubicBezTo>
                <a:cubicBezTo>
                  <a:pt x="12545" y="4959"/>
                  <a:pt x="11838" y="4765"/>
                  <a:pt x="11156" y="4596"/>
                </a:cubicBezTo>
                <a:cubicBezTo>
                  <a:pt x="10391" y="4408"/>
                  <a:pt x="9551" y="4258"/>
                  <a:pt x="8748" y="4258"/>
                </a:cubicBezTo>
                <a:cubicBezTo>
                  <a:pt x="8042" y="4258"/>
                  <a:pt x="7365" y="4373"/>
                  <a:pt x="6793" y="4680"/>
                </a:cubicBezTo>
                <a:cubicBezTo>
                  <a:pt x="5978" y="5117"/>
                  <a:pt x="5461" y="5904"/>
                  <a:pt x="4593" y="6207"/>
                </a:cubicBezTo>
                <a:cubicBezTo>
                  <a:pt x="4569" y="6215"/>
                  <a:pt x="4545" y="6224"/>
                  <a:pt x="4519" y="6231"/>
                </a:cubicBezTo>
                <a:cubicBezTo>
                  <a:pt x="4407" y="6267"/>
                  <a:pt x="4286" y="6293"/>
                  <a:pt x="4160" y="6310"/>
                </a:cubicBezTo>
                <a:cubicBezTo>
                  <a:pt x="4052" y="6325"/>
                  <a:pt x="3944" y="6331"/>
                  <a:pt x="3836" y="6331"/>
                </a:cubicBezTo>
                <a:cubicBezTo>
                  <a:pt x="3306" y="6331"/>
                  <a:pt x="2774" y="6185"/>
                  <a:pt x="2236" y="6169"/>
                </a:cubicBezTo>
                <a:cubicBezTo>
                  <a:pt x="2205" y="6168"/>
                  <a:pt x="2173" y="6167"/>
                  <a:pt x="2142" y="6167"/>
                </a:cubicBezTo>
                <a:cubicBezTo>
                  <a:pt x="1432" y="6167"/>
                  <a:pt x="726" y="6406"/>
                  <a:pt x="265" y="6805"/>
                </a:cubicBezTo>
                <a:cubicBezTo>
                  <a:pt x="165" y="6893"/>
                  <a:pt x="77" y="6988"/>
                  <a:pt x="1" y="7088"/>
                </a:cubicBezTo>
                <a:lnTo>
                  <a:pt x="21862" y="7088"/>
                </a:lnTo>
                <a:lnTo>
                  <a:pt x="21862" y="210"/>
                </a:lnTo>
                <a:cubicBezTo>
                  <a:pt x="21397" y="73"/>
                  <a:pt x="20892" y="0"/>
                  <a:pt x="20392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1" name="Google Shape;1121;p42"/>
          <p:cNvSpPr/>
          <p:nvPr/>
        </p:nvSpPr>
        <p:spPr>
          <a:xfrm rot="10800000">
            <a:off x="7069948" y="4249330"/>
            <a:ext cx="2125947" cy="1043338"/>
          </a:xfrm>
          <a:custGeom>
            <a:rect b="b" l="l" r="r" t="t"/>
            <a:pathLst>
              <a:path extrusionOk="0" h="6456" w="13155">
                <a:moveTo>
                  <a:pt x="1821" y="0"/>
                </a:moveTo>
                <a:lnTo>
                  <a:pt x="1821" y="3"/>
                </a:lnTo>
                <a:lnTo>
                  <a:pt x="0" y="4"/>
                </a:lnTo>
                <a:lnTo>
                  <a:pt x="0" y="222"/>
                </a:lnTo>
                <a:lnTo>
                  <a:pt x="0" y="1236"/>
                </a:lnTo>
                <a:lnTo>
                  <a:pt x="0" y="2358"/>
                </a:lnTo>
                <a:lnTo>
                  <a:pt x="1" y="3370"/>
                </a:lnTo>
                <a:lnTo>
                  <a:pt x="1" y="4493"/>
                </a:lnTo>
                <a:lnTo>
                  <a:pt x="1" y="5504"/>
                </a:lnTo>
                <a:lnTo>
                  <a:pt x="1" y="6178"/>
                </a:lnTo>
                <a:cubicBezTo>
                  <a:pt x="369" y="6349"/>
                  <a:pt x="770" y="6456"/>
                  <a:pt x="1177" y="6456"/>
                </a:cubicBezTo>
                <a:cubicBezTo>
                  <a:pt x="1363" y="6456"/>
                  <a:pt x="1550" y="6434"/>
                  <a:pt x="1736" y="6385"/>
                </a:cubicBezTo>
                <a:cubicBezTo>
                  <a:pt x="1764" y="6378"/>
                  <a:pt x="1794" y="6370"/>
                  <a:pt x="1822" y="6361"/>
                </a:cubicBezTo>
                <a:cubicBezTo>
                  <a:pt x="1843" y="6355"/>
                  <a:pt x="1862" y="6348"/>
                  <a:pt x="1882" y="6342"/>
                </a:cubicBezTo>
                <a:cubicBezTo>
                  <a:pt x="2342" y="6188"/>
                  <a:pt x="2719" y="5901"/>
                  <a:pt x="3050" y="5558"/>
                </a:cubicBezTo>
                <a:cubicBezTo>
                  <a:pt x="3068" y="5540"/>
                  <a:pt x="3085" y="5522"/>
                  <a:pt x="3102" y="5503"/>
                </a:cubicBezTo>
                <a:cubicBezTo>
                  <a:pt x="3398" y="5189"/>
                  <a:pt x="3657" y="4831"/>
                  <a:pt x="3908" y="4490"/>
                </a:cubicBezTo>
                <a:cubicBezTo>
                  <a:pt x="3908" y="4490"/>
                  <a:pt x="3909" y="4490"/>
                  <a:pt x="3909" y="4489"/>
                </a:cubicBezTo>
                <a:cubicBezTo>
                  <a:pt x="3923" y="4471"/>
                  <a:pt x="3936" y="4455"/>
                  <a:pt x="3949" y="4436"/>
                </a:cubicBezTo>
                <a:cubicBezTo>
                  <a:pt x="4217" y="4078"/>
                  <a:pt x="4522" y="3714"/>
                  <a:pt x="4875" y="3424"/>
                </a:cubicBezTo>
                <a:cubicBezTo>
                  <a:pt x="4897" y="3405"/>
                  <a:pt x="4919" y="3387"/>
                  <a:pt x="4942" y="3369"/>
                </a:cubicBezTo>
                <a:cubicBezTo>
                  <a:pt x="5319" y="3071"/>
                  <a:pt x="5750" y="2859"/>
                  <a:pt x="6248" y="2826"/>
                </a:cubicBezTo>
                <a:cubicBezTo>
                  <a:pt x="6296" y="2822"/>
                  <a:pt x="6344" y="2821"/>
                  <a:pt x="6391" y="2821"/>
                </a:cubicBezTo>
                <a:cubicBezTo>
                  <a:pt x="7025" y="2821"/>
                  <a:pt x="7616" y="3105"/>
                  <a:pt x="8200" y="3368"/>
                </a:cubicBezTo>
                <a:cubicBezTo>
                  <a:pt x="8240" y="3387"/>
                  <a:pt x="8281" y="3405"/>
                  <a:pt x="8323" y="3423"/>
                </a:cubicBezTo>
                <a:cubicBezTo>
                  <a:pt x="8382" y="3449"/>
                  <a:pt x="8442" y="3475"/>
                  <a:pt x="8501" y="3501"/>
                </a:cubicBezTo>
                <a:cubicBezTo>
                  <a:pt x="9052" y="3734"/>
                  <a:pt x="9659" y="3908"/>
                  <a:pt x="10259" y="3908"/>
                </a:cubicBezTo>
                <a:cubicBezTo>
                  <a:pt x="10487" y="3908"/>
                  <a:pt x="10715" y="3882"/>
                  <a:pt x="10937" y="3826"/>
                </a:cubicBezTo>
                <a:cubicBezTo>
                  <a:pt x="11253" y="3746"/>
                  <a:pt x="11547" y="3604"/>
                  <a:pt x="11810" y="3423"/>
                </a:cubicBezTo>
                <a:cubicBezTo>
                  <a:pt x="11835" y="3405"/>
                  <a:pt x="11861" y="3387"/>
                  <a:pt x="11886" y="3368"/>
                </a:cubicBezTo>
                <a:cubicBezTo>
                  <a:pt x="11986" y="3295"/>
                  <a:pt x="12081" y="3217"/>
                  <a:pt x="12169" y="3134"/>
                </a:cubicBezTo>
                <a:cubicBezTo>
                  <a:pt x="12416" y="2906"/>
                  <a:pt x="12624" y="2641"/>
                  <a:pt x="12783" y="2355"/>
                </a:cubicBezTo>
                <a:cubicBezTo>
                  <a:pt x="12794" y="2337"/>
                  <a:pt x="12805" y="2319"/>
                  <a:pt x="12814" y="2300"/>
                </a:cubicBezTo>
                <a:cubicBezTo>
                  <a:pt x="12983" y="1983"/>
                  <a:pt x="13095" y="1639"/>
                  <a:pt x="13135" y="1287"/>
                </a:cubicBezTo>
                <a:cubicBezTo>
                  <a:pt x="13137" y="1269"/>
                  <a:pt x="13139" y="1251"/>
                  <a:pt x="13141" y="1232"/>
                </a:cubicBezTo>
                <a:cubicBezTo>
                  <a:pt x="13152" y="1109"/>
                  <a:pt x="13155" y="984"/>
                  <a:pt x="13149" y="860"/>
                </a:cubicBezTo>
                <a:cubicBezTo>
                  <a:pt x="13137" y="644"/>
                  <a:pt x="13096" y="428"/>
                  <a:pt x="13028" y="222"/>
                </a:cubicBezTo>
                <a:cubicBezTo>
                  <a:pt x="13023" y="204"/>
                  <a:pt x="13017" y="185"/>
                  <a:pt x="13010" y="167"/>
                </a:cubicBezTo>
                <a:cubicBezTo>
                  <a:pt x="12991" y="111"/>
                  <a:pt x="12969" y="56"/>
                  <a:pt x="12946" y="1"/>
                </a:cubicBezTo>
                <a:lnTo>
                  <a:pt x="1880" y="3"/>
                </a:lnTo>
                <a:lnTo>
                  <a:pt x="1880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2" name="Google Shape;1122;p42"/>
          <p:cNvSpPr/>
          <p:nvPr/>
        </p:nvSpPr>
        <p:spPr>
          <a:xfrm rot="10800000">
            <a:off x="-375576" y="3881671"/>
            <a:ext cx="4662538" cy="1572279"/>
          </a:xfrm>
          <a:custGeom>
            <a:rect b="b" l="l" r="r" t="t"/>
            <a:pathLst>
              <a:path extrusionOk="0" h="9729" w="28851">
                <a:moveTo>
                  <a:pt x="943" y="0"/>
                </a:moveTo>
                <a:cubicBezTo>
                  <a:pt x="631" y="0"/>
                  <a:pt x="337" y="87"/>
                  <a:pt x="179" y="380"/>
                </a:cubicBezTo>
                <a:cubicBezTo>
                  <a:pt x="1" y="711"/>
                  <a:pt x="78" y="1189"/>
                  <a:pt x="451" y="1303"/>
                </a:cubicBezTo>
                <a:cubicBezTo>
                  <a:pt x="355" y="2313"/>
                  <a:pt x="452" y="3522"/>
                  <a:pt x="1499" y="3989"/>
                </a:cubicBezTo>
                <a:cubicBezTo>
                  <a:pt x="1785" y="4117"/>
                  <a:pt x="2088" y="4165"/>
                  <a:pt x="2396" y="4165"/>
                </a:cubicBezTo>
                <a:cubicBezTo>
                  <a:pt x="3000" y="4165"/>
                  <a:pt x="3625" y="3981"/>
                  <a:pt x="4188" y="3848"/>
                </a:cubicBezTo>
                <a:cubicBezTo>
                  <a:pt x="4624" y="3745"/>
                  <a:pt x="5112" y="3633"/>
                  <a:pt x="5582" y="3633"/>
                </a:cubicBezTo>
                <a:cubicBezTo>
                  <a:pt x="6044" y="3633"/>
                  <a:pt x="6489" y="3741"/>
                  <a:pt x="6852" y="4069"/>
                </a:cubicBezTo>
                <a:cubicBezTo>
                  <a:pt x="7560" y="4711"/>
                  <a:pt x="7722" y="5737"/>
                  <a:pt x="8257" y="6500"/>
                </a:cubicBezTo>
                <a:cubicBezTo>
                  <a:pt x="8521" y="6876"/>
                  <a:pt x="8874" y="7178"/>
                  <a:pt x="9322" y="7300"/>
                </a:cubicBezTo>
                <a:cubicBezTo>
                  <a:pt x="9482" y="7344"/>
                  <a:pt x="9645" y="7363"/>
                  <a:pt x="9808" y="7363"/>
                </a:cubicBezTo>
                <a:cubicBezTo>
                  <a:pt x="10078" y="7363"/>
                  <a:pt x="10348" y="7310"/>
                  <a:pt x="10606" y="7231"/>
                </a:cubicBezTo>
                <a:cubicBezTo>
                  <a:pt x="11498" y="6959"/>
                  <a:pt x="12280" y="6380"/>
                  <a:pt x="13194" y="6184"/>
                </a:cubicBezTo>
                <a:cubicBezTo>
                  <a:pt x="13322" y="6156"/>
                  <a:pt x="13450" y="6141"/>
                  <a:pt x="13577" y="6141"/>
                </a:cubicBezTo>
                <a:cubicBezTo>
                  <a:pt x="13849" y="6141"/>
                  <a:pt x="14113" y="6211"/>
                  <a:pt x="14347" y="6376"/>
                </a:cubicBezTo>
                <a:cubicBezTo>
                  <a:pt x="14724" y="6643"/>
                  <a:pt x="14907" y="7097"/>
                  <a:pt x="15047" y="7521"/>
                </a:cubicBezTo>
                <a:cubicBezTo>
                  <a:pt x="15341" y="8400"/>
                  <a:pt x="15592" y="9554"/>
                  <a:pt x="16688" y="9709"/>
                </a:cubicBezTo>
                <a:cubicBezTo>
                  <a:pt x="16781" y="9722"/>
                  <a:pt x="16872" y="9728"/>
                  <a:pt x="16961" y="9728"/>
                </a:cubicBezTo>
                <a:cubicBezTo>
                  <a:pt x="18160" y="9728"/>
                  <a:pt x="18967" y="8588"/>
                  <a:pt x="19887" y="7966"/>
                </a:cubicBezTo>
                <a:cubicBezTo>
                  <a:pt x="20301" y="7685"/>
                  <a:pt x="20755" y="7537"/>
                  <a:pt x="21232" y="7537"/>
                </a:cubicBezTo>
                <a:cubicBezTo>
                  <a:pt x="21401" y="7537"/>
                  <a:pt x="21572" y="7556"/>
                  <a:pt x="21746" y="7593"/>
                </a:cubicBezTo>
                <a:cubicBezTo>
                  <a:pt x="22408" y="7736"/>
                  <a:pt x="23015" y="8087"/>
                  <a:pt x="23550" y="8494"/>
                </a:cubicBezTo>
                <a:cubicBezTo>
                  <a:pt x="24053" y="8876"/>
                  <a:pt x="24539" y="9361"/>
                  <a:pt x="25189" y="9466"/>
                </a:cubicBezTo>
                <a:cubicBezTo>
                  <a:pt x="25284" y="9481"/>
                  <a:pt x="25378" y="9489"/>
                  <a:pt x="25473" y="9489"/>
                </a:cubicBezTo>
                <a:cubicBezTo>
                  <a:pt x="26024" y="9489"/>
                  <a:pt x="26554" y="9240"/>
                  <a:pt x="26991" y="8910"/>
                </a:cubicBezTo>
                <a:cubicBezTo>
                  <a:pt x="27838" y="8271"/>
                  <a:pt x="28376" y="7319"/>
                  <a:pt x="28611" y="6292"/>
                </a:cubicBezTo>
                <a:cubicBezTo>
                  <a:pt x="28851" y="5239"/>
                  <a:pt x="28800" y="4124"/>
                  <a:pt x="28525" y="3084"/>
                </a:cubicBezTo>
                <a:cubicBezTo>
                  <a:pt x="28226" y="1958"/>
                  <a:pt x="27654" y="694"/>
                  <a:pt x="26488" y="261"/>
                </a:cubicBezTo>
                <a:cubicBezTo>
                  <a:pt x="26074" y="106"/>
                  <a:pt x="25631" y="64"/>
                  <a:pt x="25188" y="64"/>
                </a:cubicBezTo>
                <a:cubicBezTo>
                  <a:pt x="24971" y="64"/>
                  <a:pt x="24753" y="74"/>
                  <a:pt x="24540" y="86"/>
                </a:cubicBezTo>
                <a:cubicBezTo>
                  <a:pt x="23776" y="131"/>
                  <a:pt x="23013" y="188"/>
                  <a:pt x="22250" y="248"/>
                </a:cubicBezTo>
                <a:cubicBezTo>
                  <a:pt x="20720" y="367"/>
                  <a:pt x="19190" y="503"/>
                  <a:pt x="17661" y="628"/>
                </a:cubicBezTo>
                <a:cubicBezTo>
                  <a:pt x="15187" y="828"/>
                  <a:pt x="12704" y="996"/>
                  <a:pt x="10221" y="996"/>
                </a:cubicBezTo>
                <a:cubicBezTo>
                  <a:pt x="9649" y="996"/>
                  <a:pt x="9077" y="987"/>
                  <a:pt x="8505" y="967"/>
                </a:cubicBezTo>
                <a:cubicBezTo>
                  <a:pt x="6985" y="916"/>
                  <a:pt x="5467" y="790"/>
                  <a:pt x="3966" y="555"/>
                </a:cubicBezTo>
                <a:cubicBezTo>
                  <a:pt x="3209" y="436"/>
                  <a:pt x="2459" y="290"/>
                  <a:pt x="1714" y="116"/>
                </a:cubicBezTo>
                <a:cubicBezTo>
                  <a:pt x="1493" y="64"/>
                  <a:pt x="1211" y="0"/>
                  <a:pt x="94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3" name="Google Shape;1123;p42"/>
          <p:cNvSpPr/>
          <p:nvPr/>
        </p:nvSpPr>
        <p:spPr>
          <a:xfrm rot="10800000">
            <a:off x="7235914" y="-341425"/>
            <a:ext cx="2365611" cy="3375334"/>
          </a:xfrm>
          <a:custGeom>
            <a:rect b="b" l="l" r="r" t="t"/>
            <a:pathLst>
              <a:path extrusionOk="0" h="20886" w="14638">
                <a:moveTo>
                  <a:pt x="3191" y="1"/>
                </a:moveTo>
                <a:cubicBezTo>
                  <a:pt x="2885" y="1"/>
                  <a:pt x="2576" y="81"/>
                  <a:pt x="2295" y="191"/>
                </a:cubicBezTo>
                <a:cubicBezTo>
                  <a:pt x="1899" y="349"/>
                  <a:pt x="1532" y="564"/>
                  <a:pt x="1185" y="809"/>
                </a:cubicBezTo>
                <a:cubicBezTo>
                  <a:pt x="1218" y="721"/>
                  <a:pt x="1252" y="633"/>
                  <a:pt x="1287" y="547"/>
                </a:cubicBezTo>
                <a:cubicBezTo>
                  <a:pt x="1332" y="438"/>
                  <a:pt x="1242" y="367"/>
                  <a:pt x="1149" y="367"/>
                </a:cubicBezTo>
                <a:cubicBezTo>
                  <a:pt x="1089" y="367"/>
                  <a:pt x="1027" y="397"/>
                  <a:pt x="998" y="467"/>
                </a:cubicBezTo>
                <a:cubicBezTo>
                  <a:pt x="147" y="2564"/>
                  <a:pt x="0" y="4857"/>
                  <a:pt x="71" y="7096"/>
                </a:cubicBezTo>
                <a:cubicBezTo>
                  <a:pt x="107" y="8264"/>
                  <a:pt x="200" y="9428"/>
                  <a:pt x="285" y="10592"/>
                </a:cubicBezTo>
                <a:cubicBezTo>
                  <a:pt x="378" y="11838"/>
                  <a:pt x="471" y="13083"/>
                  <a:pt x="565" y="14328"/>
                </a:cubicBezTo>
                <a:cubicBezTo>
                  <a:pt x="660" y="15573"/>
                  <a:pt x="755" y="16818"/>
                  <a:pt x="852" y="18063"/>
                </a:cubicBezTo>
                <a:cubicBezTo>
                  <a:pt x="895" y="18617"/>
                  <a:pt x="909" y="19183"/>
                  <a:pt x="997" y="19731"/>
                </a:cubicBezTo>
                <a:cubicBezTo>
                  <a:pt x="1063" y="20137"/>
                  <a:pt x="1227" y="20580"/>
                  <a:pt x="1623" y="20768"/>
                </a:cubicBezTo>
                <a:cubicBezTo>
                  <a:pt x="1853" y="20878"/>
                  <a:pt x="2108" y="20885"/>
                  <a:pt x="2359" y="20885"/>
                </a:cubicBezTo>
                <a:cubicBezTo>
                  <a:pt x="2678" y="20885"/>
                  <a:pt x="2997" y="20884"/>
                  <a:pt x="3315" y="20883"/>
                </a:cubicBezTo>
                <a:cubicBezTo>
                  <a:pt x="3934" y="20882"/>
                  <a:pt x="4551" y="20881"/>
                  <a:pt x="5168" y="20880"/>
                </a:cubicBezTo>
                <a:cubicBezTo>
                  <a:pt x="6413" y="20878"/>
                  <a:pt x="7658" y="20875"/>
                  <a:pt x="8904" y="20873"/>
                </a:cubicBezTo>
                <a:cubicBezTo>
                  <a:pt x="8946" y="20873"/>
                  <a:pt x="8987" y="20873"/>
                  <a:pt x="9029" y="20873"/>
                </a:cubicBezTo>
                <a:cubicBezTo>
                  <a:pt x="9733" y="20873"/>
                  <a:pt x="10440" y="20882"/>
                  <a:pt x="11147" y="20882"/>
                </a:cubicBezTo>
                <a:cubicBezTo>
                  <a:pt x="11621" y="20882"/>
                  <a:pt x="12096" y="20878"/>
                  <a:pt x="12569" y="20863"/>
                </a:cubicBezTo>
                <a:cubicBezTo>
                  <a:pt x="13054" y="20848"/>
                  <a:pt x="13560" y="20768"/>
                  <a:pt x="13928" y="20425"/>
                </a:cubicBezTo>
                <a:cubicBezTo>
                  <a:pt x="14266" y="20112"/>
                  <a:pt x="14409" y="19650"/>
                  <a:pt x="14479" y="19208"/>
                </a:cubicBezTo>
                <a:cubicBezTo>
                  <a:pt x="14615" y="18346"/>
                  <a:pt x="14637" y="17435"/>
                  <a:pt x="14556" y="16567"/>
                </a:cubicBezTo>
                <a:cubicBezTo>
                  <a:pt x="14480" y="15744"/>
                  <a:pt x="14290" y="14898"/>
                  <a:pt x="13827" y="14200"/>
                </a:cubicBezTo>
                <a:cubicBezTo>
                  <a:pt x="13606" y="13867"/>
                  <a:pt x="13329" y="13578"/>
                  <a:pt x="13000" y="13350"/>
                </a:cubicBezTo>
                <a:cubicBezTo>
                  <a:pt x="12618" y="13086"/>
                  <a:pt x="12175" y="12928"/>
                  <a:pt x="11727" y="12811"/>
                </a:cubicBezTo>
                <a:cubicBezTo>
                  <a:pt x="10841" y="12580"/>
                  <a:pt x="9808" y="12500"/>
                  <a:pt x="9119" y="11827"/>
                </a:cubicBezTo>
                <a:cubicBezTo>
                  <a:pt x="8381" y="11106"/>
                  <a:pt x="8246" y="10000"/>
                  <a:pt x="8306" y="9020"/>
                </a:cubicBezTo>
                <a:cubicBezTo>
                  <a:pt x="8344" y="8404"/>
                  <a:pt x="8449" y="7795"/>
                  <a:pt x="8518" y="7181"/>
                </a:cubicBezTo>
                <a:cubicBezTo>
                  <a:pt x="8574" y="6676"/>
                  <a:pt x="8621" y="6136"/>
                  <a:pt x="8417" y="5654"/>
                </a:cubicBezTo>
                <a:cubicBezTo>
                  <a:pt x="7771" y="4140"/>
                  <a:pt x="5341" y="4868"/>
                  <a:pt x="4856" y="3246"/>
                </a:cubicBezTo>
                <a:cubicBezTo>
                  <a:pt x="4619" y="2457"/>
                  <a:pt x="4843" y="1582"/>
                  <a:pt x="4492" y="818"/>
                </a:cubicBezTo>
                <a:cubicBezTo>
                  <a:pt x="4321" y="450"/>
                  <a:pt x="3993" y="161"/>
                  <a:pt x="3598" y="53"/>
                </a:cubicBezTo>
                <a:cubicBezTo>
                  <a:pt x="3465" y="17"/>
                  <a:pt x="3328" y="1"/>
                  <a:pt x="3191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4" name="Google Shape;1124;p42"/>
          <p:cNvSpPr txBox="1"/>
          <p:nvPr>
            <p:ph type="title"/>
          </p:nvPr>
        </p:nvSpPr>
        <p:spPr>
          <a:xfrm>
            <a:off x="3387900" y="758952"/>
            <a:ext cx="23682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1125" name="Google Shape;1125;p42"/>
          <p:cNvGrpSpPr/>
          <p:nvPr/>
        </p:nvGrpSpPr>
        <p:grpSpPr>
          <a:xfrm rot="6299945">
            <a:off x="7791608" y="4563485"/>
            <a:ext cx="359746" cy="325869"/>
            <a:chOff x="1640475" y="1197075"/>
            <a:chExt cx="55475" cy="50250"/>
          </a:xfrm>
        </p:grpSpPr>
        <p:sp>
          <p:nvSpPr>
            <p:cNvPr id="1126" name="Google Shape;1126;p4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4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4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9" name="Google Shape;1129;p42"/>
          <p:cNvSpPr/>
          <p:nvPr/>
        </p:nvSpPr>
        <p:spPr>
          <a:xfrm flipH="1" rot="8615811">
            <a:off x="227163" y="4598042"/>
            <a:ext cx="848090" cy="171654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0" name="Google Shape;1130;p42"/>
          <p:cNvSpPr/>
          <p:nvPr/>
        </p:nvSpPr>
        <p:spPr>
          <a:xfrm rot="-9000285">
            <a:off x="6559102" y="234098"/>
            <a:ext cx="970034" cy="22723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1" name="Google Shape;1131;p42"/>
          <p:cNvGrpSpPr/>
          <p:nvPr/>
        </p:nvGrpSpPr>
        <p:grpSpPr>
          <a:xfrm rot="10799841">
            <a:off x="1610677" y="4510494"/>
            <a:ext cx="239902" cy="217311"/>
            <a:chOff x="1640475" y="1197075"/>
            <a:chExt cx="55475" cy="50250"/>
          </a:xfrm>
        </p:grpSpPr>
        <p:sp>
          <p:nvSpPr>
            <p:cNvPr id="1132" name="Google Shape;1132;p4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4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4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5" name="Google Shape;1135;p42"/>
          <p:cNvGrpSpPr/>
          <p:nvPr/>
        </p:nvGrpSpPr>
        <p:grpSpPr>
          <a:xfrm rot="-5400235">
            <a:off x="8116150" y="635400"/>
            <a:ext cx="243108" cy="220216"/>
            <a:chOff x="1640475" y="1197075"/>
            <a:chExt cx="55475" cy="50250"/>
          </a:xfrm>
        </p:grpSpPr>
        <p:sp>
          <p:nvSpPr>
            <p:cNvPr id="1136" name="Google Shape;1136;p4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4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4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9" name="Google Shape;1139;p42"/>
          <p:cNvSpPr/>
          <p:nvPr/>
        </p:nvSpPr>
        <p:spPr>
          <a:xfrm rot="-9900095">
            <a:off x="8349145" y="4056062"/>
            <a:ext cx="424434" cy="627506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0" name="Google Shape;1140;p42"/>
          <p:cNvSpPr/>
          <p:nvPr/>
        </p:nvSpPr>
        <p:spPr>
          <a:xfrm rot="-3511162">
            <a:off x="1058077" y="269341"/>
            <a:ext cx="738535" cy="540314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1" name="Google Shape;1141;p42"/>
          <p:cNvGrpSpPr/>
          <p:nvPr/>
        </p:nvGrpSpPr>
        <p:grpSpPr>
          <a:xfrm rot="-10374925">
            <a:off x="329402" y="488210"/>
            <a:ext cx="359745" cy="325867"/>
            <a:chOff x="1640475" y="1197075"/>
            <a:chExt cx="55475" cy="50250"/>
          </a:xfrm>
        </p:grpSpPr>
        <p:sp>
          <p:nvSpPr>
            <p:cNvPr id="1142" name="Google Shape;1142;p4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4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4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TITLE_AND_BODY_1_1_1">
    <p:spTree>
      <p:nvGrpSpPr>
        <p:cNvPr id="1145" name="Shape 1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" name="Google Shape;1146;p43"/>
          <p:cNvSpPr/>
          <p:nvPr/>
        </p:nvSpPr>
        <p:spPr>
          <a:xfrm>
            <a:off x="-128026" y="4106413"/>
            <a:ext cx="3465023" cy="1209053"/>
          </a:xfrm>
          <a:custGeom>
            <a:rect b="b" l="l" r="r" t="t"/>
            <a:pathLst>
              <a:path extrusionOk="0" h="7088" w="21861">
                <a:moveTo>
                  <a:pt x="1470" y="1"/>
                </a:moveTo>
                <a:cubicBezTo>
                  <a:pt x="969" y="1"/>
                  <a:pt x="465" y="73"/>
                  <a:pt x="0" y="211"/>
                </a:cubicBezTo>
                <a:lnTo>
                  <a:pt x="0" y="7087"/>
                </a:lnTo>
                <a:lnTo>
                  <a:pt x="21860" y="7087"/>
                </a:lnTo>
                <a:cubicBezTo>
                  <a:pt x="21784" y="6987"/>
                  <a:pt x="21696" y="6892"/>
                  <a:pt x="21596" y="6806"/>
                </a:cubicBezTo>
                <a:cubicBezTo>
                  <a:pt x="21135" y="6406"/>
                  <a:pt x="20429" y="6167"/>
                  <a:pt x="19720" y="6167"/>
                </a:cubicBezTo>
                <a:cubicBezTo>
                  <a:pt x="19688" y="6167"/>
                  <a:pt x="19657" y="6168"/>
                  <a:pt x="19626" y="6169"/>
                </a:cubicBezTo>
                <a:cubicBezTo>
                  <a:pt x="19086" y="6184"/>
                  <a:pt x="18553" y="6331"/>
                  <a:pt x="18022" y="6331"/>
                </a:cubicBezTo>
                <a:cubicBezTo>
                  <a:pt x="17915" y="6331"/>
                  <a:pt x="17808" y="6325"/>
                  <a:pt x="17701" y="6311"/>
                </a:cubicBezTo>
                <a:cubicBezTo>
                  <a:pt x="17575" y="6294"/>
                  <a:pt x="17455" y="6267"/>
                  <a:pt x="17341" y="6232"/>
                </a:cubicBezTo>
                <a:cubicBezTo>
                  <a:pt x="17316" y="6223"/>
                  <a:pt x="17292" y="6216"/>
                  <a:pt x="17268" y="6207"/>
                </a:cubicBezTo>
                <a:cubicBezTo>
                  <a:pt x="16400" y="5904"/>
                  <a:pt x="15883" y="5118"/>
                  <a:pt x="15068" y="4680"/>
                </a:cubicBezTo>
                <a:cubicBezTo>
                  <a:pt x="14496" y="4373"/>
                  <a:pt x="13820" y="4258"/>
                  <a:pt x="13115" y="4258"/>
                </a:cubicBezTo>
                <a:cubicBezTo>
                  <a:pt x="12312" y="4258"/>
                  <a:pt x="11471" y="4408"/>
                  <a:pt x="10706" y="4596"/>
                </a:cubicBezTo>
                <a:cubicBezTo>
                  <a:pt x="10023" y="4765"/>
                  <a:pt x="9316" y="4959"/>
                  <a:pt x="8608" y="4959"/>
                </a:cubicBezTo>
                <a:cubicBezTo>
                  <a:pt x="8441" y="4959"/>
                  <a:pt x="8274" y="4948"/>
                  <a:pt x="8107" y="4924"/>
                </a:cubicBezTo>
                <a:cubicBezTo>
                  <a:pt x="6811" y="4733"/>
                  <a:pt x="5999" y="3788"/>
                  <a:pt x="5474" y="2893"/>
                </a:cubicBezTo>
                <a:cubicBezTo>
                  <a:pt x="4948" y="1997"/>
                  <a:pt x="4493" y="1003"/>
                  <a:pt x="3416" y="436"/>
                </a:cubicBezTo>
                <a:cubicBezTo>
                  <a:pt x="2851" y="140"/>
                  <a:pt x="2164" y="1"/>
                  <a:pt x="1470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7" name="Google Shape;1147;p43"/>
          <p:cNvSpPr/>
          <p:nvPr/>
        </p:nvSpPr>
        <p:spPr>
          <a:xfrm>
            <a:off x="7140208" y="-213544"/>
            <a:ext cx="2085100" cy="1101248"/>
          </a:xfrm>
          <a:custGeom>
            <a:rect b="b" l="l" r="r" t="t"/>
            <a:pathLst>
              <a:path extrusionOk="0" h="6456" w="13155">
                <a:moveTo>
                  <a:pt x="11275" y="1"/>
                </a:moveTo>
                <a:lnTo>
                  <a:pt x="11275" y="4"/>
                </a:lnTo>
                <a:lnTo>
                  <a:pt x="209" y="2"/>
                </a:lnTo>
                <a:cubicBezTo>
                  <a:pt x="185" y="57"/>
                  <a:pt x="164" y="111"/>
                  <a:pt x="145" y="167"/>
                </a:cubicBezTo>
                <a:cubicBezTo>
                  <a:pt x="138" y="184"/>
                  <a:pt x="132" y="203"/>
                  <a:pt x="127" y="221"/>
                </a:cubicBezTo>
                <a:cubicBezTo>
                  <a:pt x="59" y="429"/>
                  <a:pt x="18" y="643"/>
                  <a:pt x="6" y="860"/>
                </a:cubicBezTo>
                <a:cubicBezTo>
                  <a:pt x="0" y="984"/>
                  <a:pt x="3" y="1110"/>
                  <a:pt x="14" y="1233"/>
                </a:cubicBezTo>
                <a:cubicBezTo>
                  <a:pt x="16" y="1251"/>
                  <a:pt x="18" y="1270"/>
                  <a:pt x="20" y="1288"/>
                </a:cubicBezTo>
                <a:cubicBezTo>
                  <a:pt x="60" y="1638"/>
                  <a:pt x="172" y="1982"/>
                  <a:pt x="341" y="2300"/>
                </a:cubicBezTo>
                <a:cubicBezTo>
                  <a:pt x="351" y="2319"/>
                  <a:pt x="361" y="2337"/>
                  <a:pt x="371" y="2355"/>
                </a:cubicBezTo>
                <a:cubicBezTo>
                  <a:pt x="531" y="2642"/>
                  <a:pt x="740" y="2905"/>
                  <a:pt x="987" y="3134"/>
                </a:cubicBezTo>
                <a:cubicBezTo>
                  <a:pt x="1075" y="3217"/>
                  <a:pt x="1169" y="3295"/>
                  <a:pt x="1269" y="3368"/>
                </a:cubicBezTo>
                <a:cubicBezTo>
                  <a:pt x="1295" y="3387"/>
                  <a:pt x="1320" y="3405"/>
                  <a:pt x="1345" y="3422"/>
                </a:cubicBezTo>
                <a:cubicBezTo>
                  <a:pt x="1608" y="3604"/>
                  <a:pt x="1902" y="3745"/>
                  <a:pt x="2218" y="3827"/>
                </a:cubicBezTo>
                <a:cubicBezTo>
                  <a:pt x="2441" y="3883"/>
                  <a:pt x="2668" y="3908"/>
                  <a:pt x="2896" y="3908"/>
                </a:cubicBezTo>
                <a:cubicBezTo>
                  <a:pt x="3496" y="3908"/>
                  <a:pt x="4103" y="3734"/>
                  <a:pt x="4654" y="3501"/>
                </a:cubicBezTo>
                <a:cubicBezTo>
                  <a:pt x="4713" y="3476"/>
                  <a:pt x="4773" y="3450"/>
                  <a:pt x="4833" y="3424"/>
                </a:cubicBezTo>
                <a:cubicBezTo>
                  <a:pt x="4873" y="3406"/>
                  <a:pt x="4915" y="3387"/>
                  <a:pt x="4955" y="3369"/>
                </a:cubicBezTo>
                <a:cubicBezTo>
                  <a:pt x="5539" y="3105"/>
                  <a:pt x="6130" y="2820"/>
                  <a:pt x="6764" y="2820"/>
                </a:cubicBezTo>
                <a:cubicBezTo>
                  <a:pt x="6811" y="2820"/>
                  <a:pt x="6859" y="2822"/>
                  <a:pt x="6907" y="2825"/>
                </a:cubicBezTo>
                <a:cubicBezTo>
                  <a:pt x="7405" y="2860"/>
                  <a:pt x="7836" y="3071"/>
                  <a:pt x="8213" y="3369"/>
                </a:cubicBezTo>
                <a:cubicBezTo>
                  <a:pt x="8237" y="3387"/>
                  <a:pt x="8259" y="3405"/>
                  <a:pt x="8281" y="3424"/>
                </a:cubicBezTo>
                <a:cubicBezTo>
                  <a:pt x="8634" y="3715"/>
                  <a:pt x="8939" y="4078"/>
                  <a:pt x="9207" y="4436"/>
                </a:cubicBezTo>
                <a:cubicBezTo>
                  <a:pt x="9219" y="4454"/>
                  <a:pt x="9233" y="4472"/>
                  <a:pt x="9246" y="4490"/>
                </a:cubicBezTo>
                <a:cubicBezTo>
                  <a:pt x="9246" y="4490"/>
                  <a:pt x="9247" y="4490"/>
                  <a:pt x="9247" y="4491"/>
                </a:cubicBezTo>
                <a:cubicBezTo>
                  <a:pt x="9498" y="4831"/>
                  <a:pt x="9757" y="5189"/>
                  <a:pt x="10053" y="5504"/>
                </a:cubicBezTo>
                <a:cubicBezTo>
                  <a:pt x="10070" y="5523"/>
                  <a:pt x="10087" y="5541"/>
                  <a:pt x="10104" y="5559"/>
                </a:cubicBezTo>
                <a:cubicBezTo>
                  <a:pt x="10436" y="5901"/>
                  <a:pt x="10812" y="6189"/>
                  <a:pt x="11272" y="6342"/>
                </a:cubicBezTo>
                <a:cubicBezTo>
                  <a:pt x="11292" y="6348"/>
                  <a:pt x="11311" y="6355"/>
                  <a:pt x="11333" y="6361"/>
                </a:cubicBezTo>
                <a:cubicBezTo>
                  <a:pt x="11361" y="6370"/>
                  <a:pt x="11391" y="6378"/>
                  <a:pt x="11420" y="6386"/>
                </a:cubicBezTo>
                <a:cubicBezTo>
                  <a:pt x="11605" y="6434"/>
                  <a:pt x="11791" y="6456"/>
                  <a:pt x="11976" y="6456"/>
                </a:cubicBezTo>
                <a:cubicBezTo>
                  <a:pt x="12384" y="6456"/>
                  <a:pt x="12786" y="6349"/>
                  <a:pt x="13154" y="6177"/>
                </a:cubicBezTo>
                <a:lnTo>
                  <a:pt x="13154" y="5505"/>
                </a:lnTo>
                <a:lnTo>
                  <a:pt x="13154" y="4492"/>
                </a:lnTo>
                <a:lnTo>
                  <a:pt x="13154" y="3371"/>
                </a:lnTo>
                <a:lnTo>
                  <a:pt x="13155" y="2358"/>
                </a:lnTo>
                <a:lnTo>
                  <a:pt x="13155" y="1236"/>
                </a:lnTo>
                <a:lnTo>
                  <a:pt x="13155" y="221"/>
                </a:lnTo>
                <a:lnTo>
                  <a:pt x="13155" y="5"/>
                </a:lnTo>
                <a:lnTo>
                  <a:pt x="11334" y="4"/>
                </a:lnTo>
                <a:lnTo>
                  <a:pt x="11334" y="1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8" name="Google Shape;1148;p43"/>
          <p:cNvSpPr/>
          <p:nvPr/>
        </p:nvSpPr>
        <p:spPr>
          <a:xfrm>
            <a:off x="-251977" y="-424375"/>
            <a:ext cx="4573114" cy="1659548"/>
          </a:xfrm>
          <a:custGeom>
            <a:rect b="b" l="l" r="r" t="t"/>
            <a:pathLst>
              <a:path extrusionOk="0" h="9729" w="28852">
                <a:moveTo>
                  <a:pt x="27909" y="1"/>
                </a:moveTo>
                <a:cubicBezTo>
                  <a:pt x="27641" y="1"/>
                  <a:pt x="27359" y="65"/>
                  <a:pt x="27138" y="117"/>
                </a:cubicBezTo>
                <a:cubicBezTo>
                  <a:pt x="26393" y="292"/>
                  <a:pt x="25642" y="438"/>
                  <a:pt x="24886" y="556"/>
                </a:cubicBezTo>
                <a:cubicBezTo>
                  <a:pt x="23384" y="791"/>
                  <a:pt x="21867" y="918"/>
                  <a:pt x="20347" y="969"/>
                </a:cubicBezTo>
                <a:cubicBezTo>
                  <a:pt x="19779" y="988"/>
                  <a:pt x="19211" y="997"/>
                  <a:pt x="18643" y="997"/>
                </a:cubicBezTo>
                <a:cubicBezTo>
                  <a:pt x="16156" y="997"/>
                  <a:pt x="13669" y="829"/>
                  <a:pt x="11190" y="628"/>
                </a:cubicBezTo>
                <a:cubicBezTo>
                  <a:pt x="9660" y="504"/>
                  <a:pt x="8132" y="368"/>
                  <a:pt x="6601" y="249"/>
                </a:cubicBezTo>
                <a:cubicBezTo>
                  <a:pt x="5839" y="189"/>
                  <a:pt x="5076" y="132"/>
                  <a:pt x="4312" y="87"/>
                </a:cubicBezTo>
                <a:cubicBezTo>
                  <a:pt x="4099" y="75"/>
                  <a:pt x="3881" y="64"/>
                  <a:pt x="3664" y="64"/>
                </a:cubicBezTo>
                <a:cubicBezTo>
                  <a:pt x="3221" y="64"/>
                  <a:pt x="2777" y="107"/>
                  <a:pt x="2362" y="261"/>
                </a:cubicBezTo>
                <a:cubicBezTo>
                  <a:pt x="1198" y="695"/>
                  <a:pt x="625" y="1959"/>
                  <a:pt x="327" y="3085"/>
                </a:cubicBezTo>
                <a:cubicBezTo>
                  <a:pt x="51" y="4125"/>
                  <a:pt x="0" y="5240"/>
                  <a:pt x="241" y="6293"/>
                </a:cubicBezTo>
                <a:cubicBezTo>
                  <a:pt x="475" y="7320"/>
                  <a:pt x="1013" y="8271"/>
                  <a:pt x="1861" y="8911"/>
                </a:cubicBezTo>
                <a:cubicBezTo>
                  <a:pt x="2297" y="9241"/>
                  <a:pt x="2827" y="9490"/>
                  <a:pt x="3378" y="9490"/>
                </a:cubicBezTo>
                <a:cubicBezTo>
                  <a:pt x="3472" y="9490"/>
                  <a:pt x="3567" y="9482"/>
                  <a:pt x="3662" y="9467"/>
                </a:cubicBezTo>
                <a:cubicBezTo>
                  <a:pt x="4312" y="9361"/>
                  <a:pt x="4799" y="8877"/>
                  <a:pt x="5302" y="8495"/>
                </a:cubicBezTo>
                <a:cubicBezTo>
                  <a:pt x="5837" y="8088"/>
                  <a:pt x="6442" y="7738"/>
                  <a:pt x="7106" y="7594"/>
                </a:cubicBezTo>
                <a:cubicBezTo>
                  <a:pt x="7279" y="7557"/>
                  <a:pt x="7450" y="7538"/>
                  <a:pt x="7618" y="7538"/>
                </a:cubicBezTo>
                <a:cubicBezTo>
                  <a:pt x="8095" y="7538"/>
                  <a:pt x="8551" y="7686"/>
                  <a:pt x="8965" y="7966"/>
                </a:cubicBezTo>
                <a:cubicBezTo>
                  <a:pt x="9884" y="8588"/>
                  <a:pt x="10692" y="9729"/>
                  <a:pt x="11891" y="9729"/>
                </a:cubicBezTo>
                <a:cubicBezTo>
                  <a:pt x="11980" y="9729"/>
                  <a:pt x="12071" y="9723"/>
                  <a:pt x="12164" y="9709"/>
                </a:cubicBezTo>
                <a:cubicBezTo>
                  <a:pt x="13260" y="9554"/>
                  <a:pt x="13511" y="8401"/>
                  <a:pt x="13804" y="7521"/>
                </a:cubicBezTo>
                <a:cubicBezTo>
                  <a:pt x="13945" y="7099"/>
                  <a:pt x="14127" y="6643"/>
                  <a:pt x="14504" y="6377"/>
                </a:cubicBezTo>
                <a:cubicBezTo>
                  <a:pt x="14738" y="6212"/>
                  <a:pt x="15003" y="6142"/>
                  <a:pt x="15276" y="6142"/>
                </a:cubicBezTo>
                <a:cubicBezTo>
                  <a:pt x="15402" y="6142"/>
                  <a:pt x="15530" y="6157"/>
                  <a:pt x="15656" y="6184"/>
                </a:cubicBezTo>
                <a:cubicBezTo>
                  <a:pt x="16572" y="6381"/>
                  <a:pt x="17354" y="6961"/>
                  <a:pt x="18244" y="7232"/>
                </a:cubicBezTo>
                <a:cubicBezTo>
                  <a:pt x="18502" y="7311"/>
                  <a:pt x="18774" y="7363"/>
                  <a:pt x="19044" y="7363"/>
                </a:cubicBezTo>
                <a:cubicBezTo>
                  <a:pt x="19207" y="7363"/>
                  <a:pt x="19369" y="7344"/>
                  <a:pt x="19529" y="7301"/>
                </a:cubicBezTo>
                <a:cubicBezTo>
                  <a:pt x="19978" y="7178"/>
                  <a:pt x="20331" y="6877"/>
                  <a:pt x="20595" y="6501"/>
                </a:cubicBezTo>
                <a:cubicBezTo>
                  <a:pt x="21130" y="5738"/>
                  <a:pt x="21292" y="4712"/>
                  <a:pt x="21999" y="4070"/>
                </a:cubicBezTo>
                <a:cubicBezTo>
                  <a:pt x="22362" y="3741"/>
                  <a:pt x="22807" y="3634"/>
                  <a:pt x="23269" y="3634"/>
                </a:cubicBezTo>
                <a:cubicBezTo>
                  <a:pt x="23739" y="3634"/>
                  <a:pt x="24227" y="3745"/>
                  <a:pt x="24664" y="3849"/>
                </a:cubicBezTo>
                <a:cubicBezTo>
                  <a:pt x="25227" y="3981"/>
                  <a:pt x="25851" y="4166"/>
                  <a:pt x="26455" y="4166"/>
                </a:cubicBezTo>
                <a:cubicBezTo>
                  <a:pt x="26763" y="4166"/>
                  <a:pt x="27066" y="4118"/>
                  <a:pt x="27353" y="3990"/>
                </a:cubicBezTo>
                <a:cubicBezTo>
                  <a:pt x="28400" y="3523"/>
                  <a:pt x="28496" y="2313"/>
                  <a:pt x="28400" y="1304"/>
                </a:cubicBezTo>
                <a:cubicBezTo>
                  <a:pt x="28773" y="1190"/>
                  <a:pt x="28851" y="712"/>
                  <a:pt x="28673" y="381"/>
                </a:cubicBezTo>
                <a:cubicBezTo>
                  <a:pt x="28515" y="88"/>
                  <a:pt x="28221" y="1"/>
                  <a:pt x="27909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9" name="Google Shape;1149;p43"/>
          <p:cNvSpPr/>
          <p:nvPr/>
        </p:nvSpPr>
        <p:spPr>
          <a:xfrm>
            <a:off x="7213473" y="3051297"/>
            <a:ext cx="2320001" cy="2598236"/>
          </a:xfrm>
          <a:custGeom>
            <a:rect b="b" l="l" r="r" t="t"/>
            <a:pathLst>
              <a:path extrusionOk="0" h="15232" w="14637">
                <a:moveTo>
                  <a:pt x="11445" y="0"/>
                </a:moveTo>
                <a:cubicBezTo>
                  <a:pt x="11308" y="0"/>
                  <a:pt x="11172" y="12"/>
                  <a:pt x="11039" y="38"/>
                </a:cubicBezTo>
                <a:cubicBezTo>
                  <a:pt x="10644" y="116"/>
                  <a:pt x="10316" y="327"/>
                  <a:pt x="10145" y="596"/>
                </a:cubicBezTo>
                <a:cubicBezTo>
                  <a:pt x="9794" y="1152"/>
                  <a:pt x="10018" y="1791"/>
                  <a:pt x="9781" y="2367"/>
                </a:cubicBezTo>
                <a:cubicBezTo>
                  <a:pt x="9296" y="3551"/>
                  <a:pt x="6867" y="3019"/>
                  <a:pt x="6220" y="4123"/>
                </a:cubicBezTo>
                <a:cubicBezTo>
                  <a:pt x="6016" y="4474"/>
                  <a:pt x="6063" y="4867"/>
                  <a:pt x="6119" y="5237"/>
                </a:cubicBezTo>
                <a:cubicBezTo>
                  <a:pt x="6188" y="5684"/>
                  <a:pt x="6293" y="6128"/>
                  <a:pt x="6331" y="6578"/>
                </a:cubicBezTo>
                <a:cubicBezTo>
                  <a:pt x="6392" y="7292"/>
                  <a:pt x="6256" y="8099"/>
                  <a:pt x="5518" y="8624"/>
                </a:cubicBezTo>
                <a:cubicBezTo>
                  <a:pt x="4829" y="9115"/>
                  <a:pt x="3797" y="9174"/>
                  <a:pt x="2910" y="9343"/>
                </a:cubicBezTo>
                <a:cubicBezTo>
                  <a:pt x="2462" y="9427"/>
                  <a:pt x="2020" y="9543"/>
                  <a:pt x="1637" y="9735"/>
                </a:cubicBezTo>
                <a:cubicBezTo>
                  <a:pt x="1309" y="9901"/>
                  <a:pt x="1030" y="10112"/>
                  <a:pt x="810" y="10355"/>
                </a:cubicBezTo>
                <a:cubicBezTo>
                  <a:pt x="347" y="10864"/>
                  <a:pt x="157" y="11482"/>
                  <a:pt x="81" y="12082"/>
                </a:cubicBezTo>
                <a:cubicBezTo>
                  <a:pt x="1" y="12715"/>
                  <a:pt x="23" y="13379"/>
                  <a:pt x="158" y="14007"/>
                </a:cubicBezTo>
                <a:cubicBezTo>
                  <a:pt x="228" y="14329"/>
                  <a:pt x="371" y="14667"/>
                  <a:pt x="709" y="14896"/>
                </a:cubicBezTo>
                <a:cubicBezTo>
                  <a:pt x="1077" y="15146"/>
                  <a:pt x="1583" y="15204"/>
                  <a:pt x="2068" y="15214"/>
                </a:cubicBezTo>
                <a:cubicBezTo>
                  <a:pt x="2549" y="15226"/>
                  <a:pt x="3032" y="15229"/>
                  <a:pt x="3515" y="15229"/>
                </a:cubicBezTo>
                <a:cubicBezTo>
                  <a:pt x="4226" y="15229"/>
                  <a:pt x="4937" y="15222"/>
                  <a:pt x="5646" y="15222"/>
                </a:cubicBezTo>
                <a:cubicBezTo>
                  <a:pt x="5675" y="15222"/>
                  <a:pt x="5704" y="15222"/>
                  <a:pt x="5733" y="15222"/>
                </a:cubicBezTo>
                <a:lnTo>
                  <a:pt x="9469" y="15227"/>
                </a:lnTo>
                <a:cubicBezTo>
                  <a:pt x="10086" y="15228"/>
                  <a:pt x="10704" y="15228"/>
                  <a:pt x="11322" y="15229"/>
                </a:cubicBezTo>
                <a:cubicBezTo>
                  <a:pt x="11640" y="15230"/>
                  <a:pt x="11959" y="15231"/>
                  <a:pt x="12278" y="15231"/>
                </a:cubicBezTo>
                <a:cubicBezTo>
                  <a:pt x="12529" y="15231"/>
                  <a:pt x="12784" y="15225"/>
                  <a:pt x="13014" y="15145"/>
                </a:cubicBezTo>
                <a:cubicBezTo>
                  <a:pt x="13410" y="15008"/>
                  <a:pt x="13574" y="14685"/>
                  <a:pt x="13640" y="14388"/>
                </a:cubicBezTo>
                <a:cubicBezTo>
                  <a:pt x="13728" y="13988"/>
                  <a:pt x="13742" y="13577"/>
                  <a:pt x="13785" y="13173"/>
                </a:cubicBezTo>
                <a:cubicBezTo>
                  <a:pt x="13882" y="12264"/>
                  <a:pt x="13977" y="11357"/>
                  <a:pt x="14072" y="10449"/>
                </a:cubicBezTo>
                <a:cubicBezTo>
                  <a:pt x="14166" y="9541"/>
                  <a:pt x="14259" y="8633"/>
                  <a:pt x="14352" y="7724"/>
                </a:cubicBezTo>
                <a:cubicBezTo>
                  <a:pt x="14437" y="6875"/>
                  <a:pt x="14530" y="6026"/>
                  <a:pt x="14567" y="5174"/>
                </a:cubicBezTo>
                <a:cubicBezTo>
                  <a:pt x="14637" y="3541"/>
                  <a:pt x="14491" y="1869"/>
                  <a:pt x="13640" y="340"/>
                </a:cubicBezTo>
                <a:cubicBezTo>
                  <a:pt x="13611" y="289"/>
                  <a:pt x="13548" y="267"/>
                  <a:pt x="13488" y="267"/>
                </a:cubicBezTo>
                <a:cubicBezTo>
                  <a:pt x="13394" y="267"/>
                  <a:pt x="13305" y="319"/>
                  <a:pt x="13349" y="398"/>
                </a:cubicBezTo>
                <a:cubicBezTo>
                  <a:pt x="13385" y="461"/>
                  <a:pt x="13419" y="526"/>
                  <a:pt x="13452" y="589"/>
                </a:cubicBezTo>
                <a:cubicBezTo>
                  <a:pt x="13105" y="411"/>
                  <a:pt x="12738" y="253"/>
                  <a:pt x="12342" y="140"/>
                </a:cubicBezTo>
                <a:cubicBezTo>
                  <a:pt x="12060" y="59"/>
                  <a:pt x="11751" y="0"/>
                  <a:pt x="11445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0" name="Google Shape;1150;p43"/>
          <p:cNvSpPr txBox="1"/>
          <p:nvPr>
            <p:ph type="title"/>
          </p:nvPr>
        </p:nvSpPr>
        <p:spPr>
          <a:xfrm>
            <a:off x="1693050" y="445025"/>
            <a:ext cx="5757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151" name="Google Shape;1151;p43"/>
          <p:cNvSpPr txBox="1"/>
          <p:nvPr>
            <p:ph idx="1" type="body"/>
          </p:nvPr>
        </p:nvSpPr>
        <p:spPr>
          <a:xfrm>
            <a:off x="713225" y="1442650"/>
            <a:ext cx="7717500" cy="312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Gloria Hallelujah"/>
              <a:buChar char="●"/>
              <a:defRPr sz="1400">
                <a:latin typeface="Raleway"/>
                <a:ea typeface="Raleway"/>
                <a:cs typeface="Raleway"/>
                <a:sym typeface="Raleway"/>
              </a:defRPr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grpSp>
        <p:nvGrpSpPr>
          <p:cNvPr id="1152" name="Google Shape;1152;p43"/>
          <p:cNvGrpSpPr/>
          <p:nvPr/>
        </p:nvGrpSpPr>
        <p:grpSpPr>
          <a:xfrm rot="899945">
            <a:off x="7776598" y="266617"/>
            <a:ext cx="359746" cy="325869"/>
            <a:chOff x="1640475" y="1197075"/>
            <a:chExt cx="55475" cy="50250"/>
          </a:xfrm>
        </p:grpSpPr>
        <p:sp>
          <p:nvSpPr>
            <p:cNvPr id="1153" name="Google Shape;1153;p4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4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4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6" name="Google Shape;1156;p43"/>
          <p:cNvSpPr/>
          <p:nvPr/>
        </p:nvSpPr>
        <p:spPr>
          <a:xfrm flipH="1" rot="997180">
            <a:off x="220521" y="343717"/>
            <a:ext cx="848082" cy="171653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7" name="Google Shape;1157;p43"/>
          <p:cNvSpPr/>
          <p:nvPr/>
        </p:nvSpPr>
        <p:spPr>
          <a:xfrm rot="-10262709">
            <a:off x="6864155" y="4703248"/>
            <a:ext cx="970031" cy="22723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8" name="Google Shape;1158;p43"/>
          <p:cNvGrpSpPr/>
          <p:nvPr/>
        </p:nvGrpSpPr>
        <p:grpSpPr>
          <a:xfrm rot="-3600132">
            <a:off x="1590800" y="402690"/>
            <a:ext cx="239901" cy="217311"/>
            <a:chOff x="1640475" y="1197075"/>
            <a:chExt cx="55475" cy="50250"/>
          </a:xfrm>
        </p:grpSpPr>
        <p:sp>
          <p:nvSpPr>
            <p:cNvPr id="1159" name="Google Shape;1159;p4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4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4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2" name="Google Shape;1162;p43"/>
          <p:cNvGrpSpPr/>
          <p:nvPr/>
        </p:nvGrpSpPr>
        <p:grpSpPr>
          <a:xfrm rot="10799765">
            <a:off x="8163975" y="4278850"/>
            <a:ext cx="243108" cy="220216"/>
            <a:chOff x="1640475" y="1197075"/>
            <a:chExt cx="55475" cy="50250"/>
          </a:xfrm>
        </p:grpSpPr>
        <p:sp>
          <p:nvSpPr>
            <p:cNvPr id="1163" name="Google Shape;1163;p4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4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4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6" name="Google Shape;1166;p43"/>
          <p:cNvSpPr/>
          <p:nvPr/>
        </p:nvSpPr>
        <p:spPr>
          <a:xfrm flipH="1">
            <a:off x="8391886" y="405626"/>
            <a:ext cx="510489" cy="754774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7" name="Google Shape;1167;p43"/>
          <p:cNvSpPr/>
          <p:nvPr/>
        </p:nvSpPr>
        <p:spPr>
          <a:xfrm rot="-9876870">
            <a:off x="896524" y="4221099"/>
            <a:ext cx="959264" cy="701800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8" name="Google Shape;1168;p43"/>
          <p:cNvGrpSpPr/>
          <p:nvPr/>
        </p:nvGrpSpPr>
        <p:grpSpPr>
          <a:xfrm rot="-5400000">
            <a:off x="268420" y="4295778"/>
            <a:ext cx="359744" cy="325866"/>
            <a:chOff x="1640475" y="1197075"/>
            <a:chExt cx="55475" cy="50250"/>
          </a:xfrm>
        </p:grpSpPr>
        <p:sp>
          <p:nvSpPr>
            <p:cNvPr id="1169" name="Google Shape;1169;p4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4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4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4">
  <p:cSld name="TITLE_AND_BODY_1_1_1_2">
    <p:spTree>
      <p:nvGrpSpPr>
        <p:cNvPr id="1172" name="Shape 1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3" name="Google Shape;1173;p44"/>
          <p:cNvSpPr txBox="1"/>
          <p:nvPr>
            <p:ph idx="1" type="body"/>
          </p:nvPr>
        </p:nvSpPr>
        <p:spPr>
          <a:xfrm>
            <a:off x="2233425" y="1987750"/>
            <a:ext cx="4677300" cy="177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04800" lvl="0" marL="457200" rtl="0" algn="ctr">
              <a:spcBef>
                <a:spcPts val="12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●"/>
              <a:defRPr sz="16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indent="-304800" lvl="1" marL="914400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○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048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■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048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●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048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○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048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■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048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●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048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○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048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■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174" name="Google Shape;1174;p44"/>
          <p:cNvSpPr txBox="1"/>
          <p:nvPr>
            <p:ph type="title"/>
          </p:nvPr>
        </p:nvSpPr>
        <p:spPr>
          <a:xfrm>
            <a:off x="3283875" y="759398"/>
            <a:ext cx="2576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175" name="Google Shape;1175;p44"/>
          <p:cNvSpPr/>
          <p:nvPr/>
        </p:nvSpPr>
        <p:spPr>
          <a:xfrm flipH="1">
            <a:off x="-1416201" y="3995333"/>
            <a:ext cx="3997055" cy="1412317"/>
          </a:xfrm>
          <a:custGeom>
            <a:rect b="b" l="l" r="r" t="t"/>
            <a:pathLst>
              <a:path extrusionOk="0" h="8613" w="24376">
                <a:moveTo>
                  <a:pt x="12572" y="1"/>
                </a:moveTo>
                <a:cubicBezTo>
                  <a:pt x="11930" y="1"/>
                  <a:pt x="11305" y="137"/>
                  <a:pt x="10778" y="460"/>
                </a:cubicBezTo>
                <a:cubicBezTo>
                  <a:pt x="10193" y="818"/>
                  <a:pt x="9818" y="1341"/>
                  <a:pt x="9503" y="1852"/>
                </a:cubicBezTo>
                <a:cubicBezTo>
                  <a:pt x="9167" y="2398"/>
                  <a:pt x="8889" y="2969"/>
                  <a:pt x="8475" y="3485"/>
                </a:cubicBezTo>
                <a:cubicBezTo>
                  <a:pt x="8044" y="4023"/>
                  <a:pt x="7451" y="4445"/>
                  <a:pt x="6633" y="4599"/>
                </a:cubicBezTo>
                <a:cubicBezTo>
                  <a:pt x="6259" y="4669"/>
                  <a:pt x="5879" y="4690"/>
                  <a:pt x="5496" y="4690"/>
                </a:cubicBezTo>
                <a:cubicBezTo>
                  <a:pt x="4945" y="4690"/>
                  <a:pt x="4388" y="4646"/>
                  <a:pt x="3837" y="4646"/>
                </a:cubicBezTo>
                <a:cubicBezTo>
                  <a:pt x="3701" y="4646"/>
                  <a:pt x="3564" y="4649"/>
                  <a:pt x="3429" y="4656"/>
                </a:cubicBezTo>
                <a:cubicBezTo>
                  <a:pt x="2927" y="4680"/>
                  <a:pt x="2424" y="4755"/>
                  <a:pt x="1974" y="4934"/>
                </a:cubicBezTo>
                <a:cubicBezTo>
                  <a:pt x="1568" y="5095"/>
                  <a:pt x="1218" y="5332"/>
                  <a:pt x="943" y="5611"/>
                </a:cubicBezTo>
                <a:cubicBezTo>
                  <a:pt x="425" y="6133"/>
                  <a:pt x="179" y="6806"/>
                  <a:pt x="311" y="7456"/>
                </a:cubicBezTo>
                <a:cubicBezTo>
                  <a:pt x="309" y="7456"/>
                  <a:pt x="307" y="7456"/>
                  <a:pt x="305" y="7456"/>
                </a:cubicBezTo>
                <a:cubicBezTo>
                  <a:pt x="282" y="7456"/>
                  <a:pt x="258" y="7461"/>
                  <a:pt x="234" y="7475"/>
                </a:cubicBezTo>
                <a:cubicBezTo>
                  <a:pt x="83" y="7556"/>
                  <a:pt x="1" y="7677"/>
                  <a:pt x="4" y="7821"/>
                </a:cubicBezTo>
                <a:cubicBezTo>
                  <a:pt x="12" y="8172"/>
                  <a:pt x="404" y="8373"/>
                  <a:pt x="826" y="8396"/>
                </a:cubicBezTo>
                <a:cubicBezTo>
                  <a:pt x="860" y="8398"/>
                  <a:pt x="894" y="8399"/>
                  <a:pt x="929" y="8399"/>
                </a:cubicBezTo>
                <a:cubicBezTo>
                  <a:pt x="1162" y="8399"/>
                  <a:pt x="1397" y="8361"/>
                  <a:pt x="1626" y="8334"/>
                </a:cubicBezTo>
                <a:cubicBezTo>
                  <a:pt x="1931" y="8297"/>
                  <a:pt x="2238" y="8262"/>
                  <a:pt x="2544" y="8230"/>
                </a:cubicBezTo>
                <a:cubicBezTo>
                  <a:pt x="3747" y="8107"/>
                  <a:pt x="4958" y="8023"/>
                  <a:pt x="6170" y="7965"/>
                </a:cubicBezTo>
                <a:cubicBezTo>
                  <a:pt x="8591" y="7850"/>
                  <a:pt x="11019" y="7838"/>
                  <a:pt x="13445" y="7824"/>
                </a:cubicBezTo>
                <a:cubicBezTo>
                  <a:pt x="13813" y="7822"/>
                  <a:pt x="14182" y="7820"/>
                  <a:pt x="14552" y="7820"/>
                </a:cubicBezTo>
                <a:cubicBezTo>
                  <a:pt x="16507" y="7820"/>
                  <a:pt x="18472" y="7870"/>
                  <a:pt x="20390" y="8174"/>
                </a:cubicBezTo>
                <a:cubicBezTo>
                  <a:pt x="20952" y="8264"/>
                  <a:pt x="21511" y="8375"/>
                  <a:pt x="22057" y="8512"/>
                </a:cubicBezTo>
                <a:cubicBezTo>
                  <a:pt x="22240" y="8558"/>
                  <a:pt x="22430" y="8612"/>
                  <a:pt x="22625" y="8612"/>
                </a:cubicBezTo>
                <a:cubicBezTo>
                  <a:pt x="22665" y="8612"/>
                  <a:pt x="22706" y="8610"/>
                  <a:pt x="22747" y="8605"/>
                </a:cubicBezTo>
                <a:cubicBezTo>
                  <a:pt x="22986" y="8575"/>
                  <a:pt x="23126" y="8437"/>
                  <a:pt x="23188" y="8265"/>
                </a:cubicBezTo>
                <a:cubicBezTo>
                  <a:pt x="23342" y="7840"/>
                  <a:pt x="23440" y="7396"/>
                  <a:pt x="23556" y="6963"/>
                </a:cubicBezTo>
                <a:cubicBezTo>
                  <a:pt x="23675" y="6520"/>
                  <a:pt x="23785" y="6077"/>
                  <a:pt x="23879" y="5631"/>
                </a:cubicBezTo>
                <a:cubicBezTo>
                  <a:pt x="24251" y="3879"/>
                  <a:pt x="24375" y="2063"/>
                  <a:pt x="23717" y="343"/>
                </a:cubicBezTo>
                <a:cubicBezTo>
                  <a:pt x="23697" y="293"/>
                  <a:pt x="23642" y="267"/>
                  <a:pt x="23586" y="267"/>
                </a:cubicBezTo>
                <a:cubicBezTo>
                  <a:pt x="23541" y="267"/>
                  <a:pt x="23495" y="284"/>
                  <a:pt x="23467" y="317"/>
                </a:cubicBezTo>
                <a:cubicBezTo>
                  <a:pt x="23327" y="480"/>
                  <a:pt x="23169" y="631"/>
                  <a:pt x="22991" y="769"/>
                </a:cubicBezTo>
                <a:cubicBezTo>
                  <a:pt x="22274" y="1328"/>
                  <a:pt x="21289" y="1670"/>
                  <a:pt x="20281" y="1764"/>
                </a:cubicBezTo>
                <a:cubicBezTo>
                  <a:pt x="20062" y="1784"/>
                  <a:pt x="19841" y="1794"/>
                  <a:pt x="19620" y="1794"/>
                </a:cubicBezTo>
                <a:cubicBezTo>
                  <a:pt x="18644" y="1794"/>
                  <a:pt x="17671" y="1601"/>
                  <a:pt x="16789" y="1286"/>
                </a:cubicBezTo>
                <a:cubicBezTo>
                  <a:pt x="15722" y="905"/>
                  <a:pt x="14754" y="349"/>
                  <a:pt x="13607" y="110"/>
                </a:cubicBezTo>
                <a:cubicBezTo>
                  <a:pt x="13266" y="40"/>
                  <a:pt x="12917" y="1"/>
                  <a:pt x="12572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6" name="Google Shape;1176;p44"/>
          <p:cNvSpPr/>
          <p:nvPr/>
        </p:nvSpPr>
        <p:spPr>
          <a:xfrm rot="-5400000">
            <a:off x="6552370" y="2577693"/>
            <a:ext cx="3486086" cy="1837176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7" name="Google Shape;1177;p44"/>
          <p:cNvSpPr/>
          <p:nvPr/>
        </p:nvSpPr>
        <p:spPr>
          <a:xfrm flipH="1" rot="-5400000">
            <a:off x="-1100548" y="77563"/>
            <a:ext cx="3365751" cy="1857837"/>
          </a:xfrm>
          <a:custGeom>
            <a:rect b="b" l="l" r="r" t="t"/>
            <a:pathLst>
              <a:path extrusionOk="0" h="11330" w="20526">
                <a:moveTo>
                  <a:pt x="12939" y="1"/>
                </a:moveTo>
                <a:cubicBezTo>
                  <a:pt x="11999" y="1"/>
                  <a:pt x="11086" y="167"/>
                  <a:pt x="10169" y="370"/>
                </a:cubicBezTo>
                <a:cubicBezTo>
                  <a:pt x="9691" y="476"/>
                  <a:pt x="9213" y="584"/>
                  <a:pt x="8731" y="667"/>
                </a:cubicBezTo>
                <a:cubicBezTo>
                  <a:pt x="8234" y="750"/>
                  <a:pt x="7732" y="802"/>
                  <a:pt x="7229" y="839"/>
                </a:cubicBezTo>
                <a:cubicBezTo>
                  <a:pt x="6231" y="913"/>
                  <a:pt x="5230" y="935"/>
                  <a:pt x="4235" y="1052"/>
                </a:cubicBezTo>
                <a:cubicBezTo>
                  <a:pt x="3806" y="1102"/>
                  <a:pt x="3380" y="1184"/>
                  <a:pt x="2951" y="1235"/>
                </a:cubicBezTo>
                <a:cubicBezTo>
                  <a:pt x="2746" y="1260"/>
                  <a:pt x="2537" y="1279"/>
                  <a:pt x="2328" y="1279"/>
                </a:cubicBezTo>
                <a:cubicBezTo>
                  <a:pt x="2138" y="1279"/>
                  <a:pt x="1948" y="1263"/>
                  <a:pt x="1762" y="1222"/>
                </a:cubicBezTo>
                <a:cubicBezTo>
                  <a:pt x="1578" y="1180"/>
                  <a:pt x="1402" y="1113"/>
                  <a:pt x="1242" y="1012"/>
                </a:cubicBezTo>
                <a:cubicBezTo>
                  <a:pt x="1161" y="960"/>
                  <a:pt x="1089" y="870"/>
                  <a:pt x="988" y="868"/>
                </a:cubicBezTo>
                <a:cubicBezTo>
                  <a:pt x="985" y="868"/>
                  <a:pt x="983" y="868"/>
                  <a:pt x="981" y="868"/>
                </a:cubicBezTo>
                <a:cubicBezTo>
                  <a:pt x="897" y="868"/>
                  <a:pt x="810" y="887"/>
                  <a:pt x="732" y="917"/>
                </a:cubicBezTo>
                <a:cubicBezTo>
                  <a:pt x="360" y="1060"/>
                  <a:pt x="147" y="1435"/>
                  <a:pt x="79" y="1816"/>
                </a:cubicBezTo>
                <a:cubicBezTo>
                  <a:pt x="38" y="2046"/>
                  <a:pt x="37" y="2279"/>
                  <a:pt x="38" y="2512"/>
                </a:cubicBezTo>
                <a:cubicBezTo>
                  <a:pt x="38" y="2767"/>
                  <a:pt x="39" y="3024"/>
                  <a:pt x="40" y="3279"/>
                </a:cubicBezTo>
                <a:cubicBezTo>
                  <a:pt x="42" y="3797"/>
                  <a:pt x="44" y="4315"/>
                  <a:pt x="46" y="4833"/>
                </a:cubicBezTo>
                <a:cubicBezTo>
                  <a:pt x="50" y="5817"/>
                  <a:pt x="54" y="6803"/>
                  <a:pt x="57" y="7787"/>
                </a:cubicBezTo>
                <a:cubicBezTo>
                  <a:pt x="55" y="7786"/>
                  <a:pt x="54" y="7785"/>
                  <a:pt x="52" y="7785"/>
                </a:cubicBezTo>
                <a:cubicBezTo>
                  <a:pt x="0" y="7785"/>
                  <a:pt x="101" y="8649"/>
                  <a:pt x="628" y="8724"/>
                </a:cubicBezTo>
                <a:cubicBezTo>
                  <a:pt x="1441" y="8840"/>
                  <a:pt x="1514" y="10145"/>
                  <a:pt x="2146" y="10693"/>
                </a:cubicBezTo>
                <a:cubicBezTo>
                  <a:pt x="2452" y="10957"/>
                  <a:pt x="2805" y="11167"/>
                  <a:pt x="3199" y="11261"/>
                </a:cubicBezTo>
                <a:cubicBezTo>
                  <a:pt x="3402" y="11310"/>
                  <a:pt x="3609" y="11330"/>
                  <a:pt x="3816" y="11330"/>
                </a:cubicBezTo>
                <a:cubicBezTo>
                  <a:pt x="4077" y="11330"/>
                  <a:pt x="4340" y="11298"/>
                  <a:pt x="4597" y="11251"/>
                </a:cubicBezTo>
                <a:cubicBezTo>
                  <a:pt x="5367" y="11113"/>
                  <a:pt x="6207" y="10865"/>
                  <a:pt x="6645" y="10152"/>
                </a:cubicBezTo>
                <a:cubicBezTo>
                  <a:pt x="6859" y="9801"/>
                  <a:pt x="6970" y="9395"/>
                  <a:pt x="7203" y="9055"/>
                </a:cubicBezTo>
                <a:cubicBezTo>
                  <a:pt x="7421" y="8736"/>
                  <a:pt x="7758" y="8532"/>
                  <a:pt x="8120" y="8419"/>
                </a:cubicBezTo>
                <a:cubicBezTo>
                  <a:pt x="8559" y="8282"/>
                  <a:pt x="9011" y="8265"/>
                  <a:pt x="9465" y="8265"/>
                </a:cubicBezTo>
                <a:cubicBezTo>
                  <a:pt x="9615" y="8265"/>
                  <a:pt x="9765" y="8267"/>
                  <a:pt x="9915" y="8267"/>
                </a:cubicBezTo>
                <a:cubicBezTo>
                  <a:pt x="10115" y="8267"/>
                  <a:pt x="10316" y="8264"/>
                  <a:pt x="10515" y="8248"/>
                </a:cubicBezTo>
                <a:cubicBezTo>
                  <a:pt x="10927" y="8216"/>
                  <a:pt x="11342" y="8132"/>
                  <a:pt x="11707" y="7927"/>
                </a:cubicBezTo>
                <a:cubicBezTo>
                  <a:pt x="12074" y="7718"/>
                  <a:pt x="12352" y="7394"/>
                  <a:pt x="12600" y="7055"/>
                </a:cubicBezTo>
                <a:cubicBezTo>
                  <a:pt x="13089" y="6385"/>
                  <a:pt x="13543" y="5673"/>
                  <a:pt x="14244" y="5207"/>
                </a:cubicBezTo>
                <a:cubicBezTo>
                  <a:pt x="14594" y="4972"/>
                  <a:pt x="14986" y="4825"/>
                  <a:pt x="15405" y="4792"/>
                </a:cubicBezTo>
                <a:cubicBezTo>
                  <a:pt x="15494" y="4785"/>
                  <a:pt x="15582" y="4782"/>
                  <a:pt x="15670" y="4782"/>
                </a:cubicBezTo>
                <a:cubicBezTo>
                  <a:pt x="16070" y="4782"/>
                  <a:pt x="16469" y="4843"/>
                  <a:pt x="16866" y="4877"/>
                </a:cubicBezTo>
                <a:cubicBezTo>
                  <a:pt x="17302" y="4915"/>
                  <a:pt x="17740" y="4933"/>
                  <a:pt x="18178" y="4933"/>
                </a:cubicBezTo>
                <a:cubicBezTo>
                  <a:pt x="18243" y="4933"/>
                  <a:pt x="18309" y="4933"/>
                  <a:pt x="18374" y="4932"/>
                </a:cubicBezTo>
                <a:cubicBezTo>
                  <a:pt x="18585" y="4929"/>
                  <a:pt x="18814" y="4941"/>
                  <a:pt x="19012" y="4857"/>
                </a:cubicBezTo>
                <a:cubicBezTo>
                  <a:pt x="19193" y="4780"/>
                  <a:pt x="19305" y="4623"/>
                  <a:pt x="19390" y="4450"/>
                </a:cubicBezTo>
                <a:cubicBezTo>
                  <a:pt x="19618" y="3989"/>
                  <a:pt x="19825" y="3515"/>
                  <a:pt x="20041" y="3049"/>
                </a:cubicBezTo>
                <a:cubicBezTo>
                  <a:pt x="20147" y="2821"/>
                  <a:pt x="20256" y="2595"/>
                  <a:pt x="20357" y="2365"/>
                </a:cubicBezTo>
                <a:cubicBezTo>
                  <a:pt x="20444" y="2165"/>
                  <a:pt x="20525" y="1951"/>
                  <a:pt x="20518" y="1728"/>
                </a:cubicBezTo>
                <a:cubicBezTo>
                  <a:pt x="20505" y="1297"/>
                  <a:pt x="20161" y="1008"/>
                  <a:pt x="19822" y="810"/>
                </a:cubicBezTo>
                <a:cubicBezTo>
                  <a:pt x="19463" y="601"/>
                  <a:pt x="19065" y="469"/>
                  <a:pt x="18660" y="392"/>
                </a:cubicBezTo>
                <a:cubicBezTo>
                  <a:pt x="17815" y="229"/>
                  <a:pt x="16950" y="272"/>
                  <a:pt x="16095" y="224"/>
                </a:cubicBezTo>
                <a:cubicBezTo>
                  <a:pt x="15084" y="168"/>
                  <a:pt x="14079" y="19"/>
                  <a:pt x="13065" y="2"/>
                </a:cubicBezTo>
                <a:cubicBezTo>
                  <a:pt x="13023" y="1"/>
                  <a:pt x="12981" y="1"/>
                  <a:pt x="12939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8" name="Google Shape;1178;p44"/>
          <p:cNvSpPr/>
          <p:nvPr/>
        </p:nvSpPr>
        <p:spPr>
          <a:xfrm flipH="1" rot="9000107">
            <a:off x="6710506" y="323704"/>
            <a:ext cx="615242" cy="14412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9" name="Google Shape;1179;p44"/>
          <p:cNvSpPr/>
          <p:nvPr/>
        </p:nvSpPr>
        <p:spPr>
          <a:xfrm flipH="1" rot="8768117">
            <a:off x="6705008" y="4254869"/>
            <a:ext cx="545184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0" name="Google Shape;1180;p44"/>
          <p:cNvGrpSpPr/>
          <p:nvPr/>
        </p:nvGrpSpPr>
        <p:grpSpPr>
          <a:xfrm rot="3412077">
            <a:off x="842755" y="760335"/>
            <a:ext cx="228601" cy="207083"/>
            <a:chOff x="1640475" y="1197075"/>
            <a:chExt cx="55475" cy="50250"/>
          </a:xfrm>
        </p:grpSpPr>
        <p:sp>
          <p:nvSpPr>
            <p:cNvPr id="1181" name="Google Shape;1181;p4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4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4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" name="Google Shape;1184;p44"/>
          <p:cNvGrpSpPr/>
          <p:nvPr/>
        </p:nvGrpSpPr>
        <p:grpSpPr>
          <a:xfrm rot="5627131">
            <a:off x="1177325" y="3787339"/>
            <a:ext cx="408783" cy="370267"/>
            <a:chOff x="1640475" y="1197075"/>
            <a:chExt cx="55475" cy="50250"/>
          </a:xfrm>
        </p:grpSpPr>
        <p:sp>
          <p:nvSpPr>
            <p:cNvPr id="1185" name="Google Shape;1185;p4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4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4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8" name="Google Shape;1188;p44"/>
          <p:cNvSpPr/>
          <p:nvPr/>
        </p:nvSpPr>
        <p:spPr>
          <a:xfrm rot="7492361">
            <a:off x="-206510" y="1813740"/>
            <a:ext cx="809523" cy="1268415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9" name="Google Shape;1189;p44"/>
          <p:cNvGrpSpPr/>
          <p:nvPr/>
        </p:nvGrpSpPr>
        <p:grpSpPr>
          <a:xfrm rot="3497029">
            <a:off x="8440893" y="3550453"/>
            <a:ext cx="267259" cy="242085"/>
            <a:chOff x="1640475" y="1197075"/>
            <a:chExt cx="55475" cy="50250"/>
          </a:xfrm>
        </p:grpSpPr>
        <p:sp>
          <p:nvSpPr>
            <p:cNvPr id="1190" name="Google Shape;1190;p4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4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4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3" name="Google Shape;1193;p44"/>
          <p:cNvSpPr/>
          <p:nvPr/>
        </p:nvSpPr>
        <p:spPr>
          <a:xfrm rot="-3239791">
            <a:off x="7229013" y="-720658"/>
            <a:ext cx="2132820" cy="2139051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5">
  <p:cSld name="TITLE_AND_BODY_1_1_1_2_1">
    <p:spTree>
      <p:nvGrpSpPr>
        <p:cNvPr id="1194" name="Shape 1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5" name="Google Shape;1195;p45"/>
          <p:cNvSpPr txBox="1"/>
          <p:nvPr>
            <p:ph type="title"/>
          </p:nvPr>
        </p:nvSpPr>
        <p:spPr>
          <a:xfrm>
            <a:off x="3387900" y="758952"/>
            <a:ext cx="23682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196" name="Google Shape;1196;p45"/>
          <p:cNvSpPr txBox="1"/>
          <p:nvPr>
            <p:ph idx="1" type="subTitle"/>
          </p:nvPr>
        </p:nvSpPr>
        <p:spPr>
          <a:xfrm>
            <a:off x="1783125" y="1791144"/>
            <a:ext cx="5586600" cy="1340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45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197" name="Google Shape;1197;p45"/>
          <p:cNvSpPr/>
          <p:nvPr/>
        </p:nvSpPr>
        <p:spPr>
          <a:xfrm>
            <a:off x="-150975" y="3211475"/>
            <a:ext cx="4108725" cy="1933586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accen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8" name="Google Shape;1198;p45"/>
          <p:cNvSpPr/>
          <p:nvPr/>
        </p:nvSpPr>
        <p:spPr>
          <a:xfrm rot="5400000">
            <a:off x="7390582" y="3099598"/>
            <a:ext cx="2151033" cy="2157317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dk2">
              <a:alpha val="4018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9" name="Google Shape;1199;p45"/>
          <p:cNvSpPr/>
          <p:nvPr/>
        </p:nvSpPr>
        <p:spPr>
          <a:xfrm rot="10800000">
            <a:off x="-1291279" y="-1584618"/>
            <a:ext cx="3522302" cy="2810028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0" name="Google Shape;1200;p45"/>
          <p:cNvSpPr/>
          <p:nvPr/>
        </p:nvSpPr>
        <p:spPr>
          <a:xfrm flipH="1" rot="10800000">
            <a:off x="6343786" y="-381722"/>
            <a:ext cx="4164738" cy="1716675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1" name="Google Shape;1201;p45"/>
          <p:cNvGrpSpPr/>
          <p:nvPr/>
        </p:nvGrpSpPr>
        <p:grpSpPr>
          <a:xfrm rot="-5400000">
            <a:off x="8068180" y="1904209"/>
            <a:ext cx="244822" cy="221773"/>
            <a:chOff x="1640475" y="1197075"/>
            <a:chExt cx="55475" cy="50250"/>
          </a:xfrm>
        </p:grpSpPr>
        <p:sp>
          <p:nvSpPr>
            <p:cNvPr id="1202" name="Google Shape;1202;p4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4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4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5" name="Google Shape;1205;p45"/>
          <p:cNvSpPr/>
          <p:nvPr/>
        </p:nvSpPr>
        <p:spPr>
          <a:xfrm rot="912813">
            <a:off x="8372080" y="228912"/>
            <a:ext cx="529792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6" name="Google Shape;1206;p45"/>
          <p:cNvGrpSpPr/>
          <p:nvPr/>
        </p:nvGrpSpPr>
        <p:grpSpPr>
          <a:xfrm rot="-5400000">
            <a:off x="707399" y="439585"/>
            <a:ext cx="221772" cy="200884"/>
            <a:chOff x="1640475" y="1197075"/>
            <a:chExt cx="55475" cy="50250"/>
          </a:xfrm>
        </p:grpSpPr>
        <p:sp>
          <p:nvSpPr>
            <p:cNvPr id="1207" name="Google Shape;1207;p4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4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4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10" name="Google Shape;1210;p45"/>
          <p:cNvSpPr/>
          <p:nvPr/>
        </p:nvSpPr>
        <p:spPr>
          <a:xfrm rot="-651040">
            <a:off x="375788" y="1730465"/>
            <a:ext cx="884989" cy="20733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6">
  <p:cSld name="TITLE_AND_BODY_1_1_1_2_1_1">
    <p:spTree>
      <p:nvGrpSpPr>
        <p:cNvPr id="1211" name="Shape 1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2" name="Google Shape;1212;p46"/>
          <p:cNvSpPr txBox="1"/>
          <p:nvPr>
            <p:ph idx="1" type="body"/>
          </p:nvPr>
        </p:nvSpPr>
        <p:spPr>
          <a:xfrm>
            <a:off x="1201513" y="2904919"/>
            <a:ext cx="2453400" cy="36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04800" lvl="0" marL="4572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●"/>
              <a:defRPr sz="1800"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indent="-3048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048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048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048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048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048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048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048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213" name="Google Shape;1213;p46"/>
          <p:cNvSpPr txBox="1"/>
          <p:nvPr>
            <p:ph type="title"/>
          </p:nvPr>
        </p:nvSpPr>
        <p:spPr>
          <a:xfrm>
            <a:off x="3387900" y="758952"/>
            <a:ext cx="23682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214" name="Google Shape;1214;p46"/>
          <p:cNvSpPr txBox="1"/>
          <p:nvPr>
            <p:ph idx="2" type="subTitle"/>
          </p:nvPr>
        </p:nvSpPr>
        <p:spPr>
          <a:xfrm>
            <a:off x="1201513" y="1901717"/>
            <a:ext cx="2453400" cy="769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42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215" name="Google Shape;1215;p46"/>
          <p:cNvSpPr/>
          <p:nvPr/>
        </p:nvSpPr>
        <p:spPr>
          <a:xfrm flipH="1">
            <a:off x="7326560" y="3204833"/>
            <a:ext cx="2502288" cy="2607656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6" name="Google Shape;1216;p46"/>
          <p:cNvSpPr/>
          <p:nvPr/>
        </p:nvSpPr>
        <p:spPr>
          <a:xfrm flipH="1">
            <a:off x="-457025" y="3980076"/>
            <a:ext cx="2928340" cy="1246805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7" name="Google Shape;1217;p46"/>
          <p:cNvSpPr/>
          <p:nvPr/>
        </p:nvSpPr>
        <p:spPr>
          <a:xfrm flipH="1">
            <a:off x="6402777" y="-238032"/>
            <a:ext cx="3923803" cy="1058013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8" name="Google Shape;1218;p46"/>
          <p:cNvSpPr/>
          <p:nvPr/>
        </p:nvSpPr>
        <p:spPr>
          <a:xfrm>
            <a:off x="-1077816" y="-1599487"/>
            <a:ext cx="3390448" cy="2704882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19" name="Google Shape;1219;p46"/>
          <p:cNvGrpSpPr/>
          <p:nvPr/>
        </p:nvGrpSpPr>
        <p:grpSpPr>
          <a:xfrm rot="1800041">
            <a:off x="8030472" y="3933161"/>
            <a:ext cx="221773" cy="200885"/>
            <a:chOff x="1640475" y="1197075"/>
            <a:chExt cx="55475" cy="50250"/>
          </a:xfrm>
        </p:grpSpPr>
        <p:sp>
          <p:nvSpPr>
            <p:cNvPr id="1220" name="Google Shape;1220;p4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4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4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3" name="Google Shape;1223;p46"/>
          <p:cNvSpPr/>
          <p:nvPr/>
        </p:nvSpPr>
        <p:spPr>
          <a:xfrm rot="912813">
            <a:off x="6876280" y="709487"/>
            <a:ext cx="529792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4" name="Google Shape;1224;p46"/>
          <p:cNvGrpSpPr/>
          <p:nvPr/>
        </p:nvGrpSpPr>
        <p:grpSpPr>
          <a:xfrm rot="-5400000">
            <a:off x="506511" y="3478772"/>
            <a:ext cx="221772" cy="200884"/>
            <a:chOff x="1640475" y="1197075"/>
            <a:chExt cx="55475" cy="50250"/>
          </a:xfrm>
        </p:grpSpPr>
        <p:sp>
          <p:nvSpPr>
            <p:cNvPr id="1225" name="Google Shape;1225;p4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4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4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8" name="Google Shape;1228;p46"/>
          <p:cNvSpPr/>
          <p:nvPr/>
        </p:nvSpPr>
        <p:spPr>
          <a:xfrm rot="-9674336">
            <a:off x="1042315" y="-186608"/>
            <a:ext cx="609625" cy="955176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7">
  <p:cSld name="TITLE_AND_BODY_1_1_1_2_1_1_1">
    <p:spTree>
      <p:nvGrpSpPr>
        <p:cNvPr id="1229" name="Shape 1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0" name="Google Shape;1230;p47"/>
          <p:cNvSpPr txBox="1"/>
          <p:nvPr>
            <p:ph type="title"/>
          </p:nvPr>
        </p:nvSpPr>
        <p:spPr>
          <a:xfrm>
            <a:off x="3045650" y="758950"/>
            <a:ext cx="30528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231" name="Google Shape;1231;p47"/>
          <p:cNvSpPr txBox="1"/>
          <p:nvPr>
            <p:ph idx="1" type="subTitle"/>
          </p:nvPr>
        </p:nvSpPr>
        <p:spPr>
          <a:xfrm>
            <a:off x="3045700" y="2375375"/>
            <a:ext cx="3052800" cy="938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46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232" name="Google Shape;1232;p47"/>
          <p:cNvSpPr/>
          <p:nvPr/>
        </p:nvSpPr>
        <p:spPr>
          <a:xfrm>
            <a:off x="-96271" y="3523616"/>
            <a:ext cx="3937248" cy="1852861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dk2">
              <a:alpha val="4018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3" name="Google Shape;1233;p47"/>
          <p:cNvSpPr/>
          <p:nvPr/>
        </p:nvSpPr>
        <p:spPr>
          <a:xfrm rot="10800000">
            <a:off x="-615404" y="-1265593"/>
            <a:ext cx="3522302" cy="2810028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4" name="Google Shape;1234;p47"/>
          <p:cNvSpPr/>
          <p:nvPr/>
        </p:nvSpPr>
        <p:spPr>
          <a:xfrm flipH="1">
            <a:off x="7166298" y="2888852"/>
            <a:ext cx="2599602" cy="2709024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5" name="Google Shape;1235;p47"/>
          <p:cNvSpPr/>
          <p:nvPr/>
        </p:nvSpPr>
        <p:spPr>
          <a:xfrm flipH="1" rot="10800000">
            <a:off x="6379202" y="-224944"/>
            <a:ext cx="2946289" cy="1214439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6" name="Google Shape;1236;p47"/>
          <p:cNvGrpSpPr/>
          <p:nvPr/>
        </p:nvGrpSpPr>
        <p:grpSpPr>
          <a:xfrm rot="-9900030">
            <a:off x="7744384" y="3303414"/>
            <a:ext cx="215932" cy="195605"/>
            <a:chOff x="1640475" y="1197075"/>
            <a:chExt cx="55475" cy="50250"/>
          </a:xfrm>
        </p:grpSpPr>
        <p:sp>
          <p:nvSpPr>
            <p:cNvPr id="1237" name="Google Shape;1237;p4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4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4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0" name="Google Shape;1240;p47"/>
          <p:cNvSpPr/>
          <p:nvPr/>
        </p:nvSpPr>
        <p:spPr>
          <a:xfrm flipH="1" rot="-2121718">
            <a:off x="6738637" y="226323"/>
            <a:ext cx="888103" cy="20804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1" name="Google Shape;1241;p47"/>
          <p:cNvSpPr/>
          <p:nvPr/>
        </p:nvSpPr>
        <p:spPr>
          <a:xfrm flipH="1" rot="-10799883">
            <a:off x="2554097" y="4877148"/>
            <a:ext cx="545177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2" name="Google Shape;1242;p47"/>
          <p:cNvGrpSpPr/>
          <p:nvPr/>
        </p:nvGrpSpPr>
        <p:grpSpPr>
          <a:xfrm rot="6300061">
            <a:off x="847794" y="268463"/>
            <a:ext cx="453875" cy="411156"/>
            <a:chOff x="1640475" y="1197075"/>
            <a:chExt cx="55475" cy="50250"/>
          </a:xfrm>
        </p:grpSpPr>
        <p:sp>
          <p:nvSpPr>
            <p:cNvPr id="1243" name="Google Shape;1243;p4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4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4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6" name="Google Shape;1246;p47"/>
          <p:cNvSpPr/>
          <p:nvPr/>
        </p:nvSpPr>
        <p:spPr>
          <a:xfrm rot="10800000">
            <a:off x="5828025" y="4022950"/>
            <a:ext cx="1167574" cy="854200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7" name="Google Shape;1247;p47"/>
          <p:cNvSpPr/>
          <p:nvPr/>
        </p:nvSpPr>
        <p:spPr>
          <a:xfrm flipH="1" rot="6566059">
            <a:off x="8815426" y="3103302"/>
            <a:ext cx="545172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8" name="Google Shape;1248;p47"/>
          <p:cNvSpPr/>
          <p:nvPr/>
        </p:nvSpPr>
        <p:spPr>
          <a:xfrm rot="-10431899">
            <a:off x="356617" y="1190894"/>
            <a:ext cx="733110" cy="1148601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8">
  <p:cSld name="TITLE_AND_BODY_1_1_1_2_1_1_1_1">
    <p:spTree>
      <p:nvGrpSpPr>
        <p:cNvPr id="1249" name="Shape 1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0" name="Google Shape;1250;p48"/>
          <p:cNvSpPr txBox="1"/>
          <p:nvPr>
            <p:ph idx="1" type="subTitle"/>
          </p:nvPr>
        </p:nvSpPr>
        <p:spPr>
          <a:xfrm>
            <a:off x="4775063" y="2355800"/>
            <a:ext cx="3095100" cy="1191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6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251" name="Google Shape;1251;p48"/>
          <p:cNvSpPr txBox="1"/>
          <p:nvPr>
            <p:ph type="title"/>
          </p:nvPr>
        </p:nvSpPr>
        <p:spPr>
          <a:xfrm>
            <a:off x="3068175" y="758950"/>
            <a:ext cx="30078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252" name="Google Shape;1252;p48"/>
          <p:cNvSpPr/>
          <p:nvPr/>
        </p:nvSpPr>
        <p:spPr>
          <a:xfrm flipH="1" rot="10800000">
            <a:off x="7052435" y="-342694"/>
            <a:ext cx="2387697" cy="2484758"/>
          </a:xfrm>
          <a:custGeom>
            <a:rect b="b" l="l" r="r" t="t"/>
            <a:pathLst>
              <a:path extrusionOk="0" h="15232" w="14637">
                <a:moveTo>
                  <a:pt x="11445" y="0"/>
                </a:moveTo>
                <a:cubicBezTo>
                  <a:pt x="11308" y="0"/>
                  <a:pt x="11172" y="12"/>
                  <a:pt x="11039" y="38"/>
                </a:cubicBezTo>
                <a:cubicBezTo>
                  <a:pt x="10644" y="116"/>
                  <a:pt x="10316" y="327"/>
                  <a:pt x="10145" y="596"/>
                </a:cubicBezTo>
                <a:cubicBezTo>
                  <a:pt x="9794" y="1152"/>
                  <a:pt x="10018" y="1791"/>
                  <a:pt x="9781" y="2367"/>
                </a:cubicBezTo>
                <a:cubicBezTo>
                  <a:pt x="9296" y="3551"/>
                  <a:pt x="6867" y="3019"/>
                  <a:pt x="6220" y="4123"/>
                </a:cubicBezTo>
                <a:cubicBezTo>
                  <a:pt x="6016" y="4474"/>
                  <a:pt x="6063" y="4867"/>
                  <a:pt x="6119" y="5237"/>
                </a:cubicBezTo>
                <a:cubicBezTo>
                  <a:pt x="6188" y="5684"/>
                  <a:pt x="6293" y="6128"/>
                  <a:pt x="6331" y="6578"/>
                </a:cubicBezTo>
                <a:cubicBezTo>
                  <a:pt x="6392" y="7292"/>
                  <a:pt x="6256" y="8099"/>
                  <a:pt x="5518" y="8624"/>
                </a:cubicBezTo>
                <a:cubicBezTo>
                  <a:pt x="4829" y="9115"/>
                  <a:pt x="3797" y="9174"/>
                  <a:pt x="2910" y="9343"/>
                </a:cubicBezTo>
                <a:cubicBezTo>
                  <a:pt x="2462" y="9427"/>
                  <a:pt x="2020" y="9543"/>
                  <a:pt x="1637" y="9735"/>
                </a:cubicBezTo>
                <a:cubicBezTo>
                  <a:pt x="1309" y="9901"/>
                  <a:pt x="1030" y="10112"/>
                  <a:pt x="810" y="10355"/>
                </a:cubicBezTo>
                <a:cubicBezTo>
                  <a:pt x="347" y="10864"/>
                  <a:pt x="157" y="11482"/>
                  <a:pt x="81" y="12082"/>
                </a:cubicBezTo>
                <a:cubicBezTo>
                  <a:pt x="1" y="12715"/>
                  <a:pt x="23" y="13379"/>
                  <a:pt x="158" y="14007"/>
                </a:cubicBezTo>
                <a:cubicBezTo>
                  <a:pt x="228" y="14329"/>
                  <a:pt x="371" y="14667"/>
                  <a:pt x="709" y="14896"/>
                </a:cubicBezTo>
                <a:cubicBezTo>
                  <a:pt x="1077" y="15146"/>
                  <a:pt x="1583" y="15204"/>
                  <a:pt x="2068" y="15214"/>
                </a:cubicBezTo>
                <a:cubicBezTo>
                  <a:pt x="2549" y="15226"/>
                  <a:pt x="3032" y="15229"/>
                  <a:pt x="3515" y="15229"/>
                </a:cubicBezTo>
                <a:cubicBezTo>
                  <a:pt x="4226" y="15229"/>
                  <a:pt x="4937" y="15222"/>
                  <a:pt x="5646" y="15222"/>
                </a:cubicBezTo>
                <a:cubicBezTo>
                  <a:pt x="5675" y="15222"/>
                  <a:pt x="5704" y="15222"/>
                  <a:pt x="5733" y="15222"/>
                </a:cubicBezTo>
                <a:lnTo>
                  <a:pt x="9469" y="15227"/>
                </a:lnTo>
                <a:cubicBezTo>
                  <a:pt x="10086" y="15228"/>
                  <a:pt x="10704" y="15228"/>
                  <a:pt x="11322" y="15229"/>
                </a:cubicBezTo>
                <a:cubicBezTo>
                  <a:pt x="11640" y="15230"/>
                  <a:pt x="11959" y="15231"/>
                  <a:pt x="12278" y="15231"/>
                </a:cubicBezTo>
                <a:cubicBezTo>
                  <a:pt x="12529" y="15231"/>
                  <a:pt x="12784" y="15225"/>
                  <a:pt x="13014" y="15145"/>
                </a:cubicBezTo>
                <a:cubicBezTo>
                  <a:pt x="13410" y="15008"/>
                  <a:pt x="13574" y="14685"/>
                  <a:pt x="13640" y="14388"/>
                </a:cubicBezTo>
                <a:cubicBezTo>
                  <a:pt x="13728" y="13988"/>
                  <a:pt x="13742" y="13577"/>
                  <a:pt x="13785" y="13173"/>
                </a:cubicBezTo>
                <a:cubicBezTo>
                  <a:pt x="13882" y="12264"/>
                  <a:pt x="13977" y="11357"/>
                  <a:pt x="14072" y="10449"/>
                </a:cubicBezTo>
                <a:cubicBezTo>
                  <a:pt x="14166" y="9541"/>
                  <a:pt x="14259" y="8633"/>
                  <a:pt x="14352" y="7724"/>
                </a:cubicBezTo>
                <a:cubicBezTo>
                  <a:pt x="14437" y="6875"/>
                  <a:pt x="14530" y="6026"/>
                  <a:pt x="14567" y="5174"/>
                </a:cubicBezTo>
                <a:cubicBezTo>
                  <a:pt x="14637" y="3541"/>
                  <a:pt x="14491" y="1869"/>
                  <a:pt x="13640" y="340"/>
                </a:cubicBezTo>
                <a:cubicBezTo>
                  <a:pt x="13611" y="289"/>
                  <a:pt x="13548" y="267"/>
                  <a:pt x="13488" y="267"/>
                </a:cubicBezTo>
                <a:cubicBezTo>
                  <a:pt x="13394" y="267"/>
                  <a:pt x="13305" y="319"/>
                  <a:pt x="13349" y="398"/>
                </a:cubicBezTo>
                <a:cubicBezTo>
                  <a:pt x="13385" y="461"/>
                  <a:pt x="13419" y="526"/>
                  <a:pt x="13452" y="589"/>
                </a:cubicBezTo>
                <a:cubicBezTo>
                  <a:pt x="13105" y="411"/>
                  <a:pt x="12738" y="253"/>
                  <a:pt x="12342" y="140"/>
                </a:cubicBezTo>
                <a:cubicBezTo>
                  <a:pt x="12060" y="59"/>
                  <a:pt x="11751" y="0"/>
                  <a:pt x="11445" y="0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3" name="Google Shape;1253;p48"/>
          <p:cNvSpPr/>
          <p:nvPr/>
        </p:nvSpPr>
        <p:spPr>
          <a:xfrm rot="10800000">
            <a:off x="-246461" y="4218971"/>
            <a:ext cx="2145942" cy="1053151"/>
          </a:xfrm>
          <a:custGeom>
            <a:rect b="b" l="l" r="r" t="t"/>
            <a:pathLst>
              <a:path extrusionOk="0" h="6456" w="13155">
                <a:moveTo>
                  <a:pt x="11275" y="1"/>
                </a:moveTo>
                <a:lnTo>
                  <a:pt x="11275" y="4"/>
                </a:lnTo>
                <a:lnTo>
                  <a:pt x="209" y="2"/>
                </a:lnTo>
                <a:cubicBezTo>
                  <a:pt x="185" y="57"/>
                  <a:pt x="164" y="111"/>
                  <a:pt x="145" y="167"/>
                </a:cubicBezTo>
                <a:cubicBezTo>
                  <a:pt x="138" y="184"/>
                  <a:pt x="132" y="203"/>
                  <a:pt x="127" y="221"/>
                </a:cubicBezTo>
                <a:cubicBezTo>
                  <a:pt x="59" y="429"/>
                  <a:pt x="18" y="643"/>
                  <a:pt x="6" y="860"/>
                </a:cubicBezTo>
                <a:cubicBezTo>
                  <a:pt x="0" y="984"/>
                  <a:pt x="3" y="1110"/>
                  <a:pt x="14" y="1233"/>
                </a:cubicBezTo>
                <a:cubicBezTo>
                  <a:pt x="16" y="1251"/>
                  <a:pt x="18" y="1270"/>
                  <a:pt x="20" y="1288"/>
                </a:cubicBezTo>
                <a:cubicBezTo>
                  <a:pt x="60" y="1638"/>
                  <a:pt x="172" y="1982"/>
                  <a:pt x="341" y="2300"/>
                </a:cubicBezTo>
                <a:cubicBezTo>
                  <a:pt x="351" y="2319"/>
                  <a:pt x="361" y="2337"/>
                  <a:pt x="371" y="2355"/>
                </a:cubicBezTo>
                <a:cubicBezTo>
                  <a:pt x="531" y="2642"/>
                  <a:pt x="740" y="2905"/>
                  <a:pt x="987" y="3134"/>
                </a:cubicBezTo>
                <a:cubicBezTo>
                  <a:pt x="1075" y="3217"/>
                  <a:pt x="1169" y="3295"/>
                  <a:pt x="1269" y="3368"/>
                </a:cubicBezTo>
                <a:cubicBezTo>
                  <a:pt x="1295" y="3387"/>
                  <a:pt x="1320" y="3405"/>
                  <a:pt x="1345" y="3422"/>
                </a:cubicBezTo>
                <a:cubicBezTo>
                  <a:pt x="1608" y="3604"/>
                  <a:pt x="1902" y="3745"/>
                  <a:pt x="2218" y="3827"/>
                </a:cubicBezTo>
                <a:cubicBezTo>
                  <a:pt x="2441" y="3883"/>
                  <a:pt x="2668" y="3908"/>
                  <a:pt x="2896" y="3908"/>
                </a:cubicBezTo>
                <a:cubicBezTo>
                  <a:pt x="3496" y="3908"/>
                  <a:pt x="4103" y="3734"/>
                  <a:pt x="4654" y="3501"/>
                </a:cubicBezTo>
                <a:cubicBezTo>
                  <a:pt x="4713" y="3476"/>
                  <a:pt x="4773" y="3450"/>
                  <a:pt x="4833" y="3424"/>
                </a:cubicBezTo>
                <a:cubicBezTo>
                  <a:pt x="4873" y="3406"/>
                  <a:pt x="4915" y="3387"/>
                  <a:pt x="4955" y="3369"/>
                </a:cubicBezTo>
                <a:cubicBezTo>
                  <a:pt x="5539" y="3105"/>
                  <a:pt x="6130" y="2820"/>
                  <a:pt x="6764" y="2820"/>
                </a:cubicBezTo>
                <a:cubicBezTo>
                  <a:pt x="6811" y="2820"/>
                  <a:pt x="6859" y="2822"/>
                  <a:pt x="6907" y="2825"/>
                </a:cubicBezTo>
                <a:cubicBezTo>
                  <a:pt x="7405" y="2860"/>
                  <a:pt x="7836" y="3071"/>
                  <a:pt x="8213" y="3369"/>
                </a:cubicBezTo>
                <a:cubicBezTo>
                  <a:pt x="8237" y="3387"/>
                  <a:pt x="8259" y="3405"/>
                  <a:pt x="8281" y="3424"/>
                </a:cubicBezTo>
                <a:cubicBezTo>
                  <a:pt x="8634" y="3715"/>
                  <a:pt x="8939" y="4078"/>
                  <a:pt x="9207" y="4436"/>
                </a:cubicBezTo>
                <a:cubicBezTo>
                  <a:pt x="9219" y="4454"/>
                  <a:pt x="9233" y="4472"/>
                  <a:pt x="9246" y="4490"/>
                </a:cubicBezTo>
                <a:cubicBezTo>
                  <a:pt x="9246" y="4490"/>
                  <a:pt x="9247" y="4490"/>
                  <a:pt x="9247" y="4491"/>
                </a:cubicBezTo>
                <a:cubicBezTo>
                  <a:pt x="9498" y="4831"/>
                  <a:pt x="9757" y="5189"/>
                  <a:pt x="10053" y="5504"/>
                </a:cubicBezTo>
                <a:cubicBezTo>
                  <a:pt x="10070" y="5523"/>
                  <a:pt x="10087" y="5541"/>
                  <a:pt x="10104" y="5559"/>
                </a:cubicBezTo>
                <a:cubicBezTo>
                  <a:pt x="10436" y="5901"/>
                  <a:pt x="10812" y="6189"/>
                  <a:pt x="11272" y="6342"/>
                </a:cubicBezTo>
                <a:cubicBezTo>
                  <a:pt x="11292" y="6348"/>
                  <a:pt x="11311" y="6355"/>
                  <a:pt x="11333" y="6361"/>
                </a:cubicBezTo>
                <a:cubicBezTo>
                  <a:pt x="11361" y="6370"/>
                  <a:pt x="11391" y="6378"/>
                  <a:pt x="11420" y="6386"/>
                </a:cubicBezTo>
                <a:cubicBezTo>
                  <a:pt x="11605" y="6434"/>
                  <a:pt x="11791" y="6456"/>
                  <a:pt x="11976" y="6456"/>
                </a:cubicBezTo>
                <a:cubicBezTo>
                  <a:pt x="12384" y="6456"/>
                  <a:pt x="12786" y="6349"/>
                  <a:pt x="13154" y="6177"/>
                </a:cubicBezTo>
                <a:lnTo>
                  <a:pt x="13154" y="5505"/>
                </a:lnTo>
                <a:lnTo>
                  <a:pt x="13154" y="4492"/>
                </a:lnTo>
                <a:lnTo>
                  <a:pt x="13154" y="3371"/>
                </a:lnTo>
                <a:lnTo>
                  <a:pt x="13155" y="2358"/>
                </a:lnTo>
                <a:lnTo>
                  <a:pt x="13155" y="1236"/>
                </a:lnTo>
                <a:lnTo>
                  <a:pt x="13155" y="221"/>
                </a:lnTo>
                <a:lnTo>
                  <a:pt x="13155" y="5"/>
                </a:lnTo>
                <a:lnTo>
                  <a:pt x="11334" y="4"/>
                </a:lnTo>
                <a:lnTo>
                  <a:pt x="11334" y="1"/>
                </a:lnTo>
                <a:close/>
              </a:path>
            </a:pathLst>
          </a:custGeom>
          <a:solidFill>
            <a:schemeClr val="accen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4" name="Google Shape;1254;p48"/>
          <p:cNvSpPr/>
          <p:nvPr/>
        </p:nvSpPr>
        <p:spPr>
          <a:xfrm>
            <a:off x="-1526763" y="-342705"/>
            <a:ext cx="4706555" cy="1587067"/>
          </a:xfrm>
          <a:custGeom>
            <a:rect b="b" l="l" r="r" t="t"/>
            <a:pathLst>
              <a:path extrusionOk="0" h="9729" w="28852">
                <a:moveTo>
                  <a:pt x="27909" y="1"/>
                </a:moveTo>
                <a:cubicBezTo>
                  <a:pt x="27641" y="1"/>
                  <a:pt x="27359" y="65"/>
                  <a:pt x="27138" y="117"/>
                </a:cubicBezTo>
                <a:cubicBezTo>
                  <a:pt x="26393" y="292"/>
                  <a:pt x="25642" y="438"/>
                  <a:pt x="24886" y="556"/>
                </a:cubicBezTo>
                <a:cubicBezTo>
                  <a:pt x="23384" y="791"/>
                  <a:pt x="21867" y="918"/>
                  <a:pt x="20347" y="969"/>
                </a:cubicBezTo>
                <a:cubicBezTo>
                  <a:pt x="19779" y="988"/>
                  <a:pt x="19211" y="997"/>
                  <a:pt x="18643" y="997"/>
                </a:cubicBezTo>
                <a:cubicBezTo>
                  <a:pt x="16156" y="997"/>
                  <a:pt x="13669" y="829"/>
                  <a:pt x="11190" y="628"/>
                </a:cubicBezTo>
                <a:cubicBezTo>
                  <a:pt x="9660" y="504"/>
                  <a:pt x="8132" y="368"/>
                  <a:pt x="6601" y="249"/>
                </a:cubicBezTo>
                <a:cubicBezTo>
                  <a:pt x="5839" y="189"/>
                  <a:pt x="5076" y="132"/>
                  <a:pt x="4312" y="87"/>
                </a:cubicBezTo>
                <a:cubicBezTo>
                  <a:pt x="4099" y="75"/>
                  <a:pt x="3881" y="64"/>
                  <a:pt x="3664" y="64"/>
                </a:cubicBezTo>
                <a:cubicBezTo>
                  <a:pt x="3221" y="64"/>
                  <a:pt x="2777" y="107"/>
                  <a:pt x="2362" y="261"/>
                </a:cubicBezTo>
                <a:cubicBezTo>
                  <a:pt x="1198" y="695"/>
                  <a:pt x="625" y="1959"/>
                  <a:pt x="327" y="3085"/>
                </a:cubicBezTo>
                <a:cubicBezTo>
                  <a:pt x="51" y="4125"/>
                  <a:pt x="0" y="5240"/>
                  <a:pt x="241" y="6293"/>
                </a:cubicBezTo>
                <a:cubicBezTo>
                  <a:pt x="475" y="7320"/>
                  <a:pt x="1013" y="8271"/>
                  <a:pt x="1861" y="8911"/>
                </a:cubicBezTo>
                <a:cubicBezTo>
                  <a:pt x="2297" y="9241"/>
                  <a:pt x="2827" y="9490"/>
                  <a:pt x="3378" y="9490"/>
                </a:cubicBezTo>
                <a:cubicBezTo>
                  <a:pt x="3472" y="9490"/>
                  <a:pt x="3567" y="9482"/>
                  <a:pt x="3662" y="9467"/>
                </a:cubicBezTo>
                <a:cubicBezTo>
                  <a:pt x="4312" y="9361"/>
                  <a:pt x="4799" y="8877"/>
                  <a:pt x="5302" y="8495"/>
                </a:cubicBezTo>
                <a:cubicBezTo>
                  <a:pt x="5837" y="8088"/>
                  <a:pt x="6442" y="7738"/>
                  <a:pt x="7106" y="7594"/>
                </a:cubicBezTo>
                <a:cubicBezTo>
                  <a:pt x="7279" y="7557"/>
                  <a:pt x="7450" y="7538"/>
                  <a:pt x="7618" y="7538"/>
                </a:cubicBezTo>
                <a:cubicBezTo>
                  <a:pt x="8095" y="7538"/>
                  <a:pt x="8551" y="7686"/>
                  <a:pt x="8965" y="7966"/>
                </a:cubicBezTo>
                <a:cubicBezTo>
                  <a:pt x="9884" y="8588"/>
                  <a:pt x="10692" y="9729"/>
                  <a:pt x="11891" y="9729"/>
                </a:cubicBezTo>
                <a:cubicBezTo>
                  <a:pt x="11980" y="9729"/>
                  <a:pt x="12071" y="9723"/>
                  <a:pt x="12164" y="9709"/>
                </a:cubicBezTo>
                <a:cubicBezTo>
                  <a:pt x="13260" y="9554"/>
                  <a:pt x="13511" y="8401"/>
                  <a:pt x="13804" y="7521"/>
                </a:cubicBezTo>
                <a:cubicBezTo>
                  <a:pt x="13945" y="7099"/>
                  <a:pt x="14127" y="6643"/>
                  <a:pt x="14504" y="6377"/>
                </a:cubicBezTo>
                <a:cubicBezTo>
                  <a:pt x="14738" y="6212"/>
                  <a:pt x="15003" y="6142"/>
                  <a:pt x="15276" y="6142"/>
                </a:cubicBezTo>
                <a:cubicBezTo>
                  <a:pt x="15402" y="6142"/>
                  <a:pt x="15530" y="6157"/>
                  <a:pt x="15656" y="6184"/>
                </a:cubicBezTo>
                <a:cubicBezTo>
                  <a:pt x="16572" y="6381"/>
                  <a:pt x="17354" y="6961"/>
                  <a:pt x="18244" y="7232"/>
                </a:cubicBezTo>
                <a:cubicBezTo>
                  <a:pt x="18502" y="7311"/>
                  <a:pt x="18774" y="7363"/>
                  <a:pt x="19044" y="7363"/>
                </a:cubicBezTo>
                <a:cubicBezTo>
                  <a:pt x="19207" y="7363"/>
                  <a:pt x="19369" y="7344"/>
                  <a:pt x="19529" y="7301"/>
                </a:cubicBezTo>
                <a:cubicBezTo>
                  <a:pt x="19978" y="7178"/>
                  <a:pt x="20331" y="6877"/>
                  <a:pt x="20595" y="6501"/>
                </a:cubicBezTo>
                <a:cubicBezTo>
                  <a:pt x="21130" y="5738"/>
                  <a:pt x="21292" y="4712"/>
                  <a:pt x="21999" y="4070"/>
                </a:cubicBezTo>
                <a:cubicBezTo>
                  <a:pt x="22362" y="3741"/>
                  <a:pt x="22807" y="3634"/>
                  <a:pt x="23269" y="3634"/>
                </a:cubicBezTo>
                <a:cubicBezTo>
                  <a:pt x="23739" y="3634"/>
                  <a:pt x="24227" y="3745"/>
                  <a:pt x="24664" y="3849"/>
                </a:cubicBezTo>
                <a:cubicBezTo>
                  <a:pt x="25227" y="3981"/>
                  <a:pt x="25851" y="4166"/>
                  <a:pt x="26455" y="4166"/>
                </a:cubicBezTo>
                <a:cubicBezTo>
                  <a:pt x="26763" y="4166"/>
                  <a:pt x="27066" y="4118"/>
                  <a:pt x="27353" y="3990"/>
                </a:cubicBezTo>
                <a:cubicBezTo>
                  <a:pt x="28400" y="3523"/>
                  <a:pt x="28496" y="2313"/>
                  <a:pt x="28400" y="1304"/>
                </a:cubicBezTo>
                <a:cubicBezTo>
                  <a:pt x="28773" y="1190"/>
                  <a:pt x="28851" y="712"/>
                  <a:pt x="28673" y="381"/>
                </a:cubicBezTo>
                <a:cubicBezTo>
                  <a:pt x="28515" y="88"/>
                  <a:pt x="28221" y="1"/>
                  <a:pt x="27909" y="1"/>
                </a:cubicBezTo>
                <a:close/>
              </a:path>
            </a:pathLst>
          </a:custGeom>
          <a:solidFill>
            <a:schemeClr val="l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5" name="Google Shape;1255;p48"/>
          <p:cNvSpPr/>
          <p:nvPr/>
        </p:nvSpPr>
        <p:spPr>
          <a:xfrm flipH="1">
            <a:off x="5821100" y="3760534"/>
            <a:ext cx="3566130" cy="1460872"/>
          </a:xfrm>
          <a:custGeom>
            <a:rect b="b" l="l" r="r" t="t"/>
            <a:pathLst>
              <a:path extrusionOk="0" h="7088" w="21861">
                <a:moveTo>
                  <a:pt x="1470" y="1"/>
                </a:moveTo>
                <a:cubicBezTo>
                  <a:pt x="969" y="1"/>
                  <a:pt x="465" y="73"/>
                  <a:pt x="0" y="211"/>
                </a:cubicBezTo>
                <a:lnTo>
                  <a:pt x="0" y="7087"/>
                </a:lnTo>
                <a:lnTo>
                  <a:pt x="21860" y="7087"/>
                </a:lnTo>
                <a:cubicBezTo>
                  <a:pt x="21784" y="6987"/>
                  <a:pt x="21696" y="6892"/>
                  <a:pt x="21596" y="6806"/>
                </a:cubicBezTo>
                <a:cubicBezTo>
                  <a:pt x="21135" y="6406"/>
                  <a:pt x="20429" y="6167"/>
                  <a:pt x="19720" y="6167"/>
                </a:cubicBezTo>
                <a:cubicBezTo>
                  <a:pt x="19688" y="6167"/>
                  <a:pt x="19657" y="6168"/>
                  <a:pt x="19626" y="6169"/>
                </a:cubicBezTo>
                <a:cubicBezTo>
                  <a:pt x="19086" y="6184"/>
                  <a:pt x="18553" y="6331"/>
                  <a:pt x="18022" y="6331"/>
                </a:cubicBezTo>
                <a:cubicBezTo>
                  <a:pt x="17915" y="6331"/>
                  <a:pt x="17808" y="6325"/>
                  <a:pt x="17701" y="6311"/>
                </a:cubicBezTo>
                <a:cubicBezTo>
                  <a:pt x="17575" y="6294"/>
                  <a:pt x="17455" y="6267"/>
                  <a:pt x="17341" y="6232"/>
                </a:cubicBezTo>
                <a:cubicBezTo>
                  <a:pt x="17316" y="6223"/>
                  <a:pt x="17292" y="6216"/>
                  <a:pt x="17268" y="6207"/>
                </a:cubicBezTo>
                <a:cubicBezTo>
                  <a:pt x="16400" y="5904"/>
                  <a:pt x="15883" y="5118"/>
                  <a:pt x="15068" y="4680"/>
                </a:cubicBezTo>
                <a:cubicBezTo>
                  <a:pt x="14496" y="4373"/>
                  <a:pt x="13820" y="4258"/>
                  <a:pt x="13115" y="4258"/>
                </a:cubicBezTo>
                <a:cubicBezTo>
                  <a:pt x="12312" y="4258"/>
                  <a:pt x="11471" y="4408"/>
                  <a:pt x="10706" y="4596"/>
                </a:cubicBezTo>
                <a:cubicBezTo>
                  <a:pt x="10023" y="4765"/>
                  <a:pt x="9316" y="4959"/>
                  <a:pt x="8608" y="4959"/>
                </a:cubicBezTo>
                <a:cubicBezTo>
                  <a:pt x="8441" y="4959"/>
                  <a:pt x="8274" y="4948"/>
                  <a:pt x="8107" y="4924"/>
                </a:cubicBezTo>
                <a:cubicBezTo>
                  <a:pt x="6811" y="4733"/>
                  <a:pt x="5999" y="3788"/>
                  <a:pt x="5474" y="2893"/>
                </a:cubicBezTo>
                <a:cubicBezTo>
                  <a:pt x="4948" y="1997"/>
                  <a:pt x="4493" y="1003"/>
                  <a:pt x="3416" y="436"/>
                </a:cubicBezTo>
                <a:cubicBezTo>
                  <a:pt x="2851" y="140"/>
                  <a:pt x="2164" y="1"/>
                  <a:pt x="1470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6" name="Google Shape;1256;p48"/>
          <p:cNvSpPr/>
          <p:nvPr/>
        </p:nvSpPr>
        <p:spPr>
          <a:xfrm rot="-10446150">
            <a:off x="7301254" y="828711"/>
            <a:ext cx="605803" cy="14193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57" name="Google Shape;1257;p48"/>
          <p:cNvGrpSpPr/>
          <p:nvPr/>
        </p:nvGrpSpPr>
        <p:grpSpPr>
          <a:xfrm rot="5400000">
            <a:off x="1196997" y="633767"/>
            <a:ext cx="221772" cy="200884"/>
            <a:chOff x="1640475" y="1197075"/>
            <a:chExt cx="55475" cy="50250"/>
          </a:xfrm>
        </p:grpSpPr>
        <p:sp>
          <p:nvSpPr>
            <p:cNvPr id="1258" name="Google Shape;1258;p4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4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4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1" name="Google Shape;1261;p48"/>
          <p:cNvSpPr/>
          <p:nvPr/>
        </p:nvSpPr>
        <p:spPr>
          <a:xfrm rot="-834203">
            <a:off x="8546511" y="363435"/>
            <a:ext cx="993864" cy="1557213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2" name="Google Shape;1262;p48"/>
          <p:cNvSpPr/>
          <p:nvPr/>
        </p:nvSpPr>
        <p:spPr>
          <a:xfrm rot="9299609">
            <a:off x="6169067" y="4423007"/>
            <a:ext cx="580163" cy="13591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3" name="Google Shape;1263;p48"/>
          <p:cNvGrpSpPr/>
          <p:nvPr/>
        </p:nvGrpSpPr>
        <p:grpSpPr>
          <a:xfrm rot="5400000">
            <a:off x="7984661" y="4245497"/>
            <a:ext cx="221772" cy="200884"/>
            <a:chOff x="1640475" y="1197075"/>
            <a:chExt cx="55475" cy="50250"/>
          </a:xfrm>
        </p:grpSpPr>
        <p:sp>
          <p:nvSpPr>
            <p:cNvPr id="1264" name="Google Shape;1264;p4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4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4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" name="Google Shape;1267;p48"/>
          <p:cNvGrpSpPr/>
          <p:nvPr/>
        </p:nvGrpSpPr>
        <p:grpSpPr>
          <a:xfrm rot="9243324">
            <a:off x="715625" y="4390515"/>
            <a:ext cx="221772" cy="200884"/>
            <a:chOff x="1640475" y="1197075"/>
            <a:chExt cx="55475" cy="50250"/>
          </a:xfrm>
        </p:grpSpPr>
        <p:sp>
          <p:nvSpPr>
            <p:cNvPr id="1268" name="Google Shape;1268;p4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4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4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1" name="Google Shape;1271;p48"/>
          <p:cNvSpPr/>
          <p:nvPr/>
        </p:nvSpPr>
        <p:spPr>
          <a:xfrm rot="6391521">
            <a:off x="90759" y="1137610"/>
            <a:ext cx="605799" cy="141934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2" name="Google Shape;1272;p48"/>
          <p:cNvSpPr/>
          <p:nvPr/>
        </p:nvSpPr>
        <p:spPr>
          <a:xfrm rot="-5211900">
            <a:off x="-288345" y="2736749"/>
            <a:ext cx="988852" cy="900801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9">
  <p:cSld name="TITLE_AND_BODY_1_1_1_2_1_1_1_1_1">
    <p:spTree>
      <p:nvGrpSpPr>
        <p:cNvPr id="1273" name="Shape 12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4" name="Google Shape;1274;p49"/>
          <p:cNvSpPr/>
          <p:nvPr/>
        </p:nvSpPr>
        <p:spPr>
          <a:xfrm rot="814705">
            <a:off x="1052129" y="-1383880"/>
            <a:ext cx="3177459" cy="2534962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l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5" name="Google Shape;1275;p49"/>
          <p:cNvSpPr/>
          <p:nvPr/>
        </p:nvSpPr>
        <p:spPr>
          <a:xfrm flipH="1">
            <a:off x="6627888" y="3318985"/>
            <a:ext cx="2665937" cy="2778151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6" name="Google Shape;1276;p49"/>
          <p:cNvSpPr/>
          <p:nvPr/>
        </p:nvSpPr>
        <p:spPr>
          <a:xfrm rot="-5400000">
            <a:off x="7233435" y="-351342"/>
            <a:ext cx="3021471" cy="1245429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accen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7" name="Google Shape;1277;p49"/>
          <p:cNvSpPr/>
          <p:nvPr/>
        </p:nvSpPr>
        <p:spPr>
          <a:xfrm rot="-5400000">
            <a:off x="-793653" y="3177741"/>
            <a:ext cx="2810710" cy="1223408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8" name="Google Shape;1278;p49"/>
          <p:cNvSpPr/>
          <p:nvPr/>
        </p:nvSpPr>
        <p:spPr>
          <a:xfrm rot="-906775">
            <a:off x="6090638" y="379274"/>
            <a:ext cx="605796" cy="14193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9" name="Google Shape;1279;p49"/>
          <p:cNvSpPr/>
          <p:nvPr/>
        </p:nvSpPr>
        <p:spPr>
          <a:xfrm rot="9965797">
            <a:off x="-318118" y="-18831"/>
            <a:ext cx="993864" cy="1557213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0" name="Google Shape;1280;p49"/>
          <p:cNvGrpSpPr/>
          <p:nvPr/>
        </p:nvGrpSpPr>
        <p:grpSpPr>
          <a:xfrm rot="1310449">
            <a:off x="8221027" y="1368344"/>
            <a:ext cx="251676" cy="227987"/>
            <a:chOff x="1640475" y="1197075"/>
            <a:chExt cx="55475" cy="50250"/>
          </a:xfrm>
        </p:grpSpPr>
        <p:sp>
          <p:nvSpPr>
            <p:cNvPr id="1281" name="Google Shape;1281;p4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4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4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4" name="Google Shape;1284;p49"/>
          <p:cNvGrpSpPr/>
          <p:nvPr/>
        </p:nvGrpSpPr>
        <p:grpSpPr>
          <a:xfrm rot="-6151375">
            <a:off x="1256890" y="4184201"/>
            <a:ext cx="251675" cy="227988"/>
            <a:chOff x="1640475" y="1197075"/>
            <a:chExt cx="55475" cy="50250"/>
          </a:xfrm>
        </p:grpSpPr>
        <p:sp>
          <p:nvSpPr>
            <p:cNvPr id="1285" name="Google Shape;1285;p4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4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4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8" name="Google Shape;1288;p49"/>
          <p:cNvGrpSpPr/>
          <p:nvPr/>
        </p:nvGrpSpPr>
        <p:grpSpPr>
          <a:xfrm rot="-6151375">
            <a:off x="3578215" y="336251"/>
            <a:ext cx="251675" cy="227988"/>
            <a:chOff x="1640475" y="1197075"/>
            <a:chExt cx="55475" cy="50250"/>
          </a:xfrm>
        </p:grpSpPr>
        <p:sp>
          <p:nvSpPr>
            <p:cNvPr id="1289" name="Google Shape;1289;p4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4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4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2" name="Google Shape;1292;p49"/>
          <p:cNvSpPr/>
          <p:nvPr/>
        </p:nvSpPr>
        <p:spPr>
          <a:xfrm rot="496725">
            <a:off x="6393888" y="4453034"/>
            <a:ext cx="605803" cy="14193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3" name="Google Shape;1293;p49"/>
          <p:cNvSpPr/>
          <p:nvPr/>
        </p:nvSpPr>
        <p:spPr>
          <a:xfrm rot="6293788">
            <a:off x="8351781" y="3151021"/>
            <a:ext cx="959267" cy="701802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4" name="Google Shape;1294;p49"/>
          <p:cNvSpPr txBox="1"/>
          <p:nvPr>
            <p:ph type="title"/>
          </p:nvPr>
        </p:nvSpPr>
        <p:spPr>
          <a:xfrm>
            <a:off x="2906875" y="1270638"/>
            <a:ext cx="3330300" cy="942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295" name="Google Shape;1295;p49"/>
          <p:cNvSpPr txBox="1"/>
          <p:nvPr>
            <p:ph idx="1" type="subTitle"/>
          </p:nvPr>
        </p:nvSpPr>
        <p:spPr>
          <a:xfrm>
            <a:off x="1982875" y="2912938"/>
            <a:ext cx="5178300" cy="111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6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0">
  <p:cSld name="TITLE_AND_BODY_1_1_1_2_1_1_1_1_1_1">
    <p:spTree>
      <p:nvGrpSpPr>
        <p:cNvPr id="1296" name="Shape 1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7" name="Google Shape;1297;p50"/>
          <p:cNvSpPr txBox="1"/>
          <p:nvPr>
            <p:ph type="title"/>
          </p:nvPr>
        </p:nvSpPr>
        <p:spPr>
          <a:xfrm>
            <a:off x="1693050" y="445025"/>
            <a:ext cx="5757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298" name="Google Shape;1298;p50"/>
          <p:cNvSpPr txBox="1"/>
          <p:nvPr>
            <p:ph idx="1" type="body"/>
          </p:nvPr>
        </p:nvSpPr>
        <p:spPr>
          <a:xfrm>
            <a:off x="969788" y="1214050"/>
            <a:ext cx="3258600" cy="338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655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700"/>
              <a:buFont typeface="Gloria Hallelujah"/>
              <a:buChar char="●"/>
              <a:defRPr sz="1400">
                <a:latin typeface="Raleway"/>
                <a:ea typeface="Raleway"/>
                <a:cs typeface="Raleway"/>
                <a:sym typeface="Raleway"/>
              </a:defRPr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299" name="Google Shape;1299;p50"/>
          <p:cNvSpPr txBox="1"/>
          <p:nvPr>
            <p:ph idx="2" type="body"/>
          </p:nvPr>
        </p:nvSpPr>
        <p:spPr>
          <a:xfrm>
            <a:off x="4915613" y="1214050"/>
            <a:ext cx="3258600" cy="3389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655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700"/>
              <a:buFont typeface="Gloria Hallelujah"/>
              <a:buChar char="●"/>
              <a:defRPr sz="1400">
                <a:latin typeface="Raleway"/>
                <a:ea typeface="Raleway"/>
                <a:cs typeface="Raleway"/>
                <a:sym typeface="Raleway"/>
              </a:defRPr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300" name="Google Shape;1300;p50"/>
          <p:cNvSpPr/>
          <p:nvPr/>
        </p:nvSpPr>
        <p:spPr>
          <a:xfrm>
            <a:off x="6777626" y="-372150"/>
            <a:ext cx="3877467" cy="1370005"/>
          </a:xfrm>
          <a:custGeom>
            <a:rect b="b" l="l" r="r" t="t"/>
            <a:pathLst>
              <a:path extrusionOk="0" h="8613" w="24377">
                <a:moveTo>
                  <a:pt x="22626" y="1"/>
                </a:moveTo>
                <a:cubicBezTo>
                  <a:pt x="22431" y="1"/>
                  <a:pt x="22241" y="55"/>
                  <a:pt x="22058" y="101"/>
                </a:cubicBezTo>
                <a:cubicBezTo>
                  <a:pt x="21511" y="238"/>
                  <a:pt x="20953" y="349"/>
                  <a:pt x="20391" y="439"/>
                </a:cubicBezTo>
                <a:cubicBezTo>
                  <a:pt x="18472" y="743"/>
                  <a:pt x="16508" y="793"/>
                  <a:pt x="14552" y="793"/>
                </a:cubicBezTo>
                <a:cubicBezTo>
                  <a:pt x="14183" y="793"/>
                  <a:pt x="13813" y="791"/>
                  <a:pt x="13445" y="789"/>
                </a:cubicBezTo>
                <a:cubicBezTo>
                  <a:pt x="11020" y="775"/>
                  <a:pt x="8592" y="763"/>
                  <a:pt x="6170" y="648"/>
                </a:cubicBezTo>
                <a:cubicBezTo>
                  <a:pt x="4959" y="590"/>
                  <a:pt x="3748" y="506"/>
                  <a:pt x="2545" y="383"/>
                </a:cubicBezTo>
                <a:cubicBezTo>
                  <a:pt x="2238" y="351"/>
                  <a:pt x="1932" y="316"/>
                  <a:pt x="1627" y="279"/>
                </a:cubicBezTo>
                <a:cubicBezTo>
                  <a:pt x="1398" y="252"/>
                  <a:pt x="1163" y="215"/>
                  <a:pt x="930" y="215"/>
                </a:cubicBezTo>
                <a:cubicBezTo>
                  <a:pt x="895" y="215"/>
                  <a:pt x="861" y="215"/>
                  <a:pt x="827" y="217"/>
                </a:cubicBezTo>
                <a:cubicBezTo>
                  <a:pt x="405" y="240"/>
                  <a:pt x="13" y="441"/>
                  <a:pt x="5" y="792"/>
                </a:cubicBezTo>
                <a:cubicBezTo>
                  <a:pt x="1" y="936"/>
                  <a:pt x="84" y="1057"/>
                  <a:pt x="235" y="1138"/>
                </a:cubicBezTo>
                <a:cubicBezTo>
                  <a:pt x="259" y="1152"/>
                  <a:pt x="283" y="1157"/>
                  <a:pt x="305" y="1157"/>
                </a:cubicBezTo>
                <a:cubicBezTo>
                  <a:pt x="307" y="1157"/>
                  <a:pt x="309" y="1157"/>
                  <a:pt x="311" y="1157"/>
                </a:cubicBezTo>
                <a:lnTo>
                  <a:pt x="311" y="1157"/>
                </a:lnTo>
                <a:cubicBezTo>
                  <a:pt x="180" y="1807"/>
                  <a:pt x="426" y="2480"/>
                  <a:pt x="944" y="3003"/>
                </a:cubicBezTo>
                <a:cubicBezTo>
                  <a:pt x="1219" y="3281"/>
                  <a:pt x="1569" y="3518"/>
                  <a:pt x="1974" y="3679"/>
                </a:cubicBezTo>
                <a:cubicBezTo>
                  <a:pt x="2424" y="3858"/>
                  <a:pt x="2928" y="3933"/>
                  <a:pt x="3430" y="3957"/>
                </a:cubicBezTo>
                <a:cubicBezTo>
                  <a:pt x="3565" y="3964"/>
                  <a:pt x="3702" y="3967"/>
                  <a:pt x="3838" y="3967"/>
                </a:cubicBezTo>
                <a:cubicBezTo>
                  <a:pt x="4389" y="3967"/>
                  <a:pt x="4946" y="3924"/>
                  <a:pt x="5497" y="3924"/>
                </a:cubicBezTo>
                <a:cubicBezTo>
                  <a:pt x="5880" y="3924"/>
                  <a:pt x="6260" y="3944"/>
                  <a:pt x="6634" y="4014"/>
                </a:cubicBezTo>
                <a:cubicBezTo>
                  <a:pt x="7452" y="4167"/>
                  <a:pt x="8044" y="4590"/>
                  <a:pt x="8476" y="5128"/>
                </a:cubicBezTo>
                <a:cubicBezTo>
                  <a:pt x="8889" y="5644"/>
                  <a:pt x="9168" y="6215"/>
                  <a:pt x="9504" y="6761"/>
                </a:cubicBezTo>
                <a:cubicBezTo>
                  <a:pt x="9818" y="7272"/>
                  <a:pt x="10194" y="7795"/>
                  <a:pt x="10779" y="8153"/>
                </a:cubicBezTo>
                <a:cubicBezTo>
                  <a:pt x="11306" y="8477"/>
                  <a:pt x="11931" y="8612"/>
                  <a:pt x="12573" y="8612"/>
                </a:cubicBezTo>
                <a:cubicBezTo>
                  <a:pt x="12917" y="8612"/>
                  <a:pt x="13266" y="8573"/>
                  <a:pt x="13607" y="8503"/>
                </a:cubicBezTo>
                <a:cubicBezTo>
                  <a:pt x="14755" y="8264"/>
                  <a:pt x="15723" y="7708"/>
                  <a:pt x="16790" y="7327"/>
                </a:cubicBezTo>
                <a:cubicBezTo>
                  <a:pt x="17672" y="7012"/>
                  <a:pt x="18645" y="6819"/>
                  <a:pt x="19621" y="6819"/>
                </a:cubicBezTo>
                <a:cubicBezTo>
                  <a:pt x="19841" y="6819"/>
                  <a:pt x="20062" y="6829"/>
                  <a:pt x="20281" y="6849"/>
                </a:cubicBezTo>
                <a:cubicBezTo>
                  <a:pt x="21290" y="6943"/>
                  <a:pt x="22275" y="7285"/>
                  <a:pt x="22992" y="7844"/>
                </a:cubicBezTo>
                <a:cubicBezTo>
                  <a:pt x="23170" y="7982"/>
                  <a:pt x="23328" y="8133"/>
                  <a:pt x="23467" y="8296"/>
                </a:cubicBezTo>
                <a:cubicBezTo>
                  <a:pt x="23495" y="8329"/>
                  <a:pt x="23541" y="8346"/>
                  <a:pt x="23587" y="8346"/>
                </a:cubicBezTo>
                <a:cubicBezTo>
                  <a:pt x="23643" y="8346"/>
                  <a:pt x="23698" y="8320"/>
                  <a:pt x="23718" y="8271"/>
                </a:cubicBezTo>
                <a:cubicBezTo>
                  <a:pt x="24376" y="6550"/>
                  <a:pt x="24252" y="4734"/>
                  <a:pt x="23880" y="2982"/>
                </a:cubicBezTo>
                <a:cubicBezTo>
                  <a:pt x="23786" y="2536"/>
                  <a:pt x="23676" y="2093"/>
                  <a:pt x="23557" y="1650"/>
                </a:cubicBezTo>
                <a:cubicBezTo>
                  <a:pt x="23441" y="1217"/>
                  <a:pt x="23343" y="773"/>
                  <a:pt x="23189" y="348"/>
                </a:cubicBezTo>
                <a:cubicBezTo>
                  <a:pt x="23127" y="176"/>
                  <a:pt x="22987" y="38"/>
                  <a:pt x="22748" y="8"/>
                </a:cubicBezTo>
                <a:cubicBezTo>
                  <a:pt x="22707" y="3"/>
                  <a:pt x="22666" y="1"/>
                  <a:pt x="22626" y="1"/>
                </a:cubicBezTo>
                <a:close/>
              </a:path>
            </a:pathLst>
          </a:custGeom>
          <a:solidFill>
            <a:schemeClr val="dk2">
              <a:alpha val="4776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1" name="Google Shape;1301;p50"/>
          <p:cNvSpPr/>
          <p:nvPr/>
        </p:nvSpPr>
        <p:spPr>
          <a:xfrm flipH="1" rot="5400000">
            <a:off x="-477525" y="-353486"/>
            <a:ext cx="2068926" cy="2074970"/>
          </a:xfrm>
          <a:custGeom>
            <a:rect b="b" l="l" r="r" t="t"/>
            <a:pathLst>
              <a:path extrusionOk="0" h="13045" w="13007">
                <a:moveTo>
                  <a:pt x="11086" y="1"/>
                </a:moveTo>
                <a:cubicBezTo>
                  <a:pt x="10136" y="1"/>
                  <a:pt x="9220" y="578"/>
                  <a:pt x="8514" y="1160"/>
                </a:cubicBezTo>
                <a:cubicBezTo>
                  <a:pt x="7734" y="1801"/>
                  <a:pt x="7147" y="2603"/>
                  <a:pt x="6690" y="3499"/>
                </a:cubicBezTo>
                <a:cubicBezTo>
                  <a:pt x="6269" y="4325"/>
                  <a:pt x="5846" y="5241"/>
                  <a:pt x="4914" y="5581"/>
                </a:cubicBezTo>
                <a:cubicBezTo>
                  <a:pt x="3974" y="5923"/>
                  <a:pt x="2923" y="5759"/>
                  <a:pt x="2005" y="6187"/>
                </a:cubicBezTo>
                <a:cubicBezTo>
                  <a:pt x="1188" y="6570"/>
                  <a:pt x="602" y="7349"/>
                  <a:pt x="329" y="8196"/>
                </a:cubicBezTo>
                <a:cubicBezTo>
                  <a:pt x="1" y="9208"/>
                  <a:pt x="140" y="10320"/>
                  <a:pt x="509" y="11301"/>
                </a:cubicBezTo>
                <a:cubicBezTo>
                  <a:pt x="597" y="11534"/>
                  <a:pt x="989" y="11993"/>
                  <a:pt x="1051" y="11993"/>
                </a:cubicBezTo>
                <a:cubicBezTo>
                  <a:pt x="1057" y="11993"/>
                  <a:pt x="1060" y="11988"/>
                  <a:pt x="1059" y="11977"/>
                </a:cubicBezTo>
                <a:lnTo>
                  <a:pt x="1059" y="11977"/>
                </a:lnTo>
                <a:cubicBezTo>
                  <a:pt x="1717" y="12454"/>
                  <a:pt x="2513" y="12576"/>
                  <a:pt x="3318" y="12576"/>
                </a:cubicBezTo>
                <a:cubicBezTo>
                  <a:pt x="3796" y="12576"/>
                  <a:pt x="4277" y="12533"/>
                  <a:pt x="4735" y="12495"/>
                </a:cubicBezTo>
                <a:cubicBezTo>
                  <a:pt x="5450" y="12436"/>
                  <a:pt x="6168" y="12406"/>
                  <a:pt x="6885" y="12406"/>
                </a:cubicBezTo>
                <a:cubicBezTo>
                  <a:pt x="7827" y="12406"/>
                  <a:pt x="8769" y="12458"/>
                  <a:pt x="9706" y="12564"/>
                </a:cubicBezTo>
                <a:cubicBezTo>
                  <a:pt x="10641" y="12670"/>
                  <a:pt x="11568" y="12831"/>
                  <a:pt x="12485" y="13041"/>
                </a:cubicBezTo>
                <a:cubicBezTo>
                  <a:pt x="12495" y="13043"/>
                  <a:pt x="12505" y="13045"/>
                  <a:pt x="12515" y="13045"/>
                </a:cubicBezTo>
                <a:cubicBezTo>
                  <a:pt x="12578" y="13045"/>
                  <a:pt x="12630" y="12997"/>
                  <a:pt x="12632" y="12929"/>
                </a:cubicBezTo>
                <a:lnTo>
                  <a:pt x="12879" y="5509"/>
                </a:lnTo>
                <a:cubicBezTo>
                  <a:pt x="12900" y="4891"/>
                  <a:pt x="12920" y="4272"/>
                  <a:pt x="12940" y="3654"/>
                </a:cubicBezTo>
                <a:cubicBezTo>
                  <a:pt x="12960" y="3073"/>
                  <a:pt x="13006" y="2485"/>
                  <a:pt x="12985" y="1903"/>
                </a:cubicBezTo>
                <a:cubicBezTo>
                  <a:pt x="12967" y="1412"/>
                  <a:pt x="12856" y="914"/>
                  <a:pt x="12502" y="551"/>
                </a:cubicBezTo>
                <a:cubicBezTo>
                  <a:pt x="12188" y="228"/>
                  <a:pt x="11746" y="54"/>
                  <a:pt x="11303" y="11"/>
                </a:cubicBezTo>
                <a:cubicBezTo>
                  <a:pt x="11230" y="4"/>
                  <a:pt x="11158" y="1"/>
                  <a:pt x="11086" y="1"/>
                </a:cubicBezTo>
                <a:close/>
              </a:path>
            </a:pathLst>
          </a:custGeom>
          <a:solidFill>
            <a:schemeClr val="accent1">
              <a:alpha val="598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2" name="Google Shape;1302;p50"/>
          <p:cNvSpPr/>
          <p:nvPr/>
        </p:nvSpPr>
        <p:spPr>
          <a:xfrm flipH="1">
            <a:off x="5696165" y="4019619"/>
            <a:ext cx="4163302" cy="2268390"/>
          </a:xfrm>
          <a:custGeom>
            <a:rect b="b" l="l" r="r" t="t"/>
            <a:pathLst>
              <a:path extrusionOk="0" h="14261" w="26174">
                <a:moveTo>
                  <a:pt x="4863" y="0"/>
                </a:moveTo>
                <a:cubicBezTo>
                  <a:pt x="4600" y="0"/>
                  <a:pt x="4337" y="25"/>
                  <a:pt x="4079" y="86"/>
                </a:cubicBezTo>
                <a:cubicBezTo>
                  <a:pt x="3577" y="206"/>
                  <a:pt x="3127" y="469"/>
                  <a:pt x="2736" y="803"/>
                </a:cubicBezTo>
                <a:cubicBezTo>
                  <a:pt x="1930" y="1492"/>
                  <a:pt x="1836" y="3135"/>
                  <a:pt x="799" y="3280"/>
                </a:cubicBezTo>
                <a:cubicBezTo>
                  <a:pt x="128" y="3374"/>
                  <a:pt x="0" y="4462"/>
                  <a:pt x="66" y="4462"/>
                </a:cubicBezTo>
                <a:cubicBezTo>
                  <a:pt x="68" y="4462"/>
                  <a:pt x="70" y="4461"/>
                  <a:pt x="72" y="4459"/>
                </a:cubicBezTo>
                <a:lnTo>
                  <a:pt x="72" y="4459"/>
                </a:lnTo>
                <a:cubicBezTo>
                  <a:pt x="67" y="5698"/>
                  <a:pt x="63" y="6939"/>
                  <a:pt x="59" y="8179"/>
                </a:cubicBezTo>
                <a:cubicBezTo>
                  <a:pt x="56" y="8831"/>
                  <a:pt x="53" y="9483"/>
                  <a:pt x="51" y="10135"/>
                </a:cubicBezTo>
                <a:cubicBezTo>
                  <a:pt x="50" y="10457"/>
                  <a:pt x="49" y="10777"/>
                  <a:pt x="48" y="11099"/>
                </a:cubicBezTo>
                <a:cubicBezTo>
                  <a:pt x="47" y="11393"/>
                  <a:pt x="48" y="11687"/>
                  <a:pt x="100" y="11976"/>
                </a:cubicBezTo>
                <a:cubicBezTo>
                  <a:pt x="186" y="12456"/>
                  <a:pt x="458" y="12928"/>
                  <a:pt x="933" y="13108"/>
                </a:cubicBezTo>
                <a:cubicBezTo>
                  <a:pt x="1033" y="13146"/>
                  <a:pt x="1145" y="13169"/>
                  <a:pt x="1252" y="13169"/>
                </a:cubicBezTo>
                <a:cubicBezTo>
                  <a:pt x="1254" y="13169"/>
                  <a:pt x="1257" y="13169"/>
                  <a:pt x="1259" y="13169"/>
                </a:cubicBezTo>
                <a:cubicBezTo>
                  <a:pt x="1388" y="13167"/>
                  <a:pt x="1479" y="13054"/>
                  <a:pt x="1583" y="12989"/>
                </a:cubicBezTo>
                <a:cubicBezTo>
                  <a:pt x="1788" y="12861"/>
                  <a:pt x="2013" y="12777"/>
                  <a:pt x="2247" y="12724"/>
                </a:cubicBezTo>
                <a:cubicBezTo>
                  <a:pt x="2483" y="12671"/>
                  <a:pt x="2724" y="12651"/>
                  <a:pt x="2966" y="12651"/>
                </a:cubicBezTo>
                <a:cubicBezTo>
                  <a:pt x="3233" y="12651"/>
                  <a:pt x="3501" y="12676"/>
                  <a:pt x="3763" y="12707"/>
                </a:cubicBezTo>
                <a:cubicBezTo>
                  <a:pt x="4310" y="12772"/>
                  <a:pt x="4853" y="12875"/>
                  <a:pt x="5400" y="12938"/>
                </a:cubicBezTo>
                <a:cubicBezTo>
                  <a:pt x="6669" y="13085"/>
                  <a:pt x="7946" y="13111"/>
                  <a:pt x="9219" y="13205"/>
                </a:cubicBezTo>
                <a:cubicBezTo>
                  <a:pt x="9860" y="13253"/>
                  <a:pt x="10500" y="13317"/>
                  <a:pt x="11134" y="13424"/>
                </a:cubicBezTo>
                <a:cubicBezTo>
                  <a:pt x="11749" y="13526"/>
                  <a:pt x="12358" y="13663"/>
                  <a:pt x="12967" y="13796"/>
                </a:cubicBezTo>
                <a:cubicBezTo>
                  <a:pt x="14136" y="14051"/>
                  <a:pt x="15300" y="14261"/>
                  <a:pt x="16498" y="14261"/>
                </a:cubicBezTo>
                <a:cubicBezTo>
                  <a:pt x="16552" y="14261"/>
                  <a:pt x="16606" y="14260"/>
                  <a:pt x="16660" y="14259"/>
                </a:cubicBezTo>
                <a:cubicBezTo>
                  <a:pt x="17953" y="14238"/>
                  <a:pt x="19236" y="14050"/>
                  <a:pt x="20525" y="13980"/>
                </a:cubicBezTo>
                <a:cubicBezTo>
                  <a:pt x="21615" y="13919"/>
                  <a:pt x="22718" y="13973"/>
                  <a:pt x="23796" y="13769"/>
                </a:cubicBezTo>
                <a:cubicBezTo>
                  <a:pt x="24313" y="13670"/>
                  <a:pt x="24820" y="13506"/>
                  <a:pt x="25277" y="13242"/>
                </a:cubicBezTo>
                <a:cubicBezTo>
                  <a:pt x="25711" y="12992"/>
                  <a:pt x="26148" y="12628"/>
                  <a:pt x="26165" y="12087"/>
                </a:cubicBezTo>
                <a:cubicBezTo>
                  <a:pt x="26174" y="11806"/>
                  <a:pt x="26071" y="11536"/>
                  <a:pt x="25960" y="11284"/>
                </a:cubicBezTo>
                <a:cubicBezTo>
                  <a:pt x="25831" y="10995"/>
                  <a:pt x="25692" y="10711"/>
                  <a:pt x="25556" y="10424"/>
                </a:cubicBezTo>
                <a:cubicBezTo>
                  <a:pt x="25280" y="9836"/>
                  <a:pt x="25017" y="9241"/>
                  <a:pt x="24726" y="8660"/>
                </a:cubicBezTo>
                <a:cubicBezTo>
                  <a:pt x="24617" y="8443"/>
                  <a:pt x="24475" y="8244"/>
                  <a:pt x="24244" y="8148"/>
                </a:cubicBezTo>
                <a:cubicBezTo>
                  <a:pt x="23992" y="8043"/>
                  <a:pt x="23700" y="8056"/>
                  <a:pt x="23431" y="8053"/>
                </a:cubicBezTo>
                <a:cubicBezTo>
                  <a:pt x="23345" y="8052"/>
                  <a:pt x="23259" y="8052"/>
                  <a:pt x="23173" y="8052"/>
                </a:cubicBezTo>
                <a:cubicBezTo>
                  <a:pt x="22618" y="8052"/>
                  <a:pt x="22062" y="8075"/>
                  <a:pt x="21508" y="8122"/>
                </a:cubicBezTo>
                <a:cubicBezTo>
                  <a:pt x="20999" y="8165"/>
                  <a:pt x="20489" y="8243"/>
                  <a:pt x="19978" y="8243"/>
                </a:cubicBezTo>
                <a:cubicBezTo>
                  <a:pt x="19867" y="8243"/>
                  <a:pt x="19756" y="8239"/>
                  <a:pt x="19645" y="8231"/>
                </a:cubicBezTo>
                <a:cubicBezTo>
                  <a:pt x="19110" y="8189"/>
                  <a:pt x="18609" y="8002"/>
                  <a:pt x="18163" y="7708"/>
                </a:cubicBezTo>
                <a:cubicBezTo>
                  <a:pt x="17269" y="7121"/>
                  <a:pt x="16691" y="6224"/>
                  <a:pt x="16067" y="5381"/>
                </a:cubicBezTo>
                <a:cubicBezTo>
                  <a:pt x="15751" y="4955"/>
                  <a:pt x="15397" y="4546"/>
                  <a:pt x="14929" y="4285"/>
                </a:cubicBezTo>
                <a:cubicBezTo>
                  <a:pt x="14463" y="4025"/>
                  <a:pt x="13935" y="3920"/>
                  <a:pt x="13408" y="3879"/>
                </a:cubicBezTo>
                <a:cubicBezTo>
                  <a:pt x="13154" y="3860"/>
                  <a:pt x="12899" y="3855"/>
                  <a:pt x="12643" y="3855"/>
                </a:cubicBezTo>
                <a:cubicBezTo>
                  <a:pt x="12450" y="3855"/>
                  <a:pt x="12257" y="3858"/>
                  <a:pt x="12064" y="3858"/>
                </a:cubicBezTo>
                <a:cubicBezTo>
                  <a:pt x="11487" y="3858"/>
                  <a:pt x="10912" y="3836"/>
                  <a:pt x="10354" y="3664"/>
                </a:cubicBezTo>
                <a:cubicBezTo>
                  <a:pt x="9893" y="3522"/>
                  <a:pt x="9465" y="3265"/>
                  <a:pt x="9185" y="2863"/>
                </a:cubicBezTo>
                <a:cubicBezTo>
                  <a:pt x="8887" y="2436"/>
                  <a:pt x="8747" y="1924"/>
                  <a:pt x="8473" y="1483"/>
                </a:cubicBezTo>
                <a:cubicBezTo>
                  <a:pt x="7915" y="585"/>
                  <a:pt x="6844" y="273"/>
                  <a:pt x="5861" y="99"/>
                </a:cubicBezTo>
                <a:cubicBezTo>
                  <a:pt x="5533" y="41"/>
                  <a:pt x="5197" y="0"/>
                  <a:pt x="4863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3" name="Google Shape;1303;p50"/>
          <p:cNvSpPr/>
          <p:nvPr/>
        </p:nvSpPr>
        <p:spPr>
          <a:xfrm rot="2024276">
            <a:off x="8338770" y="842317"/>
            <a:ext cx="755189" cy="17692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4" name="Google Shape;1304;p50"/>
          <p:cNvGrpSpPr/>
          <p:nvPr/>
        </p:nvGrpSpPr>
        <p:grpSpPr>
          <a:xfrm>
            <a:off x="6928061" y="349247"/>
            <a:ext cx="221772" cy="200884"/>
            <a:chOff x="1640475" y="1197075"/>
            <a:chExt cx="55475" cy="50250"/>
          </a:xfrm>
        </p:grpSpPr>
        <p:sp>
          <p:nvSpPr>
            <p:cNvPr id="1305" name="Google Shape;1305;p5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5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5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8" name="Google Shape;1308;p50"/>
          <p:cNvGrpSpPr/>
          <p:nvPr/>
        </p:nvGrpSpPr>
        <p:grpSpPr>
          <a:xfrm rot="10468240">
            <a:off x="1666764" y="197950"/>
            <a:ext cx="221772" cy="200884"/>
            <a:chOff x="1640475" y="1197075"/>
            <a:chExt cx="55475" cy="50250"/>
          </a:xfrm>
        </p:grpSpPr>
        <p:sp>
          <p:nvSpPr>
            <p:cNvPr id="1309" name="Google Shape;1309;p5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5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5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2" name="Google Shape;1312;p50"/>
          <p:cNvGrpSpPr/>
          <p:nvPr/>
        </p:nvGrpSpPr>
        <p:grpSpPr>
          <a:xfrm rot="3155490">
            <a:off x="7186097" y="4770947"/>
            <a:ext cx="221774" cy="200886"/>
            <a:chOff x="1640475" y="1197075"/>
            <a:chExt cx="55475" cy="50250"/>
          </a:xfrm>
        </p:grpSpPr>
        <p:sp>
          <p:nvSpPr>
            <p:cNvPr id="1313" name="Google Shape;1313;p5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5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5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16" name="Google Shape;1316;p50"/>
          <p:cNvSpPr/>
          <p:nvPr/>
        </p:nvSpPr>
        <p:spPr>
          <a:xfrm flipH="1" rot="10800000">
            <a:off x="-59881" y="4256559"/>
            <a:ext cx="2299567" cy="1009729"/>
          </a:xfrm>
          <a:custGeom>
            <a:rect b="b" l="l" r="r" t="t"/>
            <a:pathLst>
              <a:path extrusionOk="0" h="6348" w="14457">
                <a:moveTo>
                  <a:pt x="0" y="1"/>
                </a:moveTo>
                <a:lnTo>
                  <a:pt x="0" y="6160"/>
                </a:lnTo>
                <a:cubicBezTo>
                  <a:pt x="307" y="6283"/>
                  <a:pt x="641" y="6348"/>
                  <a:pt x="972" y="6348"/>
                </a:cubicBezTo>
                <a:cubicBezTo>
                  <a:pt x="1431" y="6348"/>
                  <a:pt x="1886" y="6223"/>
                  <a:pt x="2259" y="5957"/>
                </a:cubicBezTo>
                <a:cubicBezTo>
                  <a:pt x="2971" y="5450"/>
                  <a:pt x="3272" y="4560"/>
                  <a:pt x="3620" y="3758"/>
                </a:cubicBezTo>
                <a:cubicBezTo>
                  <a:pt x="3967" y="2955"/>
                  <a:pt x="4504" y="2110"/>
                  <a:pt x="5362" y="1938"/>
                </a:cubicBezTo>
                <a:cubicBezTo>
                  <a:pt x="5472" y="1916"/>
                  <a:pt x="5582" y="1906"/>
                  <a:pt x="5692" y="1906"/>
                </a:cubicBezTo>
                <a:cubicBezTo>
                  <a:pt x="6160" y="1906"/>
                  <a:pt x="6628" y="2081"/>
                  <a:pt x="7080" y="2232"/>
                </a:cubicBezTo>
                <a:cubicBezTo>
                  <a:pt x="7585" y="2401"/>
                  <a:pt x="8141" y="2535"/>
                  <a:pt x="8672" y="2535"/>
                </a:cubicBezTo>
                <a:cubicBezTo>
                  <a:pt x="9138" y="2535"/>
                  <a:pt x="9586" y="2431"/>
                  <a:pt x="9965" y="2156"/>
                </a:cubicBezTo>
                <a:cubicBezTo>
                  <a:pt x="10504" y="1765"/>
                  <a:pt x="10846" y="1060"/>
                  <a:pt x="11419" y="789"/>
                </a:cubicBezTo>
                <a:lnTo>
                  <a:pt x="11420" y="789"/>
                </a:lnTo>
                <a:cubicBezTo>
                  <a:pt x="11436" y="781"/>
                  <a:pt x="11452" y="774"/>
                  <a:pt x="11469" y="767"/>
                </a:cubicBezTo>
                <a:cubicBezTo>
                  <a:pt x="11544" y="736"/>
                  <a:pt x="11623" y="712"/>
                  <a:pt x="11706" y="696"/>
                </a:cubicBezTo>
                <a:cubicBezTo>
                  <a:pt x="11777" y="683"/>
                  <a:pt x="11848" y="678"/>
                  <a:pt x="11919" y="678"/>
                </a:cubicBezTo>
                <a:cubicBezTo>
                  <a:pt x="12271" y="678"/>
                  <a:pt x="12623" y="809"/>
                  <a:pt x="12978" y="824"/>
                </a:cubicBezTo>
                <a:cubicBezTo>
                  <a:pt x="12999" y="824"/>
                  <a:pt x="13020" y="825"/>
                  <a:pt x="13041" y="825"/>
                </a:cubicBezTo>
                <a:cubicBezTo>
                  <a:pt x="13511" y="825"/>
                  <a:pt x="13977" y="611"/>
                  <a:pt x="14281" y="253"/>
                </a:cubicBezTo>
                <a:cubicBezTo>
                  <a:pt x="14348" y="175"/>
                  <a:pt x="14407" y="90"/>
                  <a:pt x="14457" y="1"/>
                </a:cubicBezTo>
                <a:close/>
              </a:path>
            </a:pathLst>
          </a:custGeom>
          <a:solidFill>
            <a:schemeClr val="l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7" name="Google Shape;1317;p50"/>
          <p:cNvSpPr/>
          <p:nvPr/>
        </p:nvSpPr>
        <p:spPr>
          <a:xfrm rot="-8833383">
            <a:off x="923277" y="4582056"/>
            <a:ext cx="1292676" cy="1177550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1">
  <p:cSld name="CUSTOM_6">
    <p:spTree>
      <p:nvGrpSpPr>
        <p:cNvPr id="1318" name="Shape 13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9" name="Google Shape;1319;p51"/>
          <p:cNvSpPr txBox="1"/>
          <p:nvPr>
            <p:ph hasCustomPrompt="1" type="title"/>
          </p:nvPr>
        </p:nvSpPr>
        <p:spPr>
          <a:xfrm>
            <a:off x="1453450" y="1418358"/>
            <a:ext cx="2751900" cy="1963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320" name="Google Shape;1320;p51"/>
          <p:cNvSpPr txBox="1"/>
          <p:nvPr>
            <p:ph idx="2" type="title"/>
          </p:nvPr>
        </p:nvSpPr>
        <p:spPr>
          <a:xfrm>
            <a:off x="4862088" y="1676222"/>
            <a:ext cx="3149400" cy="718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321" name="Google Shape;1321;p51"/>
          <p:cNvSpPr txBox="1"/>
          <p:nvPr>
            <p:ph idx="3" type="title"/>
          </p:nvPr>
        </p:nvSpPr>
        <p:spPr>
          <a:xfrm>
            <a:off x="4862088" y="2535068"/>
            <a:ext cx="3149400" cy="41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1600"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322" name="Google Shape;1322;p51"/>
          <p:cNvSpPr/>
          <p:nvPr/>
        </p:nvSpPr>
        <p:spPr>
          <a:xfrm flipH="1" rot="10800000">
            <a:off x="-426183" y="4147653"/>
            <a:ext cx="4076399" cy="1099141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3" name="Google Shape;1323;p51"/>
          <p:cNvSpPr/>
          <p:nvPr/>
        </p:nvSpPr>
        <p:spPr>
          <a:xfrm rot="9900019">
            <a:off x="7095004" y="-874636"/>
            <a:ext cx="2599579" cy="2709000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4" name="Google Shape;1324;p51"/>
          <p:cNvSpPr/>
          <p:nvPr/>
        </p:nvSpPr>
        <p:spPr>
          <a:xfrm rot="4851914">
            <a:off x="-1544179" y="-754466"/>
            <a:ext cx="3522283" cy="2810013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5" name="Google Shape;1325;p51"/>
          <p:cNvSpPr/>
          <p:nvPr/>
        </p:nvSpPr>
        <p:spPr>
          <a:xfrm flipH="1" rot="-5015029">
            <a:off x="7313217" y="3496321"/>
            <a:ext cx="2946331" cy="1214456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6" name="Google Shape;1326;p51"/>
          <p:cNvGrpSpPr/>
          <p:nvPr/>
        </p:nvGrpSpPr>
        <p:grpSpPr>
          <a:xfrm flipH="1" rot="-899970">
            <a:off x="1760784" y="4172269"/>
            <a:ext cx="215932" cy="195605"/>
            <a:chOff x="1640475" y="1197075"/>
            <a:chExt cx="55475" cy="50250"/>
          </a:xfrm>
        </p:grpSpPr>
        <p:sp>
          <p:nvSpPr>
            <p:cNvPr id="1327" name="Google Shape;1327;p5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5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5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0" name="Google Shape;1330;p51"/>
          <p:cNvGrpSpPr/>
          <p:nvPr/>
        </p:nvGrpSpPr>
        <p:grpSpPr>
          <a:xfrm flipH="1" rot="6649759">
            <a:off x="1641791" y="225957"/>
            <a:ext cx="279617" cy="253295"/>
            <a:chOff x="1640475" y="1197075"/>
            <a:chExt cx="55475" cy="50250"/>
          </a:xfrm>
        </p:grpSpPr>
        <p:sp>
          <p:nvSpPr>
            <p:cNvPr id="1331" name="Google Shape;1331;p5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5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5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34" name="Google Shape;1334;p51"/>
          <p:cNvSpPr/>
          <p:nvPr/>
        </p:nvSpPr>
        <p:spPr>
          <a:xfrm rot="-8678282">
            <a:off x="7640087" y="3913453"/>
            <a:ext cx="888103" cy="20804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5" name="Google Shape;1335;p51"/>
          <p:cNvSpPr/>
          <p:nvPr/>
        </p:nvSpPr>
        <p:spPr>
          <a:xfrm rot="4808201">
            <a:off x="359983" y="1957583"/>
            <a:ext cx="545173" cy="12771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36" name="Google Shape;1336;p51"/>
          <p:cNvGrpSpPr/>
          <p:nvPr/>
        </p:nvGrpSpPr>
        <p:grpSpPr>
          <a:xfrm flipH="1" rot="4499988">
            <a:off x="8640970" y="873713"/>
            <a:ext cx="290790" cy="263412"/>
            <a:chOff x="1640475" y="1197075"/>
            <a:chExt cx="55475" cy="50250"/>
          </a:xfrm>
        </p:grpSpPr>
        <p:sp>
          <p:nvSpPr>
            <p:cNvPr id="1337" name="Google Shape;1337;p5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5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5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TITLE_AND_BODY_1_1_1_1">
    <p:spTree>
      <p:nvGrpSpPr>
        <p:cNvPr id="1340" name="Shape 1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" name="Google Shape;1341;p52"/>
          <p:cNvSpPr txBox="1"/>
          <p:nvPr>
            <p:ph idx="1" type="subTitle"/>
          </p:nvPr>
        </p:nvSpPr>
        <p:spPr>
          <a:xfrm flipH="1">
            <a:off x="1547694" y="3071081"/>
            <a:ext cx="3779400" cy="869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loria Hallelujah"/>
              <a:buNone/>
              <a:defRPr sz="16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342" name="Google Shape;1342;p52"/>
          <p:cNvSpPr txBox="1"/>
          <p:nvPr>
            <p:ph type="ctrTitle"/>
          </p:nvPr>
        </p:nvSpPr>
        <p:spPr>
          <a:xfrm flipH="1">
            <a:off x="1143650" y="1309006"/>
            <a:ext cx="4602300" cy="142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600"/>
              <a:buNone/>
              <a:defRPr sz="96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343" name="Google Shape;1343;p52"/>
          <p:cNvSpPr/>
          <p:nvPr/>
        </p:nvSpPr>
        <p:spPr>
          <a:xfrm>
            <a:off x="5548426" y="-346475"/>
            <a:ext cx="3877467" cy="1370005"/>
          </a:xfrm>
          <a:custGeom>
            <a:rect b="b" l="l" r="r" t="t"/>
            <a:pathLst>
              <a:path extrusionOk="0" h="8613" w="24377">
                <a:moveTo>
                  <a:pt x="22626" y="1"/>
                </a:moveTo>
                <a:cubicBezTo>
                  <a:pt x="22431" y="1"/>
                  <a:pt x="22241" y="55"/>
                  <a:pt x="22058" y="101"/>
                </a:cubicBezTo>
                <a:cubicBezTo>
                  <a:pt x="21511" y="238"/>
                  <a:pt x="20953" y="349"/>
                  <a:pt x="20391" y="439"/>
                </a:cubicBezTo>
                <a:cubicBezTo>
                  <a:pt x="18472" y="743"/>
                  <a:pt x="16508" y="793"/>
                  <a:pt x="14552" y="793"/>
                </a:cubicBezTo>
                <a:cubicBezTo>
                  <a:pt x="14183" y="793"/>
                  <a:pt x="13813" y="791"/>
                  <a:pt x="13445" y="789"/>
                </a:cubicBezTo>
                <a:cubicBezTo>
                  <a:pt x="11020" y="775"/>
                  <a:pt x="8592" y="763"/>
                  <a:pt x="6170" y="648"/>
                </a:cubicBezTo>
                <a:cubicBezTo>
                  <a:pt x="4959" y="590"/>
                  <a:pt x="3748" y="506"/>
                  <a:pt x="2545" y="383"/>
                </a:cubicBezTo>
                <a:cubicBezTo>
                  <a:pt x="2238" y="351"/>
                  <a:pt x="1932" y="316"/>
                  <a:pt x="1627" y="279"/>
                </a:cubicBezTo>
                <a:cubicBezTo>
                  <a:pt x="1398" y="252"/>
                  <a:pt x="1163" y="215"/>
                  <a:pt x="930" y="215"/>
                </a:cubicBezTo>
                <a:cubicBezTo>
                  <a:pt x="895" y="215"/>
                  <a:pt x="861" y="215"/>
                  <a:pt x="827" y="217"/>
                </a:cubicBezTo>
                <a:cubicBezTo>
                  <a:pt x="405" y="240"/>
                  <a:pt x="13" y="441"/>
                  <a:pt x="5" y="792"/>
                </a:cubicBezTo>
                <a:cubicBezTo>
                  <a:pt x="1" y="936"/>
                  <a:pt x="84" y="1057"/>
                  <a:pt x="235" y="1138"/>
                </a:cubicBezTo>
                <a:cubicBezTo>
                  <a:pt x="259" y="1152"/>
                  <a:pt x="283" y="1157"/>
                  <a:pt x="305" y="1157"/>
                </a:cubicBezTo>
                <a:cubicBezTo>
                  <a:pt x="307" y="1157"/>
                  <a:pt x="309" y="1157"/>
                  <a:pt x="311" y="1157"/>
                </a:cubicBezTo>
                <a:lnTo>
                  <a:pt x="311" y="1157"/>
                </a:lnTo>
                <a:cubicBezTo>
                  <a:pt x="180" y="1807"/>
                  <a:pt x="426" y="2480"/>
                  <a:pt x="944" y="3003"/>
                </a:cubicBezTo>
                <a:cubicBezTo>
                  <a:pt x="1219" y="3281"/>
                  <a:pt x="1569" y="3518"/>
                  <a:pt x="1974" y="3679"/>
                </a:cubicBezTo>
                <a:cubicBezTo>
                  <a:pt x="2424" y="3858"/>
                  <a:pt x="2928" y="3933"/>
                  <a:pt x="3430" y="3957"/>
                </a:cubicBezTo>
                <a:cubicBezTo>
                  <a:pt x="3565" y="3964"/>
                  <a:pt x="3702" y="3967"/>
                  <a:pt x="3838" y="3967"/>
                </a:cubicBezTo>
                <a:cubicBezTo>
                  <a:pt x="4389" y="3967"/>
                  <a:pt x="4946" y="3924"/>
                  <a:pt x="5497" y="3924"/>
                </a:cubicBezTo>
                <a:cubicBezTo>
                  <a:pt x="5880" y="3924"/>
                  <a:pt x="6260" y="3944"/>
                  <a:pt x="6634" y="4014"/>
                </a:cubicBezTo>
                <a:cubicBezTo>
                  <a:pt x="7452" y="4167"/>
                  <a:pt x="8044" y="4590"/>
                  <a:pt x="8476" y="5128"/>
                </a:cubicBezTo>
                <a:cubicBezTo>
                  <a:pt x="8889" y="5644"/>
                  <a:pt x="9168" y="6215"/>
                  <a:pt x="9504" y="6761"/>
                </a:cubicBezTo>
                <a:cubicBezTo>
                  <a:pt x="9818" y="7272"/>
                  <a:pt x="10194" y="7795"/>
                  <a:pt x="10779" y="8153"/>
                </a:cubicBezTo>
                <a:cubicBezTo>
                  <a:pt x="11306" y="8477"/>
                  <a:pt x="11931" y="8612"/>
                  <a:pt x="12573" y="8612"/>
                </a:cubicBezTo>
                <a:cubicBezTo>
                  <a:pt x="12917" y="8612"/>
                  <a:pt x="13266" y="8573"/>
                  <a:pt x="13607" y="8503"/>
                </a:cubicBezTo>
                <a:cubicBezTo>
                  <a:pt x="14755" y="8264"/>
                  <a:pt x="15723" y="7708"/>
                  <a:pt x="16790" y="7327"/>
                </a:cubicBezTo>
                <a:cubicBezTo>
                  <a:pt x="17672" y="7012"/>
                  <a:pt x="18645" y="6819"/>
                  <a:pt x="19621" y="6819"/>
                </a:cubicBezTo>
                <a:cubicBezTo>
                  <a:pt x="19841" y="6819"/>
                  <a:pt x="20062" y="6829"/>
                  <a:pt x="20281" y="6849"/>
                </a:cubicBezTo>
                <a:cubicBezTo>
                  <a:pt x="21290" y="6943"/>
                  <a:pt x="22275" y="7285"/>
                  <a:pt x="22992" y="7844"/>
                </a:cubicBezTo>
                <a:cubicBezTo>
                  <a:pt x="23170" y="7982"/>
                  <a:pt x="23328" y="8133"/>
                  <a:pt x="23467" y="8296"/>
                </a:cubicBezTo>
                <a:cubicBezTo>
                  <a:pt x="23495" y="8329"/>
                  <a:pt x="23541" y="8346"/>
                  <a:pt x="23587" y="8346"/>
                </a:cubicBezTo>
                <a:cubicBezTo>
                  <a:pt x="23643" y="8346"/>
                  <a:pt x="23698" y="8320"/>
                  <a:pt x="23718" y="8271"/>
                </a:cubicBezTo>
                <a:cubicBezTo>
                  <a:pt x="24376" y="6550"/>
                  <a:pt x="24252" y="4734"/>
                  <a:pt x="23880" y="2982"/>
                </a:cubicBezTo>
                <a:cubicBezTo>
                  <a:pt x="23786" y="2536"/>
                  <a:pt x="23676" y="2093"/>
                  <a:pt x="23557" y="1650"/>
                </a:cubicBezTo>
                <a:cubicBezTo>
                  <a:pt x="23441" y="1217"/>
                  <a:pt x="23343" y="773"/>
                  <a:pt x="23189" y="348"/>
                </a:cubicBezTo>
                <a:cubicBezTo>
                  <a:pt x="23127" y="176"/>
                  <a:pt x="22987" y="38"/>
                  <a:pt x="22748" y="8"/>
                </a:cubicBezTo>
                <a:cubicBezTo>
                  <a:pt x="22707" y="3"/>
                  <a:pt x="22666" y="1"/>
                  <a:pt x="22626" y="1"/>
                </a:cubicBezTo>
                <a:close/>
              </a:path>
            </a:pathLst>
          </a:custGeom>
          <a:solidFill>
            <a:schemeClr val="dk2">
              <a:alpha val="4776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4" name="Google Shape;1344;p52"/>
          <p:cNvSpPr/>
          <p:nvPr/>
        </p:nvSpPr>
        <p:spPr>
          <a:xfrm flipH="1" rot="5400000">
            <a:off x="-133350" y="-219449"/>
            <a:ext cx="2068926" cy="2074970"/>
          </a:xfrm>
          <a:custGeom>
            <a:rect b="b" l="l" r="r" t="t"/>
            <a:pathLst>
              <a:path extrusionOk="0" h="13045" w="13007">
                <a:moveTo>
                  <a:pt x="11086" y="1"/>
                </a:moveTo>
                <a:cubicBezTo>
                  <a:pt x="10136" y="1"/>
                  <a:pt x="9220" y="578"/>
                  <a:pt x="8514" y="1160"/>
                </a:cubicBezTo>
                <a:cubicBezTo>
                  <a:pt x="7734" y="1801"/>
                  <a:pt x="7147" y="2603"/>
                  <a:pt x="6690" y="3499"/>
                </a:cubicBezTo>
                <a:cubicBezTo>
                  <a:pt x="6269" y="4325"/>
                  <a:pt x="5846" y="5241"/>
                  <a:pt x="4914" y="5581"/>
                </a:cubicBezTo>
                <a:cubicBezTo>
                  <a:pt x="3974" y="5923"/>
                  <a:pt x="2923" y="5759"/>
                  <a:pt x="2005" y="6187"/>
                </a:cubicBezTo>
                <a:cubicBezTo>
                  <a:pt x="1188" y="6570"/>
                  <a:pt x="602" y="7349"/>
                  <a:pt x="329" y="8196"/>
                </a:cubicBezTo>
                <a:cubicBezTo>
                  <a:pt x="1" y="9208"/>
                  <a:pt x="140" y="10320"/>
                  <a:pt x="509" y="11301"/>
                </a:cubicBezTo>
                <a:cubicBezTo>
                  <a:pt x="597" y="11534"/>
                  <a:pt x="989" y="11993"/>
                  <a:pt x="1051" y="11993"/>
                </a:cubicBezTo>
                <a:cubicBezTo>
                  <a:pt x="1057" y="11993"/>
                  <a:pt x="1060" y="11988"/>
                  <a:pt x="1059" y="11977"/>
                </a:cubicBezTo>
                <a:lnTo>
                  <a:pt x="1059" y="11977"/>
                </a:lnTo>
                <a:cubicBezTo>
                  <a:pt x="1717" y="12454"/>
                  <a:pt x="2513" y="12576"/>
                  <a:pt x="3318" y="12576"/>
                </a:cubicBezTo>
                <a:cubicBezTo>
                  <a:pt x="3796" y="12576"/>
                  <a:pt x="4277" y="12533"/>
                  <a:pt x="4735" y="12495"/>
                </a:cubicBezTo>
                <a:cubicBezTo>
                  <a:pt x="5450" y="12436"/>
                  <a:pt x="6168" y="12406"/>
                  <a:pt x="6885" y="12406"/>
                </a:cubicBezTo>
                <a:cubicBezTo>
                  <a:pt x="7827" y="12406"/>
                  <a:pt x="8769" y="12458"/>
                  <a:pt x="9706" y="12564"/>
                </a:cubicBezTo>
                <a:cubicBezTo>
                  <a:pt x="10641" y="12670"/>
                  <a:pt x="11568" y="12831"/>
                  <a:pt x="12485" y="13041"/>
                </a:cubicBezTo>
                <a:cubicBezTo>
                  <a:pt x="12495" y="13043"/>
                  <a:pt x="12505" y="13045"/>
                  <a:pt x="12515" y="13045"/>
                </a:cubicBezTo>
                <a:cubicBezTo>
                  <a:pt x="12578" y="13045"/>
                  <a:pt x="12630" y="12997"/>
                  <a:pt x="12632" y="12929"/>
                </a:cubicBezTo>
                <a:lnTo>
                  <a:pt x="12879" y="5509"/>
                </a:lnTo>
                <a:cubicBezTo>
                  <a:pt x="12900" y="4891"/>
                  <a:pt x="12920" y="4272"/>
                  <a:pt x="12940" y="3654"/>
                </a:cubicBezTo>
                <a:cubicBezTo>
                  <a:pt x="12960" y="3073"/>
                  <a:pt x="13006" y="2485"/>
                  <a:pt x="12985" y="1903"/>
                </a:cubicBezTo>
                <a:cubicBezTo>
                  <a:pt x="12967" y="1412"/>
                  <a:pt x="12856" y="914"/>
                  <a:pt x="12502" y="551"/>
                </a:cubicBezTo>
                <a:cubicBezTo>
                  <a:pt x="12188" y="228"/>
                  <a:pt x="11746" y="54"/>
                  <a:pt x="11303" y="11"/>
                </a:cubicBezTo>
                <a:cubicBezTo>
                  <a:pt x="11230" y="4"/>
                  <a:pt x="11158" y="1"/>
                  <a:pt x="11086" y="1"/>
                </a:cubicBezTo>
                <a:close/>
              </a:path>
            </a:pathLst>
          </a:custGeom>
          <a:solidFill>
            <a:schemeClr val="accent1">
              <a:alpha val="598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5" name="Google Shape;1345;p52"/>
          <p:cNvSpPr/>
          <p:nvPr/>
        </p:nvSpPr>
        <p:spPr>
          <a:xfrm flipH="1" rot="10800000">
            <a:off x="-59881" y="4256559"/>
            <a:ext cx="2299567" cy="1009729"/>
          </a:xfrm>
          <a:custGeom>
            <a:rect b="b" l="l" r="r" t="t"/>
            <a:pathLst>
              <a:path extrusionOk="0" h="6348" w="14457">
                <a:moveTo>
                  <a:pt x="0" y="1"/>
                </a:moveTo>
                <a:lnTo>
                  <a:pt x="0" y="6160"/>
                </a:lnTo>
                <a:cubicBezTo>
                  <a:pt x="307" y="6283"/>
                  <a:pt x="641" y="6348"/>
                  <a:pt x="972" y="6348"/>
                </a:cubicBezTo>
                <a:cubicBezTo>
                  <a:pt x="1431" y="6348"/>
                  <a:pt x="1886" y="6223"/>
                  <a:pt x="2259" y="5957"/>
                </a:cubicBezTo>
                <a:cubicBezTo>
                  <a:pt x="2971" y="5450"/>
                  <a:pt x="3272" y="4560"/>
                  <a:pt x="3620" y="3758"/>
                </a:cubicBezTo>
                <a:cubicBezTo>
                  <a:pt x="3967" y="2955"/>
                  <a:pt x="4504" y="2110"/>
                  <a:pt x="5362" y="1938"/>
                </a:cubicBezTo>
                <a:cubicBezTo>
                  <a:pt x="5472" y="1916"/>
                  <a:pt x="5582" y="1906"/>
                  <a:pt x="5692" y="1906"/>
                </a:cubicBezTo>
                <a:cubicBezTo>
                  <a:pt x="6160" y="1906"/>
                  <a:pt x="6628" y="2081"/>
                  <a:pt x="7080" y="2232"/>
                </a:cubicBezTo>
                <a:cubicBezTo>
                  <a:pt x="7585" y="2401"/>
                  <a:pt x="8141" y="2535"/>
                  <a:pt x="8672" y="2535"/>
                </a:cubicBezTo>
                <a:cubicBezTo>
                  <a:pt x="9138" y="2535"/>
                  <a:pt x="9586" y="2431"/>
                  <a:pt x="9965" y="2156"/>
                </a:cubicBezTo>
                <a:cubicBezTo>
                  <a:pt x="10504" y="1765"/>
                  <a:pt x="10846" y="1060"/>
                  <a:pt x="11419" y="789"/>
                </a:cubicBezTo>
                <a:lnTo>
                  <a:pt x="11420" y="789"/>
                </a:lnTo>
                <a:cubicBezTo>
                  <a:pt x="11436" y="781"/>
                  <a:pt x="11452" y="774"/>
                  <a:pt x="11469" y="767"/>
                </a:cubicBezTo>
                <a:cubicBezTo>
                  <a:pt x="11544" y="736"/>
                  <a:pt x="11623" y="712"/>
                  <a:pt x="11706" y="696"/>
                </a:cubicBezTo>
                <a:cubicBezTo>
                  <a:pt x="11777" y="683"/>
                  <a:pt x="11848" y="678"/>
                  <a:pt x="11919" y="678"/>
                </a:cubicBezTo>
                <a:cubicBezTo>
                  <a:pt x="12271" y="678"/>
                  <a:pt x="12623" y="809"/>
                  <a:pt x="12978" y="824"/>
                </a:cubicBezTo>
                <a:cubicBezTo>
                  <a:pt x="12999" y="824"/>
                  <a:pt x="13020" y="825"/>
                  <a:pt x="13041" y="825"/>
                </a:cubicBezTo>
                <a:cubicBezTo>
                  <a:pt x="13511" y="825"/>
                  <a:pt x="13977" y="611"/>
                  <a:pt x="14281" y="253"/>
                </a:cubicBezTo>
                <a:cubicBezTo>
                  <a:pt x="14348" y="175"/>
                  <a:pt x="14407" y="90"/>
                  <a:pt x="14457" y="1"/>
                </a:cubicBezTo>
                <a:close/>
              </a:path>
            </a:pathLst>
          </a:custGeom>
          <a:solidFill>
            <a:schemeClr val="l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6" name="Google Shape;1346;p52"/>
          <p:cNvSpPr/>
          <p:nvPr/>
        </p:nvSpPr>
        <p:spPr>
          <a:xfrm flipH="1">
            <a:off x="5320140" y="3198044"/>
            <a:ext cx="4163302" cy="2268390"/>
          </a:xfrm>
          <a:custGeom>
            <a:rect b="b" l="l" r="r" t="t"/>
            <a:pathLst>
              <a:path extrusionOk="0" h="14261" w="26174">
                <a:moveTo>
                  <a:pt x="4863" y="0"/>
                </a:moveTo>
                <a:cubicBezTo>
                  <a:pt x="4600" y="0"/>
                  <a:pt x="4337" y="25"/>
                  <a:pt x="4079" y="86"/>
                </a:cubicBezTo>
                <a:cubicBezTo>
                  <a:pt x="3577" y="206"/>
                  <a:pt x="3127" y="469"/>
                  <a:pt x="2736" y="803"/>
                </a:cubicBezTo>
                <a:cubicBezTo>
                  <a:pt x="1930" y="1492"/>
                  <a:pt x="1836" y="3135"/>
                  <a:pt x="799" y="3280"/>
                </a:cubicBezTo>
                <a:cubicBezTo>
                  <a:pt x="128" y="3374"/>
                  <a:pt x="0" y="4462"/>
                  <a:pt x="66" y="4462"/>
                </a:cubicBezTo>
                <a:cubicBezTo>
                  <a:pt x="68" y="4462"/>
                  <a:pt x="70" y="4461"/>
                  <a:pt x="72" y="4459"/>
                </a:cubicBezTo>
                <a:lnTo>
                  <a:pt x="72" y="4459"/>
                </a:lnTo>
                <a:cubicBezTo>
                  <a:pt x="67" y="5698"/>
                  <a:pt x="63" y="6939"/>
                  <a:pt x="59" y="8179"/>
                </a:cubicBezTo>
                <a:cubicBezTo>
                  <a:pt x="56" y="8831"/>
                  <a:pt x="53" y="9483"/>
                  <a:pt x="51" y="10135"/>
                </a:cubicBezTo>
                <a:cubicBezTo>
                  <a:pt x="50" y="10457"/>
                  <a:pt x="49" y="10777"/>
                  <a:pt x="48" y="11099"/>
                </a:cubicBezTo>
                <a:cubicBezTo>
                  <a:pt x="47" y="11393"/>
                  <a:pt x="48" y="11687"/>
                  <a:pt x="100" y="11976"/>
                </a:cubicBezTo>
                <a:cubicBezTo>
                  <a:pt x="186" y="12456"/>
                  <a:pt x="458" y="12928"/>
                  <a:pt x="933" y="13108"/>
                </a:cubicBezTo>
                <a:cubicBezTo>
                  <a:pt x="1033" y="13146"/>
                  <a:pt x="1145" y="13169"/>
                  <a:pt x="1252" y="13169"/>
                </a:cubicBezTo>
                <a:cubicBezTo>
                  <a:pt x="1254" y="13169"/>
                  <a:pt x="1257" y="13169"/>
                  <a:pt x="1259" y="13169"/>
                </a:cubicBezTo>
                <a:cubicBezTo>
                  <a:pt x="1388" y="13167"/>
                  <a:pt x="1479" y="13054"/>
                  <a:pt x="1583" y="12989"/>
                </a:cubicBezTo>
                <a:cubicBezTo>
                  <a:pt x="1788" y="12861"/>
                  <a:pt x="2013" y="12777"/>
                  <a:pt x="2247" y="12724"/>
                </a:cubicBezTo>
                <a:cubicBezTo>
                  <a:pt x="2483" y="12671"/>
                  <a:pt x="2724" y="12651"/>
                  <a:pt x="2966" y="12651"/>
                </a:cubicBezTo>
                <a:cubicBezTo>
                  <a:pt x="3233" y="12651"/>
                  <a:pt x="3501" y="12676"/>
                  <a:pt x="3763" y="12707"/>
                </a:cubicBezTo>
                <a:cubicBezTo>
                  <a:pt x="4310" y="12772"/>
                  <a:pt x="4853" y="12875"/>
                  <a:pt x="5400" y="12938"/>
                </a:cubicBezTo>
                <a:cubicBezTo>
                  <a:pt x="6669" y="13085"/>
                  <a:pt x="7946" y="13111"/>
                  <a:pt x="9219" y="13205"/>
                </a:cubicBezTo>
                <a:cubicBezTo>
                  <a:pt x="9860" y="13253"/>
                  <a:pt x="10500" y="13317"/>
                  <a:pt x="11134" y="13424"/>
                </a:cubicBezTo>
                <a:cubicBezTo>
                  <a:pt x="11749" y="13526"/>
                  <a:pt x="12358" y="13663"/>
                  <a:pt x="12967" y="13796"/>
                </a:cubicBezTo>
                <a:cubicBezTo>
                  <a:pt x="14136" y="14051"/>
                  <a:pt x="15300" y="14261"/>
                  <a:pt x="16498" y="14261"/>
                </a:cubicBezTo>
                <a:cubicBezTo>
                  <a:pt x="16552" y="14261"/>
                  <a:pt x="16606" y="14260"/>
                  <a:pt x="16660" y="14259"/>
                </a:cubicBezTo>
                <a:cubicBezTo>
                  <a:pt x="17953" y="14238"/>
                  <a:pt x="19236" y="14050"/>
                  <a:pt x="20525" y="13980"/>
                </a:cubicBezTo>
                <a:cubicBezTo>
                  <a:pt x="21615" y="13919"/>
                  <a:pt x="22718" y="13973"/>
                  <a:pt x="23796" y="13769"/>
                </a:cubicBezTo>
                <a:cubicBezTo>
                  <a:pt x="24313" y="13670"/>
                  <a:pt x="24820" y="13506"/>
                  <a:pt x="25277" y="13242"/>
                </a:cubicBezTo>
                <a:cubicBezTo>
                  <a:pt x="25711" y="12992"/>
                  <a:pt x="26148" y="12628"/>
                  <a:pt x="26165" y="12087"/>
                </a:cubicBezTo>
                <a:cubicBezTo>
                  <a:pt x="26174" y="11806"/>
                  <a:pt x="26071" y="11536"/>
                  <a:pt x="25960" y="11284"/>
                </a:cubicBezTo>
                <a:cubicBezTo>
                  <a:pt x="25831" y="10995"/>
                  <a:pt x="25692" y="10711"/>
                  <a:pt x="25556" y="10424"/>
                </a:cubicBezTo>
                <a:cubicBezTo>
                  <a:pt x="25280" y="9836"/>
                  <a:pt x="25017" y="9241"/>
                  <a:pt x="24726" y="8660"/>
                </a:cubicBezTo>
                <a:cubicBezTo>
                  <a:pt x="24617" y="8443"/>
                  <a:pt x="24475" y="8244"/>
                  <a:pt x="24244" y="8148"/>
                </a:cubicBezTo>
                <a:cubicBezTo>
                  <a:pt x="23992" y="8043"/>
                  <a:pt x="23700" y="8056"/>
                  <a:pt x="23431" y="8053"/>
                </a:cubicBezTo>
                <a:cubicBezTo>
                  <a:pt x="23345" y="8052"/>
                  <a:pt x="23259" y="8052"/>
                  <a:pt x="23173" y="8052"/>
                </a:cubicBezTo>
                <a:cubicBezTo>
                  <a:pt x="22618" y="8052"/>
                  <a:pt x="22062" y="8075"/>
                  <a:pt x="21508" y="8122"/>
                </a:cubicBezTo>
                <a:cubicBezTo>
                  <a:pt x="20999" y="8165"/>
                  <a:pt x="20489" y="8243"/>
                  <a:pt x="19978" y="8243"/>
                </a:cubicBezTo>
                <a:cubicBezTo>
                  <a:pt x="19867" y="8243"/>
                  <a:pt x="19756" y="8239"/>
                  <a:pt x="19645" y="8231"/>
                </a:cubicBezTo>
                <a:cubicBezTo>
                  <a:pt x="19110" y="8189"/>
                  <a:pt x="18609" y="8002"/>
                  <a:pt x="18163" y="7708"/>
                </a:cubicBezTo>
                <a:cubicBezTo>
                  <a:pt x="17269" y="7121"/>
                  <a:pt x="16691" y="6224"/>
                  <a:pt x="16067" y="5381"/>
                </a:cubicBezTo>
                <a:cubicBezTo>
                  <a:pt x="15751" y="4955"/>
                  <a:pt x="15397" y="4546"/>
                  <a:pt x="14929" y="4285"/>
                </a:cubicBezTo>
                <a:cubicBezTo>
                  <a:pt x="14463" y="4025"/>
                  <a:pt x="13935" y="3920"/>
                  <a:pt x="13408" y="3879"/>
                </a:cubicBezTo>
                <a:cubicBezTo>
                  <a:pt x="13154" y="3860"/>
                  <a:pt x="12899" y="3855"/>
                  <a:pt x="12643" y="3855"/>
                </a:cubicBezTo>
                <a:cubicBezTo>
                  <a:pt x="12450" y="3855"/>
                  <a:pt x="12257" y="3858"/>
                  <a:pt x="12064" y="3858"/>
                </a:cubicBezTo>
                <a:cubicBezTo>
                  <a:pt x="11487" y="3858"/>
                  <a:pt x="10912" y="3836"/>
                  <a:pt x="10354" y="3664"/>
                </a:cubicBezTo>
                <a:cubicBezTo>
                  <a:pt x="9893" y="3522"/>
                  <a:pt x="9465" y="3265"/>
                  <a:pt x="9185" y="2863"/>
                </a:cubicBezTo>
                <a:cubicBezTo>
                  <a:pt x="8887" y="2436"/>
                  <a:pt x="8747" y="1924"/>
                  <a:pt x="8473" y="1483"/>
                </a:cubicBezTo>
                <a:cubicBezTo>
                  <a:pt x="7915" y="585"/>
                  <a:pt x="6844" y="273"/>
                  <a:pt x="5861" y="99"/>
                </a:cubicBezTo>
                <a:cubicBezTo>
                  <a:pt x="5533" y="41"/>
                  <a:pt x="5197" y="0"/>
                  <a:pt x="4863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7" name="Google Shape;1347;p52"/>
          <p:cNvSpPr/>
          <p:nvPr/>
        </p:nvSpPr>
        <p:spPr>
          <a:xfrm rot="2024276">
            <a:off x="8351633" y="1663617"/>
            <a:ext cx="755189" cy="17692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8" name="Google Shape;1348;p52"/>
          <p:cNvSpPr/>
          <p:nvPr/>
        </p:nvSpPr>
        <p:spPr>
          <a:xfrm>
            <a:off x="7073440" y="-275926"/>
            <a:ext cx="1292661" cy="1177544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49" name="Google Shape;1349;p52"/>
          <p:cNvGrpSpPr/>
          <p:nvPr/>
        </p:nvGrpSpPr>
        <p:grpSpPr>
          <a:xfrm>
            <a:off x="8144336" y="3252147"/>
            <a:ext cx="221772" cy="200884"/>
            <a:chOff x="1640475" y="1197075"/>
            <a:chExt cx="55475" cy="50250"/>
          </a:xfrm>
        </p:grpSpPr>
        <p:sp>
          <p:nvSpPr>
            <p:cNvPr id="1350" name="Google Shape;1350;p5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5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5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3" name="Google Shape;1353;p52"/>
          <p:cNvGrpSpPr/>
          <p:nvPr/>
        </p:nvGrpSpPr>
        <p:grpSpPr>
          <a:xfrm flipH="1" rot="7529702">
            <a:off x="460810" y="487975"/>
            <a:ext cx="221773" cy="200885"/>
            <a:chOff x="1640475" y="1197075"/>
            <a:chExt cx="55475" cy="50250"/>
          </a:xfrm>
        </p:grpSpPr>
        <p:sp>
          <p:nvSpPr>
            <p:cNvPr id="1354" name="Google Shape;1354;p5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5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5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7" name="Google Shape;1357;p52"/>
          <p:cNvGrpSpPr/>
          <p:nvPr/>
        </p:nvGrpSpPr>
        <p:grpSpPr>
          <a:xfrm>
            <a:off x="1648299" y="4503035"/>
            <a:ext cx="221772" cy="200884"/>
            <a:chOff x="1640475" y="1197075"/>
            <a:chExt cx="55475" cy="50250"/>
          </a:xfrm>
        </p:grpSpPr>
        <p:sp>
          <p:nvSpPr>
            <p:cNvPr id="1358" name="Google Shape;1358;p5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5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5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1" name="Google Shape;1361;p52"/>
          <p:cNvGrpSpPr/>
          <p:nvPr/>
        </p:nvGrpSpPr>
        <p:grpSpPr>
          <a:xfrm>
            <a:off x="7209124" y="114872"/>
            <a:ext cx="221772" cy="200884"/>
            <a:chOff x="1640475" y="1197075"/>
            <a:chExt cx="55475" cy="50250"/>
          </a:xfrm>
        </p:grpSpPr>
        <p:sp>
          <p:nvSpPr>
            <p:cNvPr id="1362" name="Google Shape;1362;p5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5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5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5" name="Google Shape;1365;p52"/>
          <p:cNvGrpSpPr/>
          <p:nvPr/>
        </p:nvGrpSpPr>
        <p:grpSpPr>
          <a:xfrm rot="10468240">
            <a:off x="1819739" y="114875"/>
            <a:ext cx="221772" cy="200884"/>
            <a:chOff x="1640475" y="1197075"/>
            <a:chExt cx="55475" cy="50250"/>
          </a:xfrm>
        </p:grpSpPr>
        <p:sp>
          <p:nvSpPr>
            <p:cNvPr id="1366" name="Google Shape;1366;p5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5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5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9" name="Google Shape;1369;p52"/>
          <p:cNvSpPr/>
          <p:nvPr/>
        </p:nvSpPr>
        <p:spPr>
          <a:xfrm rot="-1439237">
            <a:off x="229358" y="4354592"/>
            <a:ext cx="755196" cy="17693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0" name="Google Shape;1370;p52"/>
          <p:cNvSpPr/>
          <p:nvPr/>
        </p:nvSpPr>
        <p:spPr>
          <a:xfrm flipH="1" rot="6471385">
            <a:off x="8124343" y="4299394"/>
            <a:ext cx="1292668" cy="1177548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71" name="Google Shape;1371;p52"/>
          <p:cNvGrpSpPr/>
          <p:nvPr/>
        </p:nvGrpSpPr>
        <p:grpSpPr>
          <a:xfrm rot="3155490">
            <a:off x="6966697" y="4660972"/>
            <a:ext cx="221774" cy="200886"/>
            <a:chOff x="1640475" y="1197075"/>
            <a:chExt cx="55475" cy="50250"/>
          </a:xfrm>
        </p:grpSpPr>
        <p:sp>
          <p:nvSpPr>
            <p:cNvPr id="1372" name="Google Shape;1372;p5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5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5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5" name="Google Shape;1375;p52"/>
          <p:cNvGrpSpPr/>
          <p:nvPr/>
        </p:nvGrpSpPr>
        <p:grpSpPr>
          <a:xfrm rot="-5400064">
            <a:off x="6187029" y="2959875"/>
            <a:ext cx="297246" cy="269250"/>
            <a:chOff x="1640475" y="1197075"/>
            <a:chExt cx="55475" cy="50250"/>
          </a:xfrm>
        </p:grpSpPr>
        <p:sp>
          <p:nvSpPr>
            <p:cNvPr id="1376" name="Google Shape;1376;p5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5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5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SECTION_TITLE_AND_DESCRIPTION_1">
    <p:spTree>
      <p:nvGrpSpPr>
        <p:cNvPr id="1379" name="Shape 13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0" name="Google Shape;1380;p53"/>
          <p:cNvSpPr/>
          <p:nvPr/>
        </p:nvSpPr>
        <p:spPr>
          <a:xfrm rot="10800000">
            <a:off x="5503960" y="-195863"/>
            <a:ext cx="3782139" cy="1779867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1" name="Google Shape;1381;p53"/>
          <p:cNvSpPr/>
          <p:nvPr/>
        </p:nvSpPr>
        <p:spPr>
          <a:xfrm rot="10800000">
            <a:off x="6095615" y="3584390"/>
            <a:ext cx="3260760" cy="1799884"/>
          </a:xfrm>
          <a:custGeom>
            <a:rect b="b" l="l" r="r" t="t"/>
            <a:pathLst>
              <a:path extrusionOk="0" h="11330" w="20526">
                <a:moveTo>
                  <a:pt x="12939" y="1"/>
                </a:moveTo>
                <a:cubicBezTo>
                  <a:pt x="11999" y="1"/>
                  <a:pt x="11086" y="167"/>
                  <a:pt x="10169" y="370"/>
                </a:cubicBezTo>
                <a:cubicBezTo>
                  <a:pt x="9691" y="476"/>
                  <a:pt x="9213" y="584"/>
                  <a:pt x="8731" y="667"/>
                </a:cubicBezTo>
                <a:cubicBezTo>
                  <a:pt x="8234" y="750"/>
                  <a:pt x="7732" y="802"/>
                  <a:pt x="7229" y="839"/>
                </a:cubicBezTo>
                <a:cubicBezTo>
                  <a:pt x="6231" y="913"/>
                  <a:pt x="5230" y="935"/>
                  <a:pt x="4235" y="1052"/>
                </a:cubicBezTo>
                <a:cubicBezTo>
                  <a:pt x="3806" y="1102"/>
                  <a:pt x="3380" y="1184"/>
                  <a:pt x="2951" y="1235"/>
                </a:cubicBezTo>
                <a:cubicBezTo>
                  <a:pt x="2746" y="1260"/>
                  <a:pt x="2537" y="1279"/>
                  <a:pt x="2328" y="1279"/>
                </a:cubicBezTo>
                <a:cubicBezTo>
                  <a:pt x="2138" y="1279"/>
                  <a:pt x="1948" y="1263"/>
                  <a:pt x="1762" y="1222"/>
                </a:cubicBezTo>
                <a:cubicBezTo>
                  <a:pt x="1578" y="1180"/>
                  <a:pt x="1402" y="1113"/>
                  <a:pt x="1242" y="1012"/>
                </a:cubicBezTo>
                <a:cubicBezTo>
                  <a:pt x="1161" y="960"/>
                  <a:pt x="1089" y="870"/>
                  <a:pt x="988" y="868"/>
                </a:cubicBezTo>
                <a:cubicBezTo>
                  <a:pt x="985" y="868"/>
                  <a:pt x="983" y="868"/>
                  <a:pt x="981" y="868"/>
                </a:cubicBezTo>
                <a:cubicBezTo>
                  <a:pt x="897" y="868"/>
                  <a:pt x="810" y="887"/>
                  <a:pt x="732" y="917"/>
                </a:cubicBezTo>
                <a:cubicBezTo>
                  <a:pt x="360" y="1060"/>
                  <a:pt x="147" y="1435"/>
                  <a:pt x="79" y="1816"/>
                </a:cubicBezTo>
                <a:cubicBezTo>
                  <a:pt x="38" y="2046"/>
                  <a:pt x="37" y="2279"/>
                  <a:pt x="38" y="2512"/>
                </a:cubicBezTo>
                <a:cubicBezTo>
                  <a:pt x="38" y="2767"/>
                  <a:pt x="39" y="3024"/>
                  <a:pt x="40" y="3279"/>
                </a:cubicBezTo>
                <a:cubicBezTo>
                  <a:pt x="42" y="3797"/>
                  <a:pt x="44" y="4315"/>
                  <a:pt x="46" y="4833"/>
                </a:cubicBezTo>
                <a:cubicBezTo>
                  <a:pt x="50" y="5817"/>
                  <a:pt x="54" y="6803"/>
                  <a:pt x="57" y="7787"/>
                </a:cubicBezTo>
                <a:cubicBezTo>
                  <a:pt x="55" y="7786"/>
                  <a:pt x="54" y="7785"/>
                  <a:pt x="52" y="7785"/>
                </a:cubicBezTo>
                <a:cubicBezTo>
                  <a:pt x="0" y="7785"/>
                  <a:pt x="101" y="8649"/>
                  <a:pt x="628" y="8724"/>
                </a:cubicBezTo>
                <a:cubicBezTo>
                  <a:pt x="1441" y="8840"/>
                  <a:pt x="1514" y="10145"/>
                  <a:pt x="2146" y="10693"/>
                </a:cubicBezTo>
                <a:cubicBezTo>
                  <a:pt x="2452" y="10957"/>
                  <a:pt x="2805" y="11167"/>
                  <a:pt x="3199" y="11261"/>
                </a:cubicBezTo>
                <a:cubicBezTo>
                  <a:pt x="3402" y="11310"/>
                  <a:pt x="3609" y="11330"/>
                  <a:pt x="3816" y="11330"/>
                </a:cubicBezTo>
                <a:cubicBezTo>
                  <a:pt x="4077" y="11330"/>
                  <a:pt x="4340" y="11298"/>
                  <a:pt x="4597" y="11251"/>
                </a:cubicBezTo>
                <a:cubicBezTo>
                  <a:pt x="5367" y="11113"/>
                  <a:pt x="6207" y="10865"/>
                  <a:pt x="6645" y="10152"/>
                </a:cubicBezTo>
                <a:cubicBezTo>
                  <a:pt x="6859" y="9801"/>
                  <a:pt x="6970" y="9395"/>
                  <a:pt x="7203" y="9055"/>
                </a:cubicBezTo>
                <a:cubicBezTo>
                  <a:pt x="7421" y="8736"/>
                  <a:pt x="7758" y="8532"/>
                  <a:pt x="8120" y="8419"/>
                </a:cubicBezTo>
                <a:cubicBezTo>
                  <a:pt x="8559" y="8282"/>
                  <a:pt x="9011" y="8265"/>
                  <a:pt x="9465" y="8265"/>
                </a:cubicBezTo>
                <a:cubicBezTo>
                  <a:pt x="9615" y="8265"/>
                  <a:pt x="9765" y="8267"/>
                  <a:pt x="9915" y="8267"/>
                </a:cubicBezTo>
                <a:cubicBezTo>
                  <a:pt x="10115" y="8267"/>
                  <a:pt x="10316" y="8264"/>
                  <a:pt x="10515" y="8248"/>
                </a:cubicBezTo>
                <a:cubicBezTo>
                  <a:pt x="10927" y="8216"/>
                  <a:pt x="11342" y="8132"/>
                  <a:pt x="11707" y="7927"/>
                </a:cubicBezTo>
                <a:cubicBezTo>
                  <a:pt x="12074" y="7718"/>
                  <a:pt x="12352" y="7394"/>
                  <a:pt x="12600" y="7055"/>
                </a:cubicBezTo>
                <a:cubicBezTo>
                  <a:pt x="13089" y="6385"/>
                  <a:pt x="13543" y="5673"/>
                  <a:pt x="14244" y="5207"/>
                </a:cubicBezTo>
                <a:cubicBezTo>
                  <a:pt x="14594" y="4972"/>
                  <a:pt x="14986" y="4825"/>
                  <a:pt x="15405" y="4792"/>
                </a:cubicBezTo>
                <a:cubicBezTo>
                  <a:pt x="15494" y="4785"/>
                  <a:pt x="15582" y="4782"/>
                  <a:pt x="15670" y="4782"/>
                </a:cubicBezTo>
                <a:cubicBezTo>
                  <a:pt x="16070" y="4782"/>
                  <a:pt x="16469" y="4843"/>
                  <a:pt x="16866" y="4877"/>
                </a:cubicBezTo>
                <a:cubicBezTo>
                  <a:pt x="17302" y="4915"/>
                  <a:pt x="17740" y="4933"/>
                  <a:pt x="18178" y="4933"/>
                </a:cubicBezTo>
                <a:cubicBezTo>
                  <a:pt x="18243" y="4933"/>
                  <a:pt x="18309" y="4933"/>
                  <a:pt x="18374" y="4932"/>
                </a:cubicBezTo>
                <a:cubicBezTo>
                  <a:pt x="18585" y="4929"/>
                  <a:pt x="18814" y="4941"/>
                  <a:pt x="19012" y="4857"/>
                </a:cubicBezTo>
                <a:cubicBezTo>
                  <a:pt x="19193" y="4780"/>
                  <a:pt x="19305" y="4623"/>
                  <a:pt x="19390" y="4450"/>
                </a:cubicBezTo>
                <a:cubicBezTo>
                  <a:pt x="19618" y="3989"/>
                  <a:pt x="19825" y="3515"/>
                  <a:pt x="20041" y="3049"/>
                </a:cubicBezTo>
                <a:cubicBezTo>
                  <a:pt x="20147" y="2821"/>
                  <a:pt x="20256" y="2595"/>
                  <a:pt x="20357" y="2365"/>
                </a:cubicBezTo>
                <a:cubicBezTo>
                  <a:pt x="20444" y="2165"/>
                  <a:pt x="20525" y="1951"/>
                  <a:pt x="20518" y="1728"/>
                </a:cubicBezTo>
                <a:cubicBezTo>
                  <a:pt x="20505" y="1297"/>
                  <a:pt x="20161" y="1008"/>
                  <a:pt x="19822" y="810"/>
                </a:cubicBezTo>
                <a:cubicBezTo>
                  <a:pt x="19463" y="601"/>
                  <a:pt x="19065" y="469"/>
                  <a:pt x="18660" y="392"/>
                </a:cubicBezTo>
                <a:cubicBezTo>
                  <a:pt x="17815" y="229"/>
                  <a:pt x="16950" y="272"/>
                  <a:pt x="16095" y="224"/>
                </a:cubicBezTo>
                <a:cubicBezTo>
                  <a:pt x="15084" y="168"/>
                  <a:pt x="14079" y="19"/>
                  <a:pt x="13065" y="2"/>
                </a:cubicBezTo>
                <a:cubicBezTo>
                  <a:pt x="13023" y="1"/>
                  <a:pt x="12981" y="1"/>
                  <a:pt x="12939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2" name="Google Shape;1382;p53"/>
          <p:cNvSpPr/>
          <p:nvPr/>
        </p:nvSpPr>
        <p:spPr>
          <a:xfrm rot="10800000">
            <a:off x="-390198" y="3241570"/>
            <a:ext cx="2066292" cy="2072329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3" name="Google Shape;1383;p53"/>
          <p:cNvSpPr/>
          <p:nvPr/>
        </p:nvSpPr>
        <p:spPr>
          <a:xfrm rot="10800000">
            <a:off x="-258336" y="-384598"/>
            <a:ext cx="3872371" cy="1368261"/>
          </a:xfrm>
          <a:custGeom>
            <a:rect b="b" l="l" r="r" t="t"/>
            <a:pathLst>
              <a:path extrusionOk="0" h="8613" w="24376">
                <a:moveTo>
                  <a:pt x="12572" y="1"/>
                </a:moveTo>
                <a:cubicBezTo>
                  <a:pt x="11930" y="1"/>
                  <a:pt x="11305" y="137"/>
                  <a:pt x="10778" y="460"/>
                </a:cubicBezTo>
                <a:cubicBezTo>
                  <a:pt x="10193" y="818"/>
                  <a:pt x="9818" y="1341"/>
                  <a:pt x="9503" y="1852"/>
                </a:cubicBezTo>
                <a:cubicBezTo>
                  <a:pt x="9167" y="2398"/>
                  <a:pt x="8889" y="2969"/>
                  <a:pt x="8475" y="3485"/>
                </a:cubicBezTo>
                <a:cubicBezTo>
                  <a:pt x="8044" y="4023"/>
                  <a:pt x="7451" y="4445"/>
                  <a:pt x="6633" y="4599"/>
                </a:cubicBezTo>
                <a:cubicBezTo>
                  <a:pt x="6259" y="4669"/>
                  <a:pt x="5879" y="4690"/>
                  <a:pt x="5496" y="4690"/>
                </a:cubicBezTo>
                <a:cubicBezTo>
                  <a:pt x="4945" y="4690"/>
                  <a:pt x="4388" y="4646"/>
                  <a:pt x="3837" y="4646"/>
                </a:cubicBezTo>
                <a:cubicBezTo>
                  <a:pt x="3701" y="4646"/>
                  <a:pt x="3564" y="4649"/>
                  <a:pt x="3429" y="4656"/>
                </a:cubicBezTo>
                <a:cubicBezTo>
                  <a:pt x="2927" y="4680"/>
                  <a:pt x="2424" y="4755"/>
                  <a:pt x="1974" y="4934"/>
                </a:cubicBezTo>
                <a:cubicBezTo>
                  <a:pt x="1568" y="5095"/>
                  <a:pt x="1218" y="5332"/>
                  <a:pt x="943" y="5611"/>
                </a:cubicBezTo>
                <a:cubicBezTo>
                  <a:pt x="425" y="6133"/>
                  <a:pt x="179" y="6806"/>
                  <a:pt x="311" y="7456"/>
                </a:cubicBezTo>
                <a:cubicBezTo>
                  <a:pt x="309" y="7456"/>
                  <a:pt x="307" y="7456"/>
                  <a:pt x="305" y="7456"/>
                </a:cubicBezTo>
                <a:cubicBezTo>
                  <a:pt x="282" y="7456"/>
                  <a:pt x="258" y="7461"/>
                  <a:pt x="234" y="7475"/>
                </a:cubicBezTo>
                <a:cubicBezTo>
                  <a:pt x="83" y="7556"/>
                  <a:pt x="1" y="7677"/>
                  <a:pt x="4" y="7821"/>
                </a:cubicBezTo>
                <a:cubicBezTo>
                  <a:pt x="12" y="8172"/>
                  <a:pt x="404" y="8373"/>
                  <a:pt x="826" y="8396"/>
                </a:cubicBezTo>
                <a:cubicBezTo>
                  <a:pt x="860" y="8398"/>
                  <a:pt x="894" y="8399"/>
                  <a:pt x="929" y="8399"/>
                </a:cubicBezTo>
                <a:cubicBezTo>
                  <a:pt x="1162" y="8399"/>
                  <a:pt x="1397" y="8361"/>
                  <a:pt x="1626" y="8334"/>
                </a:cubicBezTo>
                <a:cubicBezTo>
                  <a:pt x="1931" y="8297"/>
                  <a:pt x="2238" y="8262"/>
                  <a:pt x="2544" y="8230"/>
                </a:cubicBezTo>
                <a:cubicBezTo>
                  <a:pt x="3747" y="8107"/>
                  <a:pt x="4958" y="8023"/>
                  <a:pt x="6170" y="7965"/>
                </a:cubicBezTo>
                <a:cubicBezTo>
                  <a:pt x="8591" y="7850"/>
                  <a:pt x="11019" y="7838"/>
                  <a:pt x="13445" y="7824"/>
                </a:cubicBezTo>
                <a:cubicBezTo>
                  <a:pt x="13813" y="7822"/>
                  <a:pt x="14182" y="7820"/>
                  <a:pt x="14552" y="7820"/>
                </a:cubicBezTo>
                <a:cubicBezTo>
                  <a:pt x="16507" y="7820"/>
                  <a:pt x="18472" y="7870"/>
                  <a:pt x="20390" y="8174"/>
                </a:cubicBezTo>
                <a:cubicBezTo>
                  <a:pt x="20952" y="8264"/>
                  <a:pt x="21511" y="8375"/>
                  <a:pt x="22057" y="8512"/>
                </a:cubicBezTo>
                <a:cubicBezTo>
                  <a:pt x="22240" y="8558"/>
                  <a:pt x="22430" y="8612"/>
                  <a:pt x="22625" y="8612"/>
                </a:cubicBezTo>
                <a:cubicBezTo>
                  <a:pt x="22665" y="8612"/>
                  <a:pt x="22706" y="8610"/>
                  <a:pt x="22747" y="8605"/>
                </a:cubicBezTo>
                <a:cubicBezTo>
                  <a:pt x="22986" y="8575"/>
                  <a:pt x="23126" y="8437"/>
                  <a:pt x="23188" y="8265"/>
                </a:cubicBezTo>
                <a:cubicBezTo>
                  <a:pt x="23342" y="7840"/>
                  <a:pt x="23440" y="7396"/>
                  <a:pt x="23556" y="6963"/>
                </a:cubicBezTo>
                <a:cubicBezTo>
                  <a:pt x="23675" y="6520"/>
                  <a:pt x="23785" y="6077"/>
                  <a:pt x="23879" y="5631"/>
                </a:cubicBezTo>
                <a:cubicBezTo>
                  <a:pt x="24251" y="3879"/>
                  <a:pt x="24375" y="2063"/>
                  <a:pt x="23717" y="343"/>
                </a:cubicBezTo>
                <a:cubicBezTo>
                  <a:pt x="23697" y="293"/>
                  <a:pt x="23642" y="267"/>
                  <a:pt x="23586" y="267"/>
                </a:cubicBezTo>
                <a:cubicBezTo>
                  <a:pt x="23541" y="267"/>
                  <a:pt x="23495" y="284"/>
                  <a:pt x="23467" y="317"/>
                </a:cubicBezTo>
                <a:cubicBezTo>
                  <a:pt x="23327" y="480"/>
                  <a:pt x="23169" y="631"/>
                  <a:pt x="22991" y="769"/>
                </a:cubicBezTo>
                <a:cubicBezTo>
                  <a:pt x="22274" y="1328"/>
                  <a:pt x="21289" y="1670"/>
                  <a:pt x="20281" y="1764"/>
                </a:cubicBezTo>
                <a:cubicBezTo>
                  <a:pt x="20062" y="1784"/>
                  <a:pt x="19841" y="1794"/>
                  <a:pt x="19620" y="1794"/>
                </a:cubicBezTo>
                <a:cubicBezTo>
                  <a:pt x="18644" y="1794"/>
                  <a:pt x="17671" y="1601"/>
                  <a:pt x="16789" y="1286"/>
                </a:cubicBezTo>
                <a:cubicBezTo>
                  <a:pt x="15722" y="905"/>
                  <a:pt x="14754" y="349"/>
                  <a:pt x="13607" y="110"/>
                </a:cubicBezTo>
                <a:cubicBezTo>
                  <a:pt x="13266" y="40"/>
                  <a:pt x="12917" y="1"/>
                  <a:pt x="12572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4" name="Google Shape;1384;p53"/>
          <p:cNvSpPr txBox="1"/>
          <p:nvPr>
            <p:ph type="title"/>
          </p:nvPr>
        </p:nvSpPr>
        <p:spPr>
          <a:xfrm>
            <a:off x="3079950" y="966254"/>
            <a:ext cx="2984100" cy="84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385" name="Google Shape;1385;p53"/>
          <p:cNvSpPr txBox="1"/>
          <p:nvPr>
            <p:ph idx="1" type="body"/>
          </p:nvPr>
        </p:nvSpPr>
        <p:spPr>
          <a:xfrm>
            <a:off x="1234375" y="3235750"/>
            <a:ext cx="2721900" cy="102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04800" lvl="0" marL="4572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●"/>
              <a:defRPr sz="1400"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indent="-3048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048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048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048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048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048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048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048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386" name="Google Shape;1386;p53"/>
          <p:cNvSpPr txBox="1"/>
          <p:nvPr/>
        </p:nvSpPr>
        <p:spPr>
          <a:xfrm>
            <a:off x="5390907" y="3188897"/>
            <a:ext cx="2289900" cy="70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rPr>
              <a:t>CREDITS: This presentation template was created by </a:t>
            </a:r>
            <a:r>
              <a:rPr b="1" lang="en" sz="1000">
                <a:solidFill>
                  <a:schemeClr val="dk2"/>
                </a:solidFill>
                <a:uFill>
                  <a:noFill/>
                </a:uFill>
                <a:latin typeface="Raleway"/>
                <a:ea typeface="Raleway"/>
                <a:cs typeface="Raleway"/>
                <a:sym typeface="Raleway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rPr>
              <a:t>, including icons by </a:t>
            </a:r>
            <a:r>
              <a:rPr b="1" lang="en" sz="1000">
                <a:solidFill>
                  <a:schemeClr val="dk2"/>
                </a:solidFill>
                <a:uFill>
                  <a:noFill/>
                </a:uFill>
                <a:latin typeface="Raleway"/>
                <a:ea typeface="Raleway"/>
                <a:cs typeface="Raleway"/>
                <a:sym typeface="Raleway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rPr>
              <a:t>, and infographics &amp; images by </a:t>
            </a:r>
            <a:r>
              <a:rPr b="1" lang="en" sz="1000">
                <a:solidFill>
                  <a:schemeClr val="dk2"/>
                </a:solidFill>
                <a:uFill>
                  <a:noFill/>
                </a:uFill>
                <a:latin typeface="Raleway"/>
                <a:ea typeface="Raleway"/>
                <a:cs typeface="Raleway"/>
                <a:sym typeface="Raleway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lang="en" sz="1000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rPr>
              <a:t>.</a:t>
            </a:r>
            <a:endParaRPr sz="1000">
              <a:solidFill>
                <a:schemeClr val="dk1"/>
              </a:solidFill>
            </a:endParaRPr>
          </a:p>
        </p:txBody>
      </p:sp>
      <p:grpSp>
        <p:nvGrpSpPr>
          <p:cNvPr id="1387" name="Google Shape;1387;p53"/>
          <p:cNvGrpSpPr/>
          <p:nvPr/>
        </p:nvGrpSpPr>
        <p:grpSpPr>
          <a:xfrm rot="9300375">
            <a:off x="1127031" y="4402137"/>
            <a:ext cx="226551" cy="205211"/>
            <a:chOff x="1640475" y="1197075"/>
            <a:chExt cx="55475" cy="50250"/>
          </a:xfrm>
        </p:grpSpPr>
        <p:sp>
          <p:nvSpPr>
            <p:cNvPr id="1388" name="Google Shape;1388;p5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5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5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91" name="Google Shape;1391;p53"/>
          <p:cNvSpPr/>
          <p:nvPr/>
        </p:nvSpPr>
        <p:spPr>
          <a:xfrm flipH="1" rot="-510326">
            <a:off x="375317" y="272405"/>
            <a:ext cx="574893" cy="13467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2" name="Google Shape;1392;p53"/>
          <p:cNvSpPr/>
          <p:nvPr/>
        </p:nvSpPr>
        <p:spPr>
          <a:xfrm flipH="1" rot="-9899901">
            <a:off x="4951535" y="4570194"/>
            <a:ext cx="545173" cy="12772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93" name="Google Shape;1393;p53"/>
          <p:cNvGrpSpPr/>
          <p:nvPr/>
        </p:nvGrpSpPr>
        <p:grpSpPr>
          <a:xfrm rot="2217042">
            <a:off x="7251693" y="4647997"/>
            <a:ext cx="365864" cy="331431"/>
            <a:chOff x="1640475" y="1197075"/>
            <a:chExt cx="55475" cy="50250"/>
          </a:xfrm>
        </p:grpSpPr>
        <p:sp>
          <p:nvSpPr>
            <p:cNvPr id="1394" name="Google Shape;1394;p5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5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5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7" name="Google Shape;1397;p53"/>
          <p:cNvGrpSpPr/>
          <p:nvPr/>
        </p:nvGrpSpPr>
        <p:grpSpPr>
          <a:xfrm rot="-7117196">
            <a:off x="7733082" y="352399"/>
            <a:ext cx="324154" cy="293632"/>
            <a:chOff x="1640475" y="1197075"/>
            <a:chExt cx="55475" cy="50250"/>
          </a:xfrm>
        </p:grpSpPr>
        <p:sp>
          <p:nvSpPr>
            <p:cNvPr id="1398" name="Google Shape;1398;p5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5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5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1" name="Google Shape;1401;p53"/>
          <p:cNvGrpSpPr/>
          <p:nvPr/>
        </p:nvGrpSpPr>
        <p:grpSpPr>
          <a:xfrm rot="-7256213">
            <a:off x="430054" y="976951"/>
            <a:ext cx="225183" cy="266962"/>
            <a:chOff x="1640475" y="1197075"/>
            <a:chExt cx="55475" cy="50250"/>
          </a:xfrm>
        </p:grpSpPr>
        <p:sp>
          <p:nvSpPr>
            <p:cNvPr id="1402" name="Google Shape;1402;p5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5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5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05" name="Google Shape;1405;p53"/>
          <p:cNvSpPr/>
          <p:nvPr/>
        </p:nvSpPr>
        <p:spPr>
          <a:xfrm rot="-5211900">
            <a:off x="-17670" y="2640499"/>
            <a:ext cx="988852" cy="900801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4">
    <p:spTree>
      <p:nvGrpSpPr>
        <p:cNvPr id="1406" name="Shape 1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7" name="Google Shape;1407;p54"/>
          <p:cNvSpPr/>
          <p:nvPr/>
        </p:nvSpPr>
        <p:spPr>
          <a:xfrm flipH="1">
            <a:off x="5463834" y="-171500"/>
            <a:ext cx="3715991" cy="1895529"/>
          </a:xfrm>
          <a:custGeom>
            <a:rect b="b" l="l" r="r" t="t"/>
            <a:pathLst>
              <a:path extrusionOk="0" h="6348" w="14457">
                <a:moveTo>
                  <a:pt x="0" y="1"/>
                </a:moveTo>
                <a:lnTo>
                  <a:pt x="0" y="6160"/>
                </a:lnTo>
                <a:cubicBezTo>
                  <a:pt x="307" y="6283"/>
                  <a:pt x="641" y="6348"/>
                  <a:pt x="972" y="6348"/>
                </a:cubicBezTo>
                <a:cubicBezTo>
                  <a:pt x="1431" y="6348"/>
                  <a:pt x="1886" y="6223"/>
                  <a:pt x="2259" y="5957"/>
                </a:cubicBezTo>
                <a:cubicBezTo>
                  <a:pt x="2971" y="5450"/>
                  <a:pt x="3272" y="4560"/>
                  <a:pt x="3620" y="3758"/>
                </a:cubicBezTo>
                <a:cubicBezTo>
                  <a:pt x="3967" y="2955"/>
                  <a:pt x="4504" y="2110"/>
                  <a:pt x="5362" y="1938"/>
                </a:cubicBezTo>
                <a:cubicBezTo>
                  <a:pt x="5472" y="1916"/>
                  <a:pt x="5582" y="1906"/>
                  <a:pt x="5692" y="1906"/>
                </a:cubicBezTo>
                <a:cubicBezTo>
                  <a:pt x="6160" y="1906"/>
                  <a:pt x="6628" y="2081"/>
                  <a:pt x="7080" y="2232"/>
                </a:cubicBezTo>
                <a:cubicBezTo>
                  <a:pt x="7585" y="2401"/>
                  <a:pt x="8141" y="2535"/>
                  <a:pt x="8672" y="2535"/>
                </a:cubicBezTo>
                <a:cubicBezTo>
                  <a:pt x="9138" y="2535"/>
                  <a:pt x="9586" y="2431"/>
                  <a:pt x="9965" y="2156"/>
                </a:cubicBezTo>
                <a:cubicBezTo>
                  <a:pt x="10504" y="1765"/>
                  <a:pt x="10846" y="1060"/>
                  <a:pt x="11419" y="789"/>
                </a:cubicBezTo>
                <a:lnTo>
                  <a:pt x="11420" y="789"/>
                </a:lnTo>
                <a:cubicBezTo>
                  <a:pt x="11436" y="781"/>
                  <a:pt x="11452" y="774"/>
                  <a:pt x="11469" y="767"/>
                </a:cubicBezTo>
                <a:cubicBezTo>
                  <a:pt x="11544" y="736"/>
                  <a:pt x="11623" y="712"/>
                  <a:pt x="11706" y="696"/>
                </a:cubicBezTo>
                <a:cubicBezTo>
                  <a:pt x="11777" y="683"/>
                  <a:pt x="11848" y="678"/>
                  <a:pt x="11919" y="678"/>
                </a:cubicBezTo>
                <a:cubicBezTo>
                  <a:pt x="12271" y="678"/>
                  <a:pt x="12623" y="809"/>
                  <a:pt x="12978" y="824"/>
                </a:cubicBezTo>
                <a:cubicBezTo>
                  <a:pt x="12999" y="824"/>
                  <a:pt x="13020" y="825"/>
                  <a:pt x="13041" y="825"/>
                </a:cubicBezTo>
                <a:cubicBezTo>
                  <a:pt x="13511" y="825"/>
                  <a:pt x="13977" y="611"/>
                  <a:pt x="14281" y="253"/>
                </a:cubicBezTo>
                <a:cubicBezTo>
                  <a:pt x="14348" y="175"/>
                  <a:pt x="14407" y="90"/>
                  <a:pt x="14457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8" name="Google Shape;1408;p54"/>
          <p:cNvSpPr/>
          <p:nvPr/>
        </p:nvSpPr>
        <p:spPr>
          <a:xfrm flipH="1">
            <a:off x="6310157" y="3340499"/>
            <a:ext cx="3132243" cy="2074976"/>
          </a:xfrm>
          <a:custGeom>
            <a:rect b="b" l="l" r="r" t="t"/>
            <a:pathLst>
              <a:path extrusionOk="0" h="14261" w="26174">
                <a:moveTo>
                  <a:pt x="4863" y="0"/>
                </a:moveTo>
                <a:cubicBezTo>
                  <a:pt x="4600" y="0"/>
                  <a:pt x="4337" y="25"/>
                  <a:pt x="4079" y="86"/>
                </a:cubicBezTo>
                <a:cubicBezTo>
                  <a:pt x="3577" y="206"/>
                  <a:pt x="3127" y="469"/>
                  <a:pt x="2736" y="803"/>
                </a:cubicBezTo>
                <a:cubicBezTo>
                  <a:pt x="1930" y="1492"/>
                  <a:pt x="1836" y="3135"/>
                  <a:pt x="799" y="3280"/>
                </a:cubicBezTo>
                <a:cubicBezTo>
                  <a:pt x="128" y="3374"/>
                  <a:pt x="0" y="4462"/>
                  <a:pt x="66" y="4462"/>
                </a:cubicBezTo>
                <a:cubicBezTo>
                  <a:pt x="68" y="4462"/>
                  <a:pt x="70" y="4461"/>
                  <a:pt x="72" y="4459"/>
                </a:cubicBezTo>
                <a:lnTo>
                  <a:pt x="72" y="4459"/>
                </a:lnTo>
                <a:cubicBezTo>
                  <a:pt x="67" y="5698"/>
                  <a:pt x="63" y="6939"/>
                  <a:pt x="59" y="8179"/>
                </a:cubicBezTo>
                <a:cubicBezTo>
                  <a:pt x="56" y="8831"/>
                  <a:pt x="53" y="9483"/>
                  <a:pt x="51" y="10135"/>
                </a:cubicBezTo>
                <a:cubicBezTo>
                  <a:pt x="50" y="10457"/>
                  <a:pt x="49" y="10777"/>
                  <a:pt x="48" y="11099"/>
                </a:cubicBezTo>
                <a:cubicBezTo>
                  <a:pt x="47" y="11393"/>
                  <a:pt x="48" y="11687"/>
                  <a:pt x="100" y="11976"/>
                </a:cubicBezTo>
                <a:cubicBezTo>
                  <a:pt x="186" y="12456"/>
                  <a:pt x="458" y="12928"/>
                  <a:pt x="933" y="13108"/>
                </a:cubicBezTo>
                <a:cubicBezTo>
                  <a:pt x="1033" y="13146"/>
                  <a:pt x="1145" y="13169"/>
                  <a:pt x="1252" y="13169"/>
                </a:cubicBezTo>
                <a:cubicBezTo>
                  <a:pt x="1254" y="13169"/>
                  <a:pt x="1257" y="13169"/>
                  <a:pt x="1259" y="13169"/>
                </a:cubicBezTo>
                <a:cubicBezTo>
                  <a:pt x="1388" y="13167"/>
                  <a:pt x="1479" y="13054"/>
                  <a:pt x="1583" y="12989"/>
                </a:cubicBezTo>
                <a:cubicBezTo>
                  <a:pt x="1788" y="12861"/>
                  <a:pt x="2013" y="12777"/>
                  <a:pt x="2247" y="12724"/>
                </a:cubicBezTo>
                <a:cubicBezTo>
                  <a:pt x="2483" y="12671"/>
                  <a:pt x="2724" y="12651"/>
                  <a:pt x="2966" y="12651"/>
                </a:cubicBezTo>
                <a:cubicBezTo>
                  <a:pt x="3233" y="12651"/>
                  <a:pt x="3501" y="12676"/>
                  <a:pt x="3763" y="12707"/>
                </a:cubicBezTo>
                <a:cubicBezTo>
                  <a:pt x="4310" y="12772"/>
                  <a:pt x="4853" y="12875"/>
                  <a:pt x="5400" y="12938"/>
                </a:cubicBezTo>
                <a:cubicBezTo>
                  <a:pt x="6669" y="13085"/>
                  <a:pt x="7946" y="13111"/>
                  <a:pt x="9219" y="13205"/>
                </a:cubicBezTo>
                <a:cubicBezTo>
                  <a:pt x="9860" y="13253"/>
                  <a:pt x="10500" y="13317"/>
                  <a:pt x="11134" y="13424"/>
                </a:cubicBezTo>
                <a:cubicBezTo>
                  <a:pt x="11749" y="13526"/>
                  <a:pt x="12358" y="13663"/>
                  <a:pt x="12967" y="13796"/>
                </a:cubicBezTo>
                <a:cubicBezTo>
                  <a:pt x="14136" y="14051"/>
                  <a:pt x="15300" y="14261"/>
                  <a:pt x="16498" y="14261"/>
                </a:cubicBezTo>
                <a:cubicBezTo>
                  <a:pt x="16552" y="14261"/>
                  <a:pt x="16606" y="14260"/>
                  <a:pt x="16660" y="14259"/>
                </a:cubicBezTo>
                <a:cubicBezTo>
                  <a:pt x="17953" y="14238"/>
                  <a:pt x="19236" y="14050"/>
                  <a:pt x="20525" y="13980"/>
                </a:cubicBezTo>
                <a:cubicBezTo>
                  <a:pt x="21615" y="13919"/>
                  <a:pt x="22718" y="13973"/>
                  <a:pt x="23796" y="13769"/>
                </a:cubicBezTo>
                <a:cubicBezTo>
                  <a:pt x="24313" y="13670"/>
                  <a:pt x="24820" y="13506"/>
                  <a:pt x="25277" y="13242"/>
                </a:cubicBezTo>
                <a:cubicBezTo>
                  <a:pt x="25711" y="12992"/>
                  <a:pt x="26148" y="12628"/>
                  <a:pt x="26165" y="12087"/>
                </a:cubicBezTo>
                <a:cubicBezTo>
                  <a:pt x="26174" y="11806"/>
                  <a:pt x="26071" y="11536"/>
                  <a:pt x="25960" y="11284"/>
                </a:cubicBezTo>
                <a:cubicBezTo>
                  <a:pt x="25831" y="10995"/>
                  <a:pt x="25692" y="10711"/>
                  <a:pt x="25556" y="10424"/>
                </a:cubicBezTo>
                <a:cubicBezTo>
                  <a:pt x="25280" y="9836"/>
                  <a:pt x="25017" y="9241"/>
                  <a:pt x="24726" y="8660"/>
                </a:cubicBezTo>
                <a:cubicBezTo>
                  <a:pt x="24617" y="8443"/>
                  <a:pt x="24475" y="8244"/>
                  <a:pt x="24244" y="8148"/>
                </a:cubicBezTo>
                <a:cubicBezTo>
                  <a:pt x="23992" y="8043"/>
                  <a:pt x="23700" y="8056"/>
                  <a:pt x="23431" y="8053"/>
                </a:cubicBezTo>
                <a:cubicBezTo>
                  <a:pt x="23345" y="8052"/>
                  <a:pt x="23259" y="8052"/>
                  <a:pt x="23173" y="8052"/>
                </a:cubicBezTo>
                <a:cubicBezTo>
                  <a:pt x="22618" y="8052"/>
                  <a:pt x="22062" y="8075"/>
                  <a:pt x="21508" y="8122"/>
                </a:cubicBezTo>
                <a:cubicBezTo>
                  <a:pt x="20999" y="8165"/>
                  <a:pt x="20489" y="8243"/>
                  <a:pt x="19978" y="8243"/>
                </a:cubicBezTo>
                <a:cubicBezTo>
                  <a:pt x="19867" y="8243"/>
                  <a:pt x="19756" y="8239"/>
                  <a:pt x="19645" y="8231"/>
                </a:cubicBezTo>
                <a:cubicBezTo>
                  <a:pt x="19110" y="8189"/>
                  <a:pt x="18609" y="8002"/>
                  <a:pt x="18163" y="7708"/>
                </a:cubicBezTo>
                <a:cubicBezTo>
                  <a:pt x="17269" y="7121"/>
                  <a:pt x="16691" y="6224"/>
                  <a:pt x="16067" y="5381"/>
                </a:cubicBezTo>
                <a:cubicBezTo>
                  <a:pt x="15751" y="4955"/>
                  <a:pt x="15397" y="4546"/>
                  <a:pt x="14929" y="4285"/>
                </a:cubicBezTo>
                <a:cubicBezTo>
                  <a:pt x="14463" y="4025"/>
                  <a:pt x="13935" y="3920"/>
                  <a:pt x="13408" y="3879"/>
                </a:cubicBezTo>
                <a:cubicBezTo>
                  <a:pt x="13154" y="3860"/>
                  <a:pt x="12899" y="3855"/>
                  <a:pt x="12643" y="3855"/>
                </a:cubicBezTo>
                <a:cubicBezTo>
                  <a:pt x="12450" y="3855"/>
                  <a:pt x="12257" y="3858"/>
                  <a:pt x="12064" y="3858"/>
                </a:cubicBezTo>
                <a:cubicBezTo>
                  <a:pt x="11487" y="3858"/>
                  <a:pt x="10912" y="3836"/>
                  <a:pt x="10354" y="3664"/>
                </a:cubicBezTo>
                <a:cubicBezTo>
                  <a:pt x="9893" y="3522"/>
                  <a:pt x="9465" y="3265"/>
                  <a:pt x="9185" y="2863"/>
                </a:cubicBezTo>
                <a:cubicBezTo>
                  <a:pt x="8887" y="2436"/>
                  <a:pt x="8747" y="1924"/>
                  <a:pt x="8473" y="1483"/>
                </a:cubicBezTo>
                <a:cubicBezTo>
                  <a:pt x="7915" y="585"/>
                  <a:pt x="6844" y="273"/>
                  <a:pt x="5861" y="99"/>
                </a:cubicBezTo>
                <a:cubicBezTo>
                  <a:pt x="5533" y="41"/>
                  <a:pt x="5197" y="0"/>
                  <a:pt x="486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9" name="Google Shape;1409;p54"/>
          <p:cNvSpPr/>
          <p:nvPr/>
        </p:nvSpPr>
        <p:spPr>
          <a:xfrm flipH="1">
            <a:off x="-305030" y="3501099"/>
            <a:ext cx="3502005" cy="1817658"/>
          </a:xfrm>
          <a:custGeom>
            <a:rect b="b" l="l" r="r" t="t"/>
            <a:pathLst>
              <a:path extrusionOk="0" h="13045" w="13007">
                <a:moveTo>
                  <a:pt x="11086" y="1"/>
                </a:moveTo>
                <a:cubicBezTo>
                  <a:pt x="10136" y="1"/>
                  <a:pt x="9220" y="578"/>
                  <a:pt x="8514" y="1160"/>
                </a:cubicBezTo>
                <a:cubicBezTo>
                  <a:pt x="7734" y="1801"/>
                  <a:pt x="7147" y="2603"/>
                  <a:pt x="6690" y="3499"/>
                </a:cubicBezTo>
                <a:cubicBezTo>
                  <a:pt x="6269" y="4325"/>
                  <a:pt x="5846" y="5241"/>
                  <a:pt x="4914" y="5581"/>
                </a:cubicBezTo>
                <a:cubicBezTo>
                  <a:pt x="3974" y="5923"/>
                  <a:pt x="2923" y="5759"/>
                  <a:pt x="2005" y="6187"/>
                </a:cubicBezTo>
                <a:cubicBezTo>
                  <a:pt x="1188" y="6570"/>
                  <a:pt x="602" y="7349"/>
                  <a:pt x="329" y="8196"/>
                </a:cubicBezTo>
                <a:cubicBezTo>
                  <a:pt x="1" y="9208"/>
                  <a:pt x="140" y="10320"/>
                  <a:pt x="509" y="11301"/>
                </a:cubicBezTo>
                <a:cubicBezTo>
                  <a:pt x="597" y="11534"/>
                  <a:pt x="989" y="11993"/>
                  <a:pt x="1051" y="11993"/>
                </a:cubicBezTo>
                <a:cubicBezTo>
                  <a:pt x="1057" y="11993"/>
                  <a:pt x="1060" y="11988"/>
                  <a:pt x="1059" y="11977"/>
                </a:cubicBezTo>
                <a:lnTo>
                  <a:pt x="1059" y="11977"/>
                </a:lnTo>
                <a:cubicBezTo>
                  <a:pt x="1717" y="12454"/>
                  <a:pt x="2513" y="12576"/>
                  <a:pt x="3318" y="12576"/>
                </a:cubicBezTo>
                <a:cubicBezTo>
                  <a:pt x="3796" y="12576"/>
                  <a:pt x="4277" y="12533"/>
                  <a:pt x="4735" y="12495"/>
                </a:cubicBezTo>
                <a:cubicBezTo>
                  <a:pt x="5450" y="12436"/>
                  <a:pt x="6168" y="12406"/>
                  <a:pt x="6885" y="12406"/>
                </a:cubicBezTo>
                <a:cubicBezTo>
                  <a:pt x="7827" y="12406"/>
                  <a:pt x="8769" y="12458"/>
                  <a:pt x="9706" y="12564"/>
                </a:cubicBezTo>
                <a:cubicBezTo>
                  <a:pt x="10641" y="12670"/>
                  <a:pt x="11568" y="12831"/>
                  <a:pt x="12485" y="13041"/>
                </a:cubicBezTo>
                <a:cubicBezTo>
                  <a:pt x="12495" y="13043"/>
                  <a:pt x="12505" y="13045"/>
                  <a:pt x="12515" y="13045"/>
                </a:cubicBezTo>
                <a:cubicBezTo>
                  <a:pt x="12578" y="13045"/>
                  <a:pt x="12630" y="12997"/>
                  <a:pt x="12632" y="12929"/>
                </a:cubicBezTo>
                <a:lnTo>
                  <a:pt x="12879" y="5509"/>
                </a:lnTo>
                <a:cubicBezTo>
                  <a:pt x="12900" y="4891"/>
                  <a:pt x="12920" y="4272"/>
                  <a:pt x="12940" y="3654"/>
                </a:cubicBezTo>
                <a:cubicBezTo>
                  <a:pt x="12960" y="3073"/>
                  <a:pt x="13006" y="2485"/>
                  <a:pt x="12985" y="1903"/>
                </a:cubicBezTo>
                <a:cubicBezTo>
                  <a:pt x="12967" y="1412"/>
                  <a:pt x="12856" y="914"/>
                  <a:pt x="12502" y="551"/>
                </a:cubicBezTo>
                <a:cubicBezTo>
                  <a:pt x="12188" y="228"/>
                  <a:pt x="11746" y="54"/>
                  <a:pt x="11303" y="11"/>
                </a:cubicBezTo>
                <a:cubicBezTo>
                  <a:pt x="11230" y="4"/>
                  <a:pt x="11158" y="1"/>
                  <a:pt x="11086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0" name="Google Shape;1410;p54"/>
          <p:cNvSpPr/>
          <p:nvPr/>
        </p:nvSpPr>
        <p:spPr>
          <a:xfrm flipH="1">
            <a:off x="-172967" y="-346475"/>
            <a:ext cx="3877467" cy="2004202"/>
          </a:xfrm>
          <a:custGeom>
            <a:rect b="b" l="l" r="r" t="t"/>
            <a:pathLst>
              <a:path extrusionOk="0" h="8613" w="24377">
                <a:moveTo>
                  <a:pt x="22626" y="1"/>
                </a:moveTo>
                <a:cubicBezTo>
                  <a:pt x="22431" y="1"/>
                  <a:pt x="22241" y="55"/>
                  <a:pt x="22058" y="101"/>
                </a:cubicBezTo>
                <a:cubicBezTo>
                  <a:pt x="21511" y="238"/>
                  <a:pt x="20953" y="349"/>
                  <a:pt x="20391" y="439"/>
                </a:cubicBezTo>
                <a:cubicBezTo>
                  <a:pt x="18472" y="743"/>
                  <a:pt x="16508" y="793"/>
                  <a:pt x="14552" y="793"/>
                </a:cubicBezTo>
                <a:cubicBezTo>
                  <a:pt x="14183" y="793"/>
                  <a:pt x="13813" y="791"/>
                  <a:pt x="13445" y="789"/>
                </a:cubicBezTo>
                <a:cubicBezTo>
                  <a:pt x="11020" y="775"/>
                  <a:pt x="8592" y="763"/>
                  <a:pt x="6170" y="648"/>
                </a:cubicBezTo>
                <a:cubicBezTo>
                  <a:pt x="4959" y="590"/>
                  <a:pt x="3748" y="506"/>
                  <a:pt x="2545" y="383"/>
                </a:cubicBezTo>
                <a:cubicBezTo>
                  <a:pt x="2238" y="351"/>
                  <a:pt x="1932" y="316"/>
                  <a:pt x="1627" y="279"/>
                </a:cubicBezTo>
                <a:cubicBezTo>
                  <a:pt x="1398" y="252"/>
                  <a:pt x="1163" y="215"/>
                  <a:pt x="930" y="215"/>
                </a:cubicBezTo>
                <a:cubicBezTo>
                  <a:pt x="895" y="215"/>
                  <a:pt x="861" y="215"/>
                  <a:pt x="827" y="217"/>
                </a:cubicBezTo>
                <a:cubicBezTo>
                  <a:pt x="405" y="240"/>
                  <a:pt x="13" y="441"/>
                  <a:pt x="5" y="792"/>
                </a:cubicBezTo>
                <a:cubicBezTo>
                  <a:pt x="1" y="936"/>
                  <a:pt x="84" y="1057"/>
                  <a:pt x="235" y="1138"/>
                </a:cubicBezTo>
                <a:cubicBezTo>
                  <a:pt x="259" y="1152"/>
                  <a:pt x="283" y="1157"/>
                  <a:pt x="305" y="1157"/>
                </a:cubicBezTo>
                <a:cubicBezTo>
                  <a:pt x="307" y="1157"/>
                  <a:pt x="309" y="1157"/>
                  <a:pt x="311" y="1157"/>
                </a:cubicBezTo>
                <a:lnTo>
                  <a:pt x="311" y="1157"/>
                </a:lnTo>
                <a:cubicBezTo>
                  <a:pt x="180" y="1807"/>
                  <a:pt x="426" y="2480"/>
                  <a:pt x="944" y="3003"/>
                </a:cubicBezTo>
                <a:cubicBezTo>
                  <a:pt x="1219" y="3281"/>
                  <a:pt x="1569" y="3518"/>
                  <a:pt x="1974" y="3679"/>
                </a:cubicBezTo>
                <a:cubicBezTo>
                  <a:pt x="2424" y="3858"/>
                  <a:pt x="2928" y="3933"/>
                  <a:pt x="3430" y="3957"/>
                </a:cubicBezTo>
                <a:cubicBezTo>
                  <a:pt x="3565" y="3964"/>
                  <a:pt x="3702" y="3967"/>
                  <a:pt x="3838" y="3967"/>
                </a:cubicBezTo>
                <a:cubicBezTo>
                  <a:pt x="4389" y="3967"/>
                  <a:pt x="4946" y="3924"/>
                  <a:pt x="5497" y="3924"/>
                </a:cubicBezTo>
                <a:cubicBezTo>
                  <a:pt x="5880" y="3924"/>
                  <a:pt x="6260" y="3944"/>
                  <a:pt x="6634" y="4014"/>
                </a:cubicBezTo>
                <a:cubicBezTo>
                  <a:pt x="7452" y="4167"/>
                  <a:pt x="8044" y="4590"/>
                  <a:pt x="8476" y="5128"/>
                </a:cubicBezTo>
                <a:cubicBezTo>
                  <a:pt x="8889" y="5644"/>
                  <a:pt x="9168" y="6215"/>
                  <a:pt x="9504" y="6761"/>
                </a:cubicBezTo>
                <a:cubicBezTo>
                  <a:pt x="9818" y="7272"/>
                  <a:pt x="10194" y="7795"/>
                  <a:pt x="10779" y="8153"/>
                </a:cubicBezTo>
                <a:cubicBezTo>
                  <a:pt x="11306" y="8477"/>
                  <a:pt x="11931" y="8612"/>
                  <a:pt x="12573" y="8612"/>
                </a:cubicBezTo>
                <a:cubicBezTo>
                  <a:pt x="12917" y="8612"/>
                  <a:pt x="13266" y="8573"/>
                  <a:pt x="13607" y="8503"/>
                </a:cubicBezTo>
                <a:cubicBezTo>
                  <a:pt x="14755" y="8264"/>
                  <a:pt x="15723" y="7708"/>
                  <a:pt x="16790" y="7327"/>
                </a:cubicBezTo>
                <a:cubicBezTo>
                  <a:pt x="17672" y="7012"/>
                  <a:pt x="18645" y="6819"/>
                  <a:pt x="19621" y="6819"/>
                </a:cubicBezTo>
                <a:cubicBezTo>
                  <a:pt x="19841" y="6819"/>
                  <a:pt x="20062" y="6829"/>
                  <a:pt x="20281" y="6849"/>
                </a:cubicBezTo>
                <a:cubicBezTo>
                  <a:pt x="21290" y="6943"/>
                  <a:pt x="22275" y="7285"/>
                  <a:pt x="22992" y="7844"/>
                </a:cubicBezTo>
                <a:cubicBezTo>
                  <a:pt x="23170" y="7982"/>
                  <a:pt x="23328" y="8133"/>
                  <a:pt x="23467" y="8296"/>
                </a:cubicBezTo>
                <a:cubicBezTo>
                  <a:pt x="23495" y="8329"/>
                  <a:pt x="23541" y="8346"/>
                  <a:pt x="23587" y="8346"/>
                </a:cubicBezTo>
                <a:cubicBezTo>
                  <a:pt x="23643" y="8346"/>
                  <a:pt x="23698" y="8320"/>
                  <a:pt x="23718" y="8271"/>
                </a:cubicBezTo>
                <a:cubicBezTo>
                  <a:pt x="24376" y="6550"/>
                  <a:pt x="24252" y="4734"/>
                  <a:pt x="23880" y="2982"/>
                </a:cubicBezTo>
                <a:cubicBezTo>
                  <a:pt x="23786" y="2536"/>
                  <a:pt x="23676" y="2093"/>
                  <a:pt x="23557" y="1650"/>
                </a:cubicBezTo>
                <a:cubicBezTo>
                  <a:pt x="23441" y="1217"/>
                  <a:pt x="23343" y="773"/>
                  <a:pt x="23189" y="348"/>
                </a:cubicBezTo>
                <a:cubicBezTo>
                  <a:pt x="23127" y="176"/>
                  <a:pt x="22987" y="38"/>
                  <a:pt x="22748" y="8"/>
                </a:cubicBezTo>
                <a:cubicBezTo>
                  <a:pt x="22707" y="3"/>
                  <a:pt x="22666" y="1"/>
                  <a:pt x="22626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11" name="Google Shape;1411;p54"/>
          <p:cNvGrpSpPr/>
          <p:nvPr/>
        </p:nvGrpSpPr>
        <p:grpSpPr>
          <a:xfrm rot="899994">
            <a:off x="1016472" y="201882"/>
            <a:ext cx="454166" cy="411416"/>
            <a:chOff x="1640475" y="1197075"/>
            <a:chExt cx="55475" cy="50250"/>
          </a:xfrm>
        </p:grpSpPr>
        <p:sp>
          <p:nvSpPr>
            <p:cNvPr id="1412" name="Google Shape;1412;p5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5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5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5" name="Google Shape;1415;p54"/>
          <p:cNvGrpSpPr/>
          <p:nvPr/>
        </p:nvGrpSpPr>
        <p:grpSpPr>
          <a:xfrm rot="-765977">
            <a:off x="8251989" y="1521724"/>
            <a:ext cx="279616" cy="253294"/>
            <a:chOff x="1640475" y="1197075"/>
            <a:chExt cx="55475" cy="50250"/>
          </a:xfrm>
        </p:grpSpPr>
        <p:sp>
          <p:nvSpPr>
            <p:cNvPr id="1416" name="Google Shape;1416;p5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5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5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19" name="Google Shape;1419;p54"/>
          <p:cNvSpPr/>
          <p:nvPr/>
        </p:nvSpPr>
        <p:spPr>
          <a:xfrm flipH="1" rot="-1686808">
            <a:off x="3194336" y="4571863"/>
            <a:ext cx="695049" cy="16282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0" name="Google Shape;1420;p54"/>
          <p:cNvSpPr/>
          <p:nvPr/>
        </p:nvSpPr>
        <p:spPr>
          <a:xfrm flipH="1" rot="117">
            <a:off x="7874199" y="150134"/>
            <a:ext cx="545177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21" name="Google Shape;1421;p54"/>
          <p:cNvGrpSpPr/>
          <p:nvPr/>
        </p:nvGrpSpPr>
        <p:grpSpPr>
          <a:xfrm rot="-4475517">
            <a:off x="7432742" y="4442182"/>
            <a:ext cx="197770" cy="213810"/>
            <a:chOff x="1640475" y="1197075"/>
            <a:chExt cx="55475" cy="50250"/>
          </a:xfrm>
        </p:grpSpPr>
        <p:sp>
          <p:nvSpPr>
            <p:cNvPr id="1422" name="Google Shape;1422;p5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5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5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25" name="Google Shape;1425;p54"/>
          <p:cNvSpPr/>
          <p:nvPr/>
        </p:nvSpPr>
        <p:spPr>
          <a:xfrm>
            <a:off x="891612" y="4121988"/>
            <a:ext cx="1167574" cy="854200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6" name="Google Shape;1426;p54"/>
          <p:cNvSpPr/>
          <p:nvPr/>
        </p:nvSpPr>
        <p:spPr>
          <a:xfrm rot="368157">
            <a:off x="8269118" y="4245138"/>
            <a:ext cx="520982" cy="81628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27" name="Google Shape;1427;p54"/>
          <p:cNvGrpSpPr/>
          <p:nvPr/>
        </p:nvGrpSpPr>
        <p:grpSpPr>
          <a:xfrm rot="-765935">
            <a:off x="274629" y="3048883"/>
            <a:ext cx="221762" cy="200885"/>
            <a:chOff x="1640475" y="1197075"/>
            <a:chExt cx="55475" cy="50250"/>
          </a:xfrm>
        </p:grpSpPr>
        <p:sp>
          <p:nvSpPr>
            <p:cNvPr id="1428" name="Google Shape;1428;p5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5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5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4_1">
    <p:spTree>
      <p:nvGrpSpPr>
        <p:cNvPr id="1431" name="Shape 14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2" name="Google Shape;1432;p55"/>
          <p:cNvSpPr/>
          <p:nvPr/>
        </p:nvSpPr>
        <p:spPr>
          <a:xfrm>
            <a:off x="-128824" y="4059063"/>
            <a:ext cx="3566130" cy="1156248"/>
          </a:xfrm>
          <a:custGeom>
            <a:rect b="b" l="l" r="r" t="t"/>
            <a:pathLst>
              <a:path extrusionOk="0" h="7088" w="21861">
                <a:moveTo>
                  <a:pt x="1470" y="1"/>
                </a:moveTo>
                <a:cubicBezTo>
                  <a:pt x="969" y="1"/>
                  <a:pt x="465" y="73"/>
                  <a:pt x="0" y="211"/>
                </a:cubicBezTo>
                <a:lnTo>
                  <a:pt x="0" y="7087"/>
                </a:lnTo>
                <a:lnTo>
                  <a:pt x="21860" y="7087"/>
                </a:lnTo>
                <a:cubicBezTo>
                  <a:pt x="21784" y="6987"/>
                  <a:pt x="21696" y="6892"/>
                  <a:pt x="21596" y="6806"/>
                </a:cubicBezTo>
                <a:cubicBezTo>
                  <a:pt x="21135" y="6406"/>
                  <a:pt x="20429" y="6167"/>
                  <a:pt x="19720" y="6167"/>
                </a:cubicBezTo>
                <a:cubicBezTo>
                  <a:pt x="19688" y="6167"/>
                  <a:pt x="19657" y="6168"/>
                  <a:pt x="19626" y="6169"/>
                </a:cubicBezTo>
                <a:cubicBezTo>
                  <a:pt x="19086" y="6184"/>
                  <a:pt x="18553" y="6331"/>
                  <a:pt x="18022" y="6331"/>
                </a:cubicBezTo>
                <a:cubicBezTo>
                  <a:pt x="17915" y="6331"/>
                  <a:pt x="17808" y="6325"/>
                  <a:pt x="17701" y="6311"/>
                </a:cubicBezTo>
                <a:cubicBezTo>
                  <a:pt x="17575" y="6294"/>
                  <a:pt x="17455" y="6267"/>
                  <a:pt x="17341" y="6232"/>
                </a:cubicBezTo>
                <a:cubicBezTo>
                  <a:pt x="17316" y="6223"/>
                  <a:pt x="17292" y="6216"/>
                  <a:pt x="17268" y="6207"/>
                </a:cubicBezTo>
                <a:cubicBezTo>
                  <a:pt x="16400" y="5904"/>
                  <a:pt x="15883" y="5118"/>
                  <a:pt x="15068" y="4680"/>
                </a:cubicBezTo>
                <a:cubicBezTo>
                  <a:pt x="14496" y="4373"/>
                  <a:pt x="13820" y="4258"/>
                  <a:pt x="13115" y="4258"/>
                </a:cubicBezTo>
                <a:cubicBezTo>
                  <a:pt x="12312" y="4258"/>
                  <a:pt x="11471" y="4408"/>
                  <a:pt x="10706" y="4596"/>
                </a:cubicBezTo>
                <a:cubicBezTo>
                  <a:pt x="10023" y="4765"/>
                  <a:pt x="9316" y="4959"/>
                  <a:pt x="8608" y="4959"/>
                </a:cubicBezTo>
                <a:cubicBezTo>
                  <a:pt x="8441" y="4959"/>
                  <a:pt x="8274" y="4948"/>
                  <a:pt x="8107" y="4924"/>
                </a:cubicBezTo>
                <a:cubicBezTo>
                  <a:pt x="6811" y="4733"/>
                  <a:pt x="5999" y="3788"/>
                  <a:pt x="5474" y="2893"/>
                </a:cubicBezTo>
                <a:cubicBezTo>
                  <a:pt x="4948" y="1997"/>
                  <a:pt x="4493" y="1003"/>
                  <a:pt x="3416" y="436"/>
                </a:cubicBezTo>
                <a:cubicBezTo>
                  <a:pt x="2851" y="140"/>
                  <a:pt x="2164" y="1"/>
                  <a:pt x="1470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3" name="Google Shape;1433;p55"/>
          <p:cNvSpPr/>
          <p:nvPr/>
        </p:nvSpPr>
        <p:spPr>
          <a:xfrm>
            <a:off x="7070064" y="-128785"/>
            <a:ext cx="2145942" cy="1053151"/>
          </a:xfrm>
          <a:custGeom>
            <a:rect b="b" l="l" r="r" t="t"/>
            <a:pathLst>
              <a:path extrusionOk="0" h="6456" w="13155">
                <a:moveTo>
                  <a:pt x="11275" y="1"/>
                </a:moveTo>
                <a:lnTo>
                  <a:pt x="11275" y="4"/>
                </a:lnTo>
                <a:lnTo>
                  <a:pt x="209" y="2"/>
                </a:lnTo>
                <a:cubicBezTo>
                  <a:pt x="185" y="57"/>
                  <a:pt x="164" y="111"/>
                  <a:pt x="145" y="167"/>
                </a:cubicBezTo>
                <a:cubicBezTo>
                  <a:pt x="138" y="184"/>
                  <a:pt x="132" y="203"/>
                  <a:pt x="127" y="221"/>
                </a:cubicBezTo>
                <a:cubicBezTo>
                  <a:pt x="59" y="429"/>
                  <a:pt x="18" y="643"/>
                  <a:pt x="6" y="860"/>
                </a:cubicBezTo>
                <a:cubicBezTo>
                  <a:pt x="0" y="984"/>
                  <a:pt x="3" y="1110"/>
                  <a:pt x="14" y="1233"/>
                </a:cubicBezTo>
                <a:cubicBezTo>
                  <a:pt x="16" y="1251"/>
                  <a:pt x="18" y="1270"/>
                  <a:pt x="20" y="1288"/>
                </a:cubicBezTo>
                <a:cubicBezTo>
                  <a:pt x="60" y="1638"/>
                  <a:pt x="172" y="1982"/>
                  <a:pt x="341" y="2300"/>
                </a:cubicBezTo>
                <a:cubicBezTo>
                  <a:pt x="351" y="2319"/>
                  <a:pt x="361" y="2337"/>
                  <a:pt x="371" y="2355"/>
                </a:cubicBezTo>
                <a:cubicBezTo>
                  <a:pt x="531" y="2642"/>
                  <a:pt x="740" y="2905"/>
                  <a:pt x="987" y="3134"/>
                </a:cubicBezTo>
                <a:cubicBezTo>
                  <a:pt x="1075" y="3217"/>
                  <a:pt x="1169" y="3295"/>
                  <a:pt x="1269" y="3368"/>
                </a:cubicBezTo>
                <a:cubicBezTo>
                  <a:pt x="1295" y="3387"/>
                  <a:pt x="1320" y="3405"/>
                  <a:pt x="1345" y="3422"/>
                </a:cubicBezTo>
                <a:cubicBezTo>
                  <a:pt x="1608" y="3604"/>
                  <a:pt x="1902" y="3745"/>
                  <a:pt x="2218" y="3827"/>
                </a:cubicBezTo>
                <a:cubicBezTo>
                  <a:pt x="2441" y="3883"/>
                  <a:pt x="2668" y="3908"/>
                  <a:pt x="2896" y="3908"/>
                </a:cubicBezTo>
                <a:cubicBezTo>
                  <a:pt x="3496" y="3908"/>
                  <a:pt x="4103" y="3734"/>
                  <a:pt x="4654" y="3501"/>
                </a:cubicBezTo>
                <a:cubicBezTo>
                  <a:pt x="4713" y="3476"/>
                  <a:pt x="4773" y="3450"/>
                  <a:pt x="4833" y="3424"/>
                </a:cubicBezTo>
                <a:cubicBezTo>
                  <a:pt x="4873" y="3406"/>
                  <a:pt x="4915" y="3387"/>
                  <a:pt x="4955" y="3369"/>
                </a:cubicBezTo>
                <a:cubicBezTo>
                  <a:pt x="5539" y="3105"/>
                  <a:pt x="6130" y="2820"/>
                  <a:pt x="6764" y="2820"/>
                </a:cubicBezTo>
                <a:cubicBezTo>
                  <a:pt x="6811" y="2820"/>
                  <a:pt x="6859" y="2822"/>
                  <a:pt x="6907" y="2825"/>
                </a:cubicBezTo>
                <a:cubicBezTo>
                  <a:pt x="7405" y="2860"/>
                  <a:pt x="7836" y="3071"/>
                  <a:pt x="8213" y="3369"/>
                </a:cubicBezTo>
                <a:cubicBezTo>
                  <a:pt x="8237" y="3387"/>
                  <a:pt x="8259" y="3405"/>
                  <a:pt x="8281" y="3424"/>
                </a:cubicBezTo>
                <a:cubicBezTo>
                  <a:pt x="8634" y="3715"/>
                  <a:pt x="8939" y="4078"/>
                  <a:pt x="9207" y="4436"/>
                </a:cubicBezTo>
                <a:cubicBezTo>
                  <a:pt x="9219" y="4454"/>
                  <a:pt x="9233" y="4472"/>
                  <a:pt x="9246" y="4490"/>
                </a:cubicBezTo>
                <a:cubicBezTo>
                  <a:pt x="9246" y="4490"/>
                  <a:pt x="9247" y="4490"/>
                  <a:pt x="9247" y="4491"/>
                </a:cubicBezTo>
                <a:cubicBezTo>
                  <a:pt x="9498" y="4831"/>
                  <a:pt x="9757" y="5189"/>
                  <a:pt x="10053" y="5504"/>
                </a:cubicBezTo>
                <a:cubicBezTo>
                  <a:pt x="10070" y="5523"/>
                  <a:pt x="10087" y="5541"/>
                  <a:pt x="10104" y="5559"/>
                </a:cubicBezTo>
                <a:cubicBezTo>
                  <a:pt x="10436" y="5901"/>
                  <a:pt x="10812" y="6189"/>
                  <a:pt x="11272" y="6342"/>
                </a:cubicBezTo>
                <a:cubicBezTo>
                  <a:pt x="11292" y="6348"/>
                  <a:pt x="11311" y="6355"/>
                  <a:pt x="11333" y="6361"/>
                </a:cubicBezTo>
                <a:cubicBezTo>
                  <a:pt x="11361" y="6370"/>
                  <a:pt x="11391" y="6378"/>
                  <a:pt x="11420" y="6386"/>
                </a:cubicBezTo>
                <a:cubicBezTo>
                  <a:pt x="11605" y="6434"/>
                  <a:pt x="11791" y="6456"/>
                  <a:pt x="11976" y="6456"/>
                </a:cubicBezTo>
                <a:cubicBezTo>
                  <a:pt x="12384" y="6456"/>
                  <a:pt x="12786" y="6349"/>
                  <a:pt x="13154" y="6177"/>
                </a:cubicBezTo>
                <a:lnTo>
                  <a:pt x="13154" y="5505"/>
                </a:lnTo>
                <a:lnTo>
                  <a:pt x="13154" y="4492"/>
                </a:lnTo>
                <a:lnTo>
                  <a:pt x="13154" y="3371"/>
                </a:lnTo>
                <a:lnTo>
                  <a:pt x="13155" y="2358"/>
                </a:lnTo>
                <a:lnTo>
                  <a:pt x="13155" y="1236"/>
                </a:lnTo>
                <a:lnTo>
                  <a:pt x="13155" y="221"/>
                </a:lnTo>
                <a:lnTo>
                  <a:pt x="13155" y="5"/>
                </a:lnTo>
                <a:lnTo>
                  <a:pt x="11334" y="4"/>
                </a:lnTo>
                <a:lnTo>
                  <a:pt x="11334" y="1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4" name="Google Shape;1434;p55"/>
          <p:cNvSpPr/>
          <p:nvPr/>
        </p:nvSpPr>
        <p:spPr>
          <a:xfrm>
            <a:off x="-445550" y="-291750"/>
            <a:ext cx="4706555" cy="1587067"/>
          </a:xfrm>
          <a:custGeom>
            <a:rect b="b" l="l" r="r" t="t"/>
            <a:pathLst>
              <a:path extrusionOk="0" h="9729" w="28852">
                <a:moveTo>
                  <a:pt x="27909" y="1"/>
                </a:moveTo>
                <a:cubicBezTo>
                  <a:pt x="27641" y="1"/>
                  <a:pt x="27359" y="65"/>
                  <a:pt x="27138" y="117"/>
                </a:cubicBezTo>
                <a:cubicBezTo>
                  <a:pt x="26393" y="292"/>
                  <a:pt x="25642" y="438"/>
                  <a:pt x="24886" y="556"/>
                </a:cubicBezTo>
                <a:cubicBezTo>
                  <a:pt x="23384" y="791"/>
                  <a:pt x="21867" y="918"/>
                  <a:pt x="20347" y="969"/>
                </a:cubicBezTo>
                <a:cubicBezTo>
                  <a:pt x="19779" y="988"/>
                  <a:pt x="19211" y="997"/>
                  <a:pt x="18643" y="997"/>
                </a:cubicBezTo>
                <a:cubicBezTo>
                  <a:pt x="16156" y="997"/>
                  <a:pt x="13669" y="829"/>
                  <a:pt x="11190" y="628"/>
                </a:cubicBezTo>
                <a:cubicBezTo>
                  <a:pt x="9660" y="504"/>
                  <a:pt x="8132" y="368"/>
                  <a:pt x="6601" y="249"/>
                </a:cubicBezTo>
                <a:cubicBezTo>
                  <a:pt x="5839" y="189"/>
                  <a:pt x="5076" y="132"/>
                  <a:pt x="4312" y="87"/>
                </a:cubicBezTo>
                <a:cubicBezTo>
                  <a:pt x="4099" y="75"/>
                  <a:pt x="3881" y="64"/>
                  <a:pt x="3664" y="64"/>
                </a:cubicBezTo>
                <a:cubicBezTo>
                  <a:pt x="3221" y="64"/>
                  <a:pt x="2777" y="107"/>
                  <a:pt x="2362" y="261"/>
                </a:cubicBezTo>
                <a:cubicBezTo>
                  <a:pt x="1198" y="695"/>
                  <a:pt x="625" y="1959"/>
                  <a:pt x="327" y="3085"/>
                </a:cubicBezTo>
                <a:cubicBezTo>
                  <a:pt x="51" y="4125"/>
                  <a:pt x="0" y="5240"/>
                  <a:pt x="241" y="6293"/>
                </a:cubicBezTo>
                <a:cubicBezTo>
                  <a:pt x="475" y="7320"/>
                  <a:pt x="1013" y="8271"/>
                  <a:pt x="1861" y="8911"/>
                </a:cubicBezTo>
                <a:cubicBezTo>
                  <a:pt x="2297" y="9241"/>
                  <a:pt x="2827" y="9490"/>
                  <a:pt x="3378" y="9490"/>
                </a:cubicBezTo>
                <a:cubicBezTo>
                  <a:pt x="3472" y="9490"/>
                  <a:pt x="3567" y="9482"/>
                  <a:pt x="3662" y="9467"/>
                </a:cubicBezTo>
                <a:cubicBezTo>
                  <a:pt x="4312" y="9361"/>
                  <a:pt x="4799" y="8877"/>
                  <a:pt x="5302" y="8495"/>
                </a:cubicBezTo>
                <a:cubicBezTo>
                  <a:pt x="5837" y="8088"/>
                  <a:pt x="6442" y="7738"/>
                  <a:pt x="7106" y="7594"/>
                </a:cubicBezTo>
                <a:cubicBezTo>
                  <a:pt x="7279" y="7557"/>
                  <a:pt x="7450" y="7538"/>
                  <a:pt x="7618" y="7538"/>
                </a:cubicBezTo>
                <a:cubicBezTo>
                  <a:pt x="8095" y="7538"/>
                  <a:pt x="8551" y="7686"/>
                  <a:pt x="8965" y="7966"/>
                </a:cubicBezTo>
                <a:cubicBezTo>
                  <a:pt x="9884" y="8588"/>
                  <a:pt x="10692" y="9729"/>
                  <a:pt x="11891" y="9729"/>
                </a:cubicBezTo>
                <a:cubicBezTo>
                  <a:pt x="11980" y="9729"/>
                  <a:pt x="12071" y="9723"/>
                  <a:pt x="12164" y="9709"/>
                </a:cubicBezTo>
                <a:cubicBezTo>
                  <a:pt x="13260" y="9554"/>
                  <a:pt x="13511" y="8401"/>
                  <a:pt x="13804" y="7521"/>
                </a:cubicBezTo>
                <a:cubicBezTo>
                  <a:pt x="13945" y="7099"/>
                  <a:pt x="14127" y="6643"/>
                  <a:pt x="14504" y="6377"/>
                </a:cubicBezTo>
                <a:cubicBezTo>
                  <a:pt x="14738" y="6212"/>
                  <a:pt x="15003" y="6142"/>
                  <a:pt x="15276" y="6142"/>
                </a:cubicBezTo>
                <a:cubicBezTo>
                  <a:pt x="15402" y="6142"/>
                  <a:pt x="15530" y="6157"/>
                  <a:pt x="15656" y="6184"/>
                </a:cubicBezTo>
                <a:cubicBezTo>
                  <a:pt x="16572" y="6381"/>
                  <a:pt x="17354" y="6961"/>
                  <a:pt x="18244" y="7232"/>
                </a:cubicBezTo>
                <a:cubicBezTo>
                  <a:pt x="18502" y="7311"/>
                  <a:pt x="18774" y="7363"/>
                  <a:pt x="19044" y="7363"/>
                </a:cubicBezTo>
                <a:cubicBezTo>
                  <a:pt x="19207" y="7363"/>
                  <a:pt x="19369" y="7344"/>
                  <a:pt x="19529" y="7301"/>
                </a:cubicBezTo>
                <a:cubicBezTo>
                  <a:pt x="19978" y="7178"/>
                  <a:pt x="20331" y="6877"/>
                  <a:pt x="20595" y="6501"/>
                </a:cubicBezTo>
                <a:cubicBezTo>
                  <a:pt x="21130" y="5738"/>
                  <a:pt x="21292" y="4712"/>
                  <a:pt x="21999" y="4070"/>
                </a:cubicBezTo>
                <a:cubicBezTo>
                  <a:pt x="22362" y="3741"/>
                  <a:pt x="22807" y="3634"/>
                  <a:pt x="23269" y="3634"/>
                </a:cubicBezTo>
                <a:cubicBezTo>
                  <a:pt x="23739" y="3634"/>
                  <a:pt x="24227" y="3745"/>
                  <a:pt x="24664" y="3849"/>
                </a:cubicBezTo>
                <a:cubicBezTo>
                  <a:pt x="25227" y="3981"/>
                  <a:pt x="25851" y="4166"/>
                  <a:pt x="26455" y="4166"/>
                </a:cubicBezTo>
                <a:cubicBezTo>
                  <a:pt x="26763" y="4166"/>
                  <a:pt x="27066" y="4118"/>
                  <a:pt x="27353" y="3990"/>
                </a:cubicBezTo>
                <a:cubicBezTo>
                  <a:pt x="28400" y="3523"/>
                  <a:pt x="28496" y="2313"/>
                  <a:pt x="28400" y="1304"/>
                </a:cubicBezTo>
                <a:cubicBezTo>
                  <a:pt x="28773" y="1190"/>
                  <a:pt x="28851" y="712"/>
                  <a:pt x="28673" y="381"/>
                </a:cubicBezTo>
                <a:cubicBezTo>
                  <a:pt x="28515" y="88"/>
                  <a:pt x="28221" y="1"/>
                  <a:pt x="27909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5" name="Google Shape;1435;p55"/>
          <p:cNvSpPr/>
          <p:nvPr/>
        </p:nvSpPr>
        <p:spPr>
          <a:xfrm>
            <a:off x="7237760" y="3032148"/>
            <a:ext cx="2387697" cy="2484758"/>
          </a:xfrm>
          <a:custGeom>
            <a:rect b="b" l="l" r="r" t="t"/>
            <a:pathLst>
              <a:path extrusionOk="0" h="15232" w="14637">
                <a:moveTo>
                  <a:pt x="11445" y="0"/>
                </a:moveTo>
                <a:cubicBezTo>
                  <a:pt x="11308" y="0"/>
                  <a:pt x="11172" y="12"/>
                  <a:pt x="11039" y="38"/>
                </a:cubicBezTo>
                <a:cubicBezTo>
                  <a:pt x="10644" y="116"/>
                  <a:pt x="10316" y="327"/>
                  <a:pt x="10145" y="596"/>
                </a:cubicBezTo>
                <a:cubicBezTo>
                  <a:pt x="9794" y="1152"/>
                  <a:pt x="10018" y="1791"/>
                  <a:pt x="9781" y="2367"/>
                </a:cubicBezTo>
                <a:cubicBezTo>
                  <a:pt x="9296" y="3551"/>
                  <a:pt x="6867" y="3019"/>
                  <a:pt x="6220" y="4123"/>
                </a:cubicBezTo>
                <a:cubicBezTo>
                  <a:pt x="6016" y="4474"/>
                  <a:pt x="6063" y="4867"/>
                  <a:pt x="6119" y="5237"/>
                </a:cubicBezTo>
                <a:cubicBezTo>
                  <a:pt x="6188" y="5684"/>
                  <a:pt x="6293" y="6128"/>
                  <a:pt x="6331" y="6578"/>
                </a:cubicBezTo>
                <a:cubicBezTo>
                  <a:pt x="6392" y="7292"/>
                  <a:pt x="6256" y="8099"/>
                  <a:pt x="5518" y="8624"/>
                </a:cubicBezTo>
                <a:cubicBezTo>
                  <a:pt x="4829" y="9115"/>
                  <a:pt x="3797" y="9174"/>
                  <a:pt x="2910" y="9343"/>
                </a:cubicBezTo>
                <a:cubicBezTo>
                  <a:pt x="2462" y="9427"/>
                  <a:pt x="2020" y="9543"/>
                  <a:pt x="1637" y="9735"/>
                </a:cubicBezTo>
                <a:cubicBezTo>
                  <a:pt x="1309" y="9901"/>
                  <a:pt x="1030" y="10112"/>
                  <a:pt x="810" y="10355"/>
                </a:cubicBezTo>
                <a:cubicBezTo>
                  <a:pt x="347" y="10864"/>
                  <a:pt x="157" y="11482"/>
                  <a:pt x="81" y="12082"/>
                </a:cubicBezTo>
                <a:cubicBezTo>
                  <a:pt x="1" y="12715"/>
                  <a:pt x="23" y="13379"/>
                  <a:pt x="158" y="14007"/>
                </a:cubicBezTo>
                <a:cubicBezTo>
                  <a:pt x="228" y="14329"/>
                  <a:pt x="371" y="14667"/>
                  <a:pt x="709" y="14896"/>
                </a:cubicBezTo>
                <a:cubicBezTo>
                  <a:pt x="1077" y="15146"/>
                  <a:pt x="1583" y="15204"/>
                  <a:pt x="2068" y="15214"/>
                </a:cubicBezTo>
                <a:cubicBezTo>
                  <a:pt x="2549" y="15226"/>
                  <a:pt x="3032" y="15229"/>
                  <a:pt x="3515" y="15229"/>
                </a:cubicBezTo>
                <a:cubicBezTo>
                  <a:pt x="4226" y="15229"/>
                  <a:pt x="4937" y="15222"/>
                  <a:pt x="5646" y="15222"/>
                </a:cubicBezTo>
                <a:cubicBezTo>
                  <a:pt x="5675" y="15222"/>
                  <a:pt x="5704" y="15222"/>
                  <a:pt x="5733" y="15222"/>
                </a:cubicBezTo>
                <a:lnTo>
                  <a:pt x="9469" y="15227"/>
                </a:lnTo>
                <a:cubicBezTo>
                  <a:pt x="10086" y="15228"/>
                  <a:pt x="10704" y="15228"/>
                  <a:pt x="11322" y="15229"/>
                </a:cubicBezTo>
                <a:cubicBezTo>
                  <a:pt x="11640" y="15230"/>
                  <a:pt x="11959" y="15231"/>
                  <a:pt x="12278" y="15231"/>
                </a:cubicBezTo>
                <a:cubicBezTo>
                  <a:pt x="12529" y="15231"/>
                  <a:pt x="12784" y="15225"/>
                  <a:pt x="13014" y="15145"/>
                </a:cubicBezTo>
                <a:cubicBezTo>
                  <a:pt x="13410" y="15008"/>
                  <a:pt x="13574" y="14685"/>
                  <a:pt x="13640" y="14388"/>
                </a:cubicBezTo>
                <a:cubicBezTo>
                  <a:pt x="13728" y="13988"/>
                  <a:pt x="13742" y="13577"/>
                  <a:pt x="13785" y="13173"/>
                </a:cubicBezTo>
                <a:cubicBezTo>
                  <a:pt x="13882" y="12264"/>
                  <a:pt x="13977" y="11357"/>
                  <a:pt x="14072" y="10449"/>
                </a:cubicBezTo>
                <a:cubicBezTo>
                  <a:pt x="14166" y="9541"/>
                  <a:pt x="14259" y="8633"/>
                  <a:pt x="14352" y="7724"/>
                </a:cubicBezTo>
                <a:cubicBezTo>
                  <a:pt x="14437" y="6875"/>
                  <a:pt x="14530" y="6026"/>
                  <a:pt x="14567" y="5174"/>
                </a:cubicBezTo>
                <a:cubicBezTo>
                  <a:pt x="14637" y="3541"/>
                  <a:pt x="14491" y="1869"/>
                  <a:pt x="13640" y="340"/>
                </a:cubicBezTo>
                <a:cubicBezTo>
                  <a:pt x="13611" y="289"/>
                  <a:pt x="13548" y="267"/>
                  <a:pt x="13488" y="267"/>
                </a:cubicBezTo>
                <a:cubicBezTo>
                  <a:pt x="13394" y="267"/>
                  <a:pt x="13305" y="319"/>
                  <a:pt x="13349" y="398"/>
                </a:cubicBezTo>
                <a:cubicBezTo>
                  <a:pt x="13385" y="461"/>
                  <a:pt x="13419" y="526"/>
                  <a:pt x="13452" y="589"/>
                </a:cubicBezTo>
                <a:cubicBezTo>
                  <a:pt x="13105" y="411"/>
                  <a:pt x="12738" y="253"/>
                  <a:pt x="12342" y="140"/>
                </a:cubicBezTo>
                <a:cubicBezTo>
                  <a:pt x="12060" y="59"/>
                  <a:pt x="11751" y="0"/>
                  <a:pt x="11445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6" name="Google Shape;1436;p55"/>
          <p:cNvSpPr/>
          <p:nvPr/>
        </p:nvSpPr>
        <p:spPr>
          <a:xfrm rot="10800000">
            <a:off x="7573482" y="3136804"/>
            <a:ext cx="12575" cy="4050"/>
          </a:xfrm>
          <a:custGeom>
            <a:rect b="b" l="l" r="r" t="t"/>
            <a:pathLst>
              <a:path extrusionOk="0" h="162" w="503">
                <a:moveTo>
                  <a:pt x="61" y="0"/>
                </a:moveTo>
                <a:cubicBezTo>
                  <a:pt x="37" y="0"/>
                  <a:pt x="16" y="17"/>
                  <a:pt x="9" y="40"/>
                </a:cubicBezTo>
                <a:cubicBezTo>
                  <a:pt x="1" y="70"/>
                  <a:pt x="18" y="101"/>
                  <a:pt x="47" y="110"/>
                </a:cubicBezTo>
                <a:cubicBezTo>
                  <a:pt x="170" y="145"/>
                  <a:pt x="298" y="162"/>
                  <a:pt x="429" y="162"/>
                </a:cubicBezTo>
                <a:lnTo>
                  <a:pt x="447" y="162"/>
                </a:lnTo>
                <a:cubicBezTo>
                  <a:pt x="478" y="162"/>
                  <a:pt x="503" y="136"/>
                  <a:pt x="502" y="105"/>
                </a:cubicBezTo>
                <a:cubicBezTo>
                  <a:pt x="502" y="78"/>
                  <a:pt x="483" y="50"/>
                  <a:pt x="454" y="50"/>
                </a:cubicBezTo>
                <a:cubicBezTo>
                  <a:pt x="451" y="50"/>
                  <a:pt x="449" y="50"/>
                  <a:pt x="446" y="51"/>
                </a:cubicBezTo>
                <a:cubicBezTo>
                  <a:pt x="442" y="51"/>
                  <a:pt x="438" y="51"/>
                  <a:pt x="435" y="51"/>
                </a:cubicBezTo>
                <a:cubicBezTo>
                  <a:pt x="312" y="51"/>
                  <a:pt x="192" y="35"/>
                  <a:pt x="78" y="3"/>
                </a:cubicBezTo>
                <a:cubicBezTo>
                  <a:pt x="72" y="1"/>
                  <a:pt x="67" y="0"/>
                  <a:pt x="6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7" name="Google Shape;1437;p55"/>
          <p:cNvSpPr/>
          <p:nvPr/>
        </p:nvSpPr>
        <p:spPr>
          <a:xfrm rot="10800000">
            <a:off x="7341532" y="3544979"/>
            <a:ext cx="10925" cy="8600"/>
          </a:xfrm>
          <a:custGeom>
            <a:rect b="b" l="l" r="r" t="t"/>
            <a:pathLst>
              <a:path extrusionOk="0" h="344" w="437">
                <a:moveTo>
                  <a:pt x="63" y="0"/>
                </a:moveTo>
                <a:cubicBezTo>
                  <a:pt x="45" y="0"/>
                  <a:pt x="28" y="9"/>
                  <a:pt x="17" y="25"/>
                </a:cubicBezTo>
                <a:cubicBezTo>
                  <a:pt x="0" y="49"/>
                  <a:pt x="6" y="85"/>
                  <a:pt x="32" y="102"/>
                </a:cubicBezTo>
                <a:cubicBezTo>
                  <a:pt x="137" y="173"/>
                  <a:pt x="240" y="250"/>
                  <a:pt x="340" y="332"/>
                </a:cubicBezTo>
                <a:cubicBezTo>
                  <a:pt x="350" y="340"/>
                  <a:pt x="362" y="343"/>
                  <a:pt x="375" y="343"/>
                </a:cubicBezTo>
                <a:cubicBezTo>
                  <a:pt x="391" y="343"/>
                  <a:pt x="407" y="337"/>
                  <a:pt x="418" y="323"/>
                </a:cubicBezTo>
                <a:cubicBezTo>
                  <a:pt x="437" y="299"/>
                  <a:pt x="434" y="264"/>
                  <a:pt x="410" y="245"/>
                </a:cubicBezTo>
                <a:cubicBezTo>
                  <a:pt x="308" y="162"/>
                  <a:pt x="202" y="83"/>
                  <a:pt x="94" y="10"/>
                </a:cubicBezTo>
                <a:cubicBezTo>
                  <a:pt x="84" y="4"/>
                  <a:pt x="74" y="0"/>
                  <a:pt x="6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8" name="Google Shape;1438;p55"/>
          <p:cNvSpPr/>
          <p:nvPr/>
        </p:nvSpPr>
        <p:spPr>
          <a:xfrm rot="10800000">
            <a:off x="7022857" y="2140429"/>
            <a:ext cx="738550" cy="540325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9" name="Google Shape;1439;p55"/>
          <p:cNvSpPr/>
          <p:nvPr/>
        </p:nvSpPr>
        <p:spPr>
          <a:xfrm rot="9893225">
            <a:off x="1777086" y="371868"/>
            <a:ext cx="605796" cy="14193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40" name="Google Shape;1440;p55"/>
          <p:cNvGrpSpPr/>
          <p:nvPr/>
        </p:nvGrpSpPr>
        <p:grpSpPr>
          <a:xfrm rot="5400000">
            <a:off x="278835" y="4536755"/>
            <a:ext cx="221772" cy="200884"/>
            <a:chOff x="1640475" y="1197075"/>
            <a:chExt cx="55475" cy="50250"/>
          </a:xfrm>
        </p:grpSpPr>
        <p:sp>
          <p:nvSpPr>
            <p:cNvPr id="1441" name="Google Shape;1441;p5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5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5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44" name="Google Shape;1444;p55"/>
          <p:cNvSpPr/>
          <p:nvPr/>
        </p:nvSpPr>
        <p:spPr>
          <a:xfrm rot="-834203">
            <a:off x="8546511" y="363435"/>
            <a:ext cx="993864" cy="1557213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45" name="Google Shape;1445;p55"/>
          <p:cNvGrpSpPr/>
          <p:nvPr/>
        </p:nvGrpSpPr>
        <p:grpSpPr>
          <a:xfrm rot="4654902">
            <a:off x="7263554" y="408293"/>
            <a:ext cx="433642" cy="392824"/>
            <a:chOff x="1640475" y="1197075"/>
            <a:chExt cx="55475" cy="50250"/>
          </a:xfrm>
        </p:grpSpPr>
        <p:sp>
          <p:nvSpPr>
            <p:cNvPr id="1446" name="Google Shape;1446;p5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5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5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9" name="Google Shape;1449;p55"/>
          <p:cNvGrpSpPr/>
          <p:nvPr/>
        </p:nvGrpSpPr>
        <p:grpSpPr>
          <a:xfrm rot="5400000">
            <a:off x="571217" y="1059896"/>
            <a:ext cx="244822" cy="221773"/>
            <a:chOff x="1640475" y="1197075"/>
            <a:chExt cx="55475" cy="50250"/>
          </a:xfrm>
        </p:grpSpPr>
        <p:sp>
          <p:nvSpPr>
            <p:cNvPr id="1450" name="Google Shape;1450;p5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5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5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53" name="Google Shape;1453;p55"/>
          <p:cNvSpPr/>
          <p:nvPr/>
        </p:nvSpPr>
        <p:spPr>
          <a:xfrm rot="6477717">
            <a:off x="8298149" y="4511777"/>
            <a:ext cx="580167" cy="13591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54" name="Google Shape;1454;p55"/>
          <p:cNvGrpSpPr/>
          <p:nvPr/>
        </p:nvGrpSpPr>
        <p:grpSpPr>
          <a:xfrm rot="5400000">
            <a:off x="7550086" y="4483922"/>
            <a:ext cx="221772" cy="200884"/>
            <a:chOff x="1640475" y="1197075"/>
            <a:chExt cx="55475" cy="50250"/>
          </a:xfrm>
        </p:grpSpPr>
        <p:sp>
          <p:nvSpPr>
            <p:cNvPr id="1455" name="Google Shape;1455;p5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5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5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CUSTOM_4_1_1">
    <p:spTree>
      <p:nvGrpSpPr>
        <p:cNvPr id="1458" name="Shape 1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9" name="Google Shape;1459;p56"/>
          <p:cNvSpPr/>
          <p:nvPr/>
        </p:nvSpPr>
        <p:spPr>
          <a:xfrm flipH="1">
            <a:off x="6975401" y="2798485"/>
            <a:ext cx="2665937" cy="2778151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0" name="Google Shape;1460;p56"/>
          <p:cNvSpPr/>
          <p:nvPr/>
        </p:nvSpPr>
        <p:spPr>
          <a:xfrm flipH="1">
            <a:off x="-517990" y="4092608"/>
            <a:ext cx="3021471" cy="1245429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1" name="Google Shape;1461;p56"/>
          <p:cNvSpPr/>
          <p:nvPr/>
        </p:nvSpPr>
        <p:spPr>
          <a:xfrm flipH="1">
            <a:off x="5299521" y="-196435"/>
            <a:ext cx="4180419" cy="1127189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2" name="Google Shape;1462;p56"/>
          <p:cNvSpPr/>
          <p:nvPr/>
        </p:nvSpPr>
        <p:spPr>
          <a:xfrm flipH="1">
            <a:off x="-543725" y="-421026"/>
            <a:ext cx="3612183" cy="2881733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3" name="Google Shape;1463;p56"/>
          <p:cNvSpPr/>
          <p:nvPr/>
        </p:nvSpPr>
        <p:spPr>
          <a:xfrm>
            <a:off x="1945325" y="2102150"/>
            <a:ext cx="12575" cy="4050"/>
          </a:xfrm>
          <a:custGeom>
            <a:rect b="b" l="l" r="r" t="t"/>
            <a:pathLst>
              <a:path extrusionOk="0" h="162" w="503">
                <a:moveTo>
                  <a:pt x="61" y="0"/>
                </a:moveTo>
                <a:cubicBezTo>
                  <a:pt x="37" y="0"/>
                  <a:pt x="16" y="17"/>
                  <a:pt x="9" y="40"/>
                </a:cubicBezTo>
                <a:cubicBezTo>
                  <a:pt x="1" y="70"/>
                  <a:pt x="18" y="101"/>
                  <a:pt x="47" y="110"/>
                </a:cubicBezTo>
                <a:cubicBezTo>
                  <a:pt x="170" y="145"/>
                  <a:pt x="298" y="162"/>
                  <a:pt x="429" y="162"/>
                </a:cubicBezTo>
                <a:lnTo>
                  <a:pt x="447" y="162"/>
                </a:lnTo>
                <a:cubicBezTo>
                  <a:pt x="478" y="162"/>
                  <a:pt x="503" y="136"/>
                  <a:pt x="502" y="105"/>
                </a:cubicBezTo>
                <a:cubicBezTo>
                  <a:pt x="502" y="78"/>
                  <a:pt x="483" y="50"/>
                  <a:pt x="454" y="50"/>
                </a:cubicBezTo>
                <a:cubicBezTo>
                  <a:pt x="451" y="50"/>
                  <a:pt x="449" y="50"/>
                  <a:pt x="446" y="51"/>
                </a:cubicBezTo>
                <a:cubicBezTo>
                  <a:pt x="442" y="51"/>
                  <a:pt x="438" y="51"/>
                  <a:pt x="435" y="51"/>
                </a:cubicBezTo>
                <a:cubicBezTo>
                  <a:pt x="312" y="51"/>
                  <a:pt x="192" y="35"/>
                  <a:pt x="78" y="3"/>
                </a:cubicBezTo>
                <a:cubicBezTo>
                  <a:pt x="72" y="1"/>
                  <a:pt x="67" y="0"/>
                  <a:pt x="6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4" name="Google Shape;1464;p56"/>
          <p:cNvSpPr/>
          <p:nvPr/>
        </p:nvSpPr>
        <p:spPr>
          <a:xfrm>
            <a:off x="2178925" y="1689425"/>
            <a:ext cx="10925" cy="8600"/>
          </a:xfrm>
          <a:custGeom>
            <a:rect b="b" l="l" r="r" t="t"/>
            <a:pathLst>
              <a:path extrusionOk="0" h="344" w="437">
                <a:moveTo>
                  <a:pt x="63" y="0"/>
                </a:moveTo>
                <a:cubicBezTo>
                  <a:pt x="45" y="0"/>
                  <a:pt x="28" y="9"/>
                  <a:pt x="17" y="25"/>
                </a:cubicBezTo>
                <a:cubicBezTo>
                  <a:pt x="0" y="49"/>
                  <a:pt x="6" y="85"/>
                  <a:pt x="32" y="102"/>
                </a:cubicBezTo>
                <a:cubicBezTo>
                  <a:pt x="137" y="173"/>
                  <a:pt x="240" y="250"/>
                  <a:pt x="340" y="332"/>
                </a:cubicBezTo>
                <a:cubicBezTo>
                  <a:pt x="350" y="340"/>
                  <a:pt x="362" y="343"/>
                  <a:pt x="375" y="343"/>
                </a:cubicBezTo>
                <a:cubicBezTo>
                  <a:pt x="391" y="343"/>
                  <a:pt x="407" y="337"/>
                  <a:pt x="418" y="323"/>
                </a:cubicBezTo>
                <a:cubicBezTo>
                  <a:pt x="437" y="299"/>
                  <a:pt x="434" y="264"/>
                  <a:pt x="410" y="245"/>
                </a:cubicBezTo>
                <a:cubicBezTo>
                  <a:pt x="308" y="162"/>
                  <a:pt x="202" y="83"/>
                  <a:pt x="94" y="10"/>
                </a:cubicBezTo>
                <a:cubicBezTo>
                  <a:pt x="84" y="4"/>
                  <a:pt x="74" y="0"/>
                  <a:pt x="6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5" name="Google Shape;1465;p56"/>
          <p:cNvSpPr/>
          <p:nvPr/>
        </p:nvSpPr>
        <p:spPr>
          <a:xfrm>
            <a:off x="1769975" y="2562250"/>
            <a:ext cx="738550" cy="540325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6" name="Google Shape;1466;p56"/>
          <p:cNvSpPr/>
          <p:nvPr/>
        </p:nvSpPr>
        <p:spPr>
          <a:xfrm rot="-906775">
            <a:off x="7086838" y="296199"/>
            <a:ext cx="605796" cy="14193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67" name="Google Shape;1467;p56"/>
          <p:cNvGrpSpPr/>
          <p:nvPr/>
        </p:nvGrpSpPr>
        <p:grpSpPr>
          <a:xfrm rot="-5400000">
            <a:off x="8646175" y="1002690"/>
            <a:ext cx="221772" cy="200884"/>
            <a:chOff x="1640475" y="1197075"/>
            <a:chExt cx="55475" cy="50250"/>
          </a:xfrm>
        </p:grpSpPr>
        <p:sp>
          <p:nvSpPr>
            <p:cNvPr id="1468" name="Google Shape;1468;p5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5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5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71" name="Google Shape;1471;p56"/>
          <p:cNvSpPr/>
          <p:nvPr/>
        </p:nvSpPr>
        <p:spPr>
          <a:xfrm rot="9965797">
            <a:off x="-506318" y="3859694"/>
            <a:ext cx="993864" cy="1557213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72" name="Google Shape;1472;p56"/>
          <p:cNvGrpSpPr/>
          <p:nvPr/>
        </p:nvGrpSpPr>
        <p:grpSpPr>
          <a:xfrm rot="-6145098">
            <a:off x="376587" y="480362"/>
            <a:ext cx="433642" cy="392824"/>
            <a:chOff x="1640475" y="1197075"/>
            <a:chExt cx="55475" cy="50250"/>
          </a:xfrm>
        </p:grpSpPr>
        <p:sp>
          <p:nvSpPr>
            <p:cNvPr id="1473" name="Google Shape;1473;p5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5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5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6" name="Google Shape;1476;p56"/>
          <p:cNvGrpSpPr/>
          <p:nvPr/>
        </p:nvGrpSpPr>
        <p:grpSpPr>
          <a:xfrm rot="-5400000">
            <a:off x="1758442" y="4714359"/>
            <a:ext cx="244822" cy="221773"/>
            <a:chOff x="1640475" y="1197075"/>
            <a:chExt cx="55475" cy="50250"/>
          </a:xfrm>
        </p:grpSpPr>
        <p:sp>
          <p:nvSpPr>
            <p:cNvPr id="1477" name="Google Shape;1477;p5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5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5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80" name="Google Shape;1480;p56"/>
          <p:cNvSpPr/>
          <p:nvPr/>
        </p:nvSpPr>
        <p:spPr>
          <a:xfrm rot="-308323">
            <a:off x="1184892" y="245385"/>
            <a:ext cx="580167" cy="13591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81" name="Google Shape;1481;p56"/>
          <p:cNvGrpSpPr/>
          <p:nvPr/>
        </p:nvGrpSpPr>
        <p:grpSpPr>
          <a:xfrm rot="-5400000">
            <a:off x="8191474" y="4616297"/>
            <a:ext cx="221772" cy="200884"/>
            <a:chOff x="1640475" y="1197075"/>
            <a:chExt cx="55475" cy="50250"/>
          </a:xfrm>
        </p:grpSpPr>
        <p:sp>
          <p:nvSpPr>
            <p:cNvPr id="1482" name="Google Shape;1482;p5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5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5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1">
  <p:cSld name="TITLE_AND_BODY_2">
    <p:spTree>
      <p:nvGrpSpPr>
        <p:cNvPr id="1485" name="Shape 14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6" name="Google Shape;1486;p57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487" name="Google Shape;1487;p57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>
            <a:lvl1pPr indent="-298450" lvl="0" marL="4572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 rtl="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 rtl="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 rtl="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  <p:sp>
        <p:nvSpPr>
          <p:cNvPr id="1488" name="Google Shape;1488;p57"/>
          <p:cNvSpPr txBox="1"/>
          <p:nvPr>
            <p:ph idx="12" type="sldNum"/>
          </p:nvPr>
        </p:nvSpPr>
        <p:spPr>
          <a:xfrm>
            <a:off x="8490250" y="4681009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>
            <a:lvl1pPr lvl="0" rtl="0">
              <a:buNone/>
              <a:defRPr sz="1100"/>
            </a:lvl1pPr>
            <a:lvl2pPr lvl="1" rtl="0">
              <a:buNone/>
              <a:defRPr sz="1100"/>
            </a:lvl2pPr>
            <a:lvl3pPr lvl="2" rtl="0">
              <a:buNone/>
              <a:defRPr sz="1100"/>
            </a:lvl3pPr>
            <a:lvl4pPr lvl="3" rtl="0">
              <a:buNone/>
              <a:defRPr sz="1100"/>
            </a:lvl4pPr>
            <a:lvl5pPr lvl="4" rtl="0">
              <a:buNone/>
              <a:defRPr sz="1100"/>
            </a:lvl5pPr>
            <a:lvl6pPr lvl="5" rtl="0">
              <a:buNone/>
              <a:defRPr sz="1100"/>
            </a:lvl6pPr>
            <a:lvl7pPr lvl="6" rtl="0">
              <a:buNone/>
              <a:defRPr sz="1100"/>
            </a:lvl7pPr>
            <a:lvl8pPr lvl="7" rtl="0">
              <a:buNone/>
              <a:defRPr sz="1100"/>
            </a:lvl8pPr>
            <a:lvl9pPr lvl="8" rtl="0">
              <a:buNone/>
              <a:defRPr sz="1100"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4">
  <p:cSld name="SECTION_HEADER_2">
    <p:spTree>
      <p:nvGrpSpPr>
        <p:cNvPr id="1489" name="Shape 14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0" name="Google Shape;1490;p58"/>
          <p:cNvSpPr txBox="1"/>
          <p:nvPr>
            <p:ph type="title"/>
          </p:nvPr>
        </p:nvSpPr>
        <p:spPr>
          <a:xfrm>
            <a:off x="458975" y="1438150"/>
            <a:ext cx="8226000" cy="3189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 b="0" sz="3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1491" name="Google Shape;1491;p58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2">
  <p:cSld name="TITLE_AND_BODY_3">
    <p:spTree>
      <p:nvGrpSpPr>
        <p:cNvPr id="1492" name="Shape 14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3" name="Google Shape;1493;p59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/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494" name="Google Shape;1494;p59"/>
          <p:cNvSpPr txBox="1"/>
          <p:nvPr>
            <p:ph idx="1" type="body"/>
          </p:nvPr>
        </p:nvSpPr>
        <p:spPr>
          <a:xfrm>
            <a:off x="458975" y="1438275"/>
            <a:ext cx="8226000" cy="2981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rtl="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rtl="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rtl="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rtl="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 sz="1400"/>
            </a:lvl5pPr>
            <a:lvl6pPr indent="-317500" lvl="5" marL="2743200" rtl="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rtl="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rtl="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rtl="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1495" name="Google Shape;1495;p59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ultiple choice options">
  <p:cSld name="TITLE_ONLY_1_1_1_1">
    <p:spTree>
      <p:nvGrpSpPr>
        <p:cNvPr id="1496" name="Shape 14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7" name="Google Shape;1497;p60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/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498" name="Google Shape;1498;p60"/>
          <p:cNvSpPr txBox="1"/>
          <p:nvPr>
            <p:ph idx="1" type="subTitle"/>
          </p:nvPr>
        </p:nvSpPr>
        <p:spPr>
          <a:xfrm>
            <a:off x="458975" y="1438150"/>
            <a:ext cx="3128400" cy="453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lvl="0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1pPr>
            <a:lvl2pPr lvl="1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latin typeface="Poppins"/>
                <a:ea typeface="Poppins"/>
                <a:cs typeface="Poppins"/>
                <a:sym typeface="Poppins"/>
              </a:defRPr>
            </a:lvl2pPr>
            <a:lvl3pPr lvl="2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3pPr>
            <a:lvl4pPr lvl="3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4pPr>
            <a:lvl5pPr lvl="4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5pPr>
            <a:lvl6pPr lvl="5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6pPr>
            <a:lvl7pPr lvl="6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7pPr>
            <a:lvl8pPr lvl="7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8pPr>
            <a:lvl9pPr lvl="8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9pPr>
          </a:lstStyle>
          <a:p/>
        </p:txBody>
      </p:sp>
      <p:sp>
        <p:nvSpPr>
          <p:cNvPr id="1499" name="Google Shape;1499;p60"/>
          <p:cNvSpPr txBox="1"/>
          <p:nvPr>
            <p:ph idx="2" type="body"/>
          </p:nvPr>
        </p:nvSpPr>
        <p:spPr>
          <a:xfrm>
            <a:off x="458975" y="2070075"/>
            <a:ext cx="3951000" cy="630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rtl="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rtl="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rtl="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rtl="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5pPr>
            <a:lvl6pPr indent="-317500" lvl="5" marL="2743200" rtl="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rtl="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rtl="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rtl="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1500" name="Google Shape;1500;p60"/>
          <p:cNvSpPr txBox="1"/>
          <p:nvPr>
            <p:ph idx="3" type="subTitle"/>
          </p:nvPr>
        </p:nvSpPr>
        <p:spPr>
          <a:xfrm>
            <a:off x="4734000" y="1438150"/>
            <a:ext cx="3128400" cy="4533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lvl="0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1pPr>
            <a:lvl2pPr lvl="1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latin typeface="Poppins"/>
                <a:ea typeface="Poppins"/>
                <a:cs typeface="Poppins"/>
                <a:sym typeface="Poppins"/>
              </a:defRPr>
            </a:lvl2pPr>
            <a:lvl3pPr lvl="2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3pPr>
            <a:lvl4pPr lvl="3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4pPr>
            <a:lvl5pPr lvl="4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5pPr>
            <a:lvl6pPr lvl="5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6pPr>
            <a:lvl7pPr lvl="6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7pPr>
            <a:lvl8pPr lvl="7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8pPr>
            <a:lvl9pPr lvl="8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9pPr>
          </a:lstStyle>
          <a:p/>
        </p:txBody>
      </p:sp>
      <p:sp>
        <p:nvSpPr>
          <p:cNvPr id="1501" name="Google Shape;1501;p60"/>
          <p:cNvSpPr txBox="1"/>
          <p:nvPr>
            <p:ph idx="4" type="body"/>
          </p:nvPr>
        </p:nvSpPr>
        <p:spPr>
          <a:xfrm>
            <a:off x="4734000" y="2070075"/>
            <a:ext cx="3951000" cy="630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rtl="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rtl="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rtl="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rtl="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5pPr>
            <a:lvl6pPr indent="-317500" lvl="5" marL="2743200" rtl="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rtl="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rtl="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rtl="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1502" name="Google Shape;1502;p60"/>
          <p:cNvSpPr txBox="1"/>
          <p:nvPr>
            <p:ph idx="5" type="subTitle"/>
          </p:nvPr>
        </p:nvSpPr>
        <p:spPr>
          <a:xfrm>
            <a:off x="458975" y="2952375"/>
            <a:ext cx="3128400" cy="4533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lvl="0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1pPr>
            <a:lvl2pPr lvl="1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503" name="Google Shape;1503;p60"/>
          <p:cNvSpPr txBox="1"/>
          <p:nvPr>
            <p:ph idx="6" type="body"/>
          </p:nvPr>
        </p:nvSpPr>
        <p:spPr>
          <a:xfrm>
            <a:off x="458975" y="3584300"/>
            <a:ext cx="3951000" cy="630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rtl="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rtl="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rtl="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rtl="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5pPr>
            <a:lvl6pPr indent="-317500" lvl="5" marL="2743200" rtl="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rtl="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rtl="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rtl="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1504" name="Google Shape;1504;p60"/>
          <p:cNvSpPr txBox="1"/>
          <p:nvPr>
            <p:ph idx="7" type="subTitle"/>
          </p:nvPr>
        </p:nvSpPr>
        <p:spPr>
          <a:xfrm>
            <a:off x="4734000" y="2952375"/>
            <a:ext cx="3128400" cy="4533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lvl="0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1pPr>
            <a:lvl2pPr lvl="1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latin typeface="Poppins"/>
                <a:ea typeface="Poppins"/>
                <a:cs typeface="Poppins"/>
                <a:sym typeface="Poppins"/>
              </a:defRPr>
            </a:lvl2pPr>
            <a:lvl3pPr lvl="2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3pPr>
            <a:lvl4pPr lvl="3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4pPr>
            <a:lvl5pPr lvl="4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5pPr>
            <a:lvl6pPr lvl="5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6pPr>
            <a:lvl7pPr lvl="6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7pPr>
            <a:lvl8pPr lvl="7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8pPr>
            <a:lvl9pPr lvl="8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9pPr>
          </a:lstStyle>
          <a:p/>
        </p:txBody>
      </p:sp>
      <p:sp>
        <p:nvSpPr>
          <p:cNvPr id="1505" name="Google Shape;1505;p60"/>
          <p:cNvSpPr txBox="1"/>
          <p:nvPr>
            <p:ph idx="8" type="body"/>
          </p:nvPr>
        </p:nvSpPr>
        <p:spPr>
          <a:xfrm>
            <a:off x="4734000" y="3584300"/>
            <a:ext cx="3951000" cy="630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rtl="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rtl="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rtl="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rtl="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5pPr>
            <a:lvl6pPr indent="-317500" lvl="5" marL="2743200" rtl="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rtl="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rtl="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rtl="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1506" name="Google Shape;1506;p60"/>
          <p:cNvSpPr txBox="1"/>
          <p:nvPr>
            <p:ph idx="12" type="sldNum"/>
          </p:nvPr>
        </p:nvSpPr>
        <p:spPr>
          <a:xfrm>
            <a:off x="458972" y="4793325"/>
            <a:ext cx="1905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5">
  <p:cSld name="SECTION_HEADER_3">
    <p:bg>
      <p:bgPr>
        <a:solidFill>
          <a:schemeClr val="accent4"/>
        </a:solidFill>
      </p:bgPr>
    </p:bg>
    <p:spTree>
      <p:nvGrpSpPr>
        <p:cNvPr id="1507" name="Shape 15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8" name="Google Shape;1508;p61"/>
          <p:cNvSpPr txBox="1"/>
          <p:nvPr>
            <p:ph type="title"/>
          </p:nvPr>
        </p:nvSpPr>
        <p:spPr>
          <a:xfrm>
            <a:off x="458975" y="1438150"/>
            <a:ext cx="8226000" cy="3189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 b="0" sz="3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1509" name="Google Shape;1509;p61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3">
  <p:cSld name="TITLE_AND_BODY_4">
    <p:spTree>
      <p:nvGrpSpPr>
        <p:cNvPr id="1510" name="Shape 15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1" name="Google Shape;1511;p62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512" name="Google Shape;1512;p62"/>
          <p:cNvSpPr txBox="1"/>
          <p:nvPr>
            <p:ph idx="1" type="body"/>
          </p:nvPr>
        </p:nvSpPr>
        <p:spPr>
          <a:xfrm>
            <a:off x="458975" y="1438275"/>
            <a:ext cx="8226000" cy="2981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 sz="1400"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1513" name="Google Shape;1513;p62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6">
  <p:cSld name="SECTION_HEADER_4">
    <p:spTree>
      <p:nvGrpSpPr>
        <p:cNvPr id="1514" name="Shape 15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" name="Google Shape;1515;p63"/>
          <p:cNvSpPr txBox="1"/>
          <p:nvPr>
            <p:ph type="title"/>
          </p:nvPr>
        </p:nvSpPr>
        <p:spPr>
          <a:xfrm>
            <a:off x="458975" y="1438150"/>
            <a:ext cx="8226000" cy="3189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 b="0" sz="3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1516" name="Google Shape;1516;p63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4">
  <p:cSld name="TITLE_AND_BODY_5">
    <p:spTree>
      <p:nvGrpSpPr>
        <p:cNvPr id="1517" name="Shape 1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8" name="Google Shape;1518;p64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519" name="Google Shape;1519;p64"/>
          <p:cNvSpPr txBox="1"/>
          <p:nvPr>
            <p:ph idx="1" type="body"/>
          </p:nvPr>
        </p:nvSpPr>
        <p:spPr>
          <a:xfrm>
            <a:off x="458975" y="1438275"/>
            <a:ext cx="8226000" cy="2981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 sz="1400"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1520" name="Google Shape;1520;p64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7">
  <p:cSld name="SECTION_HEADER_5">
    <p:bg>
      <p:bgPr>
        <a:solidFill>
          <a:schemeClr val="accent4"/>
        </a:solidFill>
      </p:bgPr>
    </p:bg>
    <p:spTree>
      <p:nvGrpSpPr>
        <p:cNvPr id="1521" name="Shape 1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2" name="Google Shape;1522;p65"/>
          <p:cNvSpPr txBox="1"/>
          <p:nvPr>
            <p:ph type="title"/>
          </p:nvPr>
        </p:nvSpPr>
        <p:spPr>
          <a:xfrm>
            <a:off x="458975" y="1438150"/>
            <a:ext cx="8226000" cy="3189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 b="0" sz="3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1523" name="Google Shape;1523;p65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6 1">
  <p:cSld name="SECTION_HEADER_4_1">
    <p:bg>
      <p:bgPr>
        <a:solidFill>
          <a:schemeClr val="accent4"/>
        </a:solidFill>
      </p:bgPr>
    </p:bg>
    <p:spTree>
      <p:nvGrpSpPr>
        <p:cNvPr id="1524" name="Shape 1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" name="Google Shape;1525;p66"/>
          <p:cNvSpPr txBox="1"/>
          <p:nvPr>
            <p:ph type="title"/>
          </p:nvPr>
        </p:nvSpPr>
        <p:spPr>
          <a:xfrm>
            <a:off x="458975" y="1438150"/>
            <a:ext cx="8226000" cy="3189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 b="0" sz="3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1526" name="Google Shape;1526;p66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6 2">
  <p:cSld name="SECTION_HEADER_4_2">
    <p:spTree>
      <p:nvGrpSpPr>
        <p:cNvPr id="1527" name="Shape 1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8" name="Google Shape;1528;p67"/>
          <p:cNvSpPr txBox="1"/>
          <p:nvPr>
            <p:ph type="title"/>
          </p:nvPr>
        </p:nvSpPr>
        <p:spPr>
          <a:xfrm>
            <a:off x="458975" y="1438150"/>
            <a:ext cx="8226000" cy="3189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 b="0" sz="3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1529" name="Google Shape;1529;p67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3 1">
  <p:cSld name="TITLE_AND_BODY_4_1">
    <p:spTree>
      <p:nvGrpSpPr>
        <p:cNvPr id="1530" name="Shape 15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1" name="Google Shape;1531;p68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532" name="Google Shape;1532;p68"/>
          <p:cNvSpPr txBox="1"/>
          <p:nvPr>
            <p:ph idx="1" type="body"/>
          </p:nvPr>
        </p:nvSpPr>
        <p:spPr>
          <a:xfrm>
            <a:off x="458975" y="1438275"/>
            <a:ext cx="8226000" cy="2981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 sz="1400"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1533" name="Google Shape;1533;p68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5">
  <p:cSld name="TITLE_AND_BODY_6">
    <p:spTree>
      <p:nvGrpSpPr>
        <p:cNvPr id="1534" name="Shape 15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5" name="Google Shape;1535;p69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536" name="Google Shape;1536;p69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indent="-317500" lvl="1" marL="9144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537" name="Google Shape;1537;p69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 1">
  <p:cSld name="TITLE_1">
    <p:spTree>
      <p:nvGrpSpPr>
        <p:cNvPr id="1538" name="Shape 15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9" name="Google Shape;1539;p70"/>
          <p:cNvSpPr txBox="1"/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540" name="Google Shape;1540;p70"/>
          <p:cNvSpPr txBox="1"/>
          <p:nvPr>
            <p:ph idx="1" type="subTitle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541" name="Google Shape;1541;p70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1545" name="Shape 1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" name="Google Shape;1546;p72"/>
          <p:cNvSpPr/>
          <p:nvPr/>
        </p:nvSpPr>
        <p:spPr>
          <a:xfrm>
            <a:off x="-69007" y="-101129"/>
            <a:ext cx="2299567" cy="1009729"/>
          </a:xfrm>
          <a:custGeom>
            <a:rect b="b" l="l" r="r" t="t"/>
            <a:pathLst>
              <a:path extrusionOk="0" h="6348" w="14457">
                <a:moveTo>
                  <a:pt x="0" y="1"/>
                </a:moveTo>
                <a:lnTo>
                  <a:pt x="0" y="6160"/>
                </a:lnTo>
                <a:cubicBezTo>
                  <a:pt x="307" y="6283"/>
                  <a:pt x="641" y="6348"/>
                  <a:pt x="972" y="6348"/>
                </a:cubicBezTo>
                <a:cubicBezTo>
                  <a:pt x="1431" y="6348"/>
                  <a:pt x="1886" y="6223"/>
                  <a:pt x="2259" y="5957"/>
                </a:cubicBezTo>
                <a:cubicBezTo>
                  <a:pt x="2971" y="5450"/>
                  <a:pt x="3272" y="4560"/>
                  <a:pt x="3620" y="3758"/>
                </a:cubicBezTo>
                <a:cubicBezTo>
                  <a:pt x="3967" y="2955"/>
                  <a:pt x="4504" y="2110"/>
                  <a:pt x="5362" y="1938"/>
                </a:cubicBezTo>
                <a:cubicBezTo>
                  <a:pt x="5472" y="1916"/>
                  <a:pt x="5582" y="1906"/>
                  <a:pt x="5692" y="1906"/>
                </a:cubicBezTo>
                <a:cubicBezTo>
                  <a:pt x="6160" y="1906"/>
                  <a:pt x="6628" y="2081"/>
                  <a:pt x="7080" y="2232"/>
                </a:cubicBezTo>
                <a:cubicBezTo>
                  <a:pt x="7585" y="2401"/>
                  <a:pt x="8141" y="2535"/>
                  <a:pt x="8672" y="2535"/>
                </a:cubicBezTo>
                <a:cubicBezTo>
                  <a:pt x="9138" y="2535"/>
                  <a:pt x="9586" y="2431"/>
                  <a:pt x="9965" y="2156"/>
                </a:cubicBezTo>
                <a:cubicBezTo>
                  <a:pt x="10504" y="1765"/>
                  <a:pt x="10846" y="1060"/>
                  <a:pt x="11419" y="789"/>
                </a:cubicBezTo>
                <a:lnTo>
                  <a:pt x="11420" y="789"/>
                </a:lnTo>
                <a:cubicBezTo>
                  <a:pt x="11436" y="781"/>
                  <a:pt x="11452" y="774"/>
                  <a:pt x="11469" y="767"/>
                </a:cubicBezTo>
                <a:cubicBezTo>
                  <a:pt x="11544" y="736"/>
                  <a:pt x="11623" y="712"/>
                  <a:pt x="11706" y="696"/>
                </a:cubicBezTo>
                <a:cubicBezTo>
                  <a:pt x="11777" y="683"/>
                  <a:pt x="11848" y="678"/>
                  <a:pt x="11919" y="678"/>
                </a:cubicBezTo>
                <a:cubicBezTo>
                  <a:pt x="12271" y="678"/>
                  <a:pt x="12623" y="809"/>
                  <a:pt x="12978" y="824"/>
                </a:cubicBezTo>
                <a:cubicBezTo>
                  <a:pt x="12999" y="824"/>
                  <a:pt x="13020" y="825"/>
                  <a:pt x="13041" y="825"/>
                </a:cubicBezTo>
                <a:cubicBezTo>
                  <a:pt x="13511" y="825"/>
                  <a:pt x="13977" y="611"/>
                  <a:pt x="14281" y="253"/>
                </a:cubicBezTo>
                <a:cubicBezTo>
                  <a:pt x="14348" y="175"/>
                  <a:pt x="14407" y="90"/>
                  <a:pt x="14457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7" name="Google Shape;1547;p72"/>
          <p:cNvSpPr/>
          <p:nvPr/>
        </p:nvSpPr>
        <p:spPr>
          <a:xfrm>
            <a:off x="-311600" y="3147069"/>
            <a:ext cx="4163302" cy="2268390"/>
          </a:xfrm>
          <a:custGeom>
            <a:rect b="b" l="l" r="r" t="t"/>
            <a:pathLst>
              <a:path extrusionOk="0" h="14261" w="26174">
                <a:moveTo>
                  <a:pt x="4863" y="0"/>
                </a:moveTo>
                <a:cubicBezTo>
                  <a:pt x="4600" y="0"/>
                  <a:pt x="4337" y="25"/>
                  <a:pt x="4079" y="86"/>
                </a:cubicBezTo>
                <a:cubicBezTo>
                  <a:pt x="3577" y="206"/>
                  <a:pt x="3127" y="469"/>
                  <a:pt x="2736" y="803"/>
                </a:cubicBezTo>
                <a:cubicBezTo>
                  <a:pt x="1930" y="1492"/>
                  <a:pt x="1836" y="3135"/>
                  <a:pt x="799" y="3280"/>
                </a:cubicBezTo>
                <a:cubicBezTo>
                  <a:pt x="128" y="3374"/>
                  <a:pt x="0" y="4462"/>
                  <a:pt x="66" y="4462"/>
                </a:cubicBezTo>
                <a:cubicBezTo>
                  <a:pt x="68" y="4462"/>
                  <a:pt x="70" y="4461"/>
                  <a:pt x="72" y="4459"/>
                </a:cubicBezTo>
                <a:lnTo>
                  <a:pt x="72" y="4459"/>
                </a:lnTo>
                <a:cubicBezTo>
                  <a:pt x="67" y="5698"/>
                  <a:pt x="63" y="6939"/>
                  <a:pt x="59" y="8179"/>
                </a:cubicBezTo>
                <a:cubicBezTo>
                  <a:pt x="56" y="8831"/>
                  <a:pt x="53" y="9483"/>
                  <a:pt x="51" y="10135"/>
                </a:cubicBezTo>
                <a:cubicBezTo>
                  <a:pt x="50" y="10457"/>
                  <a:pt x="49" y="10777"/>
                  <a:pt x="48" y="11099"/>
                </a:cubicBezTo>
                <a:cubicBezTo>
                  <a:pt x="47" y="11393"/>
                  <a:pt x="48" y="11687"/>
                  <a:pt x="100" y="11976"/>
                </a:cubicBezTo>
                <a:cubicBezTo>
                  <a:pt x="186" y="12456"/>
                  <a:pt x="458" y="12928"/>
                  <a:pt x="933" y="13108"/>
                </a:cubicBezTo>
                <a:cubicBezTo>
                  <a:pt x="1033" y="13146"/>
                  <a:pt x="1145" y="13169"/>
                  <a:pt x="1252" y="13169"/>
                </a:cubicBezTo>
                <a:cubicBezTo>
                  <a:pt x="1254" y="13169"/>
                  <a:pt x="1257" y="13169"/>
                  <a:pt x="1259" y="13169"/>
                </a:cubicBezTo>
                <a:cubicBezTo>
                  <a:pt x="1388" y="13167"/>
                  <a:pt x="1479" y="13054"/>
                  <a:pt x="1583" y="12989"/>
                </a:cubicBezTo>
                <a:cubicBezTo>
                  <a:pt x="1788" y="12861"/>
                  <a:pt x="2013" y="12777"/>
                  <a:pt x="2247" y="12724"/>
                </a:cubicBezTo>
                <a:cubicBezTo>
                  <a:pt x="2483" y="12671"/>
                  <a:pt x="2724" y="12651"/>
                  <a:pt x="2966" y="12651"/>
                </a:cubicBezTo>
                <a:cubicBezTo>
                  <a:pt x="3233" y="12651"/>
                  <a:pt x="3501" y="12676"/>
                  <a:pt x="3763" y="12707"/>
                </a:cubicBezTo>
                <a:cubicBezTo>
                  <a:pt x="4310" y="12772"/>
                  <a:pt x="4853" y="12875"/>
                  <a:pt x="5400" y="12938"/>
                </a:cubicBezTo>
                <a:cubicBezTo>
                  <a:pt x="6669" y="13085"/>
                  <a:pt x="7946" y="13111"/>
                  <a:pt x="9219" y="13205"/>
                </a:cubicBezTo>
                <a:cubicBezTo>
                  <a:pt x="9860" y="13253"/>
                  <a:pt x="10500" y="13317"/>
                  <a:pt x="11134" y="13424"/>
                </a:cubicBezTo>
                <a:cubicBezTo>
                  <a:pt x="11749" y="13526"/>
                  <a:pt x="12358" y="13663"/>
                  <a:pt x="12967" y="13796"/>
                </a:cubicBezTo>
                <a:cubicBezTo>
                  <a:pt x="14136" y="14051"/>
                  <a:pt x="15300" y="14261"/>
                  <a:pt x="16498" y="14261"/>
                </a:cubicBezTo>
                <a:cubicBezTo>
                  <a:pt x="16552" y="14261"/>
                  <a:pt x="16606" y="14260"/>
                  <a:pt x="16660" y="14259"/>
                </a:cubicBezTo>
                <a:cubicBezTo>
                  <a:pt x="17953" y="14238"/>
                  <a:pt x="19236" y="14050"/>
                  <a:pt x="20525" y="13980"/>
                </a:cubicBezTo>
                <a:cubicBezTo>
                  <a:pt x="21615" y="13919"/>
                  <a:pt x="22718" y="13973"/>
                  <a:pt x="23796" y="13769"/>
                </a:cubicBezTo>
                <a:cubicBezTo>
                  <a:pt x="24313" y="13670"/>
                  <a:pt x="24820" y="13506"/>
                  <a:pt x="25277" y="13242"/>
                </a:cubicBezTo>
                <a:cubicBezTo>
                  <a:pt x="25711" y="12992"/>
                  <a:pt x="26148" y="12628"/>
                  <a:pt x="26165" y="12087"/>
                </a:cubicBezTo>
                <a:cubicBezTo>
                  <a:pt x="26174" y="11806"/>
                  <a:pt x="26071" y="11536"/>
                  <a:pt x="25960" y="11284"/>
                </a:cubicBezTo>
                <a:cubicBezTo>
                  <a:pt x="25831" y="10995"/>
                  <a:pt x="25692" y="10711"/>
                  <a:pt x="25556" y="10424"/>
                </a:cubicBezTo>
                <a:cubicBezTo>
                  <a:pt x="25280" y="9836"/>
                  <a:pt x="25017" y="9241"/>
                  <a:pt x="24726" y="8660"/>
                </a:cubicBezTo>
                <a:cubicBezTo>
                  <a:pt x="24617" y="8443"/>
                  <a:pt x="24475" y="8244"/>
                  <a:pt x="24244" y="8148"/>
                </a:cubicBezTo>
                <a:cubicBezTo>
                  <a:pt x="23992" y="8043"/>
                  <a:pt x="23700" y="8056"/>
                  <a:pt x="23431" y="8053"/>
                </a:cubicBezTo>
                <a:cubicBezTo>
                  <a:pt x="23345" y="8052"/>
                  <a:pt x="23259" y="8052"/>
                  <a:pt x="23173" y="8052"/>
                </a:cubicBezTo>
                <a:cubicBezTo>
                  <a:pt x="22618" y="8052"/>
                  <a:pt x="22062" y="8075"/>
                  <a:pt x="21508" y="8122"/>
                </a:cubicBezTo>
                <a:cubicBezTo>
                  <a:pt x="20999" y="8165"/>
                  <a:pt x="20489" y="8243"/>
                  <a:pt x="19978" y="8243"/>
                </a:cubicBezTo>
                <a:cubicBezTo>
                  <a:pt x="19867" y="8243"/>
                  <a:pt x="19756" y="8239"/>
                  <a:pt x="19645" y="8231"/>
                </a:cubicBezTo>
                <a:cubicBezTo>
                  <a:pt x="19110" y="8189"/>
                  <a:pt x="18609" y="8002"/>
                  <a:pt x="18163" y="7708"/>
                </a:cubicBezTo>
                <a:cubicBezTo>
                  <a:pt x="17269" y="7121"/>
                  <a:pt x="16691" y="6224"/>
                  <a:pt x="16067" y="5381"/>
                </a:cubicBezTo>
                <a:cubicBezTo>
                  <a:pt x="15751" y="4955"/>
                  <a:pt x="15397" y="4546"/>
                  <a:pt x="14929" y="4285"/>
                </a:cubicBezTo>
                <a:cubicBezTo>
                  <a:pt x="14463" y="4025"/>
                  <a:pt x="13935" y="3920"/>
                  <a:pt x="13408" y="3879"/>
                </a:cubicBezTo>
                <a:cubicBezTo>
                  <a:pt x="13154" y="3860"/>
                  <a:pt x="12899" y="3855"/>
                  <a:pt x="12643" y="3855"/>
                </a:cubicBezTo>
                <a:cubicBezTo>
                  <a:pt x="12450" y="3855"/>
                  <a:pt x="12257" y="3858"/>
                  <a:pt x="12064" y="3858"/>
                </a:cubicBezTo>
                <a:cubicBezTo>
                  <a:pt x="11487" y="3858"/>
                  <a:pt x="10912" y="3836"/>
                  <a:pt x="10354" y="3664"/>
                </a:cubicBezTo>
                <a:cubicBezTo>
                  <a:pt x="9893" y="3522"/>
                  <a:pt x="9465" y="3265"/>
                  <a:pt x="9185" y="2863"/>
                </a:cubicBezTo>
                <a:cubicBezTo>
                  <a:pt x="8887" y="2436"/>
                  <a:pt x="8747" y="1924"/>
                  <a:pt x="8473" y="1483"/>
                </a:cubicBezTo>
                <a:cubicBezTo>
                  <a:pt x="7915" y="585"/>
                  <a:pt x="6844" y="273"/>
                  <a:pt x="5861" y="99"/>
                </a:cubicBezTo>
                <a:cubicBezTo>
                  <a:pt x="5533" y="41"/>
                  <a:pt x="5197" y="0"/>
                  <a:pt x="4863" y="0"/>
                </a:cubicBezTo>
                <a:close/>
              </a:path>
            </a:pathLst>
          </a:custGeom>
          <a:solidFill>
            <a:schemeClr val="dk2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8" name="Google Shape;1548;p72"/>
          <p:cNvSpPr/>
          <p:nvPr/>
        </p:nvSpPr>
        <p:spPr>
          <a:xfrm>
            <a:off x="7386716" y="3243776"/>
            <a:ext cx="2068926" cy="2074970"/>
          </a:xfrm>
          <a:custGeom>
            <a:rect b="b" l="l" r="r" t="t"/>
            <a:pathLst>
              <a:path extrusionOk="0" h="13045" w="13007">
                <a:moveTo>
                  <a:pt x="11086" y="1"/>
                </a:moveTo>
                <a:cubicBezTo>
                  <a:pt x="10136" y="1"/>
                  <a:pt x="9220" y="578"/>
                  <a:pt x="8514" y="1160"/>
                </a:cubicBezTo>
                <a:cubicBezTo>
                  <a:pt x="7734" y="1801"/>
                  <a:pt x="7147" y="2603"/>
                  <a:pt x="6690" y="3499"/>
                </a:cubicBezTo>
                <a:cubicBezTo>
                  <a:pt x="6269" y="4325"/>
                  <a:pt x="5846" y="5241"/>
                  <a:pt x="4914" y="5581"/>
                </a:cubicBezTo>
                <a:cubicBezTo>
                  <a:pt x="3974" y="5923"/>
                  <a:pt x="2923" y="5759"/>
                  <a:pt x="2005" y="6187"/>
                </a:cubicBezTo>
                <a:cubicBezTo>
                  <a:pt x="1188" y="6570"/>
                  <a:pt x="602" y="7349"/>
                  <a:pt x="329" y="8196"/>
                </a:cubicBezTo>
                <a:cubicBezTo>
                  <a:pt x="1" y="9208"/>
                  <a:pt x="140" y="10320"/>
                  <a:pt x="509" y="11301"/>
                </a:cubicBezTo>
                <a:cubicBezTo>
                  <a:pt x="597" y="11534"/>
                  <a:pt x="989" y="11993"/>
                  <a:pt x="1051" y="11993"/>
                </a:cubicBezTo>
                <a:cubicBezTo>
                  <a:pt x="1057" y="11993"/>
                  <a:pt x="1060" y="11988"/>
                  <a:pt x="1059" y="11977"/>
                </a:cubicBezTo>
                <a:lnTo>
                  <a:pt x="1059" y="11977"/>
                </a:lnTo>
                <a:cubicBezTo>
                  <a:pt x="1717" y="12454"/>
                  <a:pt x="2513" y="12576"/>
                  <a:pt x="3318" y="12576"/>
                </a:cubicBezTo>
                <a:cubicBezTo>
                  <a:pt x="3796" y="12576"/>
                  <a:pt x="4277" y="12533"/>
                  <a:pt x="4735" y="12495"/>
                </a:cubicBezTo>
                <a:cubicBezTo>
                  <a:pt x="5450" y="12436"/>
                  <a:pt x="6168" y="12406"/>
                  <a:pt x="6885" y="12406"/>
                </a:cubicBezTo>
                <a:cubicBezTo>
                  <a:pt x="7827" y="12406"/>
                  <a:pt x="8769" y="12458"/>
                  <a:pt x="9706" y="12564"/>
                </a:cubicBezTo>
                <a:cubicBezTo>
                  <a:pt x="10641" y="12670"/>
                  <a:pt x="11568" y="12831"/>
                  <a:pt x="12485" y="13041"/>
                </a:cubicBezTo>
                <a:cubicBezTo>
                  <a:pt x="12495" y="13043"/>
                  <a:pt x="12505" y="13045"/>
                  <a:pt x="12515" y="13045"/>
                </a:cubicBezTo>
                <a:cubicBezTo>
                  <a:pt x="12578" y="13045"/>
                  <a:pt x="12630" y="12997"/>
                  <a:pt x="12632" y="12929"/>
                </a:cubicBezTo>
                <a:lnTo>
                  <a:pt x="12879" y="5509"/>
                </a:lnTo>
                <a:cubicBezTo>
                  <a:pt x="12900" y="4891"/>
                  <a:pt x="12920" y="4272"/>
                  <a:pt x="12940" y="3654"/>
                </a:cubicBezTo>
                <a:cubicBezTo>
                  <a:pt x="12960" y="3073"/>
                  <a:pt x="13006" y="2485"/>
                  <a:pt x="12985" y="1903"/>
                </a:cubicBezTo>
                <a:cubicBezTo>
                  <a:pt x="12967" y="1412"/>
                  <a:pt x="12856" y="914"/>
                  <a:pt x="12502" y="551"/>
                </a:cubicBezTo>
                <a:cubicBezTo>
                  <a:pt x="12188" y="228"/>
                  <a:pt x="11746" y="54"/>
                  <a:pt x="11303" y="11"/>
                </a:cubicBezTo>
                <a:cubicBezTo>
                  <a:pt x="11230" y="4"/>
                  <a:pt x="11158" y="1"/>
                  <a:pt x="11086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9" name="Google Shape;1549;p72"/>
          <p:cNvSpPr/>
          <p:nvPr/>
        </p:nvSpPr>
        <p:spPr>
          <a:xfrm>
            <a:off x="5446124" y="-346475"/>
            <a:ext cx="3877467" cy="1370005"/>
          </a:xfrm>
          <a:custGeom>
            <a:rect b="b" l="l" r="r" t="t"/>
            <a:pathLst>
              <a:path extrusionOk="0" h="8613" w="24377">
                <a:moveTo>
                  <a:pt x="22626" y="1"/>
                </a:moveTo>
                <a:cubicBezTo>
                  <a:pt x="22431" y="1"/>
                  <a:pt x="22241" y="55"/>
                  <a:pt x="22058" y="101"/>
                </a:cubicBezTo>
                <a:cubicBezTo>
                  <a:pt x="21511" y="238"/>
                  <a:pt x="20953" y="349"/>
                  <a:pt x="20391" y="439"/>
                </a:cubicBezTo>
                <a:cubicBezTo>
                  <a:pt x="18472" y="743"/>
                  <a:pt x="16508" y="793"/>
                  <a:pt x="14552" y="793"/>
                </a:cubicBezTo>
                <a:cubicBezTo>
                  <a:pt x="14183" y="793"/>
                  <a:pt x="13813" y="791"/>
                  <a:pt x="13445" y="789"/>
                </a:cubicBezTo>
                <a:cubicBezTo>
                  <a:pt x="11020" y="775"/>
                  <a:pt x="8592" y="763"/>
                  <a:pt x="6170" y="648"/>
                </a:cubicBezTo>
                <a:cubicBezTo>
                  <a:pt x="4959" y="590"/>
                  <a:pt x="3748" y="506"/>
                  <a:pt x="2545" y="383"/>
                </a:cubicBezTo>
                <a:cubicBezTo>
                  <a:pt x="2238" y="351"/>
                  <a:pt x="1932" y="316"/>
                  <a:pt x="1627" y="279"/>
                </a:cubicBezTo>
                <a:cubicBezTo>
                  <a:pt x="1398" y="252"/>
                  <a:pt x="1163" y="215"/>
                  <a:pt x="930" y="215"/>
                </a:cubicBezTo>
                <a:cubicBezTo>
                  <a:pt x="895" y="215"/>
                  <a:pt x="861" y="215"/>
                  <a:pt x="827" y="217"/>
                </a:cubicBezTo>
                <a:cubicBezTo>
                  <a:pt x="405" y="240"/>
                  <a:pt x="13" y="441"/>
                  <a:pt x="5" y="792"/>
                </a:cubicBezTo>
                <a:cubicBezTo>
                  <a:pt x="1" y="936"/>
                  <a:pt x="84" y="1057"/>
                  <a:pt x="235" y="1138"/>
                </a:cubicBezTo>
                <a:cubicBezTo>
                  <a:pt x="259" y="1152"/>
                  <a:pt x="283" y="1157"/>
                  <a:pt x="305" y="1157"/>
                </a:cubicBezTo>
                <a:cubicBezTo>
                  <a:pt x="307" y="1157"/>
                  <a:pt x="309" y="1157"/>
                  <a:pt x="311" y="1157"/>
                </a:cubicBezTo>
                <a:lnTo>
                  <a:pt x="311" y="1157"/>
                </a:lnTo>
                <a:cubicBezTo>
                  <a:pt x="180" y="1807"/>
                  <a:pt x="426" y="2480"/>
                  <a:pt x="944" y="3003"/>
                </a:cubicBezTo>
                <a:cubicBezTo>
                  <a:pt x="1219" y="3281"/>
                  <a:pt x="1569" y="3518"/>
                  <a:pt x="1974" y="3679"/>
                </a:cubicBezTo>
                <a:cubicBezTo>
                  <a:pt x="2424" y="3858"/>
                  <a:pt x="2928" y="3933"/>
                  <a:pt x="3430" y="3957"/>
                </a:cubicBezTo>
                <a:cubicBezTo>
                  <a:pt x="3565" y="3964"/>
                  <a:pt x="3702" y="3967"/>
                  <a:pt x="3838" y="3967"/>
                </a:cubicBezTo>
                <a:cubicBezTo>
                  <a:pt x="4389" y="3967"/>
                  <a:pt x="4946" y="3924"/>
                  <a:pt x="5497" y="3924"/>
                </a:cubicBezTo>
                <a:cubicBezTo>
                  <a:pt x="5880" y="3924"/>
                  <a:pt x="6260" y="3944"/>
                  <a:pt x="6634" y="4014"/>
                </a:cubicBezTo>
                <a:cubicBezTo>
                  <a:pt x="7452" y="4167"/>
                  <a:pt x="8044" y="4590"/>
                  <a:pt x="8476" y="5128"/>
                </a:cubicBezTo>
                <a:cubicBezTo>
                  <a:pt x="8889" y="5644"/>
                  <a:pt x="9168" y="6215"/>
                  <a:pt x="9504" y="6761"/>
                </a:cubicBezTo>
                <a:cubicBezTo>
                  <a:pt x="9818" y="7272"/>
                  <a:pt x="10194" y="7795"/>
                  <a:pt x="10779" y="8153"/>
                </a:cubicBezTo>
                <a:cubicBezTo>
                  <a:pt x="11306" y="8477"/>
                  <a:pt x="11931" y="8612"/>
                  <a:pt x="12573" y="8612"/>
                </a:cubicBezTo>
                <a:cubicBezTo>
                  <a:pt x="12917" y="8612"/>
                  <a:pt x="13266" y="8573"/>
                  <a:pt x="13607" y="8503"/>
                </a:cubicBezTo>
                <a:cubicBezTo>
                  <a:pt x="14755" y="8264"/>
                  <a:pt x="15723" y="7708"/>
                  <a:pt x="16790" y="7327"/>
                </a:cubicBezTo>
                <a:cubicBezTo>
                  <a:pt x="17672" y="7012"/>
                  <a:pt x="18645" y="6819"/>
                  <a:pt x="19621" y="6819"/>
                </a:cubicBezTo>
                <a:cubicBezTo>
                  <a:pt x="19841" y="6819"/>
                  <a:pt x="20062" y="6829"/>
                  <a:pt x="20281" y="6849"/>
                </a:cubicBezTo>
                <a:cubicBezTo>
                  <a:pt x="21290" y="6943"/>
                  <a:pt x="22275" y="7285"/>
                  <a:pt x="22992" y="7844"/>
                </a:cubicBezTo>
                <a:cubicBezTo>
                  <a:pt x="23170" y="7982"/>
                  <a:pt x="23328" y="8133"/>
                  <a:pt x="23467" y="8296"/>
                </a:cubicBezTo>
                <a:cubicBezTo>
                  <a:pt x="23495" y="8329"/>
                  <a:pt x="23541" y="8346"/>
                  <a:pt x="23587" y="8346"/>
                </a:cubicBezTo>
                <a:cubicBezTo>
                  <a:pt x="23643" y="8346"/>
                  <a:pt x="23698" y="8320"/>
                  <a:pt x="23718" y="8271"/>
                </a:cubicBezTo>
                <a:cubicBezTo>
                  <a:pt x="24376" y="6550"/>
                  <a:pt x="24252" y="4734"/>
                  <a:pt x="23880" y="2982"/>
                </a:cubicBezTo>
                <a:cubicBezTo>
                  <a:pt x="23786" y="2536"/>
                  <a:pt x="23676" y="2093"/>
                  <a:pt x="23557" y="1650"/>
                </a:cubicBezTo>
                <a:cubicBezTo>
                  <a:pt x="23441" y="1217"/>
                  <a:pt x="23343" y="773"/>
                  <a:pt x="23189" y="348"/>
                </a:cubicBezTo>
                <a:cubicBezTo>
                  <a:pt x="23127" y="176"/>
                  <a:pt x="22987" y="38"/>
                  <a:pt x="22748" y="8"/>
                </a:cubicBezTo>
                <a:cubicBezTo>
                  <a:pt x="22707" y="3"/>
                  <a:pt x="22666" y="1"/>
                  <a:pt x="22626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0" name="Google Shape;1550;p72"/>
          <p:cNvSpPr/>
          <p:nvPr/>
        </p:nvSpPr>
        <p:spPr>
          <a:xfrm>
            <a:off x="7999891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1" name="Google Shape;1551;p72"/>
          <p:cNvSpPr/>
          <p:nvPr/>
        </p:nvSpPr>
        <p:spPr>
          <a:xfrm>
            <a:off x="7999891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2" name="Google Shape;1552;p72"/>
          <p:cNvSpPr/>
          <p:nvPr/>
        </p:nvSpPr>
        <p:spPr>
          <a:xfrm>
            <a:off x="7999891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3" name="Google Shape;1553;p72"/>
          <p:cNvSpPr txBox="1"/>
          <p:nvPr>
            <p:ph type="ctrTitle"/>
          </p:nvPr>
        </p:nvSpPr>
        <p:spPr>
          <a:xfrm>
            <a:off x="1069650" y="1237975"/>
            <a:ext cx="7004700" cy="1887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Gloria Hallelujah"/>
              <a:buNone/>
              <a:defRPr sz="4600"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1554" name="Google Shape;1554;p72"/>
          <p:cNvSpPr txBox="1"/>
          <p:nvPr>
            <p:ph idx="1" type="subTitle"/>
          </p:nvPr>
        </p:nvSpPr>
        <p:spPr>
          <a:xfrm>
            <a:off x="3327311" y="3762300"/>
            <a:ext cx="2489400" cy="670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aleway SemiBold"/>
              <a:buNone/>
              <a:defRPr sz="18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grpSp>
        <p:nvGrpSpPr>
          <p:cNvPr id="1555" name="Google Shape;1555;p72"/>
          <p:cNvGrpSpPr/>
          <p:nvPr/>
        </p:nvGrpSpPr>
        <p:grpSpPr>
          <a:xfrm>
            <a:off x="6771196" y="4117427"/>
            <a:ext cx="609627" cy="821484"/>
            <a:chOff x="4295900" y="1116675"/>
            <a:chExt cx="145125" cy="208875"/>
          </a:xfrm>
        </p:grpSpPr>
        <p:sp>
          <p:nvSpPr>
            <p:cNvPr id="1556" name="Google Shape;1556;p72"/>
            <p:cNvSpPr/>
            <p:nvPr/>
          </p:nvSpPr>
          <p:spPr>
            <a:xfrm>
              <a:off x="4295900" y="1116675"/>
              <a:ext cx="133450" cy="175625"/>
            </a:xfrm>
            <a:custGeom>
              <a:rect b="b" l="l" r="r" t="t"/>
              <a:pathLst>
                <a:path extrusionOk="0" h="7025" w="5338">
                  <a:moveTo>
                    <a:pt x="2701" y="136"/>
                  </a:moveTo>
                  <a:cubicBezTo>
                    <a:pt x="2815" y="136"/>
                    <a:pt x="2928" y="145"/>
                    <a:pt x="3039" y="165"/>
                  </a:cubicBezTo>
                  <a:cubicBezTo>
                    <a:pt x="3773" y="292"/>
                    <a:pt x="4450" y="847"/>
                    <a:pt x="4806" y="1613"/>
                  </a:cubicBezTo>
                  <a:cubicBezTo>
                    <a:pt x="5109" y="2268"/>
                    <a:pt x="5200" y="3057"/>
                    <a:pt x="5074" y="3956"/>
                  </a:cubicBezTo>
                  <a:cubicBezTo>
                    <a:pt x="5036" y="4222"/>
                    <a:pt x="4975" y="4524"/>
                    <a:pt x="4804" y="4758"/>
                  </a:cubicBezTo>
                  <a:lnTo>
                    <a:pt x="4782" y="4787"/>
                  </a:lnTo>
                  <a:cubicBezTo>
                    <a:pt x="4735" y="4849"/>
                    <a:pt x="4682" y="4920"/>
                    <a:pt x="4673" y="5011"/>
                  </a:cubicBezTo>
                  <a:cubicBezTo>
                    <a:pt x="4666" y="5087"/>
                    <a:pt x="4694" y="5158"/>
                    <a:pt x="4716" y="5215"/>
                  </a:cubicBezTo>
                  <a:lnTo>
                    <a:pt x="4984" y="5904"/>
                  </a:lnTo>
                  <a:cubicBezTo>
                    <a:pt x="5013" y="5977"/>
                    <a:pt x="5048" y="6068"/>
                    <a:pt x="5031" y="6145"/>
                  </a:cubicBezTo>
                  <a:cubicBezTo>
                    <a:pt x="5010" y="6239"/>
                    <a:pt x="4918" y="6308"/>
                    <a:pt x="4817" y="6376"/>
                  </a:cubicBezTo>
                  <a:cubicBezTo>
                    <a:pt x="4410" y="6649"/>
                    <a:pt x="4041" y="6877"/>
                    <a:pt x="3626" y="6889"/>
                  </a:cubicBezTo>
                  <a:cubicBezTo>
                    <a:pt x="3619" y="6889"/>
                    <a:pt x="3613" y="6889"/>
                    <a:pt x="3606" y="6889"/>
                  </a:cubicBezTo>
                  <a:cubicBezTo>
                    <a:pt x="3294" y="6889"/>
                    <a:pt x="3188" y="6670"/>
                    <a:pt x="3049" y="6394"/>
                  </a:cubicBezTo>
                  <a:cubicBezTo>
                    <a:pt x="3017" y="6331"/>
                    <a:pt x="2984" y="6265"/>
                    <a:pt x="2948" y="6201"/>
                  </a:cubicBezTo>
                  <a:cubicBezTo>
                    <a:pt x="2900" y="6116"/>
                    <a:pt x="2845" y="6021"/>
                    <a:pt x="2762" y="5951"/>
                  </a:cubicBezTo>
                  <a:cubicBezTo>
                    <a:pt x="2696" y="5893"/>
                    <a:pt x="2617" y="5857"/>
                    <a:pt x="2547" y="5829"/>
                  </a:cubicBezTo>
                  <a:cubicBezTo>
                    <a:pt x="2420" y="5776"/>
                    <a:pt x="2289" y="5735"/>
                    <a:pt x="2162" y="5695"/>
                  </a:cubicBezTo>
                  <a:cubicBezTo>
                    <a:pt x="2026" y="5653"/>
                    <a:pt x="1886" y="5609"/>
                    <a:pt x="1755" y="5552"/>
                  </a:cubicBezTo>
                  <a:cubicBezTo>
                    <a:pt x="1017" y="5234"/>
                    <a:pt x="457" y="4448"/>
                    <a:pt x="293" y="3499"/>
                  </a:cubicBezTo>
                  <a:cubicBezTo>
                    <a:pt x="139" y="2612"/>
                    <a:pt x="332" y="1736"/>
                    <a:pt x="821" y="1094"/>
                  </a:cubicBezTo>
                  <a:cubicBezTo>
                    <a:pt x="1276" y="496"/>
                    <a:pt x="2000" y="136"/>
                    <a:pt x="2701" y="136"/>
                  </a:cubicBezTo>
                  <a:close/>
                  <a:moveTo>
                    <a:pt x="2703" y="1"/>
                  </a:moveTo>
                  <a:cubicBezTo>
                    <a:pt x="1960" y="1"/>
                    <a:pt x="1195" y="381"/>
                    <a:pt x="713" y="1012"/>
                  </a:cubicBezTo>
                  <a:cubicBezTo>
                    <a:pt x="202" y="1684"/>
                    <a:pt x="1" y="2598"/>
                    <a:pt x="160" y="3522"/>
                  </a:cubicBezTo>
                  <a:cubicBezTo>
                    <a:pt x="332" y="4515"/>
                    <a:pt x="923" y="5341"/>
                    <a:pt x="1702" y="5676"/>
                  </a:cubicBezTo>
                  <a:cubicBezTo>
                    <a:pt x="1839" y="5735"/>
                    <a:pt x="1982" y="5781"/>
                    <a:pt x="2121" y="5823"/>
                  </a:cubicBezTo>
                  <a:cubicBezTo>
                    <a:pt x="2246" y="5863"/>
                    <a:pt x="2374" y="5904"/>
                    <a:pt x="2496" y="5953"/>
                  </a:cubicBezTo>
                  <a:cubicBezTo>
                    <a:pt x="2558" y="5978"/>
                    <a:pt x="2623" y="6008"/>
                    <a:pt x="2674" y="6053"/>
                  </a:cubicBezTo>
                  <a:cubicBezTo>
                    <a:pt x="2740" y="6109"/>
                    <a:pt x="2786" y="6189"/>
                    <a:pt x="2830" y="6267"/>
                  </a:cubicBezTo>
                  <a:cubicBezTo>
                    <a:pt x="2865" y="6329"/>
                    <a:pt x="2897" y="6393"/>
                    <a:pt x="2928" y="6455"/>
                  </a:cubicBezTo>
                  <a:cubicBezTo>
                    <a:pt x="3069" y="6735"/>
                    <a:pt x="3214" y="7024"/>
                    <a:pt x="3607" y="7024"/>
                  </a:cubicBezTo>
                  <a:lnTo>
                    <a:pt x="3631" y="7024"/>
                  </a:lnTo>
                  <a:cubicBezTo>
                    <a:pt x="4118" y="7010"/>
                    <a:pt x="4566" y="6708"/>
                    <a:pt x="4893" y="6488"/>
                  </a:cubicBezTo>
                  <a:cubicBezTo>
                    <a:pt x="5012" y="6408"/>
                    <a:pt x="5132" y="6317"/>
                    <a:pt x="5164" y="6174"/>
                  </a:cubicBezTo>
                  <a:cubicBezTo>
                    <a:pt x="5189" y="6057"/>
                    <a:pt x="5144" y="5940"/>
                    <a:pt x="5110" y="5854"/>
                  </a:cubicBezTo>
                  <a:lnTo>
                    <a:pt x="4842" y="5165"/>
                  </a:lnTo>
                  <a:cubicBezTo>
                    <a:pt x="4824" y="5119"/>
                    <a:pt x="4804" y="5068"/>
                    <a:pt x="4808" y="5023"/>
                  </a:cubicBezTo>
                  <a:cubicBezTo>
                    <a:pt x="4813" y="4971"/>
                    <a:pt x="4851" y="4921"/>
                    <a:pt x="4891" y="4868"/>
                  </a:cubicBezTo>
                  <a:lnTo>
                    <a:pt x="4914" y="4839"/>
                  </a:lnTo>
                  <a:cubicBezTo>
                    <a:pt x="5102" y="4580"/>
                    <a:pt x="5168" y="4257"/>
                    <a:pt x="5207" y="3974"/>
                  </a:cubicBezTo>
                  <a:cubicBezTo>
                    <a:pt x="5338" y="3049"/>
                    <a:pt x="5244" y="2235"/>
                    <a:pt x="4929" y="1556"/>
                  </a:cubicBezTo>
                  <a:cubicBezTo>
                    <a:pt x="4555" y="750"/>
                    <a:pt x="3840" y="167"/>
                    <a:pt x="3062" y="31"/>
                  </a:cubicBezTo>
                  <a:cubicBezTo>
                    <a:pt x="2944" y="11"/>
                    <a:pt x="2824" y="1"/>
                    <a:pt x="2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557" name="Google Shape;1557;p72"/>
            <p:cNvSpPr/>
            <p:nvPr/>
          </p:nvSpPr>
          <p:spPr>
            <a:xfrm>
              <a:off x="4379125" y="1270250"/>
              <a:ext cx="61900" cy="55300"/>
            </a:xfrm>
            <a:custGeom>
              <a:rect b="b" l="l" r="r" t="t"/>
              <a:pathLst>
                <a:path extrusionOk="0" h="2212" w="2476">
                  <a:moveTo>
                    <a:pt x="1814" y="1"/>
                  </a:moveTo>
                  <a:cubicBezTo>
                    <a:pt x="1780" y="2"/>
                    <a:pt x="1746" y="29"/>
                    <a:pt x="1745" y="66"/>
                  </a:cubicBezTo>
                  <a:cubicBezTo>
                    <a:pt x="1743" y="104"/>
                    <a:pt x="1772" y="135"/>
                    <a:pt x="1809" y="137"/>
                  </a:cubicBezTo>
                  <a:cubicBezTo>
                    <a:pt x="1855" y="138"/>
                    <a:pt x="1900" y="161"/>
                    <a:pt x="1935" y="200"/>
                  </a:cubicBezTo>
                  <a:cubicBezTo>
                    <a:pt x="1968" y="237"/>
                    <a:pt x="1986" y="283"/>
                    <a:pt x="1983" y="328"/>
                  </a:cubicBezTo>
                  <a:cubicBezTo>
                    <a:pt x="1982" y="343"/>
                    <a:pt x="1980" y="357"/>
                    <a:pt x="1978" y="372"/>
                  </a:cubicBezTo>
                  <a:cubicBezTo>
                    <a:pt x="1969" y="421"/>
                    <a:pt x="1960" y="483"/>
                    <a:pt x="1992" y="540"/>
                  </a:cubicBezTo>
                  <a:cubicBezTo>
                    <a:pt x="2020" y="593"/>
                    <a:pt x="2070" y="618"/>
                    <a:pt x="2109" y="639"/>
                  </a:cubicBezTo>
                  <a:cubicBezTo>
                    <a:pt x="2137" y="653"/>
                    <a:pt x="2161" y="665"/>
                    <a:pt x="2171" y="681"/>
                  </a:cubicBezTo>
                  <a:cubicBezTo>
                    <a:pt x="2183" y="701"/>
                    <a:pt x="2178" y="736"/>
                    <a:pt x="2171" y="773"/>
                  </a:cubicBezTo>
                  <a:cubicBezTo>
                    <a:pt x="2163" y="832"/>
                    <a:pt x="2152" y="904"/>
                    <a:pt x="2199" y="967"/>
                  </a:cubicBezTo>
                  <a:cubicBezTo>
                    <a:pt x="2218" y="991"/>
                    <a:pt x="2243" y="1007"/>
                    <a:pt x="2262" y="1020"/>
                  </a:cubicBezTo>
                  <a:cubicBezTo>
                    <a:pt x="2269" y="1024"/>
                    <a:pt x="2277" y="1030"/>
                    <a:pt x="2283" y="1035"/>
                  </a:cubicBezTo>
                  <a:cubicBezTo>
                    <a:pt x="2328" y="1071"/>
                    <a:pt x="2332" y="1145"/>
                    <a:pt x="2314" y="1200"/>
                  </a:cubicBezTo>
                  <a:cubicBezTo>
                    <a:pt x="2290" y="1269"/>
                    <a:pt x="2231" y="1330"/>
                    <a:pt x="2179" y="1380"/>
                  </a:cubicBezTo>
                  <a:cubicBezTo>
                    <a:pt x="1861" y="1687"/>
                    <a:pt x="1469" y="1914"/>
                    <a:pt x="1045" y="2039"/>
                  </a:cubicBezTo>
                  <a:cubicBezTo>
                    <a:pt x="980" y="2059"/>
                    <a:pt x="912" y="2076"/>
                    <a:pt x="847" y="2076"/>
                  </a:cubicBezTo>
                  <a:cubicBezTo>
                    <a:pt x="828" y="2076"/>
                    <a:pt x="809" y="2075"/>
                    <a:pt x="790" y="2071"/>
                  </a:cubicBezTo>
                  <a:cubicBezTo>
                    <a:pt x="727" y="2061"/>
                    <a:pt x="651" y="2017"/>
                    <a:pt x="636" y="1947"/>
                  </a:cubicBezTo>
                  <a:cubicBezTo>
                    <a:pt x="632" y="1930"/>
                    <a:pt x="632" y="1909"/>
                    <a:pt x="631" y="1887"/>
                  </a:cubicBezTo>
                  <a:cubicBezTo>
                    <a:pt x="631" y="1842"/>
                    <a:pt x="628" y="1790"/>
                    <a:pt x="601" y="1741"/>
                  </a:cubicBezTo>
                  <a:cubicBezTo>
                    <a:pt x="563" y="1677"/>
                    <a:pt x="499" y="1649"/>
                    <a:pt x="442" y="1624"/>
                  </a:cubicBezTo>
                  <a:cubicBezTo>
                    <a:pt x="389" y="1601"/>
                    <a:pt x="356" y="1585"/>
                    <a:pt x="349" y="1561"/>
                  </a:cubicBezTo>
                  <a:cubicBezTo>
                    <a:pt x="343" y="1544"/>
                    <a:pt x="350" y="1518"/>
                    <a:pt x="356" y="1490"/>
                  </a:cubicBezTo>
                  <a:cubicBezTo>
                    <a:pt x="366" y="1451"/>
                    <a:pt x="376" y="1406"/>
                    <a:pt x="365" y="1357"/>
                  </a:cubicBezTo>
                  <a:cubicBezTo>
                    <a:pt x="349" y="1296"/>
                    <a:pt x="305" y="1256"/>
                    <a:pt x="271" y="1224"/>
                  </a:cubicBezTo>
                  <a:cubicBezTo>
                    <a:pt x="260" y="1215"/>
                    <a:pt x="249" y="1205"/>
                    <a:pt x="240" y="1195"/>
                  </a:cubicBezTo>
                  <a:cubicBezTo>
                    <a:pt x="131" y="1080"/>
                    <a:pt x="171" y="938"/>
                    <a:pt x="224" y="839"/>
                  </a:cubicBezTo>
                  <a:cubicBezTo>
                    <a:pt x="242" y="805"/>
                    <a:pt x="229" y="765"/>
                    <a:pt x="196" y="747"/>
                  </a:cubicBezTo>
                  <a:cubicBezTo>
                    <a:pt x="186" y="742"/>
                    <a:pt x="175" y="739"/>
                    <a:pt x="165" y="739"/>
                  </a:cubicBezTo>
                  <a:cubicBezTo>
                    <a:pt x="140" y="739"/>
                    <a:pt x="117" y="752"/>
                    <a:pt x="104" y="775"/>
                  </a:cubicBezTo>
                  <a:cubicBezTo>
                    <a:pt x="0" y="971"/>
                    <a:pt x="14" y="1153"/>
                    <a:pt x="141" y="1288"/>
                  </a:cubicBezTo>
                  <a:cubicBezTo>
                    <a:pt x="153" y="1300"/>
                    <a:pt x="166" y="1312"/>
                    <a:pt x="179" y="1324"/>
                  </a:cubicBezTo>
                  <a:cubicBezTo>
                    <a:pt x="204" y="1346"/>
                    <a:pt x="228" y="1368"/>
                    <a:pt x="233" y="1389"/>
                  </a:cubicBezTo>
                  <a:cubicBezTo>
                    <a:pt x="238" y="1407"/>
                    <a:pt x="231" y="1431"/>
                    <a:pt x="225" y="1459"/>
                  </a:cubicBezTo>
                  <a:cubicBezTo>
                    <a:pt x="215" y="1499"/>
                    <a:pt x="203" y="1549"/>
                    <a:pt x="219" y="1601"/>
                  </a:cubicBezTo>
                  <a:cubicBezTo>
                    <a:pt x="246" y="1686"/>
                    <a:pt x="325" y="1720"/>
                    <a:pt x="387" y="1748"/>
                  </a:cubicBezTo>
                  <a:cubicBezTo>
                    <a:pt x="430" y="1766"/>
                    <a:pt x="469" y="1783"/>
                    <a:pt x="483" y="1809"/>
                  </a:cubicBezTo>
                  <a:cubicBezTo>
                    <a:pt x="495" y="1828"/>
                    <a:pt x="495" y="1857"/>
                    <a:pt x="496" y="1890"/>
                  </a:cubicBezTo>
                  <a:cubicBezTo>
                    <a:pt x="496" y="1916"/>
                    <a:pt x="497" y="1946"/>
                    <a:pt x="504" y="1976"/>
                  </a:cubicBezTo>
                  <a:cubicBezTo>
                    <a:pt x="532" y="2108"/>
                    <a:pt x="656" y="2186"/>
                    <a:pt x="766" y="2205"/>
                  </a:cubicBezTo>
                  <a:cubicBezTo>
                    <a:pt x="793" y="2209"/>
                    <a:pt x="820" y="2211"/>
                    <a:pt x="846" y="2211"/>
                  </a:cubicBezTo>
                  <a:cubicBezTo>
                    <a:pt x="928" y="2211"/>
                    <a:pt x="1008" y="2192"/>
                    <a:pt x="1084" y="2170"/>
                  </a:cubicBezTo>
                  <a:cubicBezTo>
                    <a:pt x="1529" y="2038"/>
                    <a:pt x="1940" y="1799"/>
                    <a:pt x="2273" y="1478"/>
                  </a:cubicBezTo>
                  <a:cubicBezTo>
                    <a:pt x="2337" y="1416"/>
                    <a:pt x="2407" y="1343"/>
                    <a:pt x="2441" y="1243"/>
                  </a:cubicBezTo>
                  <a:cubicBezTo>
                    <a:pt x="2476" y="1145"/>
                    <a:pt x="2467" y="1011"/>
                    <a:pt x="2370" y="930"/>
                  </a:cubicBezTo>
                  <a:cubicBezTo>
                    <a:pt x="2359" y="922"/>
                    <a:pt x="2347" y="914"/>
                    <a:pt x="2337" y="907"/>
                  </a:cubicBezTo>
                  <a:cubicBezTo>
                    <a:pt x="2324" y="898"/>
                    <a:pt x="2312" y="891"/>
                    <a:pt x="2307" y="884"/>
                  </a:cubicBezTo>
                  <a:cubicBezTo>
                    <a:pt x="2294" y="867"/>
                    <a:pt x="2299" y="832"/>
                    <a:pt x="2305" y="794"/>
                  </a:cubicBezTo>
                  <a:cubicBezTo>
                    <a:pt x="2313" y="740"/>
                    <a:pt x="2323" y="674"/>
                    <a:pt x="2288" y="613"/>
                  </a:cubicBezTo>
                  <a:cubicBezTo>
                    <a:pt x="2259" y="564"/>
                    <a:pt x="2211" y="538"/>
                    <a:pt x="2172" y="519"/>
                  </a:cubicBezTo>
                  <a:cubicBezTo>
                    <a:pt x="2144" y="504"/>
                    <a:pt x="2119" y="491"/>
                    <a:pt x="2110" y="475"/>
                  </a:cubicBezTo>
                  <a:cubicBezTo>
                    <a:pt x="2101" y="458"/>
                    <a:pt x="2106" y="427"/>
                    <a:pt x="2111" y="394"/>
                  </a:cubicBezTo>
                  <a:cubicBezTo>
                    <a:pt x="2113" y="375"/>
                    <a:pt x="2117" y="356"/>
                    <a:pt x="2118" y="336"/>
                  </a:cubicBezTo>
                  <a:cubicBezTo>
                    <a:pt x="2123" y="256"/>
                    <a:pt x="2093" y="173"/>
                    <a:pt x="2035" y="109"/>
                  </a:cubicBezTo>
                  <a:cubicBezTo>
                    <a:pt x="1977" y="44"/>
                    <a:pt x="1897" y="4"/>
                    <a:pt x="18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558" name="Google Shape;1558;p72"/>
            <p:cNvSpPr/>
            <p:nvPr/>
          </p:nvSpPr>
          <p:spPr>
            <a:xfrm>
              <a:off x="4384675" y="1290125"/>
              <a:ext cx="32500" cy="16125"/>
            </a:xfrm>
            <a:custGeom>
              <a:rect b="b" l="l" r="r" t="t"/>
              <a:pathLst>
                <a:path extrusionOk="0" h="645" w="1300">
                  <a:moveTo>
                    <a:pt x="1223" y="1"/>
                  </a:moveTo>
                  <a:cubicBezTo>
                    <a:pt x="1211" y="1"/>
                    <a:pt x="1199" y="4"/>
                    <a:pt x="1187" y="10"/>
                  </a:cubicBezTo>
                  <a:cubicBezTo>
                    <a:pt x="675" y="323"/>
                    <a:pt x="63" y="511"/>
                    <a:pt x="57" y="514"/>
                  </a:cubicBezTo>
                  <a:cubicBezTo>
                    <a:pt x="21" y="524"/>
                    <a:pt x="1" y="562"/>
                    <a:pt x="11" y="598"/>
                  </a:cubicBezTo>
                  <a:cubicBezTo>
                    <a:pt x="21" y="627"/>
                    <a:pt x="48" y="645"/>
                    <a:pt x="76" y="645"/>
                  </a:cubicBezTo>
                  <a:cubicBezTo>
                    <a:pt x="83" y="645"/>
                    <a:pt x="89" y="645"/>
                    <a:pt x="96" y="643"/>
                  </a:cubicBezTo>
                  <a:cubicBezTo>
                    <a:pt x="121" y="634"/>
                    <a:pt x="729" y="448"/>
                    <a:pt x="1258" y="126"/>
                  </a:cubicBezTo>
                  <a:cubicBezTo>
                    <a:pt x="1290" y="107"/>
                    <a:pt x="1300" y="65"/>
                    <a:pt x="1280" y="33"/>
                  </a:cubicBezTo>
                  <a:cubicBezTo>
                    <a:pt x="1268" y="12"/>
                    <a:pt x="1246" y="1"/>
                    <a:pt x="1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559" name="Google Shape;1559;p72"/>
            <p:cNvSpPr/>
            <p:nvPr/>
          </p:nvSpPr>
          <p:spPr>
            <a:xfrm>
              <a:off x="4412275" y="1292725"/>
              <a:ext cx="25325" cy="17500"/>
            </a:xfrm>
            <a:custGeom>
              <a:rect b="b" l="l" r="r" t="t"/>
              <a:pathLst>
                <a:path extrusionOk="0" h="700" w="1013">
                  <a:moveTo>
                    <a:pt x="936" y="1"/>
                  </a:moveTo>
                  <a:cubicBezTo>
                    <a:pt x="922" y="1"/>
                    <a:pt x="907" y="5"/>
                    <a:pt x="894" y="15"/>
                  </a:cubicBezTo>
                  <a:cubicBezTo>
                    <a:pt x="610" y="243"/>
                    <a:pt x="49" y="570"/>
                    <a:pt x="44" y="573"/>
                  </a:cubicBezTo>
                  <a:cubicBezTo>
                    <a:pt x="12" y="591"/>
                    <a:pt x="0" y="633"/>
                    <a:pt x="19" y="665"/>
                  </a:cubicBezTo>
                  <a:cubicBezTo>
                    <a:pt x="32" y="687"/>
                    <a:pt x="55" y="699"/>
                    <a:pt x="78" y="699"/>
                  </a:cubicBezTo>
                  <a:cubicBezTo>
                    <a:pt x="90" y="699"/>
                    <a:pt x="102" y="696"/>
                    <a:pt x="112" y="689"/>
                  </a:cubicBezTo>
                  <a:cubicBezTo>
                    <a:pt x="135" y="677"/>
                    <a:pt x="687" y="355"/>
                    <a:pt x="979" y="121"/>
                  </a:cubicBezTo>
                  <a:cubicBezTo>
                    <a:pt x="1009" y="98"/>
                    <a:pt x="1013" y="55"/>
                    <a:pt x="989" y="26"/>
                  </a:cubicBezTo>
                  <a:cubicBezTo>
                    <a:pt x="976" y="9"/>
                    <a:pt x="956" y="1"/>
                    <a:pt x="9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560" name="Google Shape;1560;p72"/>
            <p:cNvSpPr/>
            <p:nvPr/>
          </p:nvSpPr>
          <p:spPr>
            <a:xfrm>
              <a:off x="4334825" y="1181475"/>
              <a:ext cx="85175" cy="108850"/>
            </a:xfrm>
            <a:custGeom>
              <a:rect b="b" l="l" r="r" t="t"/>
              <a:pathLst>
                <a:path extrusionOk="0" h="4354" w="3407">
                  <a:moveTo>
                    <a:pt x="2348" y="136"/>
                  </a:moveTo>
                  <a:cubicBezTo>
                    <a:pt x="2362" y="136"/>
                    <a:pt x="2377" y="138"/>
                    <a:pt x="2392" y="144"/>
                  </a:cubicBezTo>
                  <a:cubicBezTo>
                    <a:pt x="2435" y="162"/>
                    <a:pt x="2471" y="207"/>
                    <a:pt x="2501" y="278"/>
                  </a:cubicBezTo>
                  <a:cubicBezTo>
                    <a:pt x="2593" y="500"/>
                    <a:pt x="2543" y="778"/>
                    <a:pt x="2380" y="955"/>
                  </a:cubicBezTo>
                  <a:cubicBezTo>
                    <a:pt x="2370" y="968"/>
                    <a:pt x="2358" y="978"/>
                    <a:pt x="2346" y="989"/>
                  </a:cubicBezTo>
                  <a:lnTo>
                    <a:pt x="2231" y="679"/>
                  </a:lnTo>
                  <a:cubicBezTo>
                    <a:pt x="2189" y="566"/>
                    <a:pt x="2137" y="426"/>
                    <a:pt x="2165" y="301"/>
                  </a:cubicBezTo>
                  <a:cubicBezTo>
                    <a:pt x="2179" y="241"/>
                    <a:pt x="2226" y="182"/>
                    <a:pt x="2282" y="154"/>
                  </a:cubicBezTo>
                  <a:cubicBezTo>
                    <a:pt x="2300" y="144"/>
                    <a:pt x="2323" y="136"/>
                    <a:pt x="2348" y="136"/>
                  </a:cubicBezTo>
                  <a:close/>
                  <a:moveTo>
                    <a:pt x="1150" y="257"/>
                  </a:moveTo>
                  <a:cubicBezTo>
                    <a:pt x="1166" y="261"/>
                    <a:pt x="1185" y="273"/>
                    <a:pt x="1203" y="287"/>
                  </a:cubicBezTo>
                  <a:cubicBezTo>
                    <a:pt x="1451" y="473"/>
                    <a:pt x="1593" y="780"/>
                    <a:pt x="1574" y="1078"/>
                  </a:cubicBezTo>
                  <a:cubicBezTo>
                    <a:pt x="1327" y="939"/>
                    <a:pt x="1182" y="663"/>
                    <a:pt x="1112" y="496"/>
                  </a:cubicBezTo>
                  <a:cubicBezTo>
                    <a:pt x="1091" y="443"/>
                    <a:pt x="1067" y="381"/>
                    <a:pt x="1078" y="328"/>
                  </a:cubicBezTo>
                  <a:cubicBezTo>
                    <a:pt x="1084" y="290"/>
                    <a:pt x="1116" y="257"/>
                    <a:pt x="1144" y="257"/>
                  </a:cubicBezTo>
                  <a:close/>
                  <a:moveTo>
                    <a:pt x="241" y="1540"/>
                  </a:moveTo>
                  <a:cubicBezTo>
                    <a:pt x="272" y="1540"/>
                    <a:pt x="305" y="1548"/>
                    <a:pt x="332" y="1555"/>
                  </a:cubicBezTo>
                  <a:cubicBezTo>
                    <a:pt x="527" y="1608"/>
                    <a:pt x="692" y="1720"/>
                    <a:pt x="837" y="1862"/>
                  </a:cubicBezTo>
                  <a:cubicBezTo>
                    <a:pt x="811" y="1864"/>
                    <a:pt x="786" y="1866"/>
                    <a:pt x="760" y="1866"/>
                  </a:cubicBezTo>
                  <a:cubicBezTo>
                    <a:pt x="527" y="1866"/>
                    <a:pt x="293" y="1766"/>
                    <a:pt x="146" y="1592"/>
                  </a:cubicBezTo>
                  <a:cubicBezTo>
                    <a:pt x="153" y="1574"/>
                    <a:pt x="173" y="1555"/>
                    <a:pt x="196" y="1547"/>
                  </a:cubicBezTo>
                  <a:cubicBezTo>
                    <a:pt x="210" y="1542"/>
                    <a:pt x="225" y="1540"/>
                    <a:pt x="241" y="1540"/>
                  </a:cubicBezTo>
                  <a:close/>
                  <a:moveTo>
                    <a:pt x="2348" y="1"/>
                  </a:moveTo>
                  <a:cubicBezTo>
                    <a:pt x="2305" y="1"/>
                    <a:pt x="2262" y="11"/>
                    <a:pt x="2220" y="33"/>
                  </a:cubicBezTo>
                  <a:cubicBezTo>
                    <a:pt x="2128" y="80"/>
                    <a:pt x="2057" y="171"/>
                    <a:pt x="2034" y="271"/>
                  </a:cubicBezTo>
                  <a:cubicBezTo>
                    <a:pt x="1996" y="435"/>
                    <a:pt x="2055" y="596"/>
                    <a:pt x="2104" y="726"/>
                  </a:cubicBezTo>
                  <a:lnTo>
                    <a:pt x="2233" y="1072"/>
                  </a:lnTo>
                  <a:cubicBezTo>
                    <a:pt x="2130" y="1131"/>
                    <a:pt x="2011" y="1163"/>
                    <a:pt x="1892" y="1163"/>
                  </a:cubicBezTo>
                  <a:cubicBezTo>
                    <a:pt x="1830" y="1163"/>
                    <a:pt x="1768" y="1155"/>
                    <a:pt x="1709" y="1137"/>
                  </a:cubicBezTo>
                  <a:cubicBezTo>
                    <a:pt x="1708" y="1137"/>
                    <a:pt x="1706" y="1136"/>
                    <a:pt x="1705" y="1136"/>
                  </a:cubicBezTo>
                  <a:cubicBezTo>
                    <a:pt x="1746" y="777"/>
                    <a:pt x="1582" y="403"/>
                    <a:pt x="1284" y="179"/>
                  </a:cubicBezTo>
                  <a:cubicBezTo>
                    <a:pt x="1252" y="155"/>
                    <a:pt x="1215" y="131"/>
                    <a:pt x="1169" y="124"/>
                  </a:cubicBezTo>
                  <a:cubicBezTo>
                    <a:pt x="1160" y="123"/>
                    <a:pt x="1152" y="122"/>
                    <a:pt x="1144" y="122"/>
                  </a:cubicBezTo>
                  <a:cubicBezTo>
                    <a:pt x="1044" y="122"/>
                    <a:pt x="961" y="210"/>
                    <a:pt x="944" y="303"/>
                  </a:cubicBezTo>
                  <a:cubicBezTo>
                    <a:pt x="928" y="389"/>
                    <a:pt x="956" y="471"/>
                    <a:pt x="987" y="548"/>
                  </a:cubicBezTo>
                  <a:cubicBezTo>
                    <a:pt x="1122" y="872"/>
                    <a:pt x="1319" y="1105"/>
                    <a:pt x="1552" y="1220"/>
                  </a:cubicBezTo>
                  <a:cubicBezTo>
                    <a:pt x="1483" y="1500"/>
                    <a:pt x="1264" y="1743"/>
                    <a:pt x="994" y="1830"/>
                  </a:cubicBezTo>
                  <a:cubicBezTo>
                    <a:pt x="822" y="1644"/>
                    <a:pt x="618" y="1492"/>
                    <a:pt x="366" y="1425"/>
                  </a:cubicBezTo>
                  <a:cubicBezTo>
                    <a:pt x="330" y="1415"/>
                    <a:pt x="286" y="1406"/>
                    <a:pt x="240" y="1406"/>
                  </a:cubicBezTo>
                  <a:cubicBezTo>
                    <a:pt x="212" y="1406"/>
                    <a:pt x="183" y="1409"/>
                    <a:pt x="154" y="1419"/>
                  </a:cubicBezTo>
                  <a:cubicBezTo>
                    <a:pt x="61" y="1450"/>
                    <a:pt x="0" y="1537"/>
                    <a:pt x="11" y="1623"/>
                  </a:cubicBezTo>
                  <a:lnTo>
                    <a:pt x="14" y="1642"/>
                  </a:lnTo>
                  <a:lnTo>
                    <a:pt x="25" y="1656"/>
                  </a:lnTo>
                  <a:cubicBezTo>
                    <a:pt x="195" y="1874"/>
                    <a:pt x="479" y="2001"/>
                    <a:pt x="761" y="2001"/>
                  </a:cubicBezTo>
                  <a:cubicBezTo>
                    <a:pt x="824" y="2001"/>
                    <a:pt x="886" y="1994"/>
                    <a:pt x="948" y="1982"/>
                  </a:cubicBezTo>
                  <a:cubicBezTo>
                    <a:pt x="1058" y="2110"/>
                    <a:pt x="1155" y="2253"/>
                    <a:pt x="1242" y="2392"/>
                  </a:cubicBezTo>
                  <a:cubicBezTo>
                    <a:pt x="1621" y="2995"/>
                    <a:pt x="1936" y="3641"/>
                    <a:pt x="2179" y="4309"/>
                  </a:cubicBezTo>
                  <a:cubicBezTo>
                    <a:pt x="2189" y="4336"/>
                    <a:pt x="2215" y="4353"/>
                    <a:pt x="2242" y="4353"/>
                  </a:cubicBezTo>
                  <a:cubicBezTo>
                    <a:pt x="2250" y="4353"/>
                    <a:pt x="2257" y="4352"/>
                    <a:pt x="2266" y="4350"/>
                  </a:cubicBezTo>
                  <a:cubicBezTo>
                    <a:pt x="2300" y="4337"/>
                    <a:pt x="2318" y="4299"/>
                    <a:pt x="2305" y="4263"/>
                  </a:cubicBezTo>
                  <a:cubicBezTo>
                    <a:pt x="2060" y="3585"/>
                    <a:pt x="1740" y="2931"/>
                    <a:pt x="1357" y="2320"/>
                  </a:cubicBezTo>
                  <a:cubicBezTo>
                    <a:pt x="1276" y="2192"/>
                    <a:pt x="1188" y="2062"/>
                    <a:pt x="1089" y="1940"/>
                  </a:cubicBezTo>
                  <a:cubicBezTo>
                    <a:pt x="1376" y="1827"/>
                    <a:pt x="1600" y="1571"/>
                    <a:pt x="1679" y="1269"/>
                  </a:cubicBezTo>
                  <a:cubicBezTo>
                    <a:pt x="1750" y="1290"/>
                    <a:pt x="1822" y="1300"/>
                    <a:pt x="1895" y="1300"/>
                  </a:cubicBezTo>
                  <a:cubicBezTo>
                    <a:pt x="2029" y="1300"/>
                    <a:pt x="2163" y="1266"/>
                    <a:pt x="2281" y="1202"/>
                  </a:cubicBezTo>
                  <a:lnTo>
                    <a:pt x="3267" y="3853"/>
                  </a:lnTo>
                  <a:cubicBezTo>
                    <a:pt x="3277" y="3880"/>
                    <a:pt x="3303" y="3897"/>
                    <a:pt x="3331" y="3897"/>
                  </a:cubicBezTo>
                  <a:cubicBezTo>
                    <a:pt x="3339" y="3897"/>
                    <a:pt x="3347" y="3896"/>
                    <a:pt x="3354" y="3893"/>
                  </a:cubicBezTo>
                  <a:cubicBezTo>
                    <a:pt x="3389" y="3880"/>
                    <a:pt x="3407" y="3840"/>
                    <a:pt x="3394" y="3806"/>
                  </a:cubicBezTo>
                  <a:lnTo>
                    <a:pt x="2396" y="1125"/>
                  </a:lnTo>
                  <a:cubicBezTo>
                    <a:pt x="2426" y="1101"/>
                    <a:pt x="2454" y="1075"/>
                    <a:pt x="2480" y="1047"/>
                  </a:cubicBezTo>
                  <a:cubicBezTo>
                    <a:pt x="2680" y="829"/>
                    <a:pt x="2739" y="499"/>
                    <a:pt x="2626" y="226"/>
                  </a:cubicBezTo>
                  <a:cubicBezTo>
                    <a:pt x="2582" y="122"/>
                    <a:pt x="2521" y="52"/>
                    <a:pt x="2443" y="20"/>
                  </a:cubicBezTo>
                  <a:cubicBezTo>
                    <a:pt x="2413" y="7"/>
                    <a:pt x="2381" y="1"/>
                    <a:pt x="2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</p:grpSp>
      <p:grpSp>
        <p:nvGrpSpPr>
          <p:cNvPr id="1561" name="Google Shape;1561;p72"/>
          <p:cNvGrpSpPr/>
          <p:nvPr/>
        </p:nvGrpSpPr>
        <p:grpSpPr>
          <a:xfrm>
            <a:off x="7809148" y="451361"/>
            <a:ext cx="537659" cy="641898"/>
            <a:chOff x="1524325" y="2743250"/>
            <a:chExt cx="246350" cy="294125"/>
          </a:xfrm>
        </p:grpSpPr>
        <p:sp>
          <p:nvSpPr>
            <p:cNvPr id="1562" name="Google Shape;1562;p72"/>
            <p:cNvSpPr/>
            <p:nvPr/>
          </p:nvSpPr>
          <p:spPr>
            <a:xfrm>
              <a:off x="1524325" y="2743250"/>
              <a:ext cx="246350" cy="294125"/>
            </a:xfrm>
            <a:custGeom>
              <a:rect b="b" l="l" r="r" t="t"/>
              <a:pathLst>
                <a:path extrusionOk="0" h="11765" w="9854">
                  <a:moveTo>
                    <a:pt x="4576" y="260"/>
                  </a:moveTo>
                  <a:cubicBezTo>
                    <a:pt x="5377" y="260"/>
                    <a:pt x="6153" y="479"/>
                    <a:pt x="6894" y="904"/>
                  </a:cubicBezTo>
                  <a:cubicBezTo>
                    <a:pt x="8319" y="1721"/>
                    <a:pt x="9294" y="3309"/>
                    <a:pt x="9376" y="4949"/>
                  </a:cubicBezTo>
                  <a:cubicBezTo>
                    <a:pt x="9395" y="5316"/>
                    <a:pt x="9375" y="5711"/>
                    <a:pt x="9313" y="6230"/>
                  </a:cubicBezTo>
                  <a:cubicBezTo>
                    <a:pt x="9159" y="7512"/>
                    <a:pt x="8872" y="8493"/>
                    <a:pt x="8410" y="9318"/>
                  </a:cubicBezTo>
                  <a:cubicBezTo>
                    <a:pt x="7849" y="10320"/>
                    <a:pt x="6994" y="11066"/>
                    <a:pt x="6061" y="11364"/>
                  </a:cubicBezTo>
                  <a:cubicBezTo>
                    <a:pt x="5772" y="11456"/>
                    <a:pt x="5484" y="11503"/>
                    <a:pt x="5210" y="11503"/>
                  </a:cubicBezTo>
                  <a:cubicBezTo>
                    <a:pt x="4952" y="11503"/>
                    <a:pt x="4708" y="11462"/>
                    <a:pt x="4487" y="11380"/>
                  </a:cubicBezTo>
                  <a:cubicBezTo>
                    <a:pt x="3971" y="11189"/>
                    <a:pt x="3774" y="11020"/>
                    <a:pt x="3688" y="10540"/>
                  </a:cubicBezTo>
                  <a:cubicBezTo>
                    <a:pt x="3651" y="10324"/>
                    <a:pt x="3477" y="9824"/>
                    <a:pt x="3495" y="9600"/>
                  </a:cubicBezTo>
                  <a:cubicBezTo>
                    <a:pt x="3516" y="9332"/>
                    <a:pt x="3539" y="9056"/>
                    <a:pt x="3474" y="8782"/>
                  </a:cubicBezTo>
                  <a:cubicBezTo>
                    <a:pt x="3308" y="8086"/>
                    <a:pt x="2636" y="7650"/>
                    <a:pt x="2145" y="7384"/>
                  </a:cubicBezTo>
                  <a:cubicBezTo>
                    <a:pt x="2083" y="7350"/>
                    <a:pt x="2021" y="7317"/>
                    <a:pt x="1958" y="7284"/>
                  </a:cubicBezTo>
                  <a:lnTo>
                    <a:pt x="1950" y="7280"/>
                  </a:lnTo>
                  <a:cubicBezTo>
                    <a:pt x="1473" y="7025"/>
                    <a:pt x="979" y="6763"/>
                    <a:pt x="696" y="6327"/>
                  </a:cubicBezTo>
                  <a:cubicBezTo>
                    <a:pt x="555" y="6109"/>
                    <a:pt x="459" y="5839"/>
                    <a:pt x="394" y="5474"/>
                  </a:cubicBezTo>
                  <a:cubicBezTo>
                    <a:pt x="267" y="4766"/>
                    <a:pt x="318" y="4009"/>
                    <a:pt x="541" y="3285"/>
                  </a:cubicBezTo>
                  <a:cubicBezTo>
                    <a:pt x="1022" y="1732"/>
                    <a:pt x="2281" y="769"/>
                    <a:pt x="3092" y="505"/>
                  </a:cubicBezTo>
                  <a:cubicBezTo>
                    <a:pt x="3595" y="341"/>
                    <a:pt x="4090" y="260"/>
                    <a:pt x="4576" y="260"/>
                  </a:cubicBezTo>
                  <a:close/>
                  <a:moveTo>
                    <a:pt x="4424" y="1"/>
                  </a:moveTo>
                  <a:cubicBezTo>
                    <a:pt x="3870" y="1"/>
                    <a:pt x="3314" y="85"/>
                    <a:pt x="2785" y="258"/>
                  </a:cubicBezTo>
                  <a:cubicBezTo>
                    <a:pt x="1571" y="652"/>
                    <a:pt x="658" y="2024"/>
                    <a:pt x="291" y="3208"/>
                  </a:cubicBezTo>
                  <a:cubicBezTo>
                    <a:pt x="55" y="3971"/>
                    <a:pt x="1" y="4771"/>
                    <a:pt x="135" y="5521"/>
                  </a:cubicBezTo>
                  <a:cubicBezTo>
                    <a:pt x="207" y="5920"/>
                    <a:pt x="315" y="6221"/>
                    <a:pt x="476" y="6469"/>
                  </a:cubicBezTo>
                  <a:cubicBezTo>
                    <a:pt x="795" y="6962"/>
                    <a:pt x="784" y="7172"/>
                    <a:pt x="1290" y="7441"/>
                  </a:cubicBezTo>
                  <a:cubicBezTo>
                    <a:pt x="1355" y="7476"/>
                    <a:pt x="1956" y="7580"/>
                    <a:pt x="2020" y="7614"/>
                  </a:cubicBezTo>
                  <a:cubicBezTo>
                    <a:pt x="2466" y="7857"/>
                    <a:pt x="3077" y="8249"/>
                    <a:pt x="3218" y="8843"/>
                  </a:cubicBezTo>
                  <a:cubicBezTo>
                    <a:pt x="3274" y="9076"/>
                    <a:pt x="3255" y="9320"/>
                    <a:pt x="3234" y="9579"/>
                  </a:cubicBezTo>
                  <a:cubicBezTo>
                    <a:pt x="3215" y="9821"/>
                    <a:pt x="3195" y="10070"/>
                    <a:pt x="3240" y="10319"/>
                  </a:cubicBezTo>
                  <a:cubicBezTo>
                    <a:pt x="3340" y="10889"/>
                    <a:pt x="3794" y="11402"/>
                    <a:pt x="4396" y="11626"/>
                  </a:cubicBezTo>
                  <a:cubicBezTo>
                    <a:pt x="4644" y="11717"/>
                    <a:pt x="4918" y="11764"/>
                    <a:pt x="5211" y="11764"/>
                  </a:cubicBezTo>
                  <a:cubicBezTo>
                    <a:pt x="5515" y="11764"/>
                    <a:pt x="5828" y="11714"/>
                    <a:pt x="6140" y="11614"/>
                  </a:cubicBezTo>
                  <a:cubicBezTo>
                    <a:pt x="7151" y="11291"/>
                    <a:pt x="8037" y="10521"/>
                    <a:pt x="8639" y="9445"/>
                  </a:cubicBezTo>
                  <a:cubicBezTo>
                    <a:pt x="9117" y="8591"/>
                    <a:pt x="9414" y="7578"/>
                    <a:pt x="9572" y="6261"/>
                  </a:cubicBezTo>
                  <a:cubicBezTo>
                    <a:pt x="9637" y="5727"/>
                    <a:pt x="9853" y="5252"/>
                    <a:pt x="9834" y="4869"/>
                  </a:cubicBezTo>
                  <a:cubicBezTo>
                    <a:pt x="9747" y="3141"/>
                    <a:pt x="8524" y="1538"/>
                    <a:pt x="7024" y="677"/>
                  </a:cubicBezTo>
                  <a:cubicBezTo>
                    <a:pt x="6244" y="230"/>
                    <a:pt x="5336" y="1"/>
                    <a:pt x="4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563" name="Google Shape;1563;p72"/>
            <p:cNvSpPr/>
            <p:nvPr/>
          </p:nvSpPr>
          <p:spPr>
            <a:xfrm>
              <a:off x="1547000" y="2776375"/>
              <a:ext cx="81750" cy="72700"/>
            </a:xfrm>
            <a:custGeom>
              <a:rect b="b" l="l" r="r" t="t"/>
              <a:pathLst>
                <a:path extrusionOk="0" h="2908" w="3270">
                  <a:moveTo>
                    <a:pt x="1800" y="248"/>
                  </a:moveTo>
                  <a:cubicBezTo>
                    <a:pt x="2191" y="248"/>
                    <a:pt x="2675" y="374"/>
                    <a:pt x="2873" y="656"/>
                  </a:cubicBezTo>
                  <a:cubicBezTo>
                    <a:pt x="2963" y="783"/>
                    <a:pt x="3000" y="943"/>
                    <a:pt x="2978" y="1097"/>
                  </a:cubicBezTo>
                  <a:cubicBezTo>
                    <a:pt x="2928" y="1428"/>
                    <a:pt x="2932" y="1447"/>
                    <a:pt x="2684" y="1585"/>
                  </a:cubicBezTo>
                  <a:cubicBezTo>
                    <a:pt x="2583" y="1641"/>
                    <a:pt x="2050" y="1747"/>
                    <a:pt x="1946" y="1797"/>
                  </a:cubicBezTo>
                  <a:lnTo>
                    <a:pt x="1741" y="1957"/>
                  </a:lnTo>
                  <a:cubicBezTo>
                    <a:pt x="1521" y="2063"/>
                    <a:pt x="1435" y="2310"/>
                    <a:pt x="1238" y="2473"/>
                  </a:cubicBezTo>
                  <a:cubicBezTo>
                    <a:pt x="1205" y="2501"/>
                    <a:pt x="853" y="2583"/>
                    <a:pt x="764" y="2622"/>
                  </a:cubicBezTo>
                  <a:cubicBezTo>
                    <a:pt x="721" y="2640"/>
                    <a:pt x="686" y="2649"/>
                    <a:pt x="656" y="2649"/>
                  </a:cubicBezTo>
                  <a:cubicBezTo>
                    <a:pt x="546" y="2649"/>
                    <a:pt x="506" y="2530"/>
                    <a:pt x="396" y="2304"/>
                  </a:cubicBezTo>
                  <a:cubicBezTo>
                    <a:pt x="268" y="2037"/>
                    <a:pt x="294" y="1654"/>
                    <a:pt x="469" y="1251"/>
                  </a:cubicBezTo>
                  <a:cubicBezTo>
                    <a:pt x="632" y="871"/>
                    <a:pt x="905" y="537"/>
                    <a:pt x="1181" y="380"/>
                  </a:cubicBezTo>
                  <a:cubicBezTo>
                    <a:pt x="1332" y="295"/>
                    <a:pt x="1552" y="248"/>
                    <a:pt x="1800" y="248"/>
                  </a:cubicBezTo>
                  <a:close/>
                  <a:moveTo>
                    <a:pt x="1988" y="0"/>
                  </a:moveTo>
                  <a:cubicBezTo>
                    <a:pt x="1871" y="0"/>
                    <a:pt x="1762" y="23"/>
                    <a:pt x="1661" y="58"/>
                  </a:cubicBezTo>
                  <a:cubicBezTo>
                    <a:pt x="1441" y="73"/>
                    <a:pt x="1238" y="124"/>
                    <a:pt x="1085" y="211"/>
                  </a:cubicBezTo>
                  <a:cubicBezTo>
                    <a:pt x="888" y="322"/>
                    <a:pt x="704" y="500"/>
                    <a:pt x="549" y="714"/>
                  </a:cubicBezTo>
                  <a:cubicBezTo>
                    <a:pt x="415" y="831"/>
                    <a:pt x="300" y="974"/>
                    <a:pt x="222" y="1157"/>
                  </a:cubicBezTo>
                  <a:cubicBezTo>
                    <a:pt x="23" y="1626"/>
                    <a:pt x="1" y="2085"/>
                    <a:pt x="160" y="2418"/>
                  </a:cubicBezTo>
                  <a:cubicBezTo>
                    <a:pt x="299" y="2706"/>
                    <a:pt x="604" y="2908"/>
                    <a:pt x="903" y="2908"/>
                  </a:cubicBezTo>
                  <a:cubicBezTo>
                    <a:pt x="992" y="2908"/>
                    <a:pt x="1077" y="2890"/>
                    <a:pt x="1159" y="2856"/>
                  </a:cubicBezTo>
                  <a:cubicBezTo>
                    <a:pt x="1289" y="2801"/>
                    <a:pt x="1393" y="2707"/>
                    <a:pt x="1484" y="2625"/>
                  </a:cubicBezTo>
                  <a:cubicBezTo>
                    <a:pt x="1514" y="2598"/>
                    <a:pt x="1544" y="2570"/>
                    <a:pt x="1576" y="2544"/>
                  </a:cubicBezTo>
                  <a:cubicBezTo>
                    <a:pt x="1749" y="2402"/>
                    <a:pt x="1952" y="2303"/>
                    <a:pt x="2169" y="2199"/>
                  </a:cubicBezTo>
                  <a:cubicBezTo>
                    <a:pt x="2278" y="2146"/>
                    <a:pt x="2391" y="2092"/>
                    <a:pt x="2500" y="2031"/>
                  </a:cubicBezTo>
                  <a:cubicBezTo>
                    <a:pt x="2801" y="1864"/>
                    <a:pt x="3171" y="1573"/>
                    <a:pt x="3236" y="1136"/>
                  </a:cubicBezTo>
                  <a:cubicBezTo>
                    <a:pt x="3270" y="917"/>
                    <a:pt x="3215" y="687"/>
                    <a:pt x="3088" y="505"/>
                  </a:cubicBezTo>
                  <a:cubicBezTo>
                    <a:pt x="2912" y="255"/>
                    <a:pt x="2561" y="75"/>
                    <a:pt x="2127" y="11"/>
                  </a:cubicBezTo>
                  <a:cubicBezTo>
                    <a:pt x="2079" y="4"/>
                    <a:pt x="2033" y="0"/>
                    <a:pt x="19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564" name="Google Shape;1564;p72"/>
            <p:cNvSpPr/>
            <p:nvPr/>
          </p:nvSpPr>
          <p:spPr>
            <a:xfrm>
              <a:off x="1646375" y="2771225"/>
              <a:ext cx="68475" cy="74875"/>
            </a:xfrm>
            <a:custGeom>
              <a:rect b="b" l="l" r="r" t="t"/>
              <a:pathLst>
                <a:path extrusionOk="0" h="2995" w="2739">
                  <a:moveTo>
                    <a:pt x="1250" y="363"/>
                  </a:moveTo>
                  <a:cubicBezTo>
                    <a:pt x="1413" y="363"/>
                    <a:pt x="1571" y="399"/>
                    <a:pt x="1694" y="482"/>
                  </a:cubicBezTo>
                  <a:cubicBezTo>
                    <a:pt x="1966" y="664"/>
                    <a:pt x="2299" y="1142"/>
                    <a:pt x="2427" y="1794"/>
                  </a:cubicBezTo>
                  <a:cubicBezTo>
                    <a:pt x="2473" y="2029"/>
                    <a:pt x="2470" y="2219"/>
                    <a:pt x="2415" y="2376"/>
                  </a:cubicBezTo>
                  <a:cubicBezTo>
                    <a:pt x="2353" y="2556"/>
                    <a:pt x="2214" y="2694"/>
                    <a:pt x="2059" y="2725"/>
                  </a:cubicBezTo>
                  <a:cubicBezTo>
                    <a:pt x="2033" y="2730"/>
                    <a:pt x="2007" y="2733"/>
                    <a:pt x="1981" y="2733"/>
                  </a:cubicBezTo>
                  <a:cubicBezTo>
                    <a:pt x="1780" y="2733"/>
                    <a:pt x="1593" y="2587"/>
                    <a:pt x="1493" y="2492"/>
                  </a:cubicBezTo>
                  <a:cubicBezTo>
                    <a:pt x="1429" y="2431"/>
                    <a:pt x="1366" y="2363"/>
                    <a:pt x="1306" y="2297"/>
                  </a:cubicBezTo>
                  <a:lnTo>
                    <a:pt x="1304" y="2295"/>
                  </a:lnTo>
                  <a:cubicBezTo>
                    <a:pt x="1194" y="2174"/>
                    <a:pt x="1179" y="1983"/>
                    <a:pt x="1033" y="1890"/>
                  </a:cubicBezTo>
                  <a:cubicBezTo>
                    <a:pt x="884" y="1797"/>
                    <a:pt x="650" y="1773"/>
                    <a:pt x="582" y="1736"/>
                  </a:cubicBezTo>
                  <a:cubicBezTo>
                    <a:pt x="481" y="1679"/>
                    <a:pt x="525" y="1707"/>
                    <a:pt x="449" y="1637"/>
                  </a:cubicBezTo>
                  <a:cubicBezTo>
                    <a:pt x="336" y="1529"/>
                    <a:pt x="272" y="1372"/>
                    <a:pt x="269" y="1193"/>
                  </a:cubicBezTo>
                  <a:cubicBezTo>
                    <a:pt x="265" y="989"/>
                    <a:pt x="342" y="787"/>
                    <a:pt x="475" y="650"/>
                  </a:cubicBezTo>
                  <a:cubicBezTo>
                    <a:pt x="643" y="478"/>
                    <a:pt x="956" y="363"/>
                    <a:pt x="1250" y="363"/>
                  </a:cubicBezTo>
                  <a:close/>
                  <a:moveTo>
                    <a:pt x="1122" y="0"/>
                  </a:moveTo>
                  <a:cubicBezTo>
                    <a:pt x="813" y="0"/>
                    <a:pt x="528" y="222"/>
                    <a:pt x="287" y="468"/>
                  </a:cubicBezTo>
                  <a:cubicBezTo>
                    <a:pt x="106" y="653"/>
                    <a:pt x="1" y="926"/>
                    <a:pt x="6" y="1197"/>
                  </a:cubicBezTo>
                  <a:cubicBezTo>
                    <a:pt x="11" y="1447"/>
                    <a:pt x="105" y="1671"/>
                    <a:pt x="270" y="1827"/>
                  </a:cubicBezTo>
                  <a:cubicBezTo>
                    <a:pt x="369" y="1921"/>
                    <a:pt x="484" y="1984"/>
                    <a:pt x="595" y="2046"/>
                  </a:cubicBezTo>
                  <a:cubicBezTo>
                    <a:pt x="663" y="2084"/>
                    <a:pt x="727" y="2119"/>
                    <a:pt x="787" y="2162"/>
                  </a:cubicBezTo>
                  <a:cubicBezTo>
                    <a:pt x="904" y="2245"/>
                    <a:pt x="1004" y="2354"/>
                    <a:pt x="1111" y="2471"/>
                  </a:cubicBezTo>
                  <a:cubicBezTo>
                    <a:pt x="1175" y="2541"/>
                    <a:pt x="1241" y="2615"/>
                    <a:pt x="1314" y="2683"/>
                  </a:cubicBezTo>
                  <a:cubicBezTo>
                    <a:pt x="1438" y="2800"/>
                    <a:pt x="1688" y="2994"/>
                    <a:pt x="1981" y="2994"/>
                  </a:cubicBezTo>
                  <a:cubicBezTo>
                    <a:pt x="2025" y="2994"/>
                    <a:pt x="2069" y="2990"/>
                    <a:pt x="2112" y="2981"/>
                  </a:cubicBezTo>
                  <a:cubicBezTo>
                    <a:pt x="2355" y="2932"/>
                    <a:pt x="2572" y="2728"/>
                    <a:pt x="2663" y="2461"/>
                  </a:cubicBezTo>
                  <a:cubicBezTo>
                    <a:pt x="2732" y="2259"/>
                    <a:pt x="2739" y="2024"/>
                    <a:pt x="2684" y="1743"/>
                  </a:cubicBezTo>
                  <a:cubicBezTo>
                    <a:pt x="2649" y="1564"/>
                    <a:pt x="2552" y="1351"/>
                    <a:pt x="2421" y="1139"/>
                  </a:cubicBezTo>
                  <a:cubicBezTo>
                    <a:pt x="2275" y="806"/>
                    <a:pt x="2065" y="496"/>
                    <a:pt x="1803" y="319"/>
                  </a:cubicBezTo>
                  <a:cubicBezTo>
                    <a:pt x="1762" y="293"/>
                    <a:pt x="1720" y="269"/>
                    <a:pt x="1675" y="250"/>
                  </a:cubicBezTo>
                  <a:cubicBezTo>
                    <a:pt x="1621" y="204"/>
                    <a:pt x="1568" y="163"/>
                    <a:pt x="1518" y="129"/>
                  </a:cubicBezTo>
                  <a:cubicBezTo>
                    <a:pt x="1383" y="39"/>
                    <a:pt x="1250" y="0"/>
                    <a:pt x="1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565" name="Google Shape;1565;p72"/>
            <p:cNvSpPr/>
            <p:nvPr/>
          </p:nvSpPr>
          <p:spPr>
            <a:xfrm>
              <a:off x="1697225" y="2852600"/>
              <a:ext cx="57100" cy="79325"/>
            </a:xfrm>
            <a:custGeom>
              <a:rect b="b" l="l" r="r" t="t"/>
              <a:pathLst>
                <a:path extrusionOk="0" h="3173" w="2284">
                  <a:moveTo>
                    <a:pt x="1024" y="281"/>
                  </a:moveTo>
                  <a:cubicBezTo>
                    <a:pt x="1047" y="281"/>
                    <a:pt x="1070" y="282"/>
                    <a:pt x="1091" y="284"/>
                  </a:cubicBezTo>
                  <a:cubicBezTo>
                    <a:pt x="1465" y="323"/>
                    <a:pt x="1951" y="526"/>
                    <a:pt x="1983" y="937"/>
                  </a:cubicBezTo>
                  <a:cubicBezTo>
                    <a:pt x="2009" y="1265"/>
                    <a:pt x="1839" y="2018"/>
                    <a:pt x="1408" y="2523"/>
                  </a:cubicBezTo>
                  <a:cubicBezTo>
                    <a:pt x="1252" y="2706"/>
                    <a:pt x="1100" y="2821"/>
                    <a:pt x="943" y="2876"/>
                  </a:cubicBezTo>
                  <a:cubicBezTo>
                    <a:pt x="876" y="2900"/>
                    <a:pt x="808" y="2911"/>
                    <a:pt x="742" y="2911"/>
                  </a:cubicBezTo>
                  <a:cubicBezTo>
                    <a:pt x="630" y="2911"/>
                    <a:pt x="525" y="2878"/>
                    <a:pt x="449" y="2814"/>
                  </a:cubicBezTo>
                  <a:cubicBezTo>
                    <a:pt x="270" y="2663"/>
                    <a:pt x="267" y="2381"/>
                    <a:pt x="280" y="2226"/>
                  </a:cubicBezTo>
                  <a:cubicBezTo>
                    <a:pt x="288" y="2138"/>
                    <a:pt x="303" y="2046"/>
                    <a:pt x="317" y="1955"/>
                  </a:cubicBezTo>
                  <a:cubicBezTo>
                    <a:pt x="344" y="1793"/>
                    <a:pt x="434" y="1769"/>
                    <a:pt x="425" y="1596"/>
                  </a:cubicBezTo>
                  <a:cubicBezTo>
                    <a:pt x="421" y="1509"/>
                    <a:pt x="438" y="1440"/>
                    <a:pt x="425" y="1359"/>
                  </a:cubicBezTo>
                  <a:cubicBezTo>
                    <a:pt x="407" y="1245"/>
                    <a:pt x="295" y="980"/>
                    <a:pt x="303" y="876"/>
                  </a:cubicBezTo>
                  <a:cubicBezTo>
                    <a:pt x="317" y="721"/>
                    <a:pt x="400" y="573"/>
                    <a:pt x="538" y="459"/>
                  </a:cubicBezTo>
                  <a:cubicBezTo>
                    <a:pt x="676" y="346"/>
                    <a:pt x="853" y="281"/>
                    <a:pt x="1024" y="281"/>
                  </a:cubicBezTo>
                  <a:close/>
                  <a:moveTo>
                    <a:pt x="803" y="1"/>
                  </a:moveTo>
                  <a:cubicBezTo>
                    <a:pt x="640" y="1"/>
                    <a:pt x="482" y="29"/>
                    <a:pt x="354" y="135"/>
                  </a:cubicBezTo>
                  <a:cubicBezTo>
                    <a:pt x="162" y="293"/>
                    <a:pt x="62" y="627"/>
                    <a:pt x="42" y="854"/>
                  </a:cubicBezTo>
                  <a:cubicBezTo>
                    <a:pt x="31" y="989"/>
                    <a:pt x="51" y="1118"/>
                    <a:pt x="71" y="1243"/>
                  </a:cubicBezTo>
                  <a:lnTo>
                    <a:pt x="137" y="1233"/>
                  </a:lnTo>
                  <a:lnTo>
                    <a:pt x="137" y="1233"/>
                  </a:lnTo>
                  <a:lnTo>
                    <a:pt x="72" y="1246"/>
                  </a:lnTo>
                  <a:cubicBezTo>
                    <a:pt x="84" y="1323"/>
                    <a:pt x="96" y="1395"/>
                    <a:pt x="100" y="1467"/>
                  </a:cubicBezTo>
                  <a:cubicBezTo>
                    <a:pt x="108" y="1611"/>
                    <a:pt x="84" y="1757"/>
                    <a:pt x="58" y="1912"/>
                  </a:cubicBezTo>
                  <a:lnTo>
                    <a:pt x="58" y="1914"/>
                  </a:lnTo>
                  <a:cubicBezTo>
                    <a:pt x="43" y="2008"/>
                    <a:pt x="27" y="2105"/>
                    <a:pt x="19" y="2203"/>
                  </a:cubicBezTo>
                  <a:cubicBezTo>
                    <a:pt x="1" y="2409"/>
                    <a:pt x="11" y="2787"/>
                    <a:pt x="280" y="3014"/>
                  </a:cubicBezTo>
                  <a:cubicBezTo>
                    <a:pt x="401" y="3116"/>
                    <a:pt x="566" y="3173"/>
                    <a:pt x="744" y="3173"/>
                  </a:cubicBezTo>
                  <a:cubicBezTo>
                    <a:pt x="841" y="3173"/>
                    <a:pt x="938" y="3156"/>
                    <a:pt x="1031" y="3124"/>
                  </a:cubicBezTo>
                  <a:cubicBezTo>
                    <a:pt x="1231" y="3052"/>
                    <a:pt x="1420" y="2911"/>
                    <a:pt x="1606" y="2694"/>
                  </a:cubicBezTo>
                  <a:cubicBezTo>
                    <a:pt x="1952" y="2288"/>
                    <a:pt x="2284" y="1643"/>
                    <a:pt x="2242" y="1114"/>
                  </a:cubicBezTo>
                  <a:cubicBezTo>
                    <a:pt x="2198" y="562"/>
                    <a:pt x="1602" y="75"/>
                    <a:pt x="1119" y="23"/>
                  </a:cubicBezTo>
                  <a:cubicBezTo>
                    <a:pt x="1017" y="13"/>
                    <a:pt x="909" y="1"/>
                    <a:pt x="8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566" name="Google Shape;1566;p72"/>
            <p:cNvSpPr/>
            <p:nvPr/>
          </p:nvSpPr>
          <p:spPr>
            <a:xfrm>
              <a:off x="1677700" y="2941350"/>
              <a:ext cx="45925" cy="63125"/>
            </a:xfrm>
            <a:custGeom>
              <a:rect b="b" l="l" r="r" t="t"/>
              <a:pathLst>
                <a:path extrusionOk="0" h="2525" w="1837">
                  <a:moveTo>
                    <a:pt x="822" y="262"/>
                  </a:moveTo>
                  <a:cubicBezTo>
                    <a:pt x="838" y="262"/>
                    <a:pt x="855" y="263"/>
                    <a:pt x="871" y="264"/>
                  </a:cubicBezTo>
                  <a:cubicBezTo>
                    <a:pt x="1153" y="294"/>
                    <a:pt x="1444" y="370"/>
                    <a:pt x="1468" y="679"/>
                  </a:cubicBezTo>
                  <a:cubicBezTo>
                    <a:pt x="1487" y="921"/>
                    <a:pt x="1431" y="1582"/>
                    <a:pt x="1100" y="1970"/>
                  </a:cubicBezTo>
                  <a:cubicBezTo>
                    <a:pt x="982" y="2108"/>
                    <a:pt x="867" y="2195"/>
                    <a:pt x="750" y="2237"/>
                  </a:cubicBezTo>
                  <a:cubicBezTo>
                    <a:pt x="720" y="2248"/>
                    <a:pt x="696" y="2252"/>
                    <a:pt x="677" y="2252"/>
                  </a:cubicBezTo>
                  <a:cubicBezTo>
                    <a:pt x="612" y="2252"/>
                    <a:pt x="595" y="2199"/>
                    <a:pt x="529" y="2142"/>
                  </a:cubicBezTo>
                  <a:cubicBezTo>
                    <a:pt x="398" y="2033"/>
                    <a:pt x="353" y="2001"/>
                    <a:pt x="364" y="1885"/>
                  </a:cubicBezTo>
                  <a:cubicBezTo>
                    <a:pt x="369" y="1817"/>
                    <a:pt x="286" y="1619"/>
                    <a:pt x="297" y="1551"/>
                  </a:cubicBezTo>
                  <a:lnTo>
                    <a:pt x="298" y="1548"/>
                  </a:lnTo>
                  <a:cubicBezTo>
                    <a:pt x="318" y="1420"/>
                    <a:pt x="341" y="1287"/>
                    <a:pt x="332" y="1148"/>
                  </a:cubicBezTo>
                  <a:cubicBezTo>
                    <a:pt x="329" y="1079"/>
                    <a:pt x="318" y="1014"/>
                    <a:pt x="307" y="950"/>
                  </a:cubicBezTo>
                  <a:cubicBezTo>
                    <a:pt x="294" y="862"/>
                    <a:pt x="280" y="780"/>
                    <a:pt x="287" y="702"/>
                  </a:cubicBezTo>
                  <a:cubicBezTo>
                    <a:pt x="297" y="587"/>
                    <a:pt x="358" y="478"/>
                    <a:pt x="460" y="395"/>
                  </a:cubicBezTo>
                  <a:cubicBezTo>
                    <a:pt x="563" y="311"/>
                    <a:pt x="695" y="262"/>
                    <a:pt x="822" y="262"/>
                  </a:cubicBezTo>
                  <a:close/>
                  <a:moveTo>
                    <a:pt x="822" y="0"/>
                  </a:moveTo>
                  <a:cubicBezTo>
                    <a:pt x="635" y="0"/>
                    <a:pt x="443" y="70"/>
                    <a:pt x="294" y="193"/>
                  </a:cubicBezTo>
                  <a:cubicBezTo>
                    <a:pt x="136" y="323"/>
                    <a:pt x="41" y="495"/>
                    <a:pt x="25" y="679"/>
                  </a:cubicBezTo>
                  <a:cubicBezTo>
                    <a:pt x="16" y="789"/>
                    <a:pt x="33" y="892"/>
                    <a:pt x="49" y="991"/>
                  </a:cubicBezTo>
                  <a:lnTo>
                    <a:pt x="115" y="981"/>
                  </a:lnTo>
                  <a:lnTo>
                    <a:pt x="49" y="993"/>
                  </a:lnTo>
                  <a:cubicBezTo>
                    <a:pt x="59" y="1053"/>
                    <a:pt x="68" y="1109"/>
                    <a:pt x="71" y="1162"/>
                  </a:cubicBezTo>
                  <a:cubicBezTo>
                    <a:pt x="77" y="1273"/>
                    <a:pt x="59" y="1387"/>
                    <a:pt x="39" y="1506"/>
                  </a:cubicBezTo>
                  <a:cubicBezTo>
                    <a:pt x="26" y="1580"/>
                    <a:pt x="117" y="1960"/>
                    <a:pt x="111" y="2039"/>
                  </a:cubicBezTo>
                  <a:cubicBezTo>
                    <a:pt x="96" y="2206"/>
                    <a:pt x="1" y="2208"/>
                    <a:pt x="222" y="2394"/>
                  </a:cubicBezTo>
                  <a:cubicBezTo>
                    <a:pt x="321" y="2478"/>
                    <a:pt x="457" y="2524"/>
                    <a:pt x="603" y="2524"/>
                  </a:cubicBezTo>
                  <a:cubicBezTo>
                    <a:pt x="682" y="2524"/>
                    <a:pt x="760" y="2511"/>
                    <a:pt x="837" y="2485"/>
                  </a:cubicBezTo>
                  <a:cubicBezTo>
                    <a:pt x="999" y="2427"/>
                    <a:pt x="1150" y="2314"/>
                    <a:pt x="1300" y="2140"/>
                  </a:cubicBezTo>
                  <a:cubicBezTo>
                    <a:pt x="1574" y="1818"/>
                    <a:pt x="1836" y="1305"/>
                    <a:pt x="1803" y="883"/>
                  </a:cubicBezTo>
                  <a:cubicBezTo>
                    <a:pt x="1769" y="438"/>
                    <a:pt x="1289" y="45"/>
                    <a:pt x="899" y="4"/>
                  </a:cubicBezTo>
                  <a:cubicBezTo>
                    <a:pt x="874" y="1"/>
                    <a:pt x="848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</p:grpSp>
      <p:grpSp>
        <p:nvGrpSpPr>
          <p:cNvPr id="1567" name="Google Shape;1567;p72"/>
          <p:cNvGrpSpPr/>
          <p:nvPr/>
        </p:nvGrpSpPr>
        <p:grpSpPr>
          <a:xfrm rot="-1922792">
            <a:off x="393737" y="3769542"/>
            <a:ext cx="1115999" cy="1119914"/>
            <a:chOff x="1405075" y="832450"/>
            <a:chExt cx="484700" cy="486400"/>
          </a:xfrm>
        </p:grpSpPr>
        <p:sp>
          <p:nvSpPr>
            <p:cNvPr id="1568" name="Google Shape;1568;p72"/>
            <p:cNvSpPr/>
            <p:nvPr/>
          </p:nvSpPr>
          <p:spPr>
            <a:xfrm>
              <a:off x="1758650" y="993075"/>
              <a:ext cx="127300" cy="146300"/>
            </a:xfrm>
            <a:custGeom>
              <a:rect b="b" l="l" r="r" t="t"/>
              <a:pathLst>
                <a:path extrusionOk="0" h="5852" w="5092">
                  <a:moveTo>
                    <a:pt x="3723" y="0"/>
                  </a:moveTo>
                  <a:cubicBezTo>
                    <a:pt x="3675" y="0"/>
                    <a:pt x="3631" y="31"/>
                    <a:pt x="3616" y="79"/>
                  </a:cubicBezTo>
                  <a:cubicBezTo>
                    <a:pt x="3598" y="137"/>
                    <a:pt x="3632" y="199"/>
                    <a:pt x="3691" y="217"/>
                  </a:cubicBezTo>
                  <a:cubicBezTo>
                    <a:pt x="3692" y="217"/>
                    <a:pt x="3715" y="226"/>
                    <a:pt x="3756" y="241"/>
                  </a:cubicBezTo>
                  <a:cubicBezTo>
                    <a:pt x="3941" y="313"/>
                    <a:pt x="4231" y="457"/>
                    <a:pt x="4434" y="978"/>
                  </a:cubicBezTo>
                  <a:cubicBezTo>
                    <a:pt x="4613" y="1433"/>
                    <a:pt x="5091" y="1085"/>
                    <a:pt x="4410" y="2298"/>
                  </a:cubicBezTo>
                  <a:cubicBezTo>
                    <a:pt x="3566" y="3798"/>
                    <a:pt x="2146" y="5308"/>
                    <a:pt x="1258" y="5569"/>
                  </a:cubicBezTo>
                  <a:cubicBezTo>
                    <a:pt x="1204" y="5585"/>
                    <a:pt x="1152" y="5598"/>
                    <a:pt x="1102" y="5608"/>
                  </a:cubicBezTo>
                  <a:cubicBezTo>
                    <a:pt x="1082" y="5612"/>
                    <a:pt x="1061" y="5615"/>
                    <a:pt x="1041" y="5620"/>
                  </a:cubicBezTo>
                  <a:cubicBezTo>
                    <a:pt x="992" y="5627"/>
                    <a:pt x="946" y="5630"/>
                    <a:pt x="903" y="5630"/>
                  </a:cubicBezTo>
                  <a:cubicBezTo>
                    <a:pt x="793" y="5630"/>
                    <a:pt x="707" y="5607"/>
                    <a:pt x="647" y="5561"/>
                  </a:cubicBezTo>
                  <a:cubicBezTo>
                    <a:pt x="273" y="5276"/>
                    <a:pt x="608" y="4239"/>
                    <a:pt x="835" y="3699"/>
                  </a:cubicBezTo>
                  <a:cubicBezTo>
                    <a:pt x="845" y="3673"/>
                    <a:pt x="855" y="3650"/>
                    <a:pt x="865" y="3627"/>
                  </a:cubicBezTo>
                  <a:cubicBezTo>
                    <a:pt x="871" y="3610"/>
                    <a:pt x="880" y="3594"/>
                    <a:pt x="887" y="3577"/>
                  </a:cubicBezTo>
                  <a:cubicBezTo>
                    <a:pt x="894" y="3562"/>
                    <a:pt x="901" y="3547"/>
                    <a:pt x="908" y="3533"/>
                  </a:cubicBezTo>
                  <a:cubicBezTo>
                    <a:pt x="916" y="3514"/>
                    <a:pt x="920" y="3493"/>
                    <a:pt x="917" y="3472"/>
                  </a:cubicBezTo>
                  <a:cubicBezTo>
                    <a:pt x="912" y="3435"/>
                    <a:pt x="889" y="3402"/>
                    <a:pt x="854" y="3386"/>
                  </a:cubicBezTo>
                  <a:cubicBezTo>
                    <a:pt x="840" y="3380"/>
                    <a:pt x="825" y="3376"/>
                    <a:pt x="810" y="3376"/>
                  </a:cubicBezTo>
                  <a:cubicBezTo>
                    <a:pt x="807" y="3376"/>
                    <a:pt x="803" y="3376"/>
                    <a:pt x="800" y="3376"/>
                  </a:cubicBezTo>
                  <a:cubicBezTo>
                    <a:pt x="760" y="3378"/>
                    <a:pt x="725" y="3401"/>
                    <a:pt x="706" y="3439"/>
                  </a:cubicBezTo>
                  <a:cubicBezTo>
                    <a:pt x="690" y="3474"/>
                    <a:pt x="649" y="3562"/>
                    <a:pt x="600" y="3686"/>
                  </a:cubicBezTo>
                  <a:cubicBezTo>
                    <a:pt x="386" y="4206"/>
                    <a:pt x="1" y="5345"/>
                    <a:pt x="511" y="5737"/>
                  </a:cubicBezTo>
                  <a:cubicBezTo>
                    <a:pt x="532" y="5753"/>
                    <a:pt x="553" y="5767"/>
                    <a:pt x="576" y="5780"/>
                  </a:cubicBezTo>
                  <a:cubicBezTo>
                    <a:pt x="665" y="5828"/>
                    <a:pt x="772" y="5852"/>
                    <a:pt x="898" y="5852"/>
                  </a:cubicBezTo>
                  <a:cubicBezTo>
                    <a:pt x="950" y="5852"/>
                    <a:pt x="1005" y="5848"/>
                    <a:pt x="1064" y="5840"/>
                  </a:cubicBezTo>
                  <a:cubicBezTo>
                    <a:pt x="1090" y="5836"/>
                    <a:pt x="1117" y="5832"/>
                    <a:pt x="1145" y="5827"/>
                  </a:cubicBezTo>
                  <a:cubicBezTo>
                    <a:pt x="1189" y="5817"/>
                    <a:pt x="1235" y="5808"/>
                    <a:pt x="1283" y="5794"/>
                  </a:cubicBezTo>
                  <a:cubicBezTo>
                    <a:pt x="1391" y="5764"/>
                    <a:pt x="1506" y="5722"/>
                    <a:pt x="1625" y="5671"/>
                  </a:cubicBezTo>
                  <a:cubicBezTo>
                    <a:pt x="1719" y="5631"/>
                    <a:pt x="1815" y="5584"/>
                    <a:pt x="1914" y="5531"/>
                  </a:cubicBezTo>
                  <a:cubicBezTo>
                    <a:pt x="2655" y="5131"/>
                    <a:pt x="3531" y="4376"/>
                    <a:pt x="4237" y="3358"/>
                  </a:cubicBezTo>
                  <a:cubicBezTo>
                    <a:pt x="4281" y="3293"/>
                    <a:pt x="4326" y="3224"/>
                    <a:pt x="4371" y="3157"/>
                  </a:cubicBezTo>
                  <a:cubicBezTo>
                    <a:pt x="4434" y="3059"/>
                    <a:pt x="4497" y="2958"/>
                    <a:pt x="4557" y="2855"/>
                  </a:cubicBezTo>
                  <a:cubicBezTo>
                    <a:pt x="4972" y="2147"/>
                    <a:pt x="5078" y="1522"/>
                    <a:pt x="4873" y="999"/>
                  </a:cubicBezTo>
                  <a:cubicBezTo>
                    <a:pt x="4631" y="380"/>
                    <a:pt x="4029" y="106"/>
                    <a:pt x="3823" y="28"/>
                  </a:cubicBezTo>
                  <a:cubicBezTo>
                    <a:pt x="3785" y="13"/>
                    <a:pt x="3760" y="7"/>
                    <a:pt x="3754" y="5"/>
                  </a:cubicBezTo>
                  <a:cubicBezTo>
                    <a:pt x="3743" y="2"/>
                    <a:pt x="3733" y="0"/>
                    <a:pt x="37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569" name="Google Shape;1569;p72"/>
            <p:cNvSpPr/>
            <p:nvPr/>
          </p:nvSpPr>
          <p:spPr>
            <a:xfrm>
              <a:off x="1784050" y="1071525"/>
              <a:ext cx="105725" cy="116325"/>
            </a:xfrm>
            <a:custGeom>
              <a:rect b="b" l="l" r="r" t="t"/>
              <a:pathLst>
                <a:path extrusionOk="0" h="4653" w="4229">
                  <a:moveTo>
                    <a:pt x="3243" y="1"/>
                  </a:moveTo>
                  <a:cubicBezTo>
                    <a:pt x="3186" y="1"/>
                    <a:pt x="3137" y="44"/>
                    <a:pt x="3132" y="101"/>
                  </a:cubicBezTo>
                  <a:cubicBezTo>
                    <a:pt x="3127" y="163"/>
                    <a:pt x="3171" y="217"/>
                    <a:pt x="3232" y="222"/>
                  </a:cubicBezTo>
                  <a:cubicBezTo>
                    <a:pt x="3237" y="222"/>
                    <a:pt x="3379" y="398"/>
                    <a:pt x="3584" y="715"/>
                  </a:cubicBezTo>
                  <a:cubicBezTo>
                    <a:pt x="3773" y="1005"/>
                    <a:pt x="3996" y="1298"/>
                    <a:pt x="3805" y="1863"/>
                  </a:cubicBezTo>
                  <a:cubicBezTo>
                    <a:pt x="3427" y="2979"/>
                    <a:pt x="2253" y="3710"/>
                    <a:pt x="1367" y="3949"/>
                  </a:cubicBezTo>
                  <a:cubicBezTo>
                    <a:pt x="1130" y="4013"/>
                    <a:pt x="923" y="4167"/>
                    <a:pt x="798" y="4167"/>
                  </a:cubicBezTo>
                  <a:cubicBezTo>
                    <a:pt x="772" y="4167"/>
                    <a:pt x="749" y="4160"/>
                    <a:pt x="730" y="4144"/>
                  </a:cubicBezTo>
                  <a:cubicBezTo>
                    <a:pt x="351" y="3814"/>
                    <a:pt x="1052" y="2469"/>
                    <a:pt x="1225" y="2110"/>
                  </a:cubicBezTo>
                  <a:cubicBezTo>
                    <a:pt x="1227" y="2105"/>
                    <a:pt x="1227" y="2102"/>
                    <a:pt x="1223" y="2102"/>
                  </a:cubicBezTo>
                  <a:cubicBezTo>
                    <a:pt x="1189" y="2102"/>
                    <a:pt x="916" y="2303"/>
                    <a:pt x="846" y="2303"/>
                  </a:cubicBezTo>
                  <a:cubicBezTo>
                    <a:pt x="843" y="2303"/>
                    <a:pt x="840" y="2302"/>
                    <a:pt x="837" y="2301"/>
                  </a:cubicBezTo>
                  <a:cubicBezTo>
                    <a:pt x="822" y="2294"/>
                    <a:pt x="805" y="2290"/>
                    <a:pt x="789" y="2290"/>
                  </a:cubicBezTo>
                  <a:cubicBezTo>
                    <a:pt x="748" y="2290"/>
                    <a:pt x="708" y="2313"/>
                    <a:pt x="689" y="2352"/>
                  </a:cubicBezTo>
                  <a:cubicBezTo>
                    <a:pt x="660" y="2412"/>
                    <a:pt x="1" y="3802"/>
                    <a:pt x="584" y="4312"/>
                  </a:cubicBezTo>
                  <a:cubicBezTo>
                    <a:pt x="610" y="4333"/>
                    <a:pt x="708" y="4616"/>
                    <a:pt x="738" y="4632"/>
                  </a:cubicBezTo>
                  <a:cubicBezTo>
                    <a:pt x="764" y="4646"/>
                    <a:pt x="790" y="4652"/>
                    <a:pt x="816" y="4652"/>
                  </a:cubicBezTo>
                  <a:cubicBezTo>
                    <a:pt x="968" y="4652"/>
                    <a:pt x="1140" y="4455"/>
                    <a:pt x="1408" y="4382"/>
                  </a:cubicBezTo>
                  <a:cubicBezTo>
                    <a:pt x="2221" y="4163"/>
                    <a:pt x="3568" y="3258"/>
                    <a:pt x="4015" y="1934"/>
                  </a:cubicBezTo>
                  <a:cubicBezTo>
                    <a:pt x="4229" y="1301"/>
                    <a:pt x="3953" y="798"/>
                    <a:pt x="3726" y="448"/>
                  </a:cubicBezTo>
                  <a:cubicBezTo>
                    <a:pt x="3462" y="43"/>
                    <a:pt x="3272" y="3"/>
                    <a:pt x="3253" y="1"/>
                  </a:cubicBezTo>
                  <a:cubicBezTo>
                    <a:pt x="3249" y="1"/>
                    <a:pt x="3246" y="1"/>
                    <a:pt x="3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570" name="Google Shape;1570;p72"/>
            <p:cNvSpPr/>
            <p:nvPr/>
          </p:nvSpPr>
          <p:spPr>
            <a:xfrm>
              <a:off x="1795250" y="1146275"/>
              <a:ext cx="88800" cy="86400"/>
            </a:xfrm>
            <a:custGeom>
              <a:rect b="b" l="l" r="r" t="t"/>
              <a:pathLst>
                <a:path extrusionOk="0" h="3456" w="3552">
                  <a:moveTo>
                    <a:pt x="2840" y="1"/>
                  </a:moveTo>
                  <a:cubicBezTo>
                    <a:pt x="2802" y="1"/>
                    <a:pt x="2764" y="21"/>
                    <a:pt x="2744" y="56"/>
                  </a:cubicBezTo>
                  <a:cubicBezTo>
                    <a:pt x="2713" y="109"/>
                    <a:pt x="2730" y="176"/>
                    <a:pt x="2783" y="207"/>
                  </a:cubicBezTo>
                  <a:cubicBezTo>
                    <a:pt x="2786" y="209"/>
                    <a:pt x="2908" y="436"/>
                    <a:pt x="2982" y="818"/>
                  </a:cubicBezTo>
                  <a:cubicBezTo>
                    <a:pt x="3048" y="1158"/>
                    <a:pt x="3098" y="1507"/>
                    <a:pt x="2766" y="1940"/>
                  </a:cubicBezTo>
                  <a:cubicBezTo>
                    <a:pt x="2049" y="2872"/>
                    <a:pt x="1212" y="3099"/>
                    <a:pt x="767" y="3099"/>
                  </a:cubicBezTo>
                  <a:cubicBezTo>
                    <a:pt x="728" y="3099"/>
                    <a:pt x="693" y="3097"/>
                    <a:pt x="661" y="3094"/>
                  </a:cubicBezTo>
                  <a:cubicBezTo>
                    <a:pt x="654" y="3093"/>
                    <a:pt x="648" y="3093"/>
                    <a:pt x="642" y="3093"/>
                  </a:cubicBezTo>
                  <a:cubicBezTo>
                    <a:pt x="560" y="3093"/>
                    <a:pt x="490" y="3143"/>
                    <a:pt x="449" y="3143"/>
                  </a:cubicBezTo>
                  <a:cubicBezTo>
                    <a:pt x="436" y="3143"/>
                    <a:pt x="426" y="3138"/>
                    <a:pt x="419" y="3125"/>
                  </a:cubicBezTo>
                  <a:cubicBezTo>
                    <a:pt x="301" y="2888"/>
                    <a:pt x="1022" y="1805"/>
                    <a:pt x="1406" y="1225"/>
                  </a:cubicBezTo>
                  <a:cubicBezTo>
                    <a:pt x="1414" y="1214"/>
                    <a:pt x="1407" y="1210"/>
                    <a:pt x="1391" y="1210"/>
                  </a:cubicBezTo>
                  <a:cubicBezTo>
                    <a:pt x="1349" y="1210"/>
                    <a:pt x="1244" y="1239"/>
                    <a:pt x="1181" y="1239"/>
                  </a:cubicBezTo>
                  <a:cubicBezTo>
                    <a:pt x="1164" y="1239"/>
                    <a:pt x="1150" y="1236"/>
                    <a:pt x="1141" y="1231"/>
                  </a:cubicBezTo>
                  <a:cubicBezTo>
                    <a:pt x="1123" y="1218"/>
                    <a:pt x="1101" y="1212"/>
                    <a:pt x="1080" y="1212"/>
                  </a:cubicBezTo>
                  <a:cubicBezTo>
                    <a:pt x="1044" y="1212"/>
                    <a:pt x="1009" y="1229"/>
                    <a:pt x="987" y="1262"/>
                  </a:cubicBezTo>
                  <a:cubicBezTo>
                    <a:pt x="821" y="1513"/>
                    <a:pt x="0" y="2788"/>
                    <a:pt x="221" y="3225"/>
                  </a:cubicBezTo>
                  <a:cubicBezTo>
                    <a:pt x="248" y="3278"/>
                    <a:pt x="295" y="3338"/>
                    <a:pt x="381" y="3384"/>
                  </a:cubicBezTo>
                  <a:cubicBezTo>
                    <a:pt x="442" y="3418"/>
                    <a:pt x="522" y="3443"/>
                    <a:pt x="627" y="3453"/>
                  </a:cubicBezTo>
                  <a:cubicBezTo>
                    <a:pt x="649" y="3455"/>
                    <a:pt x="672" y="3456"/>
                    <a:pt x="695" y="3456"/>
                  </a:cubicBezTo>
                  <a:cubicBezTo>
                    <a:pt x="1300" y="3456"/>
                    <a:pt x="2457" y="2775"/>
                    <a:pt x="3178" y="1835"/>
                  </a:cubicBezTo>
                  <a:cubicBezTo>
                    <a:pt x="3551" y="1349"/>
                    <a:pt x="3293" y="1189"/>
                    <a:pt x="3214" y="783"/>
                  </a:cubicBezTo>
                  <a:cubicBezTo>
                    <a:pt x="3120" y="305"/>
                    <a:pt x="2911" y="26"/>
                    <a:pt x="2895" y="16"/>
                  </a:cubicBezTo>
                  <a:cubicBezTo>
                    <a:pt x="2894" y="16"/>
                    <a:pt x="2893" y="15"/>
                    <a:pt x="2892" y="14"/>
                  </a:cubicBezTo>
                  <a:cubicBezTo>
                    <a:pt x="2876" y="5"/>
                    <a:pt x="2858" y="1"/>
                    <a:pt x="28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571" name="Google Shape;1571;p72"/>
            <p:cNvSpPr/>
            <p:nvPr/>
          </p:nvSpPr>
          <p:spPr>
            <a:xfrm>
              <a:off x="1521425" y="1020725"/>
              <a:ext cx="237225" cy="123775"/>
            </a:xfrm>
            <a:custGeom>
              <a:rect b="b" l="l" r="r" t="t"/>
              <a:pathLst>
                <a:path extrusionOk="0" h="4951" w="9489">
                  <a:moveTo>
                    <a:pt x="8101" y="0"/>
                  </a:moveTo>
                  <a:cubicBezTo>
                    <a:pt x="8053" y="0"/>
                    <a:pt x="8003" y="1"/>
                    <a:pt x="7954" y="3"/>
                  </a:cubicBezTo>
                  <a:cubicBezTo>
                    <a:pt x="7882" y="5"/>
                    <a:pt x="7807" y="10"/>
                    <a:pt x="7731" y="16"/>
                  </a:cubicBezTo>
                  <a:cubicBezTo>
                    <a:pt x="7452" y="37"/>
                    <a:pt x="7155" y="82"/>
                    <a:pt x="6854" y="139"/>
                  </a:cubicBezTo>
                  <a:cubicBezTo>
                    <a:pt x="6782" y="152"/>
                    <a:pt x="6708" y="167"/>
                    <a:pt x="6635" y="181"/>
                  </a:cubicBezTo>
                  <a:cubicBezTo>
                    <a:pt x="6317" y="246"/>
                    <a:pt x="6000" y="318"/>
                    <a:pt x="5698" y="389"/>
                  </a:cubicBezTo>
                  <a:cubicBezTo>
                    <a:pt x="5397" y="458"/>
                    <a:pt x="5113" y="525"/>
                    <a:pt x="4868" y="572"/>
                  </a:cubicBezTo>
                  <a:cubicBezTo>
                    <a:pt x="3470" y="838"/>
                    <a:pt x="124" y="1887"/>
                    <a:pt x="91" y="1897"/>
                  </a:cubicBezTo>
                  <a:cubicBezTo>
                    <a:pt x="31" y="1915"/>
                    <a:pt x="0" y="1979"/>
                    <a:pt x="17" y="2036"/>
                  </a:cubicBezTo>
                  <a:cubicBezTo>
                    <a:pt x="33" y="2084"/>
                    <a:pt x="77" y="2114"/>
                    <a:pt x="124" y="2114"/>
                  </a:cubicBezTo>
                  <a:cubicBezTo>
                    <a:pt x="135" y="2114"/>
                    <a:pt x="146" y="2112"/>
                    <a:pt x="157" y="2109"/>
                  </a:cubicBezTo>
                  <a:cubicBezTo>
                    <a:pt x="190" y="2098"/>
                    <a:pt x="955" y="1859"/>
                    <a:pt x="2342" y="1594"/>
                  </a:cubicBezTo>
                  <a:cubicBezTo>
                    <a:pt x="2591" y="1547"/>
                    <a:pt x="5388" y="882"/>
                    <a:pt x="5691" y="812"/>
                  </a:cubicBezTo>
                  <a:cubicBezTo>
                    <a:pt x="5979" y="746"/>
                    <a:pt x="6251" y="591"/>
                    <a:pt x="6566" y="527"/>
                  </a:cubicBezTo>
                  <a:cubicBezTo>
                    <a:pt x="6637" y="513"/>
                    <a:pt x="6807" y="471"/>
                    <a:pt x="6881" y="457"/>
                  </a:cubicBezTo>
                  <a:cubicBezTo>
                    <a:pt x="7182" y="402"/>
                    <a:pt x="7256" y="422"/>
                    <a:pt x="7536" y="402"/>
                  </a:cubicBezTo>
                  <a:cubicBezTo>
                    <a:pt x="7612" y="396"/>
                    <a:pt x="7911" y="229"/>
                    <a:pt x="7982" y="227"/>
                  </a:cubicBezTo>
                  <a:cubicBezTo>
                    <a:pt x="8020" y="225"/>
                    <a:pt x="8058" y="225"/>
                    <a:pt x="8095" y="225"/>
                  </a:cubicBezTo>
                  <a:cubicBezTo>
                    <a:pt x="8444" y="225"/>
                    <a:pt x="8746" y="277"/>
                    <a:pt x="8957" y="409"/>
                  </a:cubicBezTo>
                  <a:cubicBezTo>
                    <a:pt x="9075" y="482"/>
                    <a:pt x="9165" y="580"/>
                    <a:pt x="9221" y="710"/>
                  </a:cubicBezTo>
                  <a:cubicBezTo>
                    <a:pt x="9226" y="721"/>
                    <a:pt x="9231" y="733"/>
                    <a:pt x="9236" y="746"/>
                  </a:cubicBezTo>
                  <a:cubicBezTo>
                    <a:pt x="9241" y="761"/>
                    <a:pt x="9241" y="781"/>
                    <a:pt x="9234" y="811"/>
                  </a:cubicBezTo>
                  <a:lnTo>
                    <a:pt x="9233" y="811"/>
                  </a:lnTo>
                  <a:cubicBezTo>
                    <a:pt x="9217" y="877"/>
                    <a:pt x="9162" y="979"/>
                    <a:pt x="9050" y="1121"/>
                  </a:cubicBezTo>
                  <a:cubicBezTo>
                    <a:pt x="8897" y="1318"/>
                    <a:pt x="8663" y="1295"/>
                    <a:pt x="8239" y="1664"/>
                  </a:cubicBezTo>
                  <a:cubicBezTo>
                    <a:pt x="8176" y="1720"/>
                    <a:pt x="8079" y="2079"/>
                    <a:pt x="8007" y="2139"/>
                  </a:cubicBezTo>
                  <a:cubicBezTo>
                    <a:pt x="7819" y="2297"/>
                    <a:pt x="7604" y="2470"/>
                    <a:pt x="7360" y="2659"/>
                  </a:cubicBezTo>
                  <a:cubicBezTo>
                    <a:pt x="7298" y="2707"/>
                    <a:pt x="7236" y="2754"/>
                    <a:pt x="7172" y="2802"/>
                  </a:cubicBezTo>
                  <a:cubicBezTo>
                    <a:pt x="7104" y="2853"/>
                    <a:pt x="7044" y="2924"/>
                    <a:pt x="6965" y="2957"/>
                  </a:cubicBezTo>
                  <a:cubicBezTo>
                    <a:pt x="5836" y="3434"/>
                    <a:pt x="4819" y="4437"/>
                    <a:pt x="4164" y="4740"/>
                  </a:cubicBezTo>
                  <a:cubicBezTo>
                    <a:pt x="4108" y="4765"/>
                    <a:pt x="4083" y="4832"/>
                    <a:pt x="4109" y="4887"/>
                  </a:cubicBezTo>
                  <a:cubicBezTo>
                    <a:pt x="4120" y="4910"/>
                    <a:pt x="4137" y="4926"/>
                    <a:pt x="4158" y="4938"/>
                  </a:cubicBezTo>
                  <a:cubicBezTo>
                    <a:pt x="4174" y="4946"/>
                    <a:pt x="4192" y="4951"/>
                    <a:pt x="4210" y="4951"/>
                  </a:cubicBezTo>
                  <a:cubicBezTo>
                    <a:pt x="4226" y="4951"/>
                    <a:pt x="4242" y="4948"/>
                    <a:pt x="4257" y="4941"/>
                  </a:cubicBezTo>
                  <a:cubicBezTo>
                    <a:pt x="4632" y="4769"/>
                    <a:pt x="5150" y="4467"/>
                    <a:pt x="5719" y="4098"/>
                  </a:cubicBezTo>
                  <a:cubicBezTo>
                    <a:pt x="5790" y="4050"/>
                    <a:pt x="5863" y="4003"/>
                    <a:pt x="5936" y="3956"/>
                  </a:cubicBezTo>
                  <a:cubicBezTo>
                    <a:pt x="6282" y="3724"/>
                    <a:pt x="6643" y="3472"/>
                    <a:pt x="6996" y="3210"/>
                  </a:cubicBezTo>
                  <a:cubicBezTo>
                    <a:pt x="7065" y="3161"/>
                    <a:pt x="7133" y="3110"/>
                    <a:pt x="7203" y="3057"/>
                  </a:cubicBezTo>
                  <a:cubicBezTo>
                    <a:pt x="7301" y="2984"/>
                    <a:pt x="7400" y="2909"/>
                    <a:pt x="7496" y="2834"/>
                  </a:cubicBezTo>
                  <a:cubicBezTo>
                    <a:pt x="7693" y="2683"/>
                    <a:pt x="7875" y="2537"/>
                    <a:pt x="8041" y="2399"/>
                  </a:cubicBezTo>
                  <a:cubicBezTo>
                    <a:pt x="8112" y="2342"/>
                    <a:pt x="8179" y="2285"/>
                    <a:pt x="8243" y="2231"/>
                  </a:cubicBezTo>
                  <a:cubicBezTo>
                    <a:pt x="8607" y="1921"/>
                    <a:pt x="8888" y="1653"/>
                    <a:pt x="9089" y="1422"/>
                  </a:cubicBezTo>
                  <a:cubicBezTo>
                    <a:pt x="9104" y="1405"/>
                    <a:pt x="9119" y="1389"/>
                    <a:pt x="9133" y="1372"/>
                  </a:cubicBezTo>
                  <a:cubicBezTo>
                    <a:pt x="9191" y="1303"/>
                    <a:pt x="9241" y="1239"/>
                    <a:pt x="9281" y="1178"/>
                  </a:cubicBezTo>
                  <a:cubicBezTo>
                    <a:pt x="9435" y="960"/>
                    <a:pt x="9489" y="791"/>
                    <a:pt x="9445" y="669"/>
                  </a:cubicBezTo>
                  <a:cubicBezTo>
                    <a:pt x="9427" y="623"/>
                    <a:pt x="9408" y="579"/>
                    <a:pt x="9384" y="538"/>
                  </a:cubicBezTo>
                  <a:cubicBezTo>
                    <a:pt x="9327" y="435"/>
                    <a:pt x="9254" y="348"/>
                    <a:pt x="9165" y="279"/>
                  </a:cubicBezTo>
                  <a:cubicBezTo>
                    <a:pt x="9093" y="222"/>
                    <a:pt x="9012" y="175"/>
                    <a:pt x="8923" y="138"/>
                  </a:cubicBezTo>
                  <a:cubicBezTo>
                    <a:pt x="8696" y="41"/>
                    <a:pt x="8415" y="0"/>
                    <a:pt x="8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572" name="Google Shape;1572;p72"/>
            <p:cNvSpPr/>
            <p:nvPr/>
          </p:nvSpPr>
          <p:spPr>
            <a:xfrm>
              <a:off x="1624300" y="1115525"/>
              <a:ext cx="48525" cy="116775"/>
            </a:xfrm>
            <a:custGeom>
              <a:rect b="b" l="l" r="r" t="t"/>
              <a:pathLst>
                <a:path extrusionOk="0" h="4671" w="1941">
                  <a:moveTo>
                    <a:pt x="1705" y="0"/>
                  </a:moveTo>
                  <a:cubicBezTo>
                    <a:pt x="1702" y="0"/>
                    <a:pt x="1699" y="0"/>
                    <a:pt x="1697" y="0"/>
                  </a:cubicBezTo>
                  <a:cubicBezTo>
                    <a:pt x="1635" y="7"/>
                    <a:pt x="1590" y="59"/>
                    <a:pt x="1595" y="121"/>
                  </a:cubicBezTo>
                  <a:cubicBezTo>
                    <a:pt x="1596" y="125"/>
                    <a:pt x="1601" y="193"/>
                    <a:pt x="1604" y="306"/>
                  </a:cubicBezTo>
                  <a:cubicBezTo>
                    <a:pt x="1623" y="990"/>
                    <a:pt x="1724" y="3031"/>
                    <a:pt x="209" y="4099"/>
                  </a:cubicBezTo>
                  <a:cubicBezTo>
                    <a:pt x="159" y="4135"/>
                    <a:pt x="0" y="4573"/>
                    <a:pt x="36" y="4624"/>
                  </a:cubicBezTo>
                  <a:cubicBezTo>
                    <a:pt x="46" y="4638"/>
                    <a:pt x="59" y="4650"/>
                    <a:pt x="74" y="4657"/>
                  </a:cubicBezTo>
                  <a:cubicBezTo>
                    <a:pt x="90" y="4666"/>
                    <a:pt x="108" y="4671"/>
                    <a:pt x="126" y="4671"/>
                  </a:cubicBezTo>
                  <a:cubicBezTo>
                    <a:pt x="148" y="4671"/>
                    <a:pt x="171" y="4664"/>
                    <a:pt x="190" y="4650"/>
                  </a:cubicBezTo>
                  <a:cubicBezTo>
                    <a:pt x="1940" y="3416"/>
                    <a:pt x="1847" y="624"/>
                    <a:pt x="1821" y="164"/>
                  </a:cubicBezTo>
                  <a:cubicBezTo>
                    <a:pt x="1818" y="132"/>
                    <a:pt x="1817" y="112"/>
                    <a:pt x="1816" y="103"/>
                  </a:cubicBezTo>
                  <a:cubicBezTo>
                    <a:pt x="1811" y="45"/>
                    <a:pt x="1763" y="0"/>
                    <a:pt x="1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573" name="Google Shape;1573;p72"/>
            <p:cNvSpPr/>
            <p:nvPr/>
          </p:nvSpPr>
          <p:spPr>
            <a:xfrm>
              <a:off x="1712000" y="950175"/>
              <a:ext cx="19550" cy="6200"/>
            </a:xfrm>
            <a:custGeom>
              <a:rect b="b" l="l" r="r" t="t"/>
              <a:pathLst>
                <a:path extrusionOk="0" h="248" w="782">
                  <a:moveTo>
                    <a:pt x="529" y="0"/>
                  </a:moveTo>
                  <a:cubicBezTo>
                    <a:pt x="499" y="0"/>
                    <a:pt x="470" y="2"/>
                    <a:pt x="440" y="6"/>
                  </a:cubicBezTo>
                  <a:cubicBezTo>
                    <a:pt x="266" y="28"/>
                    <a:pt x="112" y="113"/>
                    <a:pt x="0" y="247"/>
                  </a:cubicBezTo>
                  <a:cubicBezTo>
                    <a:pt x="253" y="181"/>
                    <a:pt x="514" y="112"/>
                    <a:pt x="781" y="48"/>
                  </a:cubicBezTo>
                  <a:cubicBezTo>
                    <a:pt x="702" y="17"/>
                    <a:pt x="617" y="0"/>
                    <a:pt x="5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574" name="Google Shape;1574;p72"/>
            <p:cNvSpPr/>
            <p:nvPr/>
          </p:nvSpPr>
          <p:spPr>
            <a:xfrm>
              <a:off x="1747750" y="936200"/>
              <a:ext cx="109225" cy="153200"/>
            </a:xfrm>
            <a:custGeom>
              <a:rect b="b" l="l" r="r" t="t"/>
              <a:pathLst>
                <a:path extrusionOk="0" h="6128" w="4369">
                  <a:moveTo>
                    <a:pt x="1866" y="0"/>
                  </a:moveTo>
                  <a:cubicBezTo>
                    <a:pt x="1573" y="0"/>
                    <a:pt x="1241" y="32"/>
                    <a:pt x="863" y="84"/>
                  </a:cubicBezTo>
                  <a:cubicBezTo>
                    <a:pt x="790" y="95"/>
                    <a:pt x="718" y="106"/>
                    <a:pt x="643" y="117"/>
                  </a:cubicBezTo>
                  <a:lnTo>
                    <a:pt x="665" y="333"/>
                  </a:lnTo>
                  <a:cubicBezTo>
                    <a:pt x="740" y="320"/>
                    <a:pt x="813" y="310"/>
                    <a:pt x="887" y="300"/>
                  </a:cubicBezTo>
                  <a:cubicBezTo>
                    <a:pt x="1169" y="261"/>
                    <a:pt x="1430" y="240"/>
                    <a:pt x="1670" y="240"/>
                  </a:cubicBezTo>
                  <a:cubicBezTo>
                    <a:pt x="2329" y="240"/>
                    <a:pt x="2830" y="401"/>
                    <a:pt x="3195" y="806"/>
                  </a:cubicBezTo>
                  <a:cubicBezTo>
                    <a:pt x="4091" y="1801"/>
                    <a:pt x="4112" y="2167"/>
                    <a:pt x="3912" y="2607"/>
                  </a:cubicBezTo>
                  <a:cubicBezTo>
                    <a:pt x="3725" y="3019"/>
                    <a:pt x="2397" y="4590"/>
                    <a:pt x="1433" y="5409"/>
                  </a:cubicBezTo>
                  <a:cubicBezTo>
                    <a:pt x="1363" y="5468"/>
                    <a:pt x="1294" y="5524"/>
                    <a:pt x="1228" y="5575"/>
                  </a:cubicBezTo>
                  <a:cubicBezTo>
                    <a:pt x="961" y="5781"/>
                    <a:pt x="738" y="5908"/>
                    <a:pt x="593" y="5908"/>
                  </a:cubicBezTo>
                  <a:cubicBezTo>
                    <a:pt x="573" y="5908"/>
                    <a:pt x="554" y="5905"/>
                    <a:pt x="537" y="5900"/>
                  </a:cubicBezTo>
                  <a:cubicBezTo>
                    <a:pt x="481" y="5883"/>
                    <a:pt x="431" y="5854"/>
                    <a:pt x="392" y="5812"/>
                  </a:cubicBezTo>
                  <a:cubicBezTo>
                    <a:pt x="352" y="5771"/>
                    <a:pt x="320" y="5716"/>
                    <a:pt x="297" y="5649"/>
                  </a:cubicBezTo>
                  <a:cubicBezTo>
                    <a:pt x="235" y="5478"/>
                    <a:pt x="224" y="5229"/>
                    <a:pt x="275" y="4916"/>
                  </a:cubicBezTo>
                  <a:cubicBezTo>
                    <a:pt x="352" y="4441"/>
                    <a:pt x="445" y="4521"/>
                    <a:pt x="837" y="3783"/>
                  </a:cubicBezTo>
                  <a:cubicBezTo>
                    <a:pt x="895" y="3672"/>
                    <a:pt x="1081" y="2853"/>
                    <a:pt x="1147" y="2737"/>
                  </a:cubicBezTo>
                  <a:cubicBezTo>
                    <a:pt x="1278" y="2511"/>
                    <a:pt x="1461" y="2464"/>
                    <a:pt x="1585" y="2033"/>
                  </a:cubicBezTo>
                  <a:cubicBezTo>
                    <a:pt x="1602" y="1974"/>
                    <a:pt x="1605" y="1913"/>
                    <a:pt x="1555" y="1879"/>
                  </a:cubicBezTo>
                  <a:cubicBezTo>
                    <a:pt x="1536" y="1866"/>
                    <a:pt x="1515" y="1861"/>
                    <a:pt x="1494" y="1861"/>
                  </a:cubicBezTo>
                  <a:cubicBezTo>
                    <a:pt x="1458" y="1861"/>
                    <a:pt x="1422" y="1878"/>
                    <a:pt x="1400" y="1910"/>
                  </a:cubicBezTo>
                  <a:cubicBezTo>
                    <a:pt x="1298" y="2065"/>
                    <a:pt x="1201" y="2219"/>
                    <a:pt x="1108" y="2369"/>
                  </a:cubicBezTo>
                  <a:cubicBezTo>
                    <a:pt x="1043" y="2478"/>
                    <a:pt x="978" y="2586"/>
                    <a:pt x="920" y="2693"/>
                  </a:cubicBezTo>
                  <a:cubicBezTo>
                    <a:pt x="675" y="3123"/>
                    <a:pt x="477" y="3536"/>
                    <a:pt x="331" y="3918"/>
                  </a:cubicBezTo>
                  <a:cubicBezTo>
                    <a:pt x="279" y="4052"/>
                    <a:pt x="235" y="4179"/>
                    <a:pt x="195" y="4304"/>
                  </a:cubicBezTo>
                  <a:cubicBezTo>
                    <a:pt x="146" y="4461"/>
                    <a:pt x="108" y="4611"/>
                    <a:pt x="80" y="4753"/>
                  </a:cubicBezTo>
                  <a:cubicBezTo>
                    <a:pt x="67" y="4807"/>
                    <a:pt x="59" y="4861"/>
                    <a:pt x="50" y="4913"/>
                  </a:cubicBezTo>
                  <a:cubicBezTo>
                    <a:pt x="1" y="5238"/>
                    <a:pt x="12" y="5513"/>
                    <a:pt x="89" y="5725"/>
                  </a:cubicBezTo>
                  <a:cubicBezTo>
                    <a:pt x="112" y="5790"/>
                    <a:pt x="143" y="5848"/>
                    <a:pt x="179" y="5898"/>
                  </a:cubicBezTo>
                  <a:cubicBezTo>
                    <a:pt x="242" y="5991"/>
                    <a:pt x="328" y="6058"/>
                    <a:pt x="428" y="6099"/>
                  </a:cubicBezTo>
                  <a:cubicBezTo>
                    <a:pt x="443" y="6104"/>
                    <a:pt x="458" y="6109"/>
                    <a:pt x="473" y="6114"/>
                  </a:cubicBezTo>
                  <a:cubicBezTo>
                    <a:pt x="503" y="6123"/>
                    <a:pt x="535" y="6127"/>
                    <a:pt x="569" y="6127"/>
                  </a:cubicBezTo>
                  <a:cubicBezTo>
                    <a:pt x="698" y="6127"/>
                    <a:pt x="857" y="6066"/>
                    <a:pt x="1036" y="5961"/>
                  </a:cubicBezTo>
                  <a:cubicBezTo>
                    <a:pt x="1106" y="5920"/>
                    <a:pt x="1179" y="5873"/>
                    <a:pt x="1254" y="5820"/>
                  </a:cubicBezTo>
                  <a:cubicBezTo>
                    <a:pt x="1286" y="5796"/>
                    <a:pt x="1320" y="5772"/>
                    <a:pt x="1353" y="5747"/>
                  </a:cubicBezTo>
                  <a:cubicBezTo>
                    <a:pt x="1389" y="5721"/>
                    <a:pt x="1425" y="5693"/>
                    <a:pt x="1461" y="5664"/>
                  </a:cubicBezTo>
                  <a:lnTo>
                    <a:pt x="1461" y="5663"/>
                  </a:lnTo>
                  <a:cubicBezTo>
                    <a:pt x="2539" y="4807"/>
                    <a:pt x="3950" y="3459"/>
                    <a:pt x="4114" y="2698"/>
                  </a:cubicBezTo>
                  <a:cubicBezTo>
                    <a:pt x="4129" y="2633"/>
                    <a:pt x="4167" y="2577"/>
                    <a:pt x="4192" y="2517"/>
                  </a:cubicBezTo>
                  <a:cubicBezTo>
                    <a:pt x="4219" y="2446"/>
                    <a:pt x="4242" y="2375"/>
                    <a:pt x="4259" y="2303"/>
                  </a:cubicBezTo>
                  <a:cubicBezTo>
                    <a:pt x="4368" y="1870"/>
                    <a:pt x="4017" y="1340"/>
                    <a:pt x="3314" y="560"/>
                  </a:cubicBezTo>
                  <a:cubicBezTo>
                    <a:pt x="2942" y="146"/>
                    <a:pt x="2489" y="0"/>
                    <a:pt x="18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575" name="Google Shape;1575;p72"/>
            <p:cNvSpPr/>
            <p:nvPr/>
          </p:nvSpPr>
          <p:spPr>
            <a:xfrm>
              <a:off x="1405075" y="959225"/>
              <a:ext cx="314525" cy="337575"/>
            </a:xfrm>
            <a:custGeom>
              <a:rect b="b" l="l" r="r" t="t"/>
              <a:pathLst>
                <a:path extrusionOk="0" h="13503" w="12581">
                  <a:moveTo>
                    <a:pt x="11199" y="1"/>
                  </a:moveTo>
                  <a:cubicBezTo>
                    <a:pt x="11129" y="28"/>
                    <a:pt x="11059" y="55"/>
                    <a:pt x="10985" y="85"/>
                  </a:cubicBezTo>
                  <a:cubicBezTo>
                    <a:pt x="8233" y="1205"/>
                    <a:pt x="2439" y="4322"/>
                    <a:pt x="2292" y="4482"/>
                  </a:cubicBezTo>
                  <a:lnTo>
                    <a:pt x="2017" y="4922"/>
                  </a:lnTo>
                  <a:cubicBezTo>
                    <a:pt x="2007" y="4932"/>
                    <a:pt x="2001" y="4944"/>
                    <a:pt x="1995" y="4957"/>
                  </a:cubicBezTo>
                  <a:lnTo>
                    <a:pt x="104" y="10206"/>
                  </a:lnTo>
                  <a:cubicBezTo>
                    <a:pt x="1" y="10479"/>
                    <a:pt x="408" y="11108"/>
                    <a:pt x="675" y="11224"/>
                  </a:cubicBezTo>
                  <a:lnTo>
                    <a:pt x="2837" y="11967"/>
                  </a:lnTo>
                  <a:cubicBezTo>
                    <a:pt x="2996" y="12042"/>
                    <a:pt x="6138" y="13502"/>
                    <a:pt x="8598" y="13502"/>
                  </a:cubicBezTo>
                  <a:cubicBezTo>
                    <a:pt x="9112" y="13502"/>
                    <a:pt x="9597" y="13438"/>
                    <a:pt x="10018" y="13285"/>
                  </a:cubicBezTo>
                  <a:cubicBezTo>
                    <a:pt x="11100" y="12891"/>
                    <a:pt x="11864" y="12321"/>
                    <a:pt x="12381" y="11801"/>
                  </a:cubicBezTo>
                  <a:cubicBezTo>
                    <a:pt x="12453" y="11731"/>
                    <a:pt x="12519" y="11661"/>
                    <a:pt x="12581" y="11592"/>
                  </a:cubicBezTo>
                  <a:lnTo>
                    <a:pt x="12543" y="11286"/>
                  </a:lnTo>
                  <a:cubicBezTo>
                    <a:pt x="12483" y="11359"/>
                    <a:pt x="12419" y="11433"/>
                    <a:pt x="12347" y="11510"/>
                  </a:cubicBezTo>
                  <a:cubicBezTo>
                    <a:pt x="11847" y="12044"/>
                    <a:pt x="11071" y="12664"/>
                    <a:pt x="9941" y="13076"/>
                  </a:cubicBezTo>
                  <a:cubicBezTo>
                    <a:pt x="9579" y="13208"/>
                    <a:pt x="9165" y="13264"/>
                    <a:pt x="8722" y="13264"/>
                  </a:cubicBezTo>
                  <a:cubicBezTo>
                    <a:pt x="6289" y="13264"/>
                    <a:pt x="3005" y="11574"/>
                    <a:pt x="2963" y="11554"/>
                  </a:cubicBezTo>
                  <a:lnTo>
                    <a:pt x="1028" y="10611"/>
                  </a:lnTo>
                  <a:cubicBezTo>
                    <a:pt x="644" y="10448"/>
                    <a:pt x="523" y="10221"/>
                    <a:pt x="651" y="9824"/>
                  </a:cubicBezTo>
                  <a:lnTo>
                    <a:pt x="1735" y="6549"/>
                  </a:lnTo>
                  <a:cubicBezTo>
                    <a:pt x="2216" y="5284"/>
                    <a:pt x="3092" y="4137"/>
                    <a:pt x="4335" y="3597"/>
                  </a:cubicBezTo>
                  <a:cubicBezTo>
                    <a:pt x="8435" y="1813"/>
                    <a:pt x="8970" y="1147"/>
                    <a:pt x="10745" y="423"/>
                  </a:cubicBezTo>
                  <a:cubicBezTo>
                    <a:pt x="10817" y="393"/>
                    <a:pt x="11156" y="253"/>
                    <a:pt x="11225" y="226"/>
                  </a:cubicBezTo>
                  <a:lnTo>
                    <a:pt x="1119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576" name="Google Shape;1576;p72"/>
            <p:cNvSpPr/>
            <p:nvPr/>
          </p:nvSpPr>
          <p:spPr>
            <a:xfrm>
              <a:off x="1790975" y="1180175"/>
              <a:ext cx="31175" cy="18175"/>
            </a:xfrm>
            <a:custGeom>
              <a:rect b="b" l="l" r="r" t="t"/>
              <a:pathLst>
                <a:path extrusionOk="0" h="727" w="1247">
                  <a:moveTo>
                    <a:pt x="1116" y="0"/>
                  </a:moveTo>
                  <a:cubicBezTo>
                    <a:pt x="1110" y="0"/>
                    <a:pt x="1103" y="1"/>
                    <a:pt x="1096" y="2"/>
                  </a:cubicBezTo>
                  <a:cubicBezTo>
                    <a:pt x="1089" y="3"/>
                    <a:pt x="1080" y="6"/>
                    <a:pt x="1073" y="9"/>
                  </a:cubicBezTo>
                  <a:cubicBezTo>
                    <a:pt x="1058" y="17"/>
                    <a:pt x="999" y="41"/>
                    <a:pt x="912" y="83"/>
                  </a:cubicBezTo>
                  <a:lnTo>
                    <a:pt x="911" y="83"/>
                  </a:lnTo>
                  <a:cubicBezTo>
                    <a:pt x="756" y="152"/>
                    <a:pt x="507" y="266"/>
                    <a:pt x="214" y="398"/>
                  </a:cubicBezTo>
                  <a:cubicBezTo>
                    <a:pt x="144" y="429"/>
                    <a:pt x="73" y="461"/>
                    <a:pt x="0" y="495"/>
                  </a:cubicBezTo>
                  <a:lnTo>
                    <a:pt x="25" y="726"/>
                  </a:lnTo>
                  <a:cubicBezTo>
                    <a:pt x="98" y="694"/>
                    <a:pt x="168" y="661"/>
                    <a:pt x="239" y="630"/>
                  </a:cubicBezTo>
                  <a:cubicBezTo>
                    <a:pt x="467" y="525"/>
                    <a:pt x="691" y="426"/>
                    <a:pt x="891" y="335"/>
                  </a:cubicBezTo>
                  <a:cubicBezTo>
                    <a:pt x="989" y="291"/>
                    <a:pt x="1078" y="251"/>
                    <a:pt x="1164" y="212"/>
                  </a:cubicBezTo>
                  <a:cubicBezTo>
                    <a:pt x="1220" y="187"/>
                    <a:pt x="1246" y="120"/>
                    <a:pt x="1220" y="66"/>
                  </a:cubicBezTo>
                  <a:cubicBezTo>
                    <a:pt x="1212" y="48"/>
                    <a:pt x="1199" y="33"/>
                    <a:pt x="1184" y="22"/>
                  </a:cubicBezTo>
                  <a:cubicBezTo>
                    <a:pt x="1165" y="8"/>
                    <a:pt x="1141" y="0"/>
                    <a:pt x="1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577" name="Google Shape;1577;p72"/>
            <p:cNvSpPr/>
            <p:nvPr/>
          </p:nvSpPr>
          <p:spPr>
            <a:xfrm>
              <a:off x="1668125" y="832450"/>
              <a:ext cx="134425" cy="486400"/>
            </a:xfrm>
            <a:custGeom>
              <a:rect b="b" l="l" r="r" t="t"/>
              <a:pathLst>
                <a:path extrusionOk="0" h="19456" w="5377">
                  <a:moveTo>
                    <a:pt x="1097" y="1"/>
                  </a:moveTo>
                  <a:cubicBezTo>
                    <a:pt x="869" y="21"/>
                    <a:pt x="300" y="249"/>
                    <a:pt x="157" y="426"/>
                  </a:cubicBezTo>
                  <a:cubicBezTo>
                    <a:pt x="12" y="604"/>
                    <a:pt x="0" y="1276"/>
                    <a:pt x="28" y="1504"/>
                  </a:cubicBezTo>
                  <a:lnTo>
                    <a:pt x="463" y="5156"/>
                  </a:lnTo>
                  <a:lnTo>
                    <a:pt x="437" y="5776"/>
                  </a:lnTo>
                  <a:lnTo>
                    <a:pt x="767" y="7711"/>
                  </a:lnTo>
                  <a:lnTo>
                    <a:pt x="794" y="7933"/>
                  </a:lnTo>
                  <a:cubicBezTo>
                    <a:pt x="866" y="7919"/>
                    <a:pt x="939" y="7904"/>
                    <a:pt x="1013" y="7891"/>
                  </a:cubicBezTo>
                  <a:lnTo>
                    <a:pt x="986" y="7669"/>
                  </a:lnTo>
                  <a:lnTo>
                    <a:pt x="703" y="5297"/>
                  </a:lnTo>
                  <a:lnTo>
                    <a:pt x="677" y="5072"/>
                  </a:lnTo>
                  <a:lnTo>
                    <a:pt x="353" y="2353"/>
                  </a:lnTo>
                  <a:lnTo>
                    <a:pt x="326" y="2133"/>
                  </a:lnTo>
                  <a:lnTo>
                    <a:pt x="252" y="1511"/>
                  </a:lnTo>
                  <a:cubicBezTo>
                    <a:pt x="232" y="1344"/>
                    <a:pt x="383" y="835"/>
                    <a:pt x="490" y="705"/>
                  </a:cubicBezTo>
                  <a:cubicBezTo>
                    <a:pt x="596" y="573"/>
                    <a:pt x="586" y="355"/>
                    <a:pt x="664" y="349"/>
                  </a:cubicBezTo>
                  <a:lnTo>
                    <a:pt x="1591" y="269"/>
                  </a:lnTo>
                  <a:cubicBezTo>
                    <a:pt x="1633" y="265"/>
                    <a:pt x="1685" y="263"/>
                    <a:pt x="1744" y="263"/>
                  </a:cubicBezTo>
                  <a:cubicBezTo>
                    <a:pt x="2279" y="263"/>
                    <a:pt x="3417" y="416"/>
                    <a:pt x="3448" y="714"/>
                  </a:cubicBezTo>
                  <a:lnTo>
                    <a:pt x="3565" y="1810"/>
                  </a:lnTo>
                  <a:lnTo>
                    <a:pt x="3590" y="2031"/>
                  </a:lnTo>
                  <a:lnTo>
                    <a:pt x="3828" y="4267"/>
                  </a:lnTo>
                  <a:lnTo>
                    <a:pt x="3850" y="4483"/>
                  </a:lnTo>
                  <a:lnTo>
                    <a:pt x="4105" y="6843"/>
                  </a:lnTo>
                  <a:lnTo>
                    <a:pt x="4145" y="7227"/>
                  </a:lnTo>
                  <a:cubicBezTo>
                    <a:pt x="4203" y="7115"/>
                    <a:pt x="4266" y="7003"/>
                    <a:pt x="4332" y="6887"/>
                  </a:cubicBezTo>
                  <a:lnTo>
                    <a:pt x="4293" y="6519"/>
                  </a:lnTo>
                  <a:lnTo>
                    <a:pt x="4072" y="4450"/>
                  </a:lnTo>
                  <a:lnTo>
                    <a:pt x="4048" y="4234"/>
                  </a:lnTo>
                  <a:lnTo>
                    <a:pt x="3669" y="691"/>
                  </a:lnTo>
                  <a:cubicBezTo>
                    <a:pt x="3625" y="269"/>
                    <a:pt x="2648" y="1"/>
                    <a:pt x="2153" y="1"/>
                  </a:cubicBezTo>
                  <a:cubicBezTo>
                    <a:pt x="2119" y="1"/>
                    <a:pt x="2088" y="2"/>
                    <a:pt x="2059" y="5"/>
                  </a:cubicBezTo>
                  <a:lnTo>
                    <a:pt x="1097" y="1"/>
                  </a:lnTo>
                  <a:close/>
                  <a:moveTo>
                    <a:pt x="4620" y="9559"/>
                  </a:moveTo>
                  <a:cubicBezTo>
                    <a:pt x="4548" y="9618"/>
                    <a:pt x="4479" y="9674"/>
                    <a:pt x="4413" y="9725"/>
                  </a:cubicBezTo>
                  <a:lnTo>
                    <a:pt x="4422" y="9801"/>
                  </a:lnTo>
                  <a:lnTo>
                    <a:pt x="4439" y="9970"/>
                  </a:lnTo>
                  <a:lnTo>
                    <a:pt x="4456" y="10124"/>
                  </a:lnTo>
                  <a:cubicBezTo>
                    <a:pt x="4466" y="10099"/>
                    <a:pt x="4476" y="10076"/>
                    <a:pt x="4486" y="10052"/>
                  </a:cubicBezTo>
                  <a:cubicBezTo>
                    <a:pt x="4493" y="10037"/>
                    <a:pt x="4499" y="10023"/>
                    <a:pt x="4506" y="10009"/>
                  </a:cubicBezTo>
                  <a:lnTo>
                    <a:pt x="4506" y="10009"/>
                  </a:lnTo>
                  <a:cubicBezTo>
                    <a:pt x="4506" y="10007"/>
                    <a:pt x="4507" y="10005"/>
                    <a:pt x="4508" y="10003"/>
                  </a:cubicBezTo>
                  <a:cubicBezTo>
                    <a:pt x="4515" y="9987"/>
                    <a:pt x="4522" y="9972"/>
                    <a:pt x="4529" y="9958"/>
                  </a:cubicBezTo>
                  <a:cubicBezTo>
                    <a:pt x="4537" y="9939"/>
                    <a:pt x="4541" y="9918"/>
                    <a:pt x="4538" y="9897"/>
                  </a:cubicBezTo>
                  <a:lnTo>
                    <a:pt x="4538" y="9897"/>
                  </a:lnTo>
                  <a:cubicBezTo>
                    <a:pt x="4538" y="9897"/>
                    <a:pt x="4538" y="9897"/>
                    <a:pt x="4538" y="9897"/>
                  </a:cubicBezTo>
                  <a:cubicBezTo>
                    <a:pt x="4574" y="9871"/>
                    <a:pt x="4610" y="9843"/>
                    <a:pt x="4646" y="9814"/>
                  </a:cubicBezTo>
                  <a:lnTo>
                    <a:pt x="4646" y="9813"/>
                  </a:lnTo>
                  <a:lnTo>
                    <a:pt x="4620" y="9559"/>
                  </a:lnTo>
                  <a:close/>
                  <a:moveTo>
                    <a:pt x="1304" y="10333"/>
                  </a:moveTo>
                  <a:cubicBezTo>
                    <a:pt x="1236" y="10384"/>
                    <a:pt x="1167" y="10437"/>
                    <a:pt x="1097" y="10488"/>
                  </a:cubicBezTo>
                  <a:lnTo>
                    <a:pt x="1128" y="10741"/>
                  </a:lnTo>
                  <a:lnTo>
                    <a:pt x="1825" y="16579"/>
                  </a:lnTo>
                  <a:lnTo>
                    <a:pt x="1859" y="16872"/>
                  </a:lnTo>
                  <a:lnTo>
                    <a:pt x="1908" y="17286"/>
                  </a:lnTo>
                  <a:cubicBezTo>
                    <a:pt x="1911" y="17310"/>
                    <a:pt x="1922" y="17333"/>
                    <a:pt x="1940" y="17351"/>
                  </a:cubicBezTo>
                  <a:lnTo>
                    <a:pt x="4006" y="19422"/>
                  </a:lnTo>
                  <a:cubicBezTo>
                    <a:pt x="4013" y="19431"/>
                    <a:pt x="4021" y="19437"/>
                    <a:pt x="4031" y="19442"/>
                  </a:cubicBezTo>
                  <a:cubicBezTo>
                    <a:pt x="4048" y="19451"/>
                    <a:pt x="4067" y="19456"/>
                    <a:pt x="4086" y="19456"/>
                  </a:cubicBezTo>
                  <a:cubicBezTo>
                    <a:pt x="4093" y="19456"/>
                    <a:pt x="4099" y="19455"/>
                    <a:pt x="4106" y="19454"/>
                  </a:cubicBezTo>
                  <a:cubicBezTo>
                    <a:pt x="4141" y="19447"/>
                    <a:pt x="4172" y="19422"/>
                    <a:pt x="4186" y="19389"/>
                  </a:cubicBezTo>
                  <a:lnTo>
                    <a:pt x="5366" y="16666"/>
                  </a:lnTo>
                  <a:cubicBezTo>
                    <a:pt x="5374" y="16648"/>
                    <a:pt x="5377" y="16629"/>
                    <a:pt x="5374" y="16609"/>
                  </a:cubicBezTo>
                  <a:lnTo>
                    <a:pt x="5273" y="15665"/>
                  </a:lnTo>
                  <a:lnTo>
                    <a:pt x="5269" y="15633"/>
                  </a:lnTo>
                  <a:lnTo>
                    <a:pt x="5153" y="14539"/>
                  </a:lnTo>
                  <a:lnTo>
                    <a:pt x="5128" y="14307"/>
                  </a:lnTo>
                  <a:lnTo>
                    <a:pt x="5058" y="13647"/>
                  </a:lnTo>
                  <a:lnTo>
                    <a:pt x="5056" y="13645"/>
                  </a:lnTo>
                  <a:lnTo>
                    <a:pt x="4991" y="13037"/>
                  </a:lnTo>
                  <a:lnTo>
                    <a:pt x="4991" y="13035"/>
                  </a:lnTo>
                  <a:lnTo>
                    <a:pt x="4904" y="12219"/>
                  </a:lnTo>
                  <a:lnTo>
                    <a:pt x="4879" y="11993"/>
                  </a:lnTo>
                  <a:cubicBezTo>
                    <a:pt x="4825" y="12011"/>
                    <a:pt x="4773" y="12023"/>
                    <a:pt x="4724" y="12033"/>
                  </a:cubicBezTo>
                  <a:cubicBezTo>
                    <a:pt x="4703" y="12037"/>
                    <a:pt x="4682" y="12040"/>
                    <a:pt x="4662" y="12043"/>
                  </a:cubicBezTo>
                  <a:lnTo>
                    <a:pt x="4686" y="12265"/>
                  </a:lnTo>
                  <a:lnTo>
                    <a:pt x="4914" y="14403"/>
                  </a:lnTo>
                  <a:lnTo>
                    <a:pt x="4939" y="14634"/>
                  </a:lnTo>
                  <a:lnTo>
                    <a:pt x="5138" y="16489"/>
                  </a:lnTo>
                  <a:lnTo>
                    <a:pt x="5150" y="16604"/>
                  </a:lnTo>
                  <a:lnTo>
                    <a:pt x="5099" y="16722"/>
                  </a:lnTo>
                  <a:lnTo>
                    <a:pt x="4267" y="18869"/>
                  </a:lnTo>
                  <a:cubicBezTo>
                    <a:pt x="4209" y="19002"/>
                    <a:pt x="4114" y="19056"/>
                    <a:pt x="4003" y="19056"/>
                  </a:cubicBezTo>
                  <a:cubicBezTo>
                    <a:pt x="3821" y="19056"/>
                    <a:pt x="3596" y="18911"/>
                    <a:pt x="3427" y="18741"/>
                  </a:cubicBezTo>
                  <a:lnTo>
                    <a:pt x="2177" y="17274"/>
                  </a:lnTo>
                  <a:lnTo>
                    <a:pt x="2125" y="17220"/>
                  </a:lnTo>
                  <a:lnTo>
                    <a:pt x="2106" y="17061"/>
                  </a:lnTo>
                  <a:lnTo>
                    <a:pt x="2059" y="16663"/>
                  </a:lnTo>
                  <a:lnTo>
                    <a:pt x="1789" y="12645"/>
                  </a:lnTo>
                  <a:cubicBezTo>
                    <a:pt x="1766" y="12312"/>
                    <a:pt x="1712" y="11982"/>
                    <a:pt x="1624" y="11659"/>
                  </a:cubicBezTo>
                  <a:lnTo>
                    <a:pt x="1335" y="10588"/>
                  </a:lnTo>
                  <a:lnTo>
                    <a:pt x="1304" y="1033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578" name="Google Shape;1578;p72"/>
            <p:cNvSpPr/>
            <p:nvPr/>
          </p:nvSpPr>
          <p:spPr>
            <a:xfrm>
              <a:off x="1671625" y="877425"/>
              <a:ext cx="91400" cy="14075"/>
            </a:xfrm>
            <a:custGeom>
              <a:rect b="b" l="l" r="r" t="t"/>
              <a:pathLst>
                <a:path extrusionOk="0" h="563" w="3656">
                  <a:moveTo>
                    <a:pt x="3539" y="0"/>
                  </a:moveTo>
                  <a:cubicBezTo>
                    <a:pt x="3535" y="0"/>
                    <a:pt x="3532" y="0"/>
                    <a:pt x="3529" y="1"/>
                  </a:cubicBezTo>
                  <a:lnTo>
                    <a:pt x="3425" y="11"/>
                  </a:lnTo>
                  <a:lnTo>
                    <a:pt x="186" y="334"/>
                  </a:lnTo>
                  <a:lnTo>
                    <a:pt x="107" y="341"/>
                  </a:lnTo>
                  <a:cubicBezTo>
                    <a:pt x="45" y="347"/>
                    <a:pt x="0" y="401"/>
                    <a:pt x="7" y="462"/>
                  </a:cubicBezTo>
                  <a:cubicBezTo>
                    <a:pt x="11" y="501"/>
                    <a:pt x="33" y="533"/>
                    <a:pt x="65" y="549"/>
                  </a:cubicBezTo>
                  <a:cubicBezTo>
                    <a:pt x="82" y="558"/>
                    <a:pt x="102" y="563"/>
                    <a:pt x="122" y="563"/>
                  </a:cubicBezTo>
                  <a:cubicBezTo>
                    <a:pt x="124" y="563"/>
                    <a:pt x="126" y="563"/>
                    <a:pt x="128" y="563"/>
                  </a:cubicBezTo>
                  <a:lnTo>
                    <a:pt x="213" y="554"/>
                  </a:lnTo>
                  <a:lnTo>
                    <a:pt x="3450" y="232"/>
                  </a:lnTo>
                  <a:lnTo>
                    <a:pt x="3550" y="222"/>
                  </a:lnTo>
                  <a:cubicBezTo>
                    <a:pt x="3611" y="216"/>
                    <a:pt x="3656" y="162"/>
                    <a:pt x="3650" y="101"/>
                  </a:cubicBezTo>
                  <a:cubicBezTo>
                    <a:pt x="3644" y="44"/>
                    <a:pt x="3595" y="0"/>
                    <a:pt x="35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579" name="Google Shape;1579;p72"/>
            <p:cNvSpPr/>
            <p:nvPr/>
          </p:nvSpPr>
          <p:spPr>
            <a:xfrm>
              <a:off x="1716800" y="1244300"/>
              <a:ext cx="84800" cy="20475"/>
            </a:xfrm>
            <a:custGeom>
              <a:rect b="b" l="l" r="r" t="t"/>
              <a:pathLst>
                <a:path extrusionOk="0" h="819" w="3392">
                  <a:moveTo>
                    <a:pt x="3272" y="1"/>
                  </a:moveTo>
                  <a:cubicBezTo>
                    <a:pt x="3265" y="1"/>
                    <a:pt x="3258" y="1"/>
                    <a:pt x="3251" y="3"/>
                  </a:cubicBezTo>
                  <a:lnTo>
                    <a:pt x="621" y="501"/>
                  </a:lnTo>
                  <a:lnTo>
                    <a:pt x="111" y="478"/>
                  </a:lnTo>
                  <a:lnTo>
                    <a:pt x="100" y="598"/>
                  </a:lnTo>
                  <a:cubicBezTo>
                    <a:pt x="41" y="610"/>
                    <a:pt x="1" y="667"/>
                    <a:pt x="13" y="727"/>
                  </a:cubicBezTo>
                  <a:cubicBezTo>
                    <a:pt x="19" y="762"/>
                    <a:pt x="40" y="789"/>
                    <a:pt x="68" y="804"/>
                  </a:cubicBezTo>
                  <a:cubicBezTo>
                    <a:pt x="84" y="813"/>
                    <a:pt x="102" y="818"/>
                    <a:pt x="120" y="818"/>
                  </a:cubicBezTo>
                  <a:cubicBezTo>
                    <a:pt x="127" y="818"/>
                    <a:pt x="135" y="817"/>
                    <a:pt x="142" y="816"/>
                  </a:cubicBezTo>
                  <a:lnTo>
                    <a:pt x="230" y="800"/>
                  </a:lnTo>
                  <a:lnTo>
                    <a:pt x="3152" y="248"/>
                  </a:lnTo>
                  <a:lnTo>
                    <a:pt x="3292" y="221"/>
                  </a:lnTo>
                  <a:cubicBezTo>
                    <a:pt x="3353" y="209"/>
                    <a:pt x="3392" y="152"/>
                    <a:pt x="3380" y="92"/>
                  </a:cubicBezTo>
                  <a:cubicBezTo>
                    <a:pt x="3370" y="38"/>
                    <a:pt x="3324" y="1"/>
                    <a:pt x="3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580" name="Google Shape;1580;p72"/>
            <p:cNvSpPr/>
            <p:nvPr/>
          </p:nvSpPr>
          <p:spPr>
            <a:xfrm>
              <a:off x="1707400" y="950175"/>
              <a:ext cx="61750" cy="242000"/>
            </a:xfrm>
            <a:custGeom>
              <a:rect b="b" l="l" r="r" t="t"/>
              <a:pathLst>
                <a:path extrusionOk="0" h="9680" w="2470">
                  <a:moveTo>
                    <a:pt x="713" y="0"/>
                  </a:moveTo>
                  <a:cubicBezTo>
                    <a:pt x="683" y="0"/>
                    <a:pt x="654" y="2"/>
                    <a:pt x="624" y="6"/>
                  </a:cubicBezTo>
                  <a:cubicBezTo>
                    <a:pt x="450" y="28"/>
                    <a:pt x="296" y="113"/>
                    <a:pt x="184" y="247"/>
                  </a:cubicBezTo>
                  <a:cubicBezTo>
                    <a:pt x="177" y="255"/>
                    <a:pt x="170" y="262"/>
                    <a:pt x="164" y="271"/>
                  </a:cubicBezTo>
                  <a:cubicBezTo>
                    <a:pt x="51" y="418"/>
                    <a:pt x="1" y="600"/>
                    <a:pt x="25" y="784"/>
                  </a:cubicBezTo>
                  <a:lnTo>
                    <a:pt x="292" y="2837"/>
                  </a:lnTo>
                  <a:lnTo>
                    <a:pt x="322" y="3060"/>
                  </a:lnTo>
                  <a:cubicBezTo>
                    <a:pt x="397" y="3054"/>
                    <a:pt x="472" y="3051"/>
                    <a:pt x="545" y="3047"/>
                  </a:cubicBezTo>
                  <a:lnTo>
                    <a:pt x="603" y="2600"/>
                  </a:lnTo>
                  <a:lnTo>
                    <a:pt x="356" y="1325"/>
                  </a:lnTo>
                  <a:cubicBezTo>
                    <a:pt x="340" y="1201"/>
                    <a:pt x="320" y="860"/>
                    <a:pt x="398" y="760"/>
                  </a:cubicBezTo>
                  <a:cubicBezTo>
                    <a:pt x="475" y="659"/>
                    <a:pt x="455" y="493"/>
                    <a:pt x="580" y="477"/>
                  </a:cubicBezTo>
                  <a:cubicBezTo>
                    <a:pt x="672" y="465"/>
                    <a:pt x="823" y="274"/>
                    <a:pt x="913" y="274"/>
                  </a:cubicBezTo>
                  <a:cubicBezTo>
                    <a:pt x="922" y="274"/>
                    <a:pt x="930" y="276"/>
                    <a:pt x="938" y="280"/>
                  </a:cubicBezTo>
                  <a:cubicBezTo>
                    <a:pt x="1067" y="350"/>
                    <a:pt x="1161" y="477"/>
                    <a:pt x="1181" y="633"/>
                  </a:cubicBezTo>
                  <a:lnTo>
                    <a:pt x="1484" y="2960"/>
                  </a:lnTo>
                  <a:lnTo>
                    <a:pt x="1519" y="3230"/>
                  </a:lnTo>
                  <a:cubicBezTo>
                    <a:pt x="1637" y="3304"/>
                    <a:pt x="1727" y="3402"/>
                    <a:pt x="1782" y="3532"/>
                  </a:cubicBezTo>
                  <a:lnTo>
                    <a:pt x="1726" y="3100"/>
                  </a:lnTo>
                  <a:lnTo>
                    <a:pt x="1401" y="604"/>
                  </a:lnTo>
                  <a:cubicBezTo>
                    <a:pt x="1367" y="345"/>
                    <a:pt x="1194" y="137"/>
                    <a:pt x="965" y="48"/>
                  </a:cubicBezTo>
                  <a:cubicBezTo>
                    <a:pt x="886" y="17"/>
                    <a:pt x="801" y="0"/>
                    <a:pt x="713" y="0"/>
                  </a:cubicBezTo>
                  <a:close/>
                  <a:moveTo>
                    <a:pt x="1794" y="3633"/>
                  </a:moveTo>
                  <a:cubicBezTo>
                    <a:pt x="1778" y="3699"/>
                    <a:pt x="1723" y="3801"/>
                    <a:pt x="1611" y="3943"/>
                  </a:cubicBezTo>
                  <a:lnTo>
                    <a:pt x="1650" y="4244"/>
                  </a:lnTo>
                  <a:lnTo>
                    <a:pt x="1664" y="4355"/>
                  </a:lnTo>
                  <a:lnTo>
                    <a:pt x="1792" y="5339"/>
                  </a:lnTo>
                  <a:lnTo>
                    <a:pt x="2072" y="8237"/>
                  </a:lnTo>
                  <a:cubicBezTo>
                    <a:pt x="2089" y="8362"/>
                    <a:pt x="2208" y="8914"/>
                    <a:pt x="2130" y="9014"/>
                  </a:cubicBezTo>
                  <a:cubicBezTo>
                    <a:pt x="2054" y="9114"/>
                    <a:pt x="1942" y="9178"/>
                    <a:pt x="1818" y="9194"/>
                  </a:cubicBezTo>
                  <a:cubicBezTo>
                    <a:pt x="1798" y="9197"/>
                    <a:pt x="1777" y="9198"/>
                    <a:pt x="1757" y="9198"/>
                  </a:cubicBezTo>
                  <a:cubicBezTo>
                    <a:pt x="1524" y="9198"/>
                    <a:pt x="1321" y="9025"/>
                    <a:pt x="1290" y="8787"/>
                  </a:cubicBezTo>
                  <a:lnTo>
                    <a:pt x="804" y="5053"/>
                  </a:lnTo>
                  <a:lnTo>
                    <a:pt x="770" y="4788"/>
                  </a:lnTo>
                  <a:cubicBezTo>
                    <a:pt x="706" y="4843"/>
                    <a:pt x="640" y="4901"/>
                    <a:pt x="568" y="4961"/>
                  </a:cubicBezTo>
                  <a:lnTo>
                    <a:pt x="602" y="5221"/>
                  </a:lnTo>
                  <a:lnTo>
                    <a:pt x="1069" y="8816"/>
                  </a:lnTo>
                  <a:cubicBezTo>
                    <a:pt x="1099" y="9045"/>
                    <a:pt x="1177" y="9460"/>
                    <a:pt x="1366" y="9563"/>
                  </a:cubicBezTo>
                  <a:cubicBezTo>
                    <a:pt x="1475" y="9622"/>
                    <a:pt x="1781" y="9680"/>
                    <a:pt x="1956" y="9680"/>
                  </a:cubicBezTo>
                  <a:cubicBezTo>
                    <a:pt x="1980" y="9680"/>
                    <a:pt x="2002" y="9679"/>
                    <a:pt x="2020" y="9676"/>
                  </a:cubicBezTo>
                  <a:cubicBezTo>
                    <a:pt x="2204" y="9652"/>
                    <a:pt x="2193" y="9297"/>
                    <a:pt x="2306" y="9150"/>
                  </a:cubicBezTo>
                  <a:cubicBezTo>
                    <a:pt x="2420" y="9002"/>
                    <a:pt x="2470" y="8820"/>
                    <a:pt x="2446" y="8637"/>
                  </a:cubicBezTo>
                  <a:lnTo>
                    <a:pt x="2042" y="5540"/>
                  </a:lnTo>
                  <a:lnTo>
                    <a:pt x="2006" y="5253"/>
                  </a:lnTo>
                  <a:lnTo>
                    <a:pt x="1889" y="4358"/>
                  </a:lnTo>
                  <a:lnTo>
                    <a:pt x="1842" y="4000"/>
                  </a:lnTo>
                  <a:lnTo>
                    <a:pt x="1809" y="3745"/>
                  </a:lnTo>
                  <a:lnTo>
                    <a:pt x="1794" y="363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</p:grpSp>
      <p:sp>
        <p:nvSpPr>
          <p:cNvPr id="1581" name="Google Shape;1581;p72"/>
          <p:cNvSpPr/>
          <p:nvPr/>
        </p:nvSpPr>
        <p:spPr>
          <a:xfrm>
            <a:off x="383871" y="756723"/>
            <a:ext cx="658711" cy="542172"/>
          </a:xfrm>
          <a:custGeom>
            <a:rect b="b" l="l" r="r" t="t"/>
            <a:pathLst>
              <a:path extrusionOk="0" h="9258" w="11248">
                <a:moveTo>
                  <a:pt x="5937" y="3388"/>
                </a:moveTo>
                <a:cubicBezTo>
                  <a:pt x="6793" y="3388"/>
                  <a:pt x="7627" y="3826"/>
                  <a:pt x="8094" y="4613"/>
                </a:cubicBezTo>
                <a:cubicBezTo>
                  <a:pt x="8122" y="4659"/>
                  <a:pt x="8149" y="4707"/>
                  <a:pt x="8173" y="4756"/>
                </a:cubicBezTo>
                <a:lnTo>
                  <a:pt x="7540" y="5109"/>
                </a:lnTo>
                <a:cubicBezTo>
                  <a:pt x="7519" y="5066"/>
                  <a:pt x="7496" y="5023"/>
                  <a:pt x="7472" y="4983"/>
                </a:cubicBezTo>
                <a:cubicBezTo>
                  <a:pt x="7159" y="4455"/>
                  <a:pt x="6768" y="4186"/>
                  <a:pt x="6242" y="4138"/>
                </a:cubicBezTo>
                <a:cubicBezTo>
                  <a:pt x="6180" y="4132"/>
                  <a:pt x="6113" y="4129"/>
                  <a:pt x="6043" y="4129"/>
                </a:cubicBezTo>
                <a:cubicBezTo>
                  <a:pt x="5710" y="4129"/>
                  <a:pt x="5311" y="4196"/>
                  <a:pt x="5033" y="4361"/>
                </a:cubicBezTo>
                <a:cubicBezTo>
                  <a:pt x="4625" y="4603"/>
                  <a:pt x="4335" y="4990"/>
                  <a:pt x="4218" y="5452"/>
                </a:cubicBezTo>
                <a:cubicBezTo>
                  <a:pt x="4100" y="5913"/>
                  <a:pt x="4170" y="6392"/>
                  <a:pt x="4412" y="6800"/>
                </a:cubicBezTo>
                <a:cubicBezTo>
                  <a:pt x="4454" y="6871"/>
                  <a:pt x="4502" y="6940"/>
                  <a:pt x="4555" y="7005"/>
                </a:cubicBezTo>
                <a:lnTo>
                  <a:pt x="3914" y="7361"/>
                </a:lnTo>
                <a:cubicBezTo>
                  <a:pt x="3869" y="7299"/>
                  <a:pt x="3828" y="7235"/>
                  <a:pt x="3788" y="7169"/>
                </a:cubicBezTo>
                <a:cubicBezTo>
                  <a:pt x="3524" y="6725"/>
                  <a:pt x="3517" y="6183"/>
                  <a:pt x="3545" y="5711"/>
                </a:cubicBezTo>
                <a:cubicBezTo>
                  <a:pt x="3582" y="5093"/>
                  <a:pt x="3805" y="4249"/>
                  <a:pt x="4663" y="3738"/>
                </a:cubicBezTo>
                <a:cubicBezTo>
                  <a:pt x="5063" y="3501"/>
                  <a:pt x="5503" y="3388"/>
                  <a:pt x="5937" y="3388"/>
                </a:cubicBezTo>
                <a:close/>
                <a:moveTo>
                  <a:pt x="6046" y="2426"/>
                </a:moveTo>
                <a:cubicBezTo>
                  <a:pt x="6333" y="2426"/>
                  <a:pt x="6616" y="2450"/>
                  <a:pt x="6875" y="2498"/>
                </a:cubicBezTo>
                <a:cubicBezTo>
                  <a:pt x="7789" y="2666"/>
                  <a:pt x="8396" y="3128"/>
                  <a:pt x="8969" y="4093"/>
                </a:cubicBezTo>
                <a:cubicBezTo>
                  <a:pt x="9004" y="4150"/>
                  <a:pt x="9034" y="4206"/>
                  <a:pt x="9063" y="4260"/>
                </a:cubicBezTo>
                <a:lnTo>
                  <a:pt x="8392" y="4634"/>
                </a:lnTo>
                <a:cubicBezTo>
                  <a:pt x="8367" y="4584"/>
                  <a:pt x="8339" y="4534"/>
                  <a:pt x="8310" y="4485"/>
                </a:cubicBezTo>
                <a:cubicBezTo>
                  <a:pt x="7854" y="3716"/>
                  <a:pt x="6836" y="3250"/>
                  <a:pt x="6084" y="3142"/>
                </a:cubicBezTo>
                <a:cubicBezTo>
                  <a:pt x="5965" y="3125"/>
                  <a:pt x="5854" y="3117"/>
                  <a:pt x="5750" y="3117"/>
                </a:cubicBezTo>
                <a:cubicBezTo>
                  <a:pt x="5311" y="3117"/>
                  <a:pt x="4974" y="3263"/>
                  <a:pt x="4535" y="3522"/>
                </a:cubicBezTo>
                <a:cubicBezTo>
                  <a:pt x="3904" y="3898"/>
                  <a:pt x="3455" y="4498"/>
                  <a:pt x="3273" y="5211"/>
                </a:cubicBezTo>
                <a:cubicBezTo>
                  <a:pt x="3092" y="5925"/>
                  <a:pt x="3198" y="6666"/>
                  <a:pt x="3573" y="7298"/>
                </a:cubicBezTo>
                <a:cubicBezTo>
                  <a:pt x="3612" y="7363"/>
                  <a:pt x="3652" y="7425"/>
                  <a:pt x="3694" y="7483"/>
                </a:cubicBezTo>
                <a:lnTo>
                  <a:pt x="3020" y="7856"/>
                </a:lnTo>
                <a:cubicBezTo>
                  <a:pt x="2985" y="7804"/>
                  <a:pt x="2950" y="7748"/>
                  <a:pt x="2914" y="7689"/>
                </a:cubicBezTo>
                <a:cubicBezTo>
                  <a:pt x="2435" y="6881"/>
                  <a:pt x="2298" y="5934"/>
                  <a:pt x="2531" y="5022"/>
                </a:cubicBezTo>
                <a:cubicBezTo>
                  <a:pt x="2764" y="4110"/>
                  <a:pt x="3336" y="3343"/>
                  <a:pt x="4144" y="2863"/>
                </a:cubicBezTo>
                <a:cubicBezTo>
                  <a:pt x="4493" y="2656"/>
                  <a:pt x="4959" y="2515"/>
                  <a:pt x="5489" y="2456"/>
                </a:cubicBezTo>
                <a:cubicBezTo>
                  <a:pt x="5673" y="2436"/>
                  <a:pt x="5860" y="2426"/>
                  <a:pt x="6046" y="2426"/>
                </a:cubicBezTo>
                <a:close/>
                <a:moveTo>
                  <a:pt x="6085" y="1484"/>
                </a:moveTo>
                <a:cubicBezTo>
                  <a:pt x="6298" y="1484"/>
                  <a:pt x="6540" y="1490"/>
                  <a:pt x="6804" y="1507"/>
                </a:cubicBezTo>
                <a:lnTo>
                  <a:pt x="6819" y="1509"/>
                </a:lnTo>
                <a:cubicBezTo>
                  <a:pt x="7235" y="1535"/>
                  <a:pt x="7871" y="1773"/>
                  <a:pt x="8436" y="2116"/>
                </a:cubicBezTo>
                <a:cubicBezTo>
                  <a:pt x="9116" y="2526"/>
                  <a:pt x="9627" y="3034"/>
                  <a:pt x="9879" y="3548"/>
                </a:cubicBezTo>
                <a:cubicBezTo>
                  <a:pt x="9905" y="3599"/>
                  <a:pt x="9933" y="3648"/>
                  <a:pt x="9961" y="3696"/>
                </a:cubicBezTo>
                <a:cubicBezTo>
                  <a:pt x="9970" y="3712"/>
                  <a:pt x="9980" y="3728"/>
                  <a:pt x="9988" y="3746"/>
                </a:cubicBezTo>
                <a:lnTo>
                  <a:pt x="9282" y="4139"/>
                </a:lnTo>
                <a:cubicBezTo>
                  <a:pt x="9252" y="4081"/>
                  <a:pt x="9220" y="4023"/>
                  <a:pt x="9186" y="3965"/>
                </a:cubicBezTo>
                <a:cubicBezTo>
                  <a:pt x="8481" y="2779"/>
                  <a:pt x="7224" y="2119"/>
                  <a:pt x="5936" y="2119"/>
                </a:cubicBezTo>
                <a:cubicBezTo>
                  <a:pt x="5281" y="2119"/>
                  <a:pt x="4618" y="2290"/>
                  <a:pt x="4016" y="2647"/>
                </a:cubicBezTo>
                <a:cubicBezTo>
                  <a:pt x="3471" y="2970"/>
                  <a:pt x="3158" y="3216"/>
                  <a:pt x="2844" y="3737"/>
                </a:cubicBezTo>
                <a:cubicBezTo>
                  <a:pt x="2494" y="4320"/>
                  <a:pt x="2279" y="5033"/>
                  <a:pt x="2237" y="5743"/>
                </a:cubicBezTo>
                <a:cubicBezTo>
                  <a:pt x="2192" y="6517"/>
                  <a:pt x="2351" y="7234"/>
                  <a:pt x="2699" y="7817"/>
                </a:cubicBezTo>
                <a:cubicBezTo>
                  <a:pt x="2732" y="7873"/>
                  <a:pt x="2766" y="7927"/>
                  <a:pt x="2800" y="7978"/>
                </a:cubicBezTo>
                <a:lnTo>
                  <a:pt x="2090" y="8372"/>
                </a:lnTo>
                <a:cubicBezTo>
                  <a:pt x="2060" y="8325"/>
                  <a:pt x="2031" y="8278"/>
                  <a:pt x="2002" y="8230"/>
                </a:cubicBezTo>
                <a:cubicBezTo>
                  <a:pt x="1687" y="7699"/>
                  <a:pt x="1485" y="7122"/>
                  <a:pt x="1403" y="6515"/>
                </a:cubicBezTo>
                <a:cubicBezTo>
                  <a:pt x="1323" y="5927"/>
                  <a:pt x="1357" y="5337"/>
                  <a:pt x="1504" y="4760"/>
                </a:cubicBezTo>
                <a:cubicBezTo>
                  <a:pt x="1651" y="4184"/>
                  <a:pt x="1904" y="3649"/>
                  <a:pt x="2254" y="3172"/>
                </a:cubicBezTo>
                <a:cubicBezTo>
                  <a:pt x="2618" y="2678"/>
                  <a:pt x="3071" y="2267"/>
                  <a:pt x="3602" y="1952"/>
                </a:cubicBezTo>
                <a:cubicBezTo>
                  <a:pt x="4019" y="1705"/>
                  <a:pt x="4648" y="1553"/>
                  <a:pt x="5471" y="1502"/>
                </a:cubicBezTo>
                <a:cubicBezTo>
                  <a:pt x="5629" y="1492"/>
                  <a:pt x="5837" y="1484"/>
                  <a:pt x="6085" y="1484"/>
                </a:cubicBezTo>
                <a:close/>
                <a:moveTo>
                  <a:pt x="5917" y="242"/>
                </a:moveTo>
                <a:cubicBezTo>
                  <a:pt x="6363" y="242"/>
                  <a:pt x="6810" y="298"/>
                  <a:pt x="7249" y="410"/>
                </a:cubicBezTo>
                <a:cubicBezTo>
                  <a:pt x="8655" y="771"/>
                  <a:pt x="9854" y="1683"/>
                  <a:pt x="10623" y="2977"/>
                </a:cubicBezTo>
                <a:cubicBezTo>
                  <a:pt x="10653" y="3029"/>
                  <a:pt x="10720" y="3082"/>
                  <a:pt x="10792" y="3139"/>
                </a:cubicBezTo>
                <a:cubicBezTo>
                  <a:pt x="10832" y="3170"/>
                  <a:pt x="10875" y="3204"/>
                  <a:pt x="10906" y="3235"/>
                </a:cubicBezTo>
                <a:lnTo>
                  <a:pt x="10209" y="3623"/>
                </a:lnTo>
                <a:cubicBezTo>
                  <a:pt x="10173" y="3556"/>
                  <a:pt x="10136" y="3489"/>
                  <a:pt x="10096" y="3424"/>
                </a:cubicBezTo>
                <a:cubicBezTo>
                  <a:pt x="9765" y="2866"/>
                  <a:pt x="9337" y="2395"/>
                  <a:pt x="8822" y="2025"/>
                </a:cubicBezTo>
                <a:cubicBezTo>
                  <a:pt x="8329" y="1670"/>
                  <a:pt x="7772" y="1417"/>
                  <a:pt x="7166" y="1271"/>
                </a:cubicBezTo>
                <a:cubicBezTo>
                  <a:pt x="6776" y="1178"/>
                  <a:pt x="6375" y="1131"/>
                  <a:pt x="5971" y="1131"/>
                </a:cubicBezTo>
                <a:cubicBezTo>
                  <a:pt x="5125" y="1131"/>
                  <a:pt x="4269" y="1335"/>
                  <a:pt x="3477" y="1734"/>
                </a:cubicBezTo>
                <a:cubicBezTo>
                  <a:pt x="2915" y="2018"/>
                  <a:pt x="2337" y="2672"/>
                  <a:pt x="2044" y="3037"/>
                </a:cubicBezTo>
                <a:cubicBezTo>
                  <a:pt x="1441" y="3785"/>
                  <a:pt x="1099" y="4673"/>
                  <a:pt x="1057" y="5603"/>
                </a:cubicBezTo>
                <a:cubicBezTo>
                  <a:pt x="1013" y="6530"/>
                  <a:pt x="1266" y="7482"/>
                  <a:pt x="1786" y="8358"/>
                </a:cubicBezTo>
                <a:cubicBezTo>
                  <a:pt x="1813" y="8404"/>
                  <a:pt x="1841" y="8449"/>
                  <a:pt x="1870" y="8494"/>
                </a:cubicBezTo>
                <a:lnTo>
                  <a:pt x="1389" y="8761"/>
                </a:lnTo>
                <a:lnTo>
                  <a:pt x="1382" y="8764"/>
                </a:lnTo>
                <a:lnTo>
                  <a:pt x="1200" y="8946"/>
                </a:lnTo>
                <a:cubicBezTo>
                  <a:pt x="1163" y="8890"/>
                  <a:pt x="1127" y="8832"/>
                  <a:pt x="1091" y="8771"/>
                </a:cubicBezTo>
                <a:cubicBezTo>
                  <a:pt x="630" y="7996"/>
                  <a:pt x="373" y="7183"/>
                  <a:pt x="325" y="6354"/>
                </a:cubicBezTo>
                <a:cubicBezTo>
                  <a:pt x="279" y="5560"/>
                  <a:pt x="425" y="4745"/>
                  <a:pt x="761" y="3938"/>
                </a:cubicBezTo>
                <a:cubicBezTo>
                  <a:pt x="1075" y="3179"/>
                  <a:pt x="1792" y="1794"/>
                  <a:pt x="3061" y="1041"/>
                </a:cubicBezTo>
                <a:cubicBezTo>
                  <a:pt x="3950" y="513"/>
                  <a:pt x="4932" y="242"/>
                  <a:pt x="5917" y="242"/>
                </a:cubicBezTo>
                <a:close/>
                <a:moveTo>
                  <a:pt x="5928" y="0"/>
                </a:moveTo>
                <a:cubicBezTo>
                  <a:pt x="4873" y="0"/>
                  <a:pt x="3844" y="283"/>
                  <a:pt x="2932" y="825"/>
                </a:cubicBezTo>
                <a:cubicBezTo>
                  <a:pt x="2250" y="1230"/>
                  <a:pt x="1667" y="1759"/>
                  <a:pt x="1199" y="2394"/>
                </a:cubicBezTo>
                <a:cubicBezTo>
                  <a:pt x="747" y="3007"/>
                  <a:pt x="422" y="3695"/>
                  <a:pt x="233" y="4437"/>
                </a:cubicBezTo>
                <a:cubicBezTo>
                  <a:pt x="44" y="5179"/>
                  <a:pt x="0" y="5938"/>
                  <a:pt x="104" y="6693"/>
                </a:cubicBezTo>
                <a:cubicBezTo>
                  <a:pt x="209" y="7474"/>
                  <a:pt x="469" y="8217"/>
                  <a:pt x="875" y="8900"/>
                </a:cubicBezTo>
                <a:cubicBezTo>
                  <a:pt x="922" y="8980"/>
                  <a:pt x="970" y="9056"/>
                  <a:pt x="1017" y="9128"/>
                </a:cubicBezTo>
                <a:lnTo>
                  <a:pt x="1042" y="9164"/>
                </a:lnTo>
                <a:cubicBezTo>
                  <a:pt x="1069" y="9206"/>
                  <a:pt x="1125" y="9211"/>
                  <a:pt x="1179" y="9214"/>
                </a:cubicBezTo>
                <a:cubicBezTo>
                  <a:pt x="1198" y="9216"/>
                  <a:pt x="1227" y="9218"/>
                  <a:pt x="1239" y="9223"/>
                </a:cubicBezTo>
                <a:lnTo>
                  <a:pt x="1264" y="9258"/>
                </a:lnTo>
                <a:lnTo>
                  <a:pt x="1513" y="9109"/>
                </a:lnTo>
                <a:lnTo>
                  <a:pt x="2067" y="8780"/>
                </a:lnTo>
                <a:lnTo>
                  <a:pt x="2244" y="8676"/>
                </a:lnTo>
                <a:lnTo>
                  <a:pt x="3149" y="8138"/>
                </a:lnTo>
                <a:lnTo>
                  <a:pt x="3205" y="8105"/>
                </a:lnTo>
                <a:lnTo>
                  <a:pt x="4735" y="7197"/>
                </a:lnTo>
                <a:lnTo>
                  <a:pt x="4898" y="7100"/>
                </a:lnTo>
                <a:lnTo>
                  <a:pt x="4959" y="7064"/>
                </a:lnTo>
                <a:lnTo>
                  <a:pt x="4907" y="7015"/>
                </a:lnTo>
                <a:cubicBezTo>
                  <a:pt x="4900" y="7009"/>
                  <a:pt x="4894" y="7003"/>
                  <a:pt x="4887" y="6997"/>
                </a:cubicBezTo>
                <a:cubicBezTo>
                  <a:pt x="4856" y="6968"/>
                  <a:pt x="4830" y="6941"/>
                  <a:pt x="4806" y="6913"/>
                </a:cubicBezTo>
                <a:cubicBezTo>
                  <a:pt x="4777" y="6881"/>
                  <a:pt x="4758" y="6802"/>
                  <a:pt x="4741" y="6732"/>
                </a:cubicBezTo>
                <a:cubicBezTo>
                  <a:pt x="4725" y="6663"/>
                  <a:pt x="4709" y="6597"/>
                  <a:pt x="4680" y="6549"/>
                </a:cubicBezTo>
                <a:cubicBezTo>
                  <a:pt x="4471" y="6196"/>
                  <a:pt x="4402" y="5807"/>
                  <a:pt x="4488" y="5452"/>
                </a:cubicBezTo>
                <a:cubicBezTo>
                  <a:pt x="4574" y="5089"/>
                  <a:pt x="4807" y="4786"/>
                  <a:pt x="5161" y="4577"/>
                </a:cubicBezTo>
                <a:cubicBezTo>
                  <a:pt x="5405" y="4432"/>
                  <a:pt x="5674" y="4363"/>
                  <a:pt x="5939" y="4363"/>
                </a:cubicBezTo>
                <a:cubicBezTo>
                  <a:pt x="6461" y="4363"/>
                  <a:pt x="6970" y="4630"/>
                  <a:pt x="7256" y="5111"/>
                </a:cubicBezTo>
                <a:cubicBezTo>
                  <a:pt x="7307" y="5196"/>
                  <a:pt x="7350" y="5288"/>
                  <a:pt x="7383" y="5383"/>
                </a:cubicBezTo>
                <a:cubicBezTo>
                  <a:pt x="7388" y="5397"/>
                  <a:pt x="7394" y="5412"/>
                  <a:pt x="7398" y="5427"/>
                </a:cubicBezTo>
                <a:cubicBezTo>
                  <a:pt x="7410" y="5467"/>
                  <a:pt x="7420" y="5502"/>
                  <a:pt x="7425" y="5520"/>
                </a:cubicBezTo>
                <a:lnTo>
                  <a:pt x="7442" y="5589"/>
                </a:lnTo>
                <a:lnTo>
                  <a:pt x="7499" y="5555"/>
                </a:lnTo>
                <a:lnTo>
                  <a:pt x="8310" y="5073"/>
                </a:lnTo>
                <a:lnTo>
                  <a:pt x="8481" y="4972"/>
                </a:lnTo>
                <a:lnTo>
                  <a:pt x="9229" y="4529"/>
                </a:lnTo>
                <a:lnTo>
                  <a:pt x="9416" y="4418"/>
                </a:lnTo>
                <a:lnTo>
                  <a:pt x="10116" y="4002"/>
                </a:lnTo>
                <a:lnTo>
                  <a:pt x="10243" y="3926"/>
                </a:lnTo>
                <a:lnTo>
                  <a:pt x="11248" y="3330"/>
                </a:lnTo>
                <a:lnTo>
                  <a:pt x="11227" y="3285"/>
                </a:lnTo>
                <a:cubicBezTo>
                  <a:pt x="11206" y="3242"/>
                  <a:pt x="11184" y="3199"/>
                  <a:pt x="11161" y="3156"/>
                </a:cubicBezTo>
                <a:cubicBezTo>
                  <a:pt x="11161" y="3156"/>
                  <a:pt x="11161" y="3155"/>
                  <a:pt x="11161" y="3155"/>
                </a:cubicBezTo>
                <a:lnTo>
                  <a:pt x="11136" y="3107"/>
                </a:lnTo>
                <a:cubicBezTo>
                  <a:pt x="11096" y="3035"/>
                  <a:pt x="11055" y="2959"/>
                  <a:pt x="11009" y="2882"/>
                </a:cubicBezTo>
                <a:cubicBezTo>
                  <a:pt x="10001" y="1187"/>
                  <a:pt x="8219" y="112"/>
                  <a:pt x="6242" y="9"/>
                </a:cubicBezTo>
                <a:cubicBezTo>
                  <a:pt x="6137" y="3"/>
                  <a:pt x="6032" y="0"/>
                  <a:pt x="592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582" name="Google Shape;1582;p72"/>
          <p:cNvSpPr/>
          <p:nvPr/>
        </p:nvSpPr>
        <p:spPr>
          <a:xfrm rot="-906757">
            <a:off x="3597981" y="4729094"/>
            <a:ext cx="755185" cy="17692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83" name="Google Shape;1583;p72"/>
          <p:cNvGrpSpPr/>
          <p:nvPr/>
        </p:nvGrpSpPr>
        <p:grpSpPr>
          <a:xfrm>
            <a:off x="8692549" y="1738522"/>
            <a:ext cx="221772" cy="200884"/>
            <a:chOff x="1640475" y="1197075"/>
            <a:chExt cx="55475" cy="50250"/>
          </a:xfrm>
        </p:grpSpPr>
        <p:sp>
          <p:nvSpPr>
            <p:cNvPr id="1584" name="Google Shape;1584;p7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7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7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87" name="Google Shape;1587;p72"/>
          <p:cNvSpPr/>
          <p:nvPr/>
        </p:nvSpPr>
        <p:spPr>
          <a:xfrm>
            <a:off x="8536325" y="4434061"/>
            <a:ext cx="609613" cy="95515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8" name="Google Shape;1588;p72"/>
          <p:cNvSpPr/>
          <p:nvPr/>
        </p:nvSpPr>
        <p:spPr>
          <a:xfrm rot="-6249525">
            <a:off x="1370859" y="4322855"/>
            <a:ext cx="1292681" cy="1177560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89" name="Google Shape;1589;p72"/>
          <p:cNvGrpSpPr/>
          <p:nvPr/>
        </p:nvGrpSpPr>
        <p:grpSpPr>
          <a:xfrm>
            <a:off x="1288191" y="762864"/>
            <a:ext cx="433643" cy="392824"/>
            <a:chOff x="1640475" y="1197075"/>
            <a:chExt cx="55475" cy="50250"/>
          </a:xfrm>
        </p:grpSpPr>
        <p:sp>
          <p:nvSpPr>
            <p:cNvPr id="1590" name="Google Shape;1590;p7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7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7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3" name="Google Shape;1593;p72"/>
          <p:cNvGrpSpPr/>
          <p:nvPr/>
        </p:nvGrpSpPr>
        <p:grpSpPr>
          <a:xfrm rot="-5400000">
            <a:off x="7770930" y="4597909"/>
            <a:ext cx="244822" cy="221773"/>
            <a:chOff x="1640475" y="1197075"/>
            <a:chExt cx="55475" cy="50250"/>
          </a:xfrm>
        </p:grpSpPr>
        <p:sp>
          <p:nvSpPr>
            <p:cNvPr id="1594" name="Google Shape;1594;p7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7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7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97" name="Google Shape;1597;p72"/>
          <p:cNvSpPr/>
          <p:nvPr/>
        </p:nvSpPr>
        <p:spPr>
          <a:xfrm rot="581768">
            <a:off x="8313063" y="366023"/>
            <a:ext cx="467849" cy="10960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98" name="Google Shape;1598;p72"/>
          <p:cNvGrpSpPr/>
          <p:nvPr/>
        </p:nvGrpSpPr>
        <p:grpSpPr>
          <a:xfrm>
            <a:off x="324374" y="2819347"/>
            <a:ext cx="221772" cy="200884"/>
            <a:chOff x="1640475" y="1197075"/>
            <a:chExt cx="55475" cy="50250"/>
          </a:xfrm>
        </p:grpSpPr>
        <p:sp>
          <p:nvSpPr>
            <p:cNvPr id="1599" name="Google Shape;1599;p7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7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7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2" name="Google Shape;1602;p72"/>
          <p:cNvGrpSpPr/>
          <p:nvPr/>
        </p:nvGrpSpPr>
        <p:grpSpPr>
          <a:xfrm>
            <a:off x="7880062" y="4042366"/>
            <a:ext cx="395823" cy="325965"/>
            <a:chOff x="6441550" y="2480732"/>
            <a:chExt cx="253700" cy="208925"/>
          </a:xfrm>
        </p:grpSpPr>
        <p:sp>
          <p:nvSpPr>
            <p:cNvPr id="1603" name="Google Shape;1603;p72"/>
            <p:cNvSpPr/>
            <p:nvPr/>
          </p:nvSpPr>
          <p:spPr>
            <a:xfrm>
              <a:off x="6450150" y="2496032"/>
              <a:ext cx="234200" cy="178350"/>
            </a:xfrm>
            <a:custGeom>
              <a:rect b="b" l="l" r="r" t="t"/>
              <a:pathLst>
                <a:path extrusionOk="0" h="7134" w="9368">
                  <a:moveTo>
                    <a:pt x="4659" y="0"/>
                  </a:moveTo>
                  <a:cubicBezTo>
                    <a:pt x="4607" y="0"/>
                    <a:pt x="4541" y="13"/>
                    <a:pt x="4450" y="37"/>
                  </a:cubicBezTo>
                  <a:cubicBezTo>
                    <a:pt x="3877" y="190"/>
                    <a:pt x="3484" y="1286"/>
                    <a:pt x="3251" y="1912"/>
                  </a:cubicBezTo>
                  <a:cubicBezTo>
                    <a:pt x="3320" y="1989"/>
                    <a:pt x="3277" y="2134"/>
                    <a:pt x="3165" y="2176"/>
                  </a:cubicBezTo>
                  <a:lnTo>
                    <a:pt x="3168" y="2185"/>
                  </a:lnTo>
                  <a:cubicBezTo>
                    <a:pt x="3113" y="2194"/>
                    <a:pt x="3054" y="2199"/>
                    <a:pt x="2997" y="2208"/>
                  </a:cubicBezTo>
                  <a:cubicBezTo>
                    <a:pt x="2928" y="2224"/>
                    <a:pt x="2859" y="2242"/>
                    <a:pt x="2789" y="2262"/>
                  </a:cubicBezTo>
                  <a:cubicBezTo>
                    <a:pt x="2774" y="2272"/>
                    <a:pt x="2758" y="2277"/>
                    <a:pt x="2742" y="2277"/>
                  </a:cubicBezTo>
                  <a:cubicBezTo>
                    <a:pt x="2715" y="2277"/>
                    <a:pt x="2691" y="2262"/>
                    <a:pt x="2674" y="2240"/>
                  </a:cubicBezTo>
                  <a:cubicBezTo>
                    <a:pt x="2334" y="2266"/>
                    <a:pt x="1995" y="2268"/>
                    <a:pt x="1658" y="2272"/>
                  </a:cubicBezTo>
                  <a:cubicBezTo>
                    <a:pt x="1653" y="2272"/>
                    <a:pt x="1647" y="2272"/>
                    <a:pt x="1641" y="2272"/>
                  </a:cubicBezTo>
                  <a:cubicBezTo>
                    <a:pt x="1500" y="2272"/>
                    <a:pt x="1246" y="2244"/>
                    <a:pt x="999" y="2244"/>
                  </a:cubicBezTo>
                  <a:cubicBezTo>
                    <a:pt x="731" y="2244"/>
                    <a:pt x="469" y="2277"/>
                    <a:pt x="366" y="2418"/>
                  </a:cubicBezTo>
                  <a:cubicBezTo>
                    <a:pt x="0" y="2908"/>
                    <a:pt x="2213" y="3958"/>
                    <a:pt x="2559" y="4145"/>
                  </a:cubicBezTo>
                  <a:cubicBezTo>
                    <a:pt x="2583" y="4161"/>
                    <a:pt x="2605" y="4177"/>
                    <a:pt x="2621" y="4198"/>
                  </a:cubicBezTo>
                  <a:cubicBezTo>
                    <a:pt x="2684" y="4214"/>
                    <a:pt x="2732" y="4270"/>
                    <a:pt x="2706" y="4346"/>
                  </a:cubicBezTo>
                  <a:cubicBezTo>
                    <a:pt x="2554" y="4801"/>
                    <a:pt x="2408" y="5258"/>
                    <a:pt x="2295" y="5725"/>
                  </a:cubicBezTo>
                  <a:cubicBezTo>
                    <a:pt x="2237" y="5970"/>
                    <a:pt x="2191" y="6212"/>
                    <a:pt x="2161" y="6461"/>
                  </a:cubicBezTo>
                  <a:cubicBezTo>
                    <a:pt x="2127" y="6731"/>
                    <a:pt x="1993" y="7041"/>
                    <a:pt x="2272" y="7123"/>
                  </a:cubicBezTo>
                  <a:cubicBezTo>
                    <a:pt x="2295" y="7130"/>
                    <a:pt x="2320" y="7133"/>
                    <a:pt x="2345" y="7133"/>
                  </a:cubicBezTo>
                  <a:cubicBezTo>
                    <a:pt x="2715" y="7133"/>
                    <a:pt x="3335" y="6449"/>
                    <a:pt x="3602" y="6214"/>
                  </a:cubicBezTo>
                  <a:cubicBezTo>
                    <a:pt x="3939" y="5918"/>
                    <a:pt x="4255" y="5606"/>
                    <a:pt x="4577" y="5298"/>
                  </a:cubicBezTo>
                  <a:cubicBezTo>
                    <a:pt x="4624" y="5252"/>
                    <a:pt x="4676" y="5232"/>
                    <a:pt x="4726" y="5232"/>
                  </a:cubicBezTo>
                  <a:cubicBezTo>
                    <a:pt x="4823" y="5232"/>
                    <a:pt x="4912" y="5304"/>
                    <a:pt x="4943" y="5395"/>
                  </a:cubicBezTo>
                  <a:cubicBezTo>
                    <a:pt x="5748" y="6083"/>
                    <a:pt x="6641" y="6590"/>
                    <a:pt x="7652" y="6886"/>
                  </a:cubicBezTo>
                  <a:cubicBezTo>
                    <a:pt x="7611" y="6433"/>
                    <a:pt x="7534" y="5990"/>
                    <a:pt x="7408" y="5552"/>
                  </a:cubicBezTo>
                  <a:cubicBezTo>
                    <a:pt x="7269" y="5069"/>
                    <a:pt x="7001" y="4628"/>
                    <a:pt x="6887" y="4143"/>
                  </a:cubicBezTo>
                  <a:cubicBezTo>
                    <a:pt x="6863" y="4039"/>
                    <a:pt x="6937" y="3942"/>
                    <a:pt x="7024" y="3914"/>
                  </a:cubicBezTo>
                  <a:cubicBezTo>
                    <a:pt x="7026" y="3866"/>
                    <a:pt x="7050" y="3815"/>
                    <a:pt x="7107" y="3781"/>
                  </a:cubicBezTo>
                  <a:cubicBezTo>
                    <a:pt x="7386" y="3602"/>
                    <a:pt x="9368" y="2256"/>
                    <a:pt x="9139" y="1904"/>
                  </a:cubicBezTo>
                  <a:cubicBezTo>
                    <a:pt x="9087" y="1823"/>
                    <a:pt x="8893" y="1797"/>
                    <a:pt x="8659" y="1797"/>
                  </a:cubicBezTo>
                  <a:cubicBezTo>
                    <a:pt x="8282" y="1797"/>
                    <a:pt x="7801" y="1864"/>
                    <a:pt x="7633" y="1875"/>
                  </a:cubicBezTo>
                  <a:cubicBezTo>
                    <a:pt x="7146" y="1908"/>
                    <a:pt x="6661" y="1988"/>
                    <a:pt x="6177" y="2002"/>
                  </a:cubicBezTo>
                  <a:cubicBezTo>
                    <a:pt x="6173" y="2002"/>
                    <a:pt x="6170" y="2002"/>
                    <a:pt x="6166" y="2002"/>
                  </a:cubicBezTo>
                  <a:cubicBezTo>
                    <a:pt x="6063" y="2002"/>
                    <a:pt x="6000" y="1931"/>
                    <a:pt x="5976" y="1848"/>
                  </a:cubicBezTo>
                  <a:cubicBezTo>
                    <a:pt x="5937" y="1836"/>
                    <a:pt x="5899" y="1815"/>
                    <a:pt x="5874" y="1781"/>
                  </a:cubicBezTo>
                  <a:cubicBezTo>
                    <a:pt x="5664" y="1476"/>
                    <a:pt x="5549" y="1118"/>
                    <a:pt x="5354" y="802"/>
                  </a:cubicBezTo>
                  <a:cubicBezTo>
                    <a:pt x="5241" y="617"/>
                    <a:pt x="5117" y="437"/>
                    <a:pt x="4980" y="270"/>
                  </a:cubicBezTo>
                  <a:cubicBezTo>
                    <a:pt x="4832" y="88"/>
                    <a:pt x="4795" y="0"/>
                    <a:pt x="46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72"/>
            <p:cNvSpPr/>
            <p:nvPr/>
          </p:nvSpPr>
          <p:spPr>
            <a:xfrm>
              <a:off x="6441550" y="2480732"/>
              <a:ext cx="253700" cy="208925"/>
            </a:xfrm>
            <a:custGeom>
              <a:rect b="b" l="l" r="r" t="t"/>
              <a:pathLst>
                <a:path extrusionOk="0" h="8357" w="10148">
                  <a:moveTo>
                    <a:pt x="5002" y="612"/>
                  </a:moveTo>
                  <a:cubicBezTo>
                    <a:pt x="5139" y="612"/>
                    <a:pt x="5176" y="700"/>
                    <a:pt x="5324" y="883"/>
                  </a:cubicBezTo>
                  <a:cubicBezTo>
                    <a:pt x="5461" y="1049"/>
                    <a:pt x="5585" y="1229"/>
                    <a:pt x="5698" y="1414"/>
                  </a:cubicBezTo>
                  <a:cubicBezTo>
                    <a:pt x="5893" y="1730"/>
                    <a:pt x="6008" y="2088"/>
                    <a:pt x="6219" y="2393"/>
                  </a:cubicBezTo>
                  <a:cubicBezTo>
                    <a:pt x="6243" y="2428"/>
                    <a:pt x="6281" y="2448"/>
                    <a:pt x="6320" y="2460"/>
                  </a:cubicBezTo>
                  <a:cubicBezTo>
                    <a:pt x="6344" y="2543"/>
                    <a:pt x="6408" y="2615"/>
                    <a:pt x="6512" y="2615"/>
                  </a:cubicBezTo>
                  <a:cubicBezTo>
                    <a:pt x="6515" y="2615"/>
                    <a:pt x="6518" y="2615"/>
                    <a:pt x="6521" y="2615"/>
                  </a:cubicBezTo>
                  <a:cubicBezTo>
                    <a:pt x="7006" y="2601"/>
                    <a:pt x="7490" y="2520"/>
                    <a:pt x="7977" y="2488"/>
                  </a:cubicBezTo>
                  <a:cubicBezTo>
                    <a:pt x="8145" y="2476"/>
                    <a:pt x="8627" y="2409"/>
                    <a:pt x="9004" y="2409"/>
                  </a:cubicBezTo>
                  <a:cubicBezTo>
                    <a:pt x="9238" y="2409"/>
                    <a:pt x="9431" y="2435"/>
                    <a:pt x="9483" y="2516"/>
                  </a:cubicBezTo>
                  <a:cubicBezTo>
                    <a:pt x="9711" y="2868"/>
                    <a:pt x="7730" y="4214"/>
                    <a:pt x="7451" y="4393"/>
                  </a:cubicBezTo>
                  <a:cubicBezTo>
                    <a:pt x="7394" y="4427"/>
                    <a:pt x="7370" y="4478"/>
                    <a:pt x="7368" y="4526"/>
                  </a:cubicBezTo>
                  <a:cubicBezTo>
                    <a:pt x="7281" y="4554"/>
                    <a:pt x="7207" y="4651"/>
                    <a:pt x="7231" y="4755"/>
                  </a:cubicBezTo>
                  <a:cubicBezTo>
                    <a:pt x="7345" y="5240"/>
                    <a:pt x="7613" y="5681"/>
                    <a:pt x="7752" y="6164"/>
                  </a:cubicBezTo>
                  <a:cubicBezTo>
                    <a:pt x="7878" y="6602"/>
                    <a:pt x="7955" y="7045"/>
                    <a:pt x="7996" y="7498"/>
                  </a:cubicBezTo>
                  <a:cubicBezTo>
                    <a:pt x="6985" y="7202"/>
                    <a:pt x="6092" y="6695"/>
                    <a:pt x="5287" y="6007"/>
                  </a:cubicBezTo>
                  <a:cubicBezTo>
                    <a:pt x="5256" y="5916"/>
                    <a:pt x="5167" y="5845"/>
                    <a:pt x="5070" y="5845"/>
                  </a:cubicBezTo>
                  <a:cubicBezTo>
                    <a:pt x="5020" y="5845"/>
                    <a:pt x="4968" y="5864"/>
                    <a:pt x="4921" y="5910"/>
                  </a:cubicBezTo>
                  <a:cubicBezTo>
                    <a:pt x="4599" y="6219"/>
                    <a:pt x="4283" y="6530"/>
                    <a:pt x="3946" y="6826"/>
                  </a:cubicBezTo>
                  <a:cubicBezTo>
                    <a:pt x="3678" y="7061"/>
                    <a:pt x="3059" y="7746"/>
                    <a:pt x="2689" y="7746"/>
                  </a:cubicBezTo>
                  <a:cubicBezTo>
                    <a:pt x="2663" y="7746"/>
                    <a:pt x="2639" y="7743"/>
                    <a:pt x="2616" y="7736"/>
                  </a:cubicBezTo>
                  <a:cubicBezTo>
                    <a:pt x="2337" y="7653"/>
                    <a:pt x="2471" y="7343"/>
                    <a:pt x="2505" y="7073"/>
                  </a:cubicBezTo>
                  <a:cubicBezTo>
                    <a:pt x="2535" y="6824"/>
                    <a:pt x="2581" y="6582"/>
                    <a:pt x="2639" y="6337"/>
                  </a:cubicBezTo>
                  <a:cubicBezTo>
                    <a:pt x="2752" y="5870"/>
                    <a:pt x="2898" y="5413"/>
                    <a:pt x="3050" y="4958"/>
                  </a:cubicBezTo>
                  <a:cubicBezTo>
                    <a:pt x="3076" y="4882"/>
                    <a:pt x="3028" y="4826"/>
                    <a:pt x="2965" y="4810"/>
                  </a:cubicBezTo>
                  <a:cubicBezTo>
                    <a:pt x="2949" y="4790"/>
                    <a:pt x="2928" y="4773"/>
                    <a:pt x="2903" y="4757"/>
                  </a:cubicBezTo>
                  <a:cubicBezTo>
                    <a:pt x="2557" y="4570"/>
                    <a:pt x="344" y="3520"/>
                    <a:pt x="710" y="3031"/>
                  </a:cubicBezTo>
                  <a:cubicBezTo>
                    <a:pt x="813" y="2890"/>
                    <a:pt x="1076" y="2857"/>
                    <a:pt x="1345" y="2857"/>
                  </a:cubicBezTo>
                  <a:cubicBezTo>
                    <a:pt x="1593" y="2857"/>
                    <a:pt x="1848" y="2885"/>
                    <a:pt x="1988" y="2885"/>
                  </a:cubicBezTo>
                  <a:cubicBezTo>
                    <a:pt x="1993" y="2885"/>
                    <a:pt x="1998" y="2885"/>
                    <a:pt x="2002" y="2885"/>
                  </a:cubicBezTo>
                  <a:cubicBezTo>
                    <a:pt x="2340" y="2880"/>
                    <a:pt x="2678" y="2878"/>
                    <a:pt x="3018" y="2852"/>
                  </a:cubicBezTo>
                  <a:cubicBezTo>
                    <a:pt x="3034" y="2875"/>
                    <a:pt x="3059" y="2889"/>
                    <a:pt x="3086" y="2889"/>
                  </a:cubicBezTo>
                  <a:cubicBezTo>
                    <a:pt x="3101" y="2889"/>
                    <a:pt x="3118" y="2884"/>
                    <a:pt x="3133" y="2874"/>
                  </a:cubicBezTo>
                  <a:cubicBezTo>
                    <a:pt x="3203" y="2854"/>
                    <a:pt x="3272" y="2836"/>
                    <a:pt x="3342" y="2820"/>
                  </a:cubicBezTo>
                  <a:cubicBezTo>
                    <a:pt x="3399" y="2811"/>
                    <a:pt x="3457" y="2806"/>
                    <a:pt x="3512" y="2797"/>
                  </a:cubicBezTo>
                  <a:lnTo>
                    <a:pt x="3509" y="2788"/>
                  </a:lnTo>
                  <a:cubicBezTo>
                    <a:pt x="3621" y="2746"/>
                    <a:pt x="3664" y="2601"/>
                    <a:pt x="3595" y="2524"/>
                  </a:cubicBezTo>
                  <a:cubicBezTo>
                    <a:pt x="3829" y="1899"/>
                    <a:pt x="4221" y="802"/>
                    <a:pt x="4794" y="649"/>
                  </a:cubicBezTo>
                  <a:cubicBezTo>
                    <a:pt x="4885" y="625"/>
                    <a:pt x="4951" y="612"/>
                    <a:pt x="5002" y="612"/>
                  </a:cubicBezTo>
                  <a:close/>
                  <a:moveTo>
                    <a:pt x="4825" y="1"/>
                  </a:moveTo>
                  <a:cubicBezTo>
                    <a:pt x="4820" y="1"/>
                    <a:pt x="4815" y="1"/>
                    <a:pt x="4810" y="1"/>
                  </a:cubicBezTo>
                  <a:cubicBezTo>
                    <a:pt x="4376" y="15"/>
                    <a:pt x="4159" y="546"/>
                    <a:pt x="3978" y="872"/>
                  </a:cubicBezTo>
                  <a:cubicBezTo>
                    <a:pt x="3696" y="1377"/>
                    <a:pt x="3470" y="1908"/>
                    <a:pt x="3281" y="2455"/>
                  </a:cubicBezTo>
                  <a:cubicBezTo>
                    <a:pt x="2890" y="2406"/>
                    <a:pt x="2477" y="2382"/>
                    <a:pt x="2068" y="2382"/>
                  </a:cubicBezTo>
                  <a:cubicBezTo>
                    <a:pt x="1748" y="2382"/>
                    <a:pt x="1430" y="2397"/>
                    <a:pt x="1129" y="2425"/>
                  </a:cubicBezTo>
                  <a:cubicBezTo>
                    <a:pt x="760" y="2460"/>
                    <a:pt x="289" y="2585"/>
                    <a:pt x="157" y="2979"/>
                  </a:cubicBezTo>
                  <a:cubicBezTo>
                    <a:pt x="0" y="3455"/>
                    <a:pt x="455" y="3774"/>
                    <a:pt x="785" y="4025"/>
                  </a:cubicBezTo>
                  <a:cubicBezTo>
                    <a:pt x="1360" y="4464"/>
                    <a:pt x="1988" y="4852"/>
                    <a:pt x="2662" y="5120"/>
                  </a:cubicBezTo>
                  <a:cubicBezTo>
                    <a:pt x="2334" y="5695"/>
                    <a:pt x="2145" y="6316"/>
                    <a:pt x="2056" y="6981"/>
                  </a:cubicBezTo>
                  <a:cubicBezTo>
                    <a:pt x="2004" y="7339"/>
                    <a:pt x="1847" y="7993"/>
                    <a:pt x="2203" y="8258"/>
                  </a:cubicBezTo>
                  <a:cubicBezTo>
                    <a:pt x="2296" y="8328"/>
                    <a:pt x="2395" y="8357"/>
                    <a:pt x="2495" y="8357"/>
                  </a:cubicBezTo>
                  <a:cubicBezTo>
                    <a:pt x="2829" y="8357"/>
                    <a:pt x="3181" y="8034"/>
                    <a:pt x="3410" y="7856"/>
                  </a:cubicBezTo>
                  <a:cubicBezTo>
                    <a:pt x="4013" y="7389"/>
                    <a:pt x="4591" y="6886"/>
                    <a:pt x="5124" y="6341"/>
                  </a:cubicBezTo>
                  <a:cubicBezTo>
                    <a:pt x="5978" y="7172"/>
                    <a:pt x="7028" y="7731"/>
                    <a:pt x="8185" y="8019"/>
                  </a:cubicBezTo>
                  <a:cubicBezTo>
                    <a:pt x="8204" y="8024"/>
                    <a:pt x="8222" y="8027"/>
                    <a:pt x="8241" y="8027"/>
                  </a:cubicBezTo>
                  <a:cubicBezTo>
                    <a:pt x="8360" y="8027"/>
                    <a:pt x="8477" y="7933"/>
                    <a:pt x="8472" y="7803"/>
                  </a:cubicBezTo>
                  <a:cubicBezTo>
                    <a:pt x="8428" y="6819"/>
                    <a:pt x="8267" y="5508"/>
                    <a:pt x="7633" y="4693"/>
                  </a:cubicBezTo>
                  <a:cubicBezTo>
                    <a:pt x="8239" y="4381"/>
                    <a:pt x="8806" y="3997"/>
                    <a:pt x="9305" y="3534"/>
                  </a:cubicBezTo>
                  <a:cubicBezTo>
                    <a:pt x="9585" y="3273"/>
                    <a:pt x="10148" y="2813"/>
                    <a:pt x="10051" y="2359"/>
                  </a:cubicBezTo>
                  <a:cubicBezTo>
                    <a:pt x="9976" y="2005"/>
                    <a:pt x="9624" y="1951"/>
                    <a:pt x="9300" y="1951"/>
                  </a:cubicBezTo>
                  <a:cubicBezTo>
                    <a:pt x="9174" y="1951"/>
                    <a:pt x="9052" y="1959"/>
                    <a:pt x="8952" y="1961"/>
                  </a:cubicBezTo>
                  <a:cubicBezTo>
                    <a:pt x="8153" y="1973"/>
                    <a:pt x="7303" y="1989"/>
                    <a:pt x="6523" y="2174"/>
                  </a:cubicBezTo>
                  <a:cubicBezTo>
                    <a:pt x="6424" y="1661"/>
                    <a:pt x="6102" y="1186"/>
                    <a:pt x="5793" y="777"/>
                  </a:cubicBezTo>
                  <a:cubicBezTo>
                    <a:pt x="5568" y="480"/>
                    <a:pt x="5245" y="1"/>
                    <a:pt x="48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5" name="Google Shape;1605;p72"/>
          <p:cNvGrpSpPr/>
          <p:nvPr/>
        </p:nvGrpSpPr>
        <p:grpSpPr>
          <a:xfrm>
            <a:off x="996673" y="327406"/>
            <a:ext cx="367444" cy="325950"/>
            <a:chOff x="3200749" y="4607951"/>
            <a:chExt cx="250388" cy="222113"/>
          </a:xfrm>
        </p:grpSpPr>
        <p:sp>
          <p:nvSpPr>
            <p:cNvPr id="1606" name="Google Shape;1606;p72"/>
            <p:cNvSpPr/>
            <p:nvPr/>
          </p:nvSpPr>
          <p:spPr>
            <a:xfrm>
              <a:off x="3212638" y="4655639"/>
              <a:ext cx="230435" cy="164429"/>
            </a:xfrm>
            <a:custGeom>
              <a:rect b="b" l="l" r="r" t="t"/>
              <a:pathLst>
                <a:path extrusionOk="0" h="8851" w="12404">
                  <a:moveTo>
                    <a:pt x="6842" y="0"/>
                  </a:moveTo>
                  <a:cubicBezTo>
                    <a:pt x="6707" y="0"/>
                    <a:pt x="6570" y="14"/>
                    <a:pt x="6433" y="43"/>
                  </a:cubicBezTo>
                  <a:cubicBezTo>
                    <a:pt x="5732" y="177"/>
                    <a:pt x="5165" y="644"/>
                    <a:pt x="4665" y="1111"/>
                  </a:cubicBezTo>
                  <a:cubicBezTo>
                    <a:pt x="4606" y="1169"/>
                    <a:pt x="4535" y="1196"/>
                    <a:pt x="4465" y="1196"/>
                  </a:cubicBezTo>
                  <a:cubicBezTo>
                    <a:pt x="4375" y="1196"/>
                    <a:pt x="4287" y="1152"/>
                    <a:pt x="4231" y="1078"/>
                  </a:cubicBezTo>
                  <a:cubicBezTo>
                    <a:pt x="3829" y="515"/>
                    <a:pt x="3328" y="285"/>
                    <a:pt x="2859" y="285"/>
                  </a:cubicBezTo>
                  <a:cubicBezTo>
                    <a:pt x="1772" y="285"/>
                    <a:pt x="863" y="1523"/>
                    <a:pt x="1796" y="2712"/>
                  </a:cubicBezTo>
                  <a:cubicBezTo>
                    <a:pt x="1863" y="2712"/>
                    <a:pt x="1929" y="2712"/>
                    <a:pt x="1963" y="2745"/>
                  </a:cubicBezTo>
                  <a:cubicBezTo>
                    <a:pt x="2163" y="2779"/>
                    <a:pt x="2163" y="3112"/>
                    <a:pt x="1963" y="3146"/>
                  </a:cubicBezTo>
                  <a:cubicBezTo>
                    <a:pt x="1062" y="3279"/>
                    <a:pt x="61" y="3713"/>
                    <a:pt x="28" y="4814"/>
                  </a:cubicBezTo>
                  <a:cubicBezTo>
                    <a:pt x="1" y="5765"/>
                    <a:pt x="726" y="6339"/>
                    <a:pt x="1537" y="6339"/>
                  </a:cubicBezTo>
                  <a:cubicBezTo>
                    <a:pt x="1722" y="6339"/>
                    <a:pt x="1911" y="6310"/>
                    <a:pt x="2096" y="6248"/>
                  </a:cubicBezTo>
                  <a:cubicBezTo>
                    <a:pt x="2123" y="6239"/>
                    <a:pt x="2150" y="6235"/>
                    <a:pt x="2177" y="6235"/>
                  </a:cubicBezTo>
                  <a:cubicBezTo>
                    <a:pt x="2346" y="6235"/>
                    <a:pt x="2487" y="6404"/>
                    <a:pt x="2430" y="6548"/>
                  </a:cubicBezTo>
                  <a:cubicBezTo>
                    <a:pt x="2152" y="7290"/>
                    <a:pt x="2246" y="8404"/>
                    <a:pt x="3164" y="8404"/>
                  </a:cubicBezTo>
                  <a:cubicBezTo>
                    <a:pt x="3236" y="8404"/>
                    <a:pt x="3314" y="8397"/>
                    <a:pt x="3397" y="8383"/>
                  </a:cubicBezTo>
                  <a:cubicBezTo>
                    <a:pt x="3931" y="8316"/>
                    <a:pt x="4264" y="7882"/>
                    <a:pt x="4498" y="7415"/>
                  </a:cubicBezTo>
                  <a:cubicBezTo>
                    <a:pt x="4498" y="7349"/>
                    <a:pt x="4498" y="7315"/>
                    <a:pt x="4498" y="7249"/>
                  </a:cubicBezTo>
                  <a:cubicBezTo>
                    <a:pt x="4498" y="7149"/>
                    <a:pt x="4598" y="7115"/>
                    <a:pt x="4665" y="7082"/>
                  </a:cubicBezTo>
                  <a:cubicBezTo>
                    <a:pt x="4684" y="7053"/>
                    <a:pt x="4713" y="7041"/>
                    <a:pt x="4745" y="7041"/>
                  </a:cubicBezTo>
                  <a:cubicBezTo>
                    <a:pt x="4826" y="7041"/>
                    <a:pt x="4922" y="7120"/>
                    <a:pt x="4898" y="7215"/>
                  </a:cubicBezTo>
                  <a:cubicBezTo>
                    <a:pt x="4898" y="7249"/>
                    <a:pt x="4865" y="7282"/>
                    <a:pt x="4865" y="7349"/>
                  </a:cubicBezTo>
                  <a:cubicBezTo>
                    <a:pt x="4995" y="8132"/>
                    <a:pt x="5636" y="8851"/>
                    <a:pt x="6476" y="8851"/>
                  </a:cubicBezTo>
                  <a:cubicBezTo>
                    <a:pt x="6495" y="8851"/>
                    <a:pt x="6514" y="8850"/>
                    <a:pt x="6533" y="8850"/>
                  </a:cubicBezTo>
                  <a:cubicBezTo>
                    <a:pt x="7533" y="8816"/>
                    <a:pt x="7967" y="7916"/>
                    <a:pt x="8100" y="7082"/>
                  </a:cubicBezTo>
                  <a:cubicBezTo>
                    <a:pt x="8120" y="6985"/>
                    <a:pt x="8219" y="6933"/>
                    <a:pt x="8317" y="6933"/>
                  </a:cubicBezTo>
                  <a:cubicBezTo>
                    <a:pt x="8388" y="6933"/>
                    <a:pt x="8459" y="6959"/>
                    <a:pt x="8501" y="7015"/>
                  </a:cubicBezTo>
                  <a:cubicBezTo>
                    <a:pt x="8534" y="7015"/>
                    <a:pt x="8601" y="7048"/>
                    <a:pt x="8601" y="7115"/>
                  </a:cubicBezTo>
                  <a:cubicBezTo>
                    <a:pt x="8745" y="7674"/>
                    <a:pt x="9182" y="7911"/>
                    <a:pt x="9658" y="7911"/>
                  </a:cubicBezTo>
                  <a:cubicBezTo>
                    <a:pt x="10063" y="7911"/>
                    <a:pt x="10496" y="7740"/>
                    <a:pt x="10802" y="7449"/>
                  </a:cubicBezTo>
                  <a:cubicBezTo>
                    <a:pt x="11103" y="7182"/>
                    <a:pt x="11336" y="6748"/>
                    <a:pt x="11303" y="6315"/>
                  </a:cubicBezTo>
                  <a:cubicBezTo>
                    <a:pt x="11269" y="5914"/>
                    <a:pt x="11036" y="5681"/>
                    <a:pt x="10769" y="5381"/>
                  </a:cubicBezTo>
                  <a:cubicBezTo>
                    <a:pt x="10736" y="5347"/>
                    <a:pt x="10736" y="5347"/>
                    <a:pt x="10702" y="5314"/>
                  </a:cubicBezTo>
                  <a:cubicBezTo>
                    <a:pt x="10536" y="5214"/>
                    <a:pt x="10469" y="4880"/>
                    <a:pt x="10736" y="4814"/>
                  </a:cubicBezTo>
                  <a:cubicBezTo>
                    <a:pt x="11937" y="4547"/>
                    <a:pt x="12404" y="3346"/>
                    <a:pt x="11636" y="2345"/>
                  </a:cubicBezTo>
                  <a:cubicBezTo>
                    <a:pt x="11238" y="1833"/>
                    <a:pt x="10699" y="1623"/>
                    <a:pt x="10137" y="1623"/>
                  </a:cubicBezTo>
                  <a:cubicBezTo>
                    <a:pt x="9710" y="1623"/>
                    <a:pt x="9270" y="1743"/>
                    <a:pt x="8868" y="1945"/>
                  </a:cubicBezTo>
                  <a:cubicBezTo>
                    <a:pt x="8823" y="1972"/>
                    <a:pt x="8774" y="1984"/>
                    <a:pt x="8726" y="1984"/>
                  </a:cubicBezTo>
                  <a:cubicBezTo>
                    <a:pt x="8595" y="1984"/>
                    <a:pt x="8476" y="1891"/>
                    <a:pt x="8501" y="1745"/>
                  </a:cubicBezTo>
                  <a:cubicBezTo>
                    <a:pt x="8618" y="694"/>
                    <a:pt x="7789" y="0"/>
                    <a:pt x="68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72"/>
            <p:cNvSpPr/>
            <p:nvPr/>
          </p:nvSpPr>
          <p:spPr>
            <a:xfrm>
              <a:off x="3336476" y="4617314"/>
              <a:ext cx="91717" cy="63312"/>
            </a:xfrm>
            <a:custGeom>
              <a:rect b="b" l="l" r="r" t="t"/>
              <a:pathLst>
                <a:path extrusionOk="0" h="3408" w="4937">
                  <a:moveTo>
                    <a:pt x="2449" y="1"/>
                  </a:moveTo>
                  <a:cubicBezTo>
                    <a:pt x="1460" y="1"/>
                    <a:pt x="404" y="590"/>
                    <a:pt x="0" y="1506"/>
                  </a:cubicBezTo>
                  <a:cubicBezTo>
                    <a:pt x="71" y="1498"/>
                    <a:pt x="144" y="1494"/>
                    <a:pt x="218" y="1494"/>
                  </a:cubicBezTo>
                  <a:cubicBezTo>
                    <a:pt x="458" y="1494"/>
                    <a:pt x="713" y="1538"/>
                    <a:pt x="967" y="1639"/>
                  </a:cubicBezTo>
                  <a:cubicBezTo>
                    <a:pt x="1801" y="1940"/>
                    <a:pt x="2302" y="2607"/>
                    <a:pt x="2335" y="3407"/>
                  </a:cubicBezTo>
                  <a:cubicBezTo>
                    <a:pt x="2710" y="3282"/>
                    <a:pt x="3105" y="3215"/>
                    <a:pt x="3487" y="3215"/>
                  </a:cubicBezTo>
                  <a:cubicBezTo>
                    <a:pt x="3819" y="3215"/>
                    <a:pt x="4142" y="3266"/>
                    <a:pt x="4437" y="3374"/>
                  </a:cubicBezTo>
                  <a:cubicBezTo>
                    <a:pt x="4937" y="2106"/>
                    <a:pt x="4603" y="572"/>
                    <a:pt x="3136" y="105"/>
                  </a:cubicBezTo>
                  <a:cubicBezTo>
                    <a:pt x="2917" y="34"/>
                    <a:pt x="2685" y="1"/>
                    <a:pt x="24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72"/>
            <p:cNvSpPr/>
            <p:nvPr/>
          </p:nvSpPr>
          <p:spPr>
            <a:xfrm>
              <a:off x="3200749" y="4607951"/>
              <a:ext cx="250388" cy="222113"/>
            </a:xfrm>
            <a:custGeom>
              <a:rect b="b" l="l" r="r" t="t"/>
              <a:pathLst>
                <a:path extrusionOk="0" h="11956" w="13478">
                  <a:moveTo>
                    <a:pt x="9780" y="517"/>
                  </a:moveTo>
                  <a:cubicBezTo>
                    <a:pt x="10007" y="517"/>
                    <a:pt x="10231" y="547"/>
                    <a:pt x="10442" y="609"/>
                  </a:cubicBezTo>
                  <a:cubicBezTo>
                    <a:pt x="11909" y="1076"/>
                    <a:pt x="12243" y="2610"/>
                    <a:pt x="11743" y="3878"/>
                  </a:cubicBezTo>
                  <a:cubicBezTo>
                    <a:pt x="11457" y="3773"/>
                    <a:pt x="11145" y="3722"/>
                    <a:pt x="10824" y="3722"/>
                  </a:cubicBezTo>
                  <a:cubicBezTo>
                    <a:pt x="10432" y="3722"/>
                    <a:pt x="10026" y="3798"/>
                    <a:pt x="9641" y="3945"/>
                  </a:cubicBezTo>
                  <a:cubicBezTo>
                    <a:pt x="9608" y="3111"/>
                    <a:pt x="9107" y="2444"/>
                    <a:pt x="8273" y="2143"/>
                  </a:cubicBezTo>
                  <a:cubicBezTo>
                    <a:pt x="7999" y="2061"/>
                    <a:pt x="7724" y="2001"/>
                    <a:pt x="7469" y="2001"/>
                  </a:cubicBezTo>
                  <a:cubicBezTo>
                    <a:pt x="7413" y="2001"/>
                    <a:pt x="7359" y="2004"/>
                    <a:pt x="7306" y="2010"/>
                  </a:cubicBezTo>
                  <a:cubicBezTo>
                    <a:pt x="7713" y="1087"/>
                    <a:pt x="8784" y="517"/>
                    <a:pt x="9780" y="517"/>
                  </a:cubicBezTo>
                  <a:close/>
                  <a:moveTo>
                    <a:pt x="7482" y="2567"/>
                  </a:moveTo>
                  <a:cubicBezTo>
                    <a:pt x="8429" y="2567"/>
                    <a:pt x="9258" y="3261"/>
                    <a:pt x="9141" y="4312"/>
                  </a:cubicBezTo>
                  <a:cubicBezTo>
                    <a:pt x="9116" y="4458"/>
                    <a:pt x="9235" y="4551"/>
                    <a:pt x="9366" y="4551"/>
                  </a:cubicBezTo>
                  <a:cubicBezTo>
                    <a:pt x="9414" y="4551"/>
                    <a:pt x="9463" y="4539"/>
                    <a:pt x="9508" y="4512"/>
                  </a:cubicBezTo>
                  <a:cubicBezTo>
                    <a:pt x="9910" y="4310"/>
                    <a:pt x="10350" y="4190"/>
                    <a:pt x="10777" y="4190"/>
                  </a:cubicBezTo>
                  <a:cubicBezTo>
                    <a:pt x="11339" y="4190"/>
                    <a:pt x="11878" y="4400"/>
                    <a:pt x="12276" y="4912"/>
                  </a:cubicBezTo>
                  <a:cubicBezTo>
                    <a:pt x="13044" y="5913"/>
                    <a:pt x="12577" y="7114"/>
                    <a:pt x="11376" y="7381"/>
                  </a:cubicBezTo>
                  <a:cubicBezTo>
                    <a:pt x="11109" y="7447"/>
                    <a:pt x="11176" y="7781"/>
                    <a:pt x="11342" y="7881"/>
                  </a:cubicBezTo>
                  <a:cubicBezTo>
                    <a:pt x="11376" y="7881"/>
                    <a:pt x="11376" y="7914"/>
                    <a:pt x="11409" y="7948"/>
                  </a:cubicBezTo>
                  <a:cubicBezTo>
                    <a:pt x="11676" y="8248"/>
                    <a:pt x="11909" y="8448"/>
                    <a:pt x="11943" y="8882"/>
                  </a:cubicBezTo>
                  <a:cubicBezTo>
                    <a:pt x="11976" y="9315"/>
                    <a:pt x="11743" y="9716"/>
                    <a:pt x="11442" y="10016"/>
                  </a:cubicBezTo>
                  <a:cubicBezTo>
                    <a:pt x="11139" y="10304"/>
                    <a:pt x="10711" y="10475"/>
                    <a:pt x="10309" y="10475"/>
                  </a:cubicBezTo>
                  <a:cubicBezTo>
                    <a:pt x="9829" y="10475"/>
                    <a:pt x="9386" y="10230"/>
                    <a:pt x="9241" y="9649"/>
                  </a:cubicBezTo>
                  <a:cubicBezTo>
                    <a:pt x="9241" y="9615"/>
                    <a:pt x="9174" y="9582"/>
                    <a:pt x="9141" y="9549"/>
                  </a:cubicBezTo>
                  <a:cubicBezTo>
                    <a:pt x="9099" y="9507"/>
                    <a:pt x="9029" y="9483"/>
                    <a:pt x="8959" y="9483"/>
                  </a:cubicBezTo>
                  <a:cubicBezTo>
                    <a:pt x="8860" y="9483"/>
                    <a:pt x="8760" y="9532"/>
                    <a:pt x="8740" y="9649"/>
                  </a:cubicBezTo>
                  <a:cubicBezTo>
                    <a:pt x="8607" y="10483"/>
                    <a:pt x="8173" y="11383"/>
                    <a:pt x="7173" y="11417"/>
                  </a:cubicBezTo>
                  <a:cubicBezTo>
                    <a:pt x="7137" y="11419"/>
                    <a:pt x="7102" y="11421"/>
                    <a:pt x="7068" y="11421"/>
                  </a:cubicBezTo>
                  <a:cubicBezTo>
                    <a:pt x="6252" y="11421"/>
                    <a:pt x="5633" y="10684"/>
                    <a:pt x="5505" y="9916"/>
                  </a:cubicBezTo>
                  <a:cubicBezTo>
                    <a:pt x="5505" y="9849"/>
                    <a:pt x="5538" y="9816"/>
                    <a:pt x="5538" y="9782"/>
                  </a:cubicBezTo>
                  <a:cubicBezTo>
                    <a:pt x="5562" y="9687"/>
                    <a:pt x="5466" y="9608"/>
                    <a:pt x="5385" y="9608"/>
                  </a:cubicBezTo>
                  <a:cubicBezTo>
                    <a:pt x="5353" y="9608"/>
                    <a:pt x="5324" y="9620"/>
                    <a:pt x="5305" y="9649"/>
                  </a:cubicBezTo>
                  <a:cubicBezTo>
                    <a:pt x="5238" y="9682"/>
                    <a:pt x="5138" y="9716"/>
                    <a:pt x="5138" y="9816"/>
                  </a:cubicBezTo>
                  <a:cubicBezTo>
                    <a:pt x="5138" y="9882"/>
                    <a:pt x="5138" y="9916"/>
                    <a:pt x="5138" y="9982"/>
                  </a:cubicBezTo>
                  <a:cubicBezTo>
                    <a:pt x="4904" y="10449"/>
                    <a:pt x="4571" y="10883"/>
                    <a:pt x="4037" y="10950"/>
                  </a:cubicBezTo>
                  <a:cubicBezTo>
                    <a:pt x="3954" y="10964"/>
                    <a:pt x="3876" y="10971"/>
                    <a:pt x="3804" y="10971"/>
                  </a:cubicBezTo>
                  <a:cubicBezTo>
                    <a:pt x="2890" y="10971"/>
                    <a:pt x="2822" y="9857"/>
                    <a:pt x="3070" y="9115"/>
                  </a:cubicBezTo>
                  <a:cubicBezTo>
                    <a:pt x="3127" y="8971"/>
                    <a:pt x="2986" y="8802"/>
                    <a:pt x="2817" y="8802"/>
                  </a:cubicBezTo>
                  <a:cubicBezTo>
                    <a:pt x="2790" y="8802"/>
                    <a:pt x="2763" y="8806"/>
                    <a:pt x="2736" y="8815"/>
                  </a:cubicBezTo>
                  <a:cubicBezTo>
                    <a:pt x="2551" y="8877"/>
                    <a:pt x="2362" y="8906"/>
                    <a:pt x="2177" y="8906"/>
                  </a:cubicBezTo>
                  <a:cubicBezTo>
                    <a:pt x="1366" y="8906"/>
                    <a:pt x="641" y="8332"/>
                    <a:pt x="668" y="7381"/>
                  </a:cubicBezTo>
                  <a:cubicBezTo>
                    <a:pt x="701" y="6280"/>
                    <a:pt x="1702" y="5846"/>
                    <a:pt x="2603" y="5713"/>
                  </a:cubicBezTo>
                  <a:cubicBezTo>
                    <a:pt x="2803" y="5679"/>
                    <a:pt x="2803" y="5346"/>
                    <a:pt x="2603" y="5312"/>
                  </a:cubicBezTo>
                  <a:cubicBezTo>
                    <a:pt x="2569" y="5279"/>
                    <a:pt x="2503" y="5279"/>
                    <a:pt x="2436" y="5279"/>
                  </a:cubicBezTo>
                  <a:cubicBezTo>
                    <a:pt x="1503" y="4090"/>
                    <a:pt x="2412" y="2852"/>
                    <a:pt x="3499" y="2852"/>
                  </a:cubicBezTo>
                  <a:cubicBezTo>
                    <a:pt x="3968" y="2852"/>
                    <a:pt x="4469" y="3082"/>
                    <a:pt x="4871" y="3645"/>
                  </a:cubicBezTo>
                  <a:cubicBezTo>
                    <a:pt x="4946" y="3719"/>
                    <a:pt x="5031" y="3763"/>
                    <a:pt x="5116" y="3763"/>
                  </a:cubicBezTo>
                  <a:cubicBezTo>
                    <a:pt x="5181" y="3763"/>
                    <a:pt x="5246" y="3736"/>
                    <a:pt x="5305" y="3678"/>
                  </a:cubicBezTo>
                  <a:cubicBezTo>
                    <a:pt x="5805" y="3211"/>
                    <a:pt x="6372" y="2744"/>
                    <a:pt x="7073" y="2610"/>
                  </a:cubicBezTo>
                  <a:cubicBezTo>
                    <a:pt x="7210" y="2581"/>
                    <a:pt x="7347" y="2567"/>
                    <a:pt x="7482" y="2567"/>
                  </a:cubicBezTo>
                  <a:close/>
                  <a:moveTo>
                    <a:pt x="9790" y="1"/>
                  </a:moveTo>
                  <a:cubicBezTo>
                    <a:pt x="8522" y="1"/>
                    <a:pt x="7191" y="807"/>
                    <a:pt x="6906" y="2077"/>
                  </a:cubicBezTo>
                  <a:cubicBezTo>
                    <a:pt x="6239" y="2244"/>
                    <a:pt x="5672" y="2644"/>
                    <a:pt x="5138" y="3077"/>
                  </a:cubicBezTo>
                  <a:cubicBezTo>
                    <a:pt x="4674" y="2573"/>
                    <a:pt x="4038" y="2239"/>
                    <a:pt x="3387" y="2239"/>
                  </a:cubicBezTo>
                  <a:cubicBezTo>
                    <a:pt x="2962" y="2239"/>
                    <a:pt x="2531" y="2381"/>
                    <a:pt x="2136" y="2711"/>
                  </a:cubicBezTo>
                  <a:cubicBezTo>
                    <a:pt x="1302" y="3411"/>
                    <a:pt x="1302" y="4545"/>
                    <a:pt x="1936" y="5312"/>
                  </a:cubicBezTo>
                  <a:cubicBezTo>
                    <a:pt x="868" y="5513"/>
                    <a:pt x="1" y="6513"/>
                    <a:pt x="168" y="7681"/>
                  </a:cubicBezTo>
                  <a:cubicBezTo>
                    <a:pt x="290" y="8780"/>
                    <a:pt x="1195" y="9432"/>
                    <a:pt x="2166" y="9432"/>
                  </a:cubicBezTo>
                  <a:cubicBezTo>
                    <a:pt x="2256" y="9432"/>
                    <a:pt x="2346" y="9427"/>
                    <a:pt x="2436" y="9415"/>
                  </a:cubicBezTo>
                  <a:lnTo>
                    <a:pt x="2436" y="9415"/>
                  </a:lnTo>
                  <a:cubicBezTo>
                    <a:pt x="2269" y="10283"/>
                    <a:pt x="2336" y="11283"/>
                    <a:pt x="3370" y="11517"/>
                  </a:cubicBezTo>
                  <a:cubicBezTo>
                    <a:pt x="3495" y="11546"/>
                    <a:pt x="3615" y="11559"/>
                    <a:pt x="3729" y="11559"/>
                  </a:cubicBezTo>
                  <a:cubicBezTo>
                    <a:pt x="4406" y="11559"/>
                    <a:pt x="4895" y="11082"/>
                    <a:pt x="5238" y="10483"/>
                  </a:cubicBezTo>
                  <a:cubicBezTo>
                    <a:pt x="5460" y="11340"/>
                    <a:pt x="6256" y="11955"/>
                    <a:pt x="7167" y="11955"/>
                  </a:cubicBezTo>
                  <a:cubicBezTo>
                    <a:pt x="7213" y="11955"/>
                    <a:pt x="7259" y="11954"/>
                    <a:pt x="7306" y="11950"/>
                  </a:cubicBezTo>
                  <a:cubicBezTo>
                    <a:pt x="8140" y="11917"/>
                    <a:pt x="8974" y="11217"/>
                    <a:pt x="9174" y="10383"/>
                  </a:cubicBezTo>
                  <a:cubicBezTo>
                    <a:pt x="9440" y="10773"/>
                    <a:pt x="9905" y="10956"/>
                    <a:pt x="10397" y="10956"/>
                  </a:cubicBezTo>
                  <a:cubicBezTo>
                    <a:pt x="10830" y="10956"/>
                    <a:pt x="11284" y="10815"/>
                    <a:pt x="11643" y="10549"/>
                  </a:cubicBezTo>
                  <a:cubicBezTo>
                    <a:pt x="12410" y="9949"/>
                    <a:pt x="12877" y="8381"/>
                    <a:pt x="11976" y="7747"/>
                  </a:cubicBezTo>
                  <a:cubicBezTo>
                    <a:pt x="12977" y="7280"/>
                    <a:pt x="13477" y="6113"/>
                    <a:pt x="12977" y="5046"/>
                  </a:cubicBezTo>
                  <a:cubicBezTo>
                    <a:pt x="12777" y="4645"/>
                    <a:pt x="12510" y="4345"/>
                    <a:pt x="12210" y="4112"/>
                  </a:cubicBezTo>
                  <a:cubicBezTo>
                    <a:pt x="13010" y="2711"/>
                    <a:pt x="12343" y="809"/>
                    <a:pt x="10842" y="209"/>
                  </a:cubicBezTo>
                  <a:cubicBezTo>
                    <a:pt x="10514" y="67"/>
                    <a:pt x="10155" y="1"/>
                    <a:pt x="97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1609" name="Shape 16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0" name="Google Shape;1610;p73"/>
          <p:cNvSpPr/>
          <p:nvPr/>
        </p:nvSpPr>
        <p:spPr>
          <a:xfrm>
            <a:off x="6547784" y="-278499"/>
            <a:ext cx="2631130" cy="1290026"/>
          </a:xfrm>
          <a:custGeom>
            <a:rect b="b" l="l" r="r" t="t"/>
            <a:pathLst>
              <a:path extrusionOk="0" h="8220" w="16766">
                <a:moveTo>
                  <a:pt x="16619" y="0"/>
                </a:moveTo>
                <a:lnTo>
                  <a:pt x="1" y="306"/>
                </a:lnTo>
                <a:cubicBezTo>
                  <a:pt x="61" y="421"/>
                  <a:pt x="130" y="530"/>
                  <a:pt x="209" y="629"/>
                </a:cubicBezTo>
                <a:cubicBezTo>
                  <a:pt x="561" y="1077"/>
                  <a:pt x="1090" y="1341"/>
                  <a:pt x="1620" y="1341"/>
                </a:cubicBezTo>
                <a:cubicBezTo>
                  <a:pt x="1653" y="1341"/>
                  <a:pt x="1687" y="1340"/>
                  <a:pt x="1720" y="1338"/>
                </a:cubicBezTo>
                <a:cubicBezTo>
                  <a:pt x="2137" y="1311"/>
                  <a:pt x="2547" y="1128"/>
                  <a:pt x="2959" y="1128"/>
                </a:cubicBezTo>
                <a:cubicBezTo>
                  <a:pt x="3033" y="1128"/>
                  <a:pt x="3106" y="1133"/>
                  <a:pt x="3180" y="1147"/>
                </a:cubicBezTo>
                <a:cubicBezTo>
                  <a:pt x="3277" y="1165"/>
                  <a:pt x="3367" y="1194"/>
                  <a:pt x="3455" y="1233"/>
                </a:cubicBezTo>
                <a:cubicBezTo>
                  <a:pt x="3474" y="1242"/>
                  <a:pt x="3493" y="1250"/>
                  <a:pt x="3511" y="1261"/>
                </a:cubicBezTo>
                <a:lnTo>
                  <a:pt x="3512" y="1261"/>
                </a:lnTo>
                <a:cubicBezTo>
                  <a:pt x="4178" y="1599"/>
                  <a:pt x="4587" y="2502"/>
                  <a:pt x="5216" y="2997"/>
                </a:cubicBezTo>
                <a:cubicBezTo>
                  <a:pt x="5642" y="3331"/>
                  <a:pt x="6137" y="3458"/>
                  <a:pt x="6653" y="3458"/>
                </a:cubicBezTo>
                <a:cubicBezTo>
                  <a:pt x="7281" y="3458"/>
                  <a:pt x="7939" y="3268"/>
                  <a:pt x="8534" y="3032"/>
                </a:cubicBezTo>
                <a:cubicBezTo>
                  <a:pt x="9061" y="2823"/>
                  <a:pt x="9606" y="2582"/>
                  <a:pt x="10155" y="2582"/>
                </a:cubicBezTo>
                <a:cubicBezTo>
                  <a:pt x="10271" y="2582"/>
                  <a:pt x="10386" y="2593"/>
                  <a:pt x="10502" y="2617"/>
                </a:cubicBezTo>
                <a:cubicBezTo>
                  <a:pt x="11491" y="2819"/>
                  <a:pt x="12129" y="3901"/>
                  <a:pt x="12548" y="4929"/>
                </a:cubicBezTo>
                <a:cubicBezTo>
                  <a:pt x="12966" y="5958"/>
                  <a:pt x="13334" y="7102"/>
                  <a:pt x="14165" y="7742"/>
                </a:cubicBezTo>
                <a:cubicBezTo>
                  <a:pt x="14587" y="8068"/>
                  <a:pt x="15094" y="8220"/>
                  <a:pt x="15606" y="8220"/>
                </a:cubicBezTo>
                <a:cubicBezTo>
                  <a:pt x="16002" y="8220"/>
                  <a:pt x="16401" y="8129"/>
                  <a:pt x="16766" y="7956"/>
                </a:cubicBezTo>
                <a:lnTo>
                  <a:pt x="16619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1" name="Google Shape;1611;p73"/>
          <p:cNvSpPr/>
          <p:nvPr/>
        </p:nvSpPr>
        <p:spPr>
          <a:xfrm>
            <a:off x="7408253" y="1455793"/>
            <a:ext cx="2249157" cy="4099051"/>
          </a:xfrm>
          <a:custGeom>
            <a:rect b="b" l="l" r="r" t="t"/>
            <a:pathLst>
              <a:path extrusionOk="0" h="26119" w="14332">
                <a:moveTo>
                  <a:pt x="12104" y="0"/>
                </a:moveTo>
                <a:cubicBezTo>
                  <a:pt x="11836" y="0"/>
                  <a:pt x="11579" y="100"/>
                  <a:pt x="11338" y="207"/>
                </a:cubicBezTo>
                <a:cubicBezTo>
                  <a:pt x="11049" y="335"/>
                  <a:pt x="10764" y="475"/>
                  <a:pt x="10478" y="610"/>
                </a:cubicBezTo>
                <a:cubicBezTo>
                  <a:pt x="9890" y="885"/>
                  <a:pt x="9294" y="1149"/>
                  <a:pt x="8713" y="1440"/>
                </a:cubicBezTo>
                <a:cubicBezTo>
                  <a:pt x="8495" y="1549"/>
                  <a:pt x="8298" y="1691"/>
                  <a:pt x="8201" y="1922"/>
                </a:cubicBezTo>
                <a:cubicBezTo>
                  <a:pt x="8095" y="2174"/>
                  <a:pt x="8110" y="2467"/>
                  <a:pt x="8106" y="2735"/>
                </a:cubicBezTo>
                <a:cubicBezTo>
                  <a:pt x="8097" y="3377"/>
                  <a:pt x="8121" y="4019"/>
                  <a:pt x="8176" y="4658"/>
                </a:cubicBezTo>
                <a:cubicBezTo>
                  <a:pt x="8228" y="5277"/>
                  <a:pt x="8331" y="5899"/>
                  <a:pt x="8283" y="6521"/>
                </a:cubicBezTo>
                <a:cubicBezTo>
                  <a:pt x="8242" y="7056"/>
                  <a:pt x="8055" y="7556"/>
                  <a:pt x="7761" y="8004"/>
                </a:cubicBezTo>
                <a:cubicBezTo>
                  <a:pt x="7173" y="8897"/>
                  <a:pt x="6276" y="9476"/>
                  <a:pt x="5434" y="10099"/>
                </a:cubicBezTo>
                <a:cubicBezTo>
                  <a:pt x="5008" y="10415"/>
                  <a:pt x="4600" y="10769"/>
                  <a:pt x="4338" y="11238"/>
                </a:cubicBezTo>
                <a:cubicBezTo>
                  <a:pt x="4078" y="11703"/>
                  <a:pt x="3973" y="12231"/>
                  <a:pt x="3932" y="12758"/>
                </a:cubicBezTo>
                <a:cubicBezTo>
                  <a:pt x="3854" y="13776"/>
                  <a:pt x="4023" y="14819"/>
                  <a:pt x="3717" y="15812"/>
                </a:cubicBezTo>
                <a:cubicBezTo>
                  <a:pt x="3574" y="16273"/>
                  <a:pt x="3319" y="16702"/>
                  <a:pt x="2917" y="16981"/>
                </a:cubicBezTo>
                <a:cubicBezTo>
                  <a:pt x="2489" y="17279"/>
                  <a:pt x="1977" y="17419"/>
                  <a:pt x="1536" y="17694"/>
                </a:cubicBezTo>
                <a:cubicBezTo>
                  <a:pt x="639" y="18252"/>
                  <a:pt x="327" y="19323"/>
                  <a:pt x="152" y="20304"/>
                </a:cubicBezTo>
                <a:cubicBezTo>
                  <a:pt x="48" y="20891"/>
                  <a:pt x="1" y="21500"/>
                  <a:pt x="140" y="22087"/>
                </a:cubicBezTo>
                <a:cubicBezTo>
                  <a:pt x="259" y="22589"/>
                  <a:pt x="523" y="23040"/>
                  <a:pt x="855" y="23429"/>
                </a:cubicBezTo>
                <a:cubicBezTo>
                  <a:pt x="1544" y="24236"/>
                  <a:pt x="3187" y="24329"/>
                  <a:pt x="3333" y="25366"/>
                </a:cubicBezTo>
                <a:cubicBezTo>
                  <a:pt x="3413" y="25937"/>
                  <a:pt x="4213" y="26116"/>
                  <a:pt x="4450" y="26116"/>
                </a:cubicBezTo>
                <a:cubicBezTo>
                  <a:pt x="4499" y="26116"/>
                  <a:pt x="4524" y="26108"/>
                  <a:pt x="4512" y="26094"/>
                </a:cubicBezTo>
                <a:lnTo>
                  <a:pt x="4512" y="26094"/>
                </a:lnTo>
                <a:cubicBezTo>
                  <a:pt x="5752" y="26098"/>
                  <a:pt x="6992" y="26103"/>
                  <a:pt x="8231" y="26108"/>
                </a:cubicBezTo>
                <a:cubicBezTo>
                  <a:pt x="8884" y="26110"/>
                  <a:pt x="9536" y="26113"/>
                  <a:pt x="10188" y="26115"/>
                </a:cubicBezTo>
                <a:cubicBezTo>
                  <a:pt x="10509" y="26116"/>
                  <a:pt x="10831" y="26117"/>
                  <a:pt x="11153" y="26118"/>
                </a:cubicBezTo>
                <a:cubicBezTo>
                  <a:pt x="11181" y="26118"/>
                  <a:pt x="11210" y="26118"/>
                  <a:pt x="11238" y="26118"/>
                </a:cubicBezTo>
                <a:cubicBezTo>
                  <a:pt x="11502" y="26118"/>
                  <a:pt x="11768" y="26112"/>
                  <a:pt x="12030" y="26066"/>
                </a:cubicBezTo>
                <a:cubicBezTo>
                  <a:pt x="12510" y="25980"/>
                  <a:pt x="12981" y="25708"/>
                  <a:pt x="13161" y="25232"/>
                </a:cubicBezTo>
                <a:cubicBezTo>
                  <a:pt x="13200" y="25130"/>
                  <a:pt x="13224" y="25017"/>
                  <a:pt x="13222" y="24907"/>
                </a:cubicBezTo>
                <a:cubicBezTo>
                  <a:pt x="13220" y="24778"/>
                  <a:pt x="13107" y="24687"/>
                  <a:pt x="13042" y="24582"/>
                </a:cubicBezTo>
                <a:cubicBezTo>
                  <a:pt x="12914" y="24378"/>
                  <a:pt x="12829" y="24154"/>
                  <a:pt x="12777" y="23918"/>
                </a:cubicBezTo>
                <a:cubicBezTo>
                  <a:pt x="12667" y="23424"/>
                  <a:pt x="12700" y="22903"/>
                  <a:pt x="12760" y="22402"/>
                </a:cubicBezTo>
                <a:cubicBezTo>
                  <a:pt x="12825" y="21856"/>
                  <a:pt x="12928" y="21313"/>
                  <a:pt x="12991" y="20766"/>
                </a:cubicBezTo>
                <a:cubicBezTo>
                  <a:pt x="13138" y="19498"/>
                  <a:pt x="13165" y="18220"/>
                  <a:pt x="13259" y="16947"/>
                </a:cubicBezTo>
                <a:cubicBezTo>
                  <a:pt x="13306" y="16306"/>
                  <a:pt x="13371" y="15667"/>
                  <a:pt x="13476" y="15033"/>
                </a:cubicBezTo>
                <a:cubicBezTo>
                  <a:pt x="13580" y="14418"/>
                  <a:pt x="13717" y="13809"/>
                  <a:pt x="13850" y="13199"/>
                </a:cubicBezTo>
                <a:cubicBezTo>
                  <a:pt x="14117" y="11977"/>
                  <a:pt x="14332" y="10761"/>
                  <a:pt x="14312" y="9506"/>
                </a:cubicBezTo>
                <a:cubicBezTo>
                  <a:pt x="14292" y="8213"/>
                  <a:pt x="14104" y="6931"/>
                  <a:pt x="14032" y="5641"/>
                </a:cubicBezTo>
                <a:cubicBezTo>
                  <a:pt x="13973" y="4552"/>
                  <a:pt x="14026" y="3448"/>
                  <a:pt x="13821" y="2371"/>
                </a:cubicBezTo>
                <a:cubicBezTo>
                  <a:pt x="13723" y="1854"/>
                  <a:pt x="13559" y="1346"/>
                  <a:pt x="13296" y="889"/>
                </a:cubicBezTo>
                <a:cubicBezTo>
                  <a:pt x="13046" y="456"/>
                  <a:pt x="12681" y="18"/>
                  <a:pt x="12141" y="1"/>
                </a:cubicBezTo>
                <a:cubicBezTo>
                  <a:pt x="12128" y="1"/>
                  <a:pt x="12116" y="0"/>
                  <a:pt x="12104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2" name="Google Shape;1612;p73"/>
          <p:cNvSpPr/>
          <p:nvPr/>
        </p:nvSpPr>
        <p:spPr>
          <a:xfrm>
            <a:off x="-209325" y="4063744"/>
            <a:ext cx="2549055" cy="1959992"/>
          </a:xfrm>
          <a:custGeom>
            <a:rect b="b" l="l" r="r" t="t"/>
            <a:pathLst>
              <a:path extrusionOk="0" h="12489" w="16243">
                <a:moveTo>
                  <a:pt x="3844" y="0"/>
                </a:moveTo>
                <a:cubicBezTo>
                  <a:pt x="3285" y="0"/>
                  <a:pt x="2723" y="148"/>
                  <a:pt x="2228" y="400"/>
                </a:cubicBezTo>
                <a:cubicBezTo>
                  <a:pt x="1280" y="883"/>
                  <a:pt x="590" y="1767"/>
                  <a:pt x="156" y="2720"/>
                </a:cubicBezTo>
                <a:cubicBezTo>
                  <a:pt x="49" y="2956"/>
                  <a:pt x="1" y="3596"/>
                  <a:pt x="54" y="3596"/>
                </a:cubicBezTo>
                <a:cubicBezTo>
                  <a:pt x="57" y="3596"/>
                  <a:pt x="61" y="3593"/>
                  <a:pt x="66" y="3588"/>
                </a:cubicBezTo>
                <a:cubicBezTo>
                  <a:pt x="269" y="4868"/>
                  <a:pt x="1355" y="5759"/>
                  <a:pt x="2294" y="6557"/>
                </a:cubicBezTo>
                <a:cubicBezTo>
                  <a:pt x="3560" y="7632"/>
                  <a:pt x="4723" y="8824"/>
                  <a:pt x="5756" y="10126"/>
                </a:cubicBezTo>
                <a:cubicBezTo>
                  <a:pt x="6340" y="10862"/>
                  <a:pt x="6881" y="11633"/>
                  <a:pt x="7379" y="12430"/>
                </a:cubicBezTo>
                <a:cubicBezTo>
                  <a:pt x="7403" y="12468"/>
                  <a:pt x="7442" y="12488"/>
                  <a:pt x="7481" y="12488"/>
                </a:cubicBezTo>
                <a:cubicBezTo>
                  <a:pt x="7510" y="12488"/>
                  <a:pt x="7539" y="12478"/>
                  <a:pt x="7563" y="12456"/>
                </a:cubicBezTo>
                <a:cubicBezTo>
                  <a:pt x="9372" y="10767"/>
                  <a:pt x="11182" y="9079"/>
                  <a:pt x="12991" y="7391"/>
                </a:cubicBezTo>
                <a:cubicBezTo>
                  <a:pt x="13444" y="6969"/>
                  <a:pt x="13897" y="6547"/>
                  <a:pt x="14348" y="6125"/>
                </a:cubicBezTo>
                <a:cubicBezTo>
                  <a:pt x="14774" y="5728"/>
                  <a:pt x="15224" y="5346"/>
                  <a:pt x="15621" y="4920"/>
                </a:cubicBezTo>
                <a:cubicBezTo>
                  <a:pt x="15956" y="4561"/>
                  <a:pt x="16230" y="4130"/>
                  <a:pt x="16237" y="3625"/>
                </a:cubicBezTo>
                <a:cubicBezTo>
                  <a:pt x="16243" y="3173"/>
                  <a:pt x="16055" y="2737"/>
                  <a:pt x="15772" y="2393"/>
                </a:cubicBezTo>
                <a:cubicBezTo>
                  <a:pt x="15118" y="1597"/>
                  <a:pt x="13969" y="1326"/>
                  <a:pt x="12990" y="1230"/>
                </a:cubicBezTo>
                <a:cubicBezTo>
                  <a:pt x="12782" y="1209"/>
                  <a:pt x="12575" y="1199"/>
                  <a:pt x="12369" y="1199"/>
                </a:cubicBezTo>
                <a:cubicBezTo>
                  <a:pt x="11579" y="1199"/>
                  <a:pt x="10805" y="1344"/>
                  <a:pt x="10046" y="1589"/>
                </a:cubicBezTo>
                <a:cubicBezTo>
                  <a:pt x="9458" y="1779"/>
                  <a:pt x="8842" y="1996"/>
                  <a:pt x="8230" y="1996"/>
                </a:cubicBezTo>
                <a:cubicBezTo>
                  <a:pt x="7924" y="1996"/>
                  <a:pt x="7618" y="1942"/>
                  <a:pt x="7317" y="1801"/>
                </a:cubicBezTo>
                <a:cubicBezTo>
                  <a:pt x="6411" y="1378"/>
                  <a:pt x="5786" y="517"/>
                  <a:pt x="4835" y="170"/>
                </a:cubicBezTo>
                <a:cubicBezTo>
                  <a:pt x="4516" y="54"/>
                  <a:pt x="4181" y="0"/>
                  <a:pt x="3844" y="0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3" name="Google Shape;1613;p73"/>
          <p:cNvSpPr/>
          <p:nvPr/>
        </p:nvSpPr>
        <p:spPr>
          <a:xfrm>
            <a:off x="-198340" y="-278499"/>
            <a:ext cx="1951456" cy="3795063"/>
          </a:xfrm>
          <a:custGeom>
            <a:rect b="b" l="l" r="r" t="t"/>
            <a:pathLst>
              <a:path extrusionOk="0" h="24182" w="12435">
                <a:moveTo>
                  <a:pt x="7995" y="0"/>
                </a:moveTo>
                <a:cubicBezTo>
                  <a:pt x="6753" y="0"/>
                  <a:pt x="5507" y="123"/>
                  <a:pt x="4282" y="305"/>
                </a:cubicBezTo>
                <a:cubicBezTo>
                  <a:pt x="3647" y="400"/>
                  <a:pt x="3014" y="509"/>
                  <a:pt x="2384" y="629"/>
                </a:cubicBezTo>
                <a:cubicBezTo>
                  <a:pt x="1767" y="745"/>
                  <a:pt x="1135" y="843"/>
                  <a:pt x="528" y="997"/>
                </a:cubicBezTo>
                <a:cubicBezTo>
                  <a:pt x="284" y="1059"/>
                  <a:pt x="86" y="1199"/>
                  <a:pt x="44" y="1438"/>
                </a:cubicBezTo>
                <a:cubicBezTo>
                  <a:pt x="1" y="1675"/>
                  <a:pt x="98" y="1906"/>
                  <a:pt x="177" y="2128"/>
                </a:cubicBezTo>
                <a:cubicBezTo>
                  <a:pt x="371" y="2674"/>
                  <a:pt x="529" y="3231"/>
                  <a:pt x="657" y="3795"/>
                </a:cubicBezTo>
                <a:cubicBezTo>
                  <a:pt x="1173" y="6076"/>
                  <a:pt x="1176" y="8421"/>
                  <a:pt x="1157" y="10740"/>
                </a:cubicBezTo>
                <a:cubicBezTo>
                  <a:pt x="1137" y="13166"/>
                  <a:pt x="1119" y="15594"/>
                  <a:pt x="956" y="18015"/>
                </a:cubicBezTo>
                <a:cubicBezTo>
                  <a:pt x="873" y="19227"/>
                  <a:pt x="754" y="20438"/>
                  <a:pt x="578" y="21641"/>
                </a:cubicBezTo>
                <a:cubicBezTo>
                  <a:pt x="533" y="21947"/>
                  <a:pt x="484" y="22253"/>
                  <a:pt x="431" y="22559"/>
                </a:cubicBezTo>
                <a:cubicBezTo>
                  <a:pt x="386" y="22822"/>
                  <a:pt x="322" y="23092"/>
                  <a:pt x="343" y="23359"/>
                </a:cubicBezTo>
                <a:cubicBezTo>
                  <a:pt x="374" y="23781"/>
                  <a:pt x="660" y="24173"/>
                  <a:pt x="1161" y="24181"/>
                </a:cubicBezTo>
                <a:cubicBezTo>
                  <a:pt x="1165" y="24181"/>
                  <a:pt x="1169" y="24181"/>
                  <a:pt x="1173" y="24181"/>
                </a:cubicBezTo>
                <a:cubicBezTo>
                  <a:pt x="1371" y="24181"/>
                  <a:pt x="1540" y="24099"/>
                  <a:pt x="1654" y="23951"/>
                </a:cubicBezTo>
                <a:cubicBezTo>
                  <a:pt x="1675" y="23925"/>
                  <a:pt x="1683" y="23898"/>
                  <a:pt x="1682" y="23874"/>
                </a:cubicBezTo>
                <a:lnTo>
                  <a:pt x="1682" y="23874"/>
                </a:lnTo>
                <a:cubicBezTo>
                  <a:pt x="1847" y="23898"/>
                  <a:pt x="2014" y="23909"/>
                  <a:pt x="2180" y="23909"/>
                </a:cubicBezTo>
                <a:cubicBezTo>
                  <a:pt x="2943" y="23909"/>
                  <a:pt x="3699" y="23667"/>
                  <a:pt x="4311" y="23242"/>
                </a:cubicBezTo>
                <a:cubicBezTo>
                  <a:pt x="4708" y="22966"/>
                  <a:pt x="5045" y="22616"/>
                  <a:pt x="5275" y="22211"/>
                </a:cubicBezTo>
                <a:cubicBezTo>
                  <a:pt x="5529" y="21761"/>
                  <a:pt x="5637" y="21258"/>
                  <a:pt x="5672" y="20756"/>
                </a:cubicBezTo>
                <a:cubicBezTo>
                  <a:pt x="5745" y="19694"/>
                  <a:pt x="5474" y="18600"/>
                  <a:pt x="5753" y="17552"/>
                </a:cubicBezTo>
                <a:cubicBezTo>
                  <a:pt x="5970" y="16734"/>
                  <a:pt x="6573" y="16141"/>
                  <a:pt x="7340" y="15710"/>
                </a:cubicBezTo>
                <a:cubicBezTo>
                  <a:pt x="8075" y="15296"/>
                  <a:pt x="8888" y="15018"/>
                  <a:pt x="9665" y="14682"/>
                </a:cubicBezTo>
                <a:cubicBezTo>
                  <a:pt x="10395" y="14367"/>
                  <a:pt x="11138" y="13992"/>
                  <a:pt x="11650" y="13407"/>
                </a:cubicBezTo>
                <a:cubicBezTo>
                  <a:pt x="12358" y="12597"/>
                  <a:pt x="12435" y="11553"/>
                  <a:pt x="12147" y="10578"/>
                </a:cubicBezTo>
                <a:cubicBezTo>
                  <a:pt x="11808" y="9430"/>
                  <a:pt x="11016" y="8461"/>
                  <a:pt x="10472" y="7396"/>
                </a:cubicBezTo>
                <a:cubicBezTo>
                  <a:pt x="9923" y="6314"/>
                  <a:pt x="9632" y="5096"/>
                  <a:pt x="9791" y="3904"/>
                </a:cubicBezTo>
                <a:cubicBezTo>
                  <a:pt x="9926" y="2896"/>
                  <a:pt x="10412" y="1909"/>
                  <a:pt x="11209" y="1194"/>
                </a:cubicBezTo>
                <a:cubicBezTo>
                  <a:pt x="11406" y="1016"/>
                  <a:pt x="11621" y="858"/>
                  <a:pt x="11854" y="718"/>
                </a:cubicBezTo>
                <a:cubicBezTo>
                  <a:pt x="11960" y="654"/>
                  <a:pt x="11944" y="503"/>
                  <a:pt x="11818" y="468"/>
                </a:cubicBezTo>
                <a:cubicBezTo>
                  <a:pt x="10568" y="132"/>
                  <a:pt x="9284" y="0"/>
                  <a:pt x="7995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4" name="Google Shape;1614;p73"/>
          <p:cNvSpPr txBox="1"/>
          <p:nvPr>
            <p:ph type="title"/>
          </p:nvPr>
        </p:nvSpPr>
        <p:spPr>
          <a:xfrm>
            <a:off x="2886750" y="1000350"/>
            <a:ext cx="33705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615" name="Google Shape;1615;p73">
            <a:hlinkClick/>
          </p:cNvPr>
          <p:cNvSpPr txBox="1"/>
          <p:nvPr>
            <p:ph idx="1" type="subTitle"/>
          </p:nvPr>
        </p:nvSpPr>
        <p:spPr>
          <a:xfrm>
            <a:off x="3923225" y="3369800"/>
            <a:ext cx="1297800" cy="59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0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9pPr>
          </a:lstStyle>
          <a:p/>
        </p:txBody>
      </p:sp>
      <p:sp>
        <p:nvSpPr>
          <p:cNvPr id="1616" name="Google Shape;1616;p73"/>
          <p:cNvSpPr txBox="1"/>
          <p:nvPr>
            <p:ph idx="2" type="subTitle"/>
          </p:nvPr>
        </p:nvSpPr>
        <p:spPr>
          <a:xfrm>
            <a:off x="3041475" y="2310025"/>
            <a:ext cx="3061200" cy="59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16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9pPr>
          </a:lstStyle>
          <a:p/>
        </p:txBody>
      </p:sp>
      <p:sp>
        <p:nvSpPr>
          <p:cNvPr id="1617" name="Google Shape;1617;p73"/>
          <p:cNvSpPr/>
          <p:nvPr/>
        </p:nvSpPr>
        <p:spPr>
          <a:xfrm rot="-906775">
            <a:off x="6750650" y="4662899"/>
            <a:ext cx="605796" cy="14193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18" name="Google Shape;1618;p73"/>
          <p:cNvGrpSpPr/>
          <p:nvPr/>
        </p:nvGrpSpPr>
        <p:grpSpPr>
          <a:xfrm rot="-5400000">
            <a:off x="8632925" y="439065"/>
            <a:ext cx="221772" cy="200884"/>
            <a:chOff x="1640475" y="1197075"/>
            <a:chExt cx="55475" cy="50250"/>
          </a:xfrm>
        </p:grpSpPr>
        <p:sp>
          <p:nvSpPr>
            <p:cNvPr id="1619" name="Google Shape;1619;p7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7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7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22" name="Google Shape;1622;p73"/>
          <p:cNvSpPr/>
          <p:nvPr/>
        </p:nvSpPr>
        <p:spPr>
          <a:xfrm rot="9965797">
            <a:off x="-406843" y="3256057"/>
            <a:ext cx="993864" cy="1557213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23" name="Google Shape;1623;p73"/>
          <p:cNvGrpSpPr/>
          <p:nvPr/>
        </p:nvGrpSpPr>
        <p:grpSpPr>
          <a:xfrm rot="-6145098">
            <a:off x="1436337" y="4375587"/>
            <a:ext cx="433642" cy="392824"/>
            <a:chOff x="1640475" y="1197075"/>
            <a:chExt cx="55475" cy="50250"/>
          </a:xfrm>
        </p:grpSpPr>
        <p:sp>
          <p:nvSpPr>
            <p:cNvPr id="1624" name="Google Shape;1624;p7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7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7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7" name="Google Shape;1627;p73"/>
          <p:cNvGrpSpPr/>
          <p:nvPr/>
        </p:nvGrpSpPr>
        <p:grpSpPr>
          <a:xfrm rot="-5400000">
            <a:off x="8317492" y="3895034"/>
            <a:ext cx="244822" cy="221773"/>
            <a:chOff x="1640475" y="1197075"/>
            <a:chExt cx="55475" cy="50250"/>
          </a:xfrm>
        </p:grpSpPr>
        <p:sp>
          <p:nvSpPr>
            <p:cNvPr id="1628" name="Google Shape;1628;p7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7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7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31" name="Google Shape;1631;p73"/>
          <p:cNvSpPr/>
          <p:nvPr/>
        </p:nvSpPr>
        <p:spPr>
          <a:xfrm rot="-4322283">
            <a:off x="255217" y="529011"/>
            <a:ext cx="580167" cy="13591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32" name="Google Shape;1632;p73"/>
          <p:cNvGrpSpPr/>
          <p:nvPr/>
        </p:nvGrpSpPr>
        <p:grpSpPr>
          <a:xfrm rot="-5400000">
            <a:off x="1361674" y="491897"/>
            <a:ext cx="221772" cy="200884"/>
            <a:chOff x="1640475" y="1197075"/>
            <a:chExt cx="55475" cy="50250"/>
          </a:xfrm>
        </p:grpSpPr>
        <p:sp>
          <p:nvSpPr>
            <p:cNvPr id="1633" name="Google Shape;1633;p7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7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7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1636" name="Shape 16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7" name="Google Shape;1637;p74"/>
          <p:cNvSpPr/>
          <p:nvPr/>
        </p:nvSpPr>
        <p:spPr>
          <a:xfrm>
            <a:off x="-410657" y="-145804"/>
            <a:ext cx="4197745" cy="1131860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8" name="Google Shape;1638;p74"/>
          <p:cNvSpPr/>
          <p:nvPr/>
        </p:nvSpPr>
        <p:spPr>
          <a:xfrm rot="-6752784">
            <a:off x="2051407" y="216393"/>
            <a:ext cx="1195911" cy="1089409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9" name="Google Shape;1639;p74"/>
          <p:cNvSpPr/>
          <p:nvPr/>
        </p:nvSpPr>
        <p:spPr>
          <a:xfrm>
            <a:off x="-572725" y="2861528"/>
            <a:ext cx="2676986" cy="2789665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0" name="Google Shape;1640;p74"/>
          <p:cNvSpPr/>
          <p:nvPr/>
        </p:nvSpPr>
        <p:spPr>
          <a:xfrm>
            <a:off x="6594726" y="4161014"/>
            <a:ext cx="3033994" cy="1250590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1" name="Google Shape;1641;p74"/>
          <p:cNvSpPr/>
          <p:nvPr/>
        </p:nvSpPr>
        <p:spPr>
          <a:xfrm>
            <a:off x="6027407" y="-371325"/>
            <a:ext cx="3627154" cy="2893677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2" name="Google Shape;1642;p74"/>
          <p:cNvSpPr txBox="1"/>
          <p:nvPr>
            <p:ph type="title"/>
          </p:nvPr>
        </p:nvSpPr>
        <p:spPr>
          <a:xfrm>
            <a:off x="2085275" y="673465"/>
            <a:ext cx="4973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643" name="Google Shape;1643;p74"/>
          <p:cNvSpPr txBox="1"/>
          <p:nvPr>
            <p:ph idx="1" type="body"/>
          </p:nvPr>
        </p:nvSpPr>
        <p:spPr>
          <a:xfrm>
            <a:off x="713225" y="1564120"/>
            <a:ext cx="7717500" cy="304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Gloria Hallelujah"/>
              <a:buChar char="●"/>
              <a:defRPr sz="1100">
                <a:latin typeface="Raleway"/>
                <a:ea typeface="Raleway"/>
                <a:cs typeface="Raleway"/>
                <a:sym typeface="Raleway"/>
              </a:defRPr>
            </a:lvl1pPr>
            <a:lvl2pPr indent="-3175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175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175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175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175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175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175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175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grpSp>
        <p:nvGrpSpPr>
          <p:cNvPr id="1644" name="Google Shape;1644;p74"/>
          <p:cNvGrpSpPr/>
          <p:nvPr/>
        </p:nvGrpSpPr>
        <p:grpSpPr>
          <a:xfrm rot="1800041">
            <a:off x="8665997" y="4106761"/>
            <a:ext cx="221773" cy="200885"/>
            <a:chOff x="1640475" y="1197075"/>
            <a:chExt cx="55475" cy="50250"/>
          </a:xfrm>
        </p:grpSpPr>
        <p:sp>
          <p:nvSpPr>
            <p:cNvPr id="1645" name="Google Shape;1645;p7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7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7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8" name="Google Shape;1648;p74"/>
          <p:cNvGrpSpPr/>
          <p:nvPr/>
        </p:nvGrpSpPr>
        <p:grpSpPr>
          <a:xfrm rot="-9900030">
            <a:off x="667534" y="4625752"/>
            <a:ext cx="215932" cy="195605"/>
            <a:chOff x="1640475" y="1197075"/>
            <a:chExt cx="55475" cy="50250"/>
          </a:xfrm>
        </p:grpSpPr>
        <p:sp>
          <p:nvSpPr>
            <p:cNvPr id="1649" name="Google Shape;1649;p7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7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7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2" name="Google Shape;1652;p74"/>
          <p:cNvGrpSpPr/>
          <p:nvPr/>
        </p:nvGrpSpPr>
        <p:grpSpPr>
          <a:xfrm rot="-5400000">
            <a:off x="8514555" y="2548984"/>
            <a:ext cx="244822" cy="221773"/>
            <a:chOff x="1640475" y="1197075"/>
            <a:chExt cx="55475" cy="50250"/>
          </a:xfrm>
        </p:grpSpPr>
        <p:sp>
          <p:nvSpPr>
            <p:cNvPr id="1653" name="Google Shape;1653;p7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7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7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56" name="Google Shape;1656;p74"/>
          <p:cNvSpPr/>
          <p:nvPr/>
        </p:nvSpPr>
        <p:spPr>
          <a:xfrm rot="912813">
            <a:off x="8372080" y="228912"/>
            <a:ext cx="529792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57" name="Google Shape;1657;p74"/>
          <p:cNvGrpSpPr/>
          <p:nvPr/>
        </p:nvGrpSpPr>
        <p:grpSpPr>
          <a:xfrm rot="-5400000">
            <a:off x="313974" y="982572"/>
            <a:ext cx="221772" cy="200884"/>
            <a:chOff x="1640475" y="1197075"/>
            <a:chExt cx="55475" cy="50250"/>
          </a:xfrm>
        </p:grpSpPr>
        <p:sp>
          <p:nvSpPr>
            <p:cNvPr id="1658" name="Google Shape;1658;p7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7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7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61" name="Google Shape;1661;p74"/>
          <p:cNvSpPr/>
          <p:nvPr/>
        </p:nvSpPr>
        <p:spPr>
          <a:xfrm>
            <a:off x="8536325" y="4434061"/>
            <a:ext cx="609613" cy="95515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2" name="Google Shape;1662;p74"/>
          <p:cNvSpPr/>
          <p:nvPr/>
        </p:nvSpPr>
        <p:spPr>
          <a:xfrm rot="-650986">
            <a:off x="1480420" y="4695682"/>
            <a:ext cx="1027315" cy="24067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1663" name="Shape 16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4" name="Google Shape;1664;p75"/>
          <p:cNvSpPr/>
          <p:nvPr/>
        </p:nvSpPr>
        <p:spPr>
          <a:xfrm rot="10800000">
            <a:off x="-75975" y="-39140"/>
            <a:ext cx="3509452" cy="1137819"/>
          </a:xfrm>
          <a:custGeom>
            <a:rect b="b" l="l" r="r" t="t"/>
            <a:pathLst>
              <a:path extrusionOk="0" h="7088" w="21862">
                <a:moveTo>
                  <a:pt x="20392" y="0"/>
                </a:moveTo>
                <a:cubicBezTo>
                  <a:pt x="19697" y="0"/>
                  <a:pt x="19010" y="139"/>
                  <a:pt x="18446" y="437"/>
                </a:cubicBezTo>
                <a:cubicBezTo>
                  <a:pt x="17368" y="1003"/>
                  <a:pt x="16913" y="1997"/>
                  <a:pt x="16387" y="2893"/>
                </a:cubicBezTo>
                <a:cubicBezTo>
                  <a:pt x="15861" y="3789"/>
                  <a:pt x="15050" y="4733"/>
                  <a:pt x="13753" y="4924"/>
                </a:cubicBezTo>
                <a:cubicBezTo>
                  <a:pt x="13587" y="4948"/>
                  <a:pt x="13420" y="4959"/>
                  <a:pt x="13253" y="4959"/>
                </a:cubicBezTo>
                <a:cubicBezTo>
                  <a:pt x="12545" y="4959"/>
                  <a:pt x="11838" y="4765"/>
                  <a:pt x="11156" y="4596"/>
                </a:cubicBezTo>
                <a:cubicBezTo>
                  <a:pt x="10391" y="4408"/>
                  <a:pt x="9551" y="4258"/>
                  <a:pt x="8748" y="4258"/>
                </a:cubicBezTo>
                <a:cubicBezTo>
                  <a:pt x="8042" y="4258"/>
                  <a:pt x="7365" y="4373"/>
                  <a:pt x="6793" y="4680"/>
                </a:cubicBezTo>
                <a:cubicBezTo>
                  <a:pt x="5978" y="5117"/>
                  <a:pt x="5461" y="5904"/>
                  <a:pt x="4593" y="6207"/>
                </a:cubicBezTo>
                <a:cubicBezTo>
                  <a:pt x="4569" y="6215"/>
                  <a:pt x="4545" y="6224"/>
                  <a:pt x="4519" y="6231"/>
                </a:cubicBezTo>
                <a:cubicBezTo>
                  <a:pt x="4407" y="6267"/>
                  <a:pt x="4286" y="6293"/>
                  <a:pt x="4160" y="6310"/>
                </a:cubicBezTo>
                <a:cubicBezTo>
                  <a:pt x="4052" y="6325"/>
                  <a:pt x="3944" y="6331"/>
                  <a:pt x="3836" y="6331"/>
                </a:cubicBezTo>
                <a:cubicBezTo>
                  <a:pt x="3306" y="6331"/>
                  <a:pt x="2774" y="6185"/>
                  <a:pt x="2236" y="6169"/>
                </a:cubicBezTo>
                <a:cubicBezTo>
                  <a:pt x="2205" y="6168"/>
                  <a:pt x="2173" y="6167"/>
                  <a:pt x="2142" y="6167"/>
                </a:cubicBezTo>
                <a:cubicBezTo>
                  <a:pt x="1432" y="6167"/>
                  <a:pt x="726" y="6406"/>
                  <a:pt x="265" y="6805"/>
                </a:cubicBezTo>
                <a:cubicBezTo>
                  <a:pt x="165" y="6893"/>
                  <a:pt x="77" y="6988"/>
                  <a:pt x="1" y="7088"/>
                </a:cubicBezTo>
                <a:lnTo>
                  <a:pt x="21862" y="7088"/>
                </a:lnTo>
                <a:lnTo>
                  <a:pt x="21862" y="210"/>
                </a:lnTo>
                <a:cubicBezTo>
                  <a:pt x="21397" y="73"/>
                  <a:pt x="20892" y="0"/>
                  <a:pt x="20392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5" name="Google Shape;1665;p75"/>
          <p:cNvSpPr/>
          <p:nvPr/>
        </p:nvSpPr>
        <p:spPr>
          <a:xfrm rot="10800000">
            <a:off x="7073611" y="4276678"/>
            <a:ext cx="2111739" cy="1036366"/>
          </a:xfrm>
          <a:custGeom>
            <a:rect b="b" l="l" r="r" t="t"/>
            <a:pathLst>
              <a:path extrusionOk="0" h="6456" w="13155">
                <a:moveTo>
                  <a:pt x="1821" y="0"/>
                </a:moveTo>
                <a:lnTo>
                  <a:pt x="1821" y="3"/>
                </a:lnTo>
                <a:lnTo>
                  <a:pt x="0" y="4"/>
                </a:lnTo>
                <a:lnTo>
                  <a:pt x="0" y="222"/>
                </a:lnTo>
                <a:lnTo>
                  <a:pt x="0" y="1236"/>
                </a:lnTo>
                <a:lnTo>
                  <a:pt x="0" y="2358"/>
                </a:lnTo>
                <a:lnTo>
                  <a:pt x="1" y="3370"/>
                </a:lnTo>
                <a:lnTo>
                  <a:pt x="1" y="4493"/>
                </a:lnTo>
                <a:lnTo>
                  <a:pt x="1" y="5504"/>
                </a:lnTo>
                <a:lnTo>
                  <a:pt x="1" y="6178"/>
                </a:lnTo>
                <a:cubicBezTo>
                  <a:pt x="369" y="6349"/>
                  <a:pt x="770" y="6456"/>
                  <a:pt x="1177" y="6456"/>
                </a:cubicBezTo>
                <a:cubicBezTo>
                  <a:pt x="1363" y="6456"/>
                  <a:pt x="1550" y="6434"/>
                  <a:pt x="1736" y="6385"/>
                </a:cubicBezTo>
                <a:cubicBezTo>
                  <a:pt x="1764" y="6378"/>
                  <a:pt x="1794" y="6370"/>
                  <a:pt x="1822" y="6361"/>
                </a:cubicBezTo>
                <a:cubicBezTo>
                  <a:pt x="1843" y="6355"/>
                  <a:pt x="1862" y="6348"/>
                  <a:pt x="1882" y="6342"/>
                </a:cubicBezTo>
                <a:cubicBezTo>
                  <a:pt x="2342" y="6188"/>
                  <a:pt x="2719" y="5901"/>
                  <a:pt x="3050" y="5558"/>
                </a:cubicBezTo>
                <a:cubicBezTo>
                  <a:pt x="3068" y="5540"/>
                  <a:pt x="3085" y="5522"/>
                  <a:pt x="3102" y="5503"/>
                </a:cubicBezTo>
                <a:cubicBezTo>
                  <a:pt x="3398" y="5189"/>
                  <a:pt x="3657" y="4831"/>
                  <a:pt x="3908" y="4490"/>
                </a:cubicBezTo>
                <a:cubicBezTo>
                  <a:pt x="3908" y="4490"/>
                  <a:pt x="3909" y="4490"/>
                  <a:pt x="3909" y="4489"/>
                </a:cubicBezTo>
                <a:cubicBezTo>
                  <a:pt x="3923" y="4471"/>
                  <a:pt x="3936" y="4455"/>
                  <a:pt x="3949" y="4436"/>
                </a:cubicBezTo>
                <a:cubicBezTo>
                  <a:pt x="4217" y="4078"/>
                  <a:pt x="4522" y="3714"/>
                  <a:pt x="4875" y="3424"/>
                </a:cubicBezTo>
                <a:cubicBezTo>
                  <a:pt x="4897" y="3405"/>
                  <a:pt x="4919" y="3387"/>
                  <a:pt x="4942" y="3369"/>
                </a:cubicBezTo>
                <a:cubicBezTo>
                  <a:pt x="5319" y="3071"/>
                  <a:pt x="5750" y="2859"/>
                  <a:pt x="6248" y="2826"/>
                </a:cubicBezTo>
                <a:cubicBezTo>
                  <a:pt x="6296" y="2822"/>
                  <a:pt x="6344" y="2821"/>
                  <a:pt x="6391" y="2821"/>
                </a:cubicBezTo>
                <a:cubicBezTo>
                  <a:pt x="7025" y="2821"/>
                  <a:pt x="7616" y="3105"/>
                  <a:pt x="8200" y="3368"/>
                </a:cubicBezTo>
                <a:cubicBezTo>
                  <a:pt x="8240" y="3387"/>
                  <a:pt x="8281" y="3405"/>
                  <a:pt x="8323" y="3423"/>
                </a:cubicBezTo>
                <a:cubicBezTo>
                  <a:pt x="8382" y="3449"/>
                  <a:pt x="8442" y="3475"/>
                  <a:pt x="8501" y="3501"/>
                </a:cubicBezTo>
                <a:cubicBezTo>
                  <a:pt x="9052" y="3734"/>
                  <a:pt x="9659" y="3908"/>
                  <a:pt x="10259" y="3908"/>
                </a:cubicBezTo>
                <a:cubicBezTo>
                  <a:pt x="10487" y="3908"/>
                  <a:pt x="10715" y="3882"/>
                  <a:pt x="10937" y="3826"/>
                </a:cubicBezTo>
                <a:cubicBezTo>
                  <a:pt x="11253" y="3746"/>
                  <a:pt x="11547" y="3604"/>
                  <a:pt x="11810" y="3423"/>
                </a:cubicBezTo>
                <a:cubicBezTo>
                  <a:pt x="11835" y="3405"/>
                  <a:pt x="11861" y="3387"/>
                  <a:pt x="11886" y="3368"/>
                </a:cubicBezTo>
                <a:cubicBezTo>
                  <a:pt x="11986" y="3295"/>
                  <a:pt x="12081" y="3217"/>
                  <a:pt x="12169" y="3134"/>
                </a:cubicBezTo>
                <a:cubicBezTo>
                  <a:pt x="12416" y="2906"/>
                  <a:pt x="12624" y="2641"/>
                  <a:pt x="12783" y="2355"/>
                </a:cubicBezTo>
                <a:cubicBezTo>
                  <a:pt x="12794" y="2337"/>
                  <a:pt x="12805" y="2319"/>
                  <a:pt x="12814" y="2300"/>
                </a:cubicBezTo>
                <a:cubicBezTo>
                  <a:pt x="12983" y="1983"/>
                  <a:pt x="13095" y="1639"/>
                  <a:pt x="13135" y="1287"/>
                </a:cubicBezTo>
                <a:cubicBezTo>
                  <a:pt x="13137" y="1269"/>
                  <a:pt x="13139" y="1251"/>
                  <a:pt x="13141" y="1232"/>
                </a:cubicBezTo>
                <a:cubicBezTo>
                  <a:pt x="13152" y="1109"/>
                  <a:pt x="13155" y="984"/>
                  <a:pt x="13149" y="860"/>
                </a:cubicBezTo>
                <a:cubicBezTo>
                  <a:pt x="13137" y="644"/>
                  <a:pt x="13096" y="428"/>
                  <a:pt x="13028" y="222"/>
                </a:cubicBezTo>
                <a:cubicBezTo>
                  <a:pt x="13023" y="204"/>
                  <a:pt x="13017" y="185"/>
                  <a:pt x="13010" y="167"/>
                </a:cubicBezTo>
                <a:cubicBezTo>
                  <a:pt x="12991" y="111"/>
                  <a:pt x="12969" y="56"/>
                  <a:pt x="12946" y="1"/>
                </a:cubicBezTo>
                <a:lnTo>
                  <a:pt x="1880" y="3"/>
                </a:lnTo>
                <a:lnTo>
                  <a:pt x="1880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6" name="Google Shape;1666;p75"/>
          <p:cNvSpPr/>
          <p:nvPr/>
        </p:nvSpPr>
        <p:spPr>
          <a:xfrm rot="10800000">
            <a:off x="-322222" y="3911478"/>
            <a:ext cx="4631379" cy="1561772"/>
          </a:xfrm>
          <a:custGeom>
            <a:rect b="b" l="l" r="r" t="t"/>
            <a:pathLst>
              <a:path extrusionOk="0" h="9729" w="28851">
                <a:moveTo>
                  <a:pt x="943" y="0"/>
                </a:moveTo>
                <a:cubicBezTo>
                  <a:pt x="631" y="0"/>
                  <a:pt x="337" y="87"/>
                  <a:pt x="179" y="380"/>
                </a:cubicBezTo>
                <a:cubicBezTo>
                  <a:pt x="1" y="711"/>
                  <a:pt x="78" y="1189"/>
                  <a:pt x="451" y="1303"/>
                </a:cubicBezTo>
                <a:cubicBezTo>
                  <a:pt x="355" y="2313"/>
                  <a:pt x="452" y="3522"/>
                  <a:pt x="1499" y="3989"/>
                </a:cubicBezTo>
                <a:cubicBezTo>
                  <a:pt x="1785" y="4117"/>
                  <a:pt x="2088" y="4165"/>
                  <a:pt x="2396" y="4165"/>
                </a:cubicBezTo>
                <a:cubicBezTo>
                  <a:pt x="3000" y="4165"/>
                  <a:pt x="3625" y="3981"/>
                  <a:pt x="4188" y="3848"/>
                </a:cubicBezTo>
                <a:cubicBezTo>
                  <a:pt x="4624" y="3745"/>
                  <a:pt x="5112" y="3633"/>
                  <a:pt x="5582" y="3633"/>
                </a:cubicBezTo>
                <a:cubicBezTo>
                  <a:pt x="6044" y="3633"/>
                  <a:pt x="6489" y="3741"/>
                  <a:pt x="6852" y="4069"/>
                </a:cubicBezTo>
                <a:cubicBezTo>
                  <a:pt x="7560" y="4711"/>
                  <a:pt x="7722" y="5737"/>
                  <a:pt x="8257" y="6500"/>
                </a:cubicBezTo>
                <a:cubicBezTo>
                  <a:pt x="8521" y="6876"/>
                  <a:pt x="8874" y="7178"/>
                  <a:pt x="9322" y="7300"/>
                </a:cubicBezTo>
                <a:cubicBezTo>
                  <a:pt x="9482" y="7344"/>
                  <a:pt x="9645" y="7363"/>
                  <a:pt x="9808" y="7363"/>
                </a:cubicBezTo>
                <a:cubicBezTo>
                  <a:pt x="10078" y="7363"/>
                  <a:pt x="10348" y="7310"/>
                  <a:pt x="10606" y="7231"/>
                </a:cubicBezTo>
                <a:cubicBezTo>
                  <a:pt x="11498" y="6959"/>
                  <a:pt x="12280" y="6380"/>
                  <a:pt x="13194" y="6184"/>
                </a:cubicBezTo>
                <a:cubicBezTo>
                  <a:pt x="13322" y="6156"/>
                  <a:pt x="13450" y="6141"/>
                  <a:pt x="13577" y="6141"/>
                </a:cubicBezTo>
                <a:cubicBezTo>
                  <a:pt x="13849" y="6141"/>
                  <a:pt x="14113" y="6211"/>
                  <a:pt x="14347" y="6376"/>
                </a:cubicBezTo>
                <a:cubicBezTo>
                  <a:pt x="14724" y="6643"/>
                  <a:pt x="14907" y="7097"/>
                  <a:pt x="15047" y="7521"/>
                </a:cubicBezTo>
                <a:cubicBezTo>
                  <a:pt x="15341" y="8400"/>
                  <a:pt x="15592" y="9554"/>
                  <a:pt x="16688" y="9709"/>
                </a:cubicBezTo>
                <a:cubicBezTo>
                  <a:pt x="16781" y="9722"/>
                  <a:pt x="16872" y="9728"/>
                  <a:pt x="16961" y="9728"/>
                </a:cubicBezTo>
                <a:cubicBezTo>
                  <a:pt x="18160" y="9728"/>
                  <a:pt x="18967" y="8588"/>
                  <a:pt x="19887" y="7966"/>
                </a:cubicBezTo>
                <a:cubicBezTo>
                  <a:pt x="20301" y="7685"/>
                  <a:pt x="20755" y="7537"/>
                  <a:pt x="21232" y="7537"/>
                </a:cubicBezTo>
                <a:cubicBezTo>
                  <a:pt x="21401" y="7537"/>
                  <a:pt x="21572" y="7556"/>
                  <a:pt x="21746" y="7593"/>
                </a:cubicBezTo>
                <a:cubicBezTo>
                  <a:pt x="22408" y="7736"/>
                  <a:pt x="23015" y="8087"/>
                  <a:pt x="23550" y="8494"/>
                </a:cubicBezTo>
                <a:cubicBezTo>
                  <a:pt x="24053" y="8876"/>
                  <a:pt x="24539" y="9361"/>
                  <a:pt x="25189" y="9466"/>
                </a:cubicBezTo>
                <a:cubicBezTo>
                  <a:pt x="25284" y="9481"/>
                  <a:pt x="25378" y="9489"/>
                  <a:pt x="25473" y="9489"/>
                </a:cubicBezTo>
                <a:cubicBezTo>
                  <a:pt x="26024" y="9489"/>
                  <a:pt x="26554" y="9240"/>
                  <a:pt x="26991" y="8910"/>
                </a:cubicBezTo>
                <a:cubicBezTo>
                  <a:pt x="27838" y="8271"/>
                  <a:pt x="28376" y="7319"/>
                  <a:pt x="28611" y="6292"/>
                </a:cubicBezTo>
                <a:cubicBezTo>
                  <a:pt x="28851" y="5239"/>
                  <a:pt x="28800" y="4124"/>
                  <a:pt x="28525" y="3084"/>
                </a:cubicBezTo>
                <a:cubicBezTo>
                  <a:pt x="28226" y="1958"/>
                  <a:pt x="27654" y="694"/>
                  <a:pt x="26488" y="261"/>
                </a:cubicBezTo>
                <a:cubicBezTo>
                  <a:pt x="26074" y="106"/>
                  <a:pt x="25631" y="64"/>
                  <a:pt x="25188" y="64"/>
                </a:cubicBezTo>
                <a:cubicBezTo>
                  <a:pt x="24971" y="64"/>
                  <a:pt x="24753" y="74"/>
                  <a:pt x="24540" y="86"/>
                </a:cubicBezTo>
                <a:cubicBezTo>
                  <a:pt x="23776" y="131"/>
                  <a:pt x="23013" y="188"/>
                  <a:pt x="22250" y="248"/>
                </a:cubicBezTo>
                <a:cubicBezTo>
                  <a:pt x="20720" y="367"/>
                  <a:pt x="19190" y="503"/>
                  <a:pt x="17661" y="628"/>
                </a:cubicBezTo>
                <a:cubicBezTo>
                  <a:pt x="15187" y="828"/>
                  <a:pt x="12704" y="996"/>
                  <a:pt x="10221" y="996"/>
                </a:cubicBezTo>
                <a:cubicBezTo>
                  <a:pt x="9649" y="996"/>
                  <a:pt x="9077" y="987"/>
                  <a:pt x="8505" y="967"/>
                </a:cubicBezTo>
                <a:cubicBezTo>
                  <a:pt x="6985" y="916"/>
                  <a:pt x="5467" y="790"/>
                  <a:pt x="3966" y="555"/>
                </a:cubicBezTo>
                <a:cubicBezTo>
                  <a:pt x="3209" y="436"/>
                  <a:pt x="2459" y="290"/>
                  <a:pt x="1714" y="116"/>
                </a:cubicBezTo>
                <a:cubicBezTo>
                  <a:pt x="1493" y="64"/>
                  <a:pt x="1211" y="0"/>
                  <a:pt x="94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7" name="Google Shape;1667;p75"/>
          <p:cNvSpPr/>
          <p:nvPr/>
        </p:nvSpPr>
        <p:spPr>
          <a:xfrm rot="10800000">
            <a:off x="7238474" y="-283427"/>
            <a:ext cx="2349802" cy="3352777"/>
          </a:xfrm>
          <a:custGeom>
            <a:rect b="b" l="l" r="r" t="t"/>
            <a:pathLst>
              <a:path extrusionOk="0" h="20886" w="14638">
                <a:moveTo>
                  <a:pt x="3191" y="1"/>
                </a:moveTo>
                <a:cubicBezTo>
                  <a:pt x="2885" y="1"/>
                  <a:pt x="2576" y="81"/>
                  <a:pt x="2295" y="191"/>
                </a:cubicBezTo>
                <a:cubicBezTo>
                  <a:pt x="1899" y="349"/>
                  <a:pt x="1532" y="564"/>
                  <a:pt x="1185" y="809"/>
                </a:cubicBezTo>
                <a:cubicBezTo>
                  <a:pt x="1218" y="721"/>
                  <a:pt x="1252" y="633"/>
                  <a:pt x="1287" y="547"/>
                </a:cubicBezTo>
                <a:cubicBezTo>
                  <a:pt x="1332" y="438"/>
                  <a:pt x="1242" y="367"/>
                  <a:pt x="1149" y="367"/>
                </a:cubicBezTo>
                <a:cubicBezTo>
                  <a:pt x="1089" y="367"/>
                  <a:pt x="1027" y="397"/>
                  <a:pt x="998" y="467"/>
                </a:cubicBezTo>
                <a:cubicBezTo>
                  <a:pt x="147" y="2564"/>
                  <a:pt x="0" y="4857"/>
                  <a:pt x="71" y="7096"/>
                </a:cubicBezTo>
                <a:cubicBezTo>
                  <a:pt x="107" y="8264"/>
                  <a:pt x="200" y="9428"/>
                  <a:pt x="285" y="10592"/>
                </a:cubicBezTo>
                <a:cubicBezTo>
                  <a:pt x="378" y="11838"/>
                  <a:pt x="471" y="13083"/>
                  <a:pt x="565" y="14328"/>
                </a:cubicBezTo>
                <a:cubicBezTo>
                  <a:pt x="660" y="15573"/>
                  <a:pt x="755" y="16818"/>
                  <a:pt x="852" y="18063"/>
                </a:cubicBezTo>
                <a:cubicBezTo>
                  <a:pt x="895" y="18617"/>
                  <a:pt x="909" y="19183"/>
                  <a:pt x="997" y="19731"/>
                </a:cubicBezTo>
                <a:cubicBezTo>
                  <a:pt x="1063" y="20137"/>
                  <a:pt x="1227" y="20580"/>
                  <a:pt x="1623" y="20768"/>
                </a:cubicBezTo>
                <a:cubicBezTo>
                  <a:pt x="1853" y="20878"/>
                  <a:pt x="2108" y="20885"/>
                  <a:pt x="2359" y="20885"/>
                </a:cubicBezTo>
                <a:cubicBezTo>
                  <a:pt x="2678" y="20885"/>
                  <a:pt x="2997" y="20884"/>
                  <a:pt x="3315" y="20883"/>
                </a:cubicBezTo>
                <a:cubicBezTo>
                  <a:pt x="3934" y="20882"/>
                  <a:pt x="4551" y="20881"/>
                  <a:pt x="5168" y="20880"/>
                </a:cubicBezTo>
                <a:cubicBezTo>
                  <a:pt x="6413" y="20878"/>
                  <a:pt x="7658" y="20875"/>
                  <a:pt x="8904" y="20873"/>
                </a:cubicBezTo>
                <a:cubicBezTo>
                  <a:pt x="8946" y="20873"/>
                  <a:pt x="8987" y="20873"/>
                  <a:pt x="9029" y="20873"/>
                </a:cubicBezTo>
                <a:cubicBezTo>
                  <a:pt x="9733" y="20873"/>
                  <a:pt x="10440" y="20882"/>
                  <a:pt x="11147" y="20882"/>
                </a:cubicBezTo>
                <a:cubicBezTo>
                  <a:pt x="11621" y="20882"/>
                  <a:pt x="12096" y="20878"/>
                  <a:pt x="12569" y="20863"/>
                </a:cubicBezTo>
                <a:cubicBezTo>
                  <a:pt x="13054" y="20848"/>
                  <a:pt x="13560" y="20768"/>
                  <a:pt x="13928" y="20425"/>
                </a:cubicBezTo>
                <a:cubicBezTo>
                  <a:pt x="14266" y="20112"/>
                  <a:pt x="14409" y="19650"/>
                  <a:pt x="14479" y="19208"/>
                </a:cubicBezTo>
                <a:cubicBezTo>
                  <a:pt x="14615" y="18346"/>
                  <a:pt x="14637" y="17435"/>
                  <a:pt x="14556" y="16567"/>
                </a:cubicBezTo>
                <a:cubicBezTo>
                  <a:pt x="14480" y="15744"/>
                  <a:pt x="14290" y="14898"/>
                  <a:pt x="13827" y="14200"/>
                </a:cubicBezTo>
                <a:cubicBezTo>
                  <a:pt x="13606" y="13867"/>
                  <a:pt x="13329" y="13578"/>
                  <a:pt x="13000" y="13350"/>
                </a:cubicBezTo>
                <a:cubicBezTo>
                  <a:pt x="12618" y="13086"/>
                  <a:pt x="12175" y="12928"/>
                  <a:pt x="11727" y="12811"/>
                </a:cubicBezTo>
                <a:cubicBezTo>
                  <a:pt x="10841" y="12580"/>
                  <a:pt x="9808" y="12500"/>
                  <a:pt x="9119" y="11827"/>
                </a:cubicBezTo>
                <a:cubicBezTo>
                  <a:pt x="8381" y="11106"/>
                  <a:pt x="8246" y="10000"/>
                  <a:pt x="8306" y="9020"/>
                </a:cubicBezTo>
                <a:cubicBezTo>
                  <a:pt x="8344" y="8404"/>
                  <a:pt x="8449" y="7795"/>
                  <a:pt x="8518" y="7181"/>
                </a:cubicBezTo>
                <a:cubicBezTo>
                  <a:pt x="8574" y="6676"/>
                  <a:pt x="8621" y="6136"/>
                  <a:pt x="8417" y="5654"/>
                </a:cubicBezTo>
                <a:cubicBezTo>
                  <a:pt x="7771" y="4140"/>
                  <a:pt x="5341" y="4868"/>
                  <a:pt x="4856" y="3246"/>
                </a:cubicBezTo>
                <a:cubicBezTo>
                  <a:pt x="4619" y="2457"/>
                  <a:pt x="4843" y="1582"/>
                  <a:pt x="4492" y="818"/>
                </a:cubicBezTo>
                <a:cubicBezTo>
                  <a:pt x="4321" y="450"/>
                  <a:pt x="3993" y="161"/>
                  <a:pt x="3598" y="53"/>
                </a:cubicBezTo>
                <a:cubicBezTo>
                  <a:pt x="3465" y="17"/>
                  <a:pt x="3328" y="1"/>
                  <a:pt x="3191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8" name="Google Shape;1668;p75"/>
          <p:cNvSpPr txBox="1"/>
          <p:nvPr>
            <p:ph type="title"/>
          </p:nvPr>
        </p:nvSpPr>
        <p:spPr>
          <a:xfrm>
            <a:off x="2715675" y="758952"/>
            <a:ext cx="37125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669" name="Google Shape;1669;p75"/>
          <p:cNvSpPr/>
          <p:nvPr/>
        </p:nvSpPr>
        <p:spPr>
          <a:xfrm rot="10545964">
            <a:off x="1016839" y="203702"/>
            <a:ext cx="1057317" cy="823815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70" name="Google Shape;1670;p75"/>
          <p:cNvGrpSpPr/>
          <p:nvPr/>
        </p:nvGrpSpPr>
        <p:grpSpPr>
          <a:xfrm rot="-9900030">
            <a:off x="1630759" y="4533277"/>
            <a:ext cx="215932" cy="195605"/>
            <a:chOff x="1640475" y="1197075"/>
            <a:chExt cx="55475" cy="50250"/>
          </a:xfrm>
        </p:grpSpPr>
        <p:sp>
          <p:nvSpPr>
            <p:cNvPr id="1671" name="Google Shape;1671;p7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7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7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74" name="Google Shape;1674;p75"/>
          <p:cNvSpPr/>
          <p:nvPr/>
        </p:nvSpPr>
        <p:spPr>
          <a:xfrm rot="-650935">
            <a:off x="207474" y="4629032"/>
            <a:ext cx="827555" cy="19386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75" name="Google Shape;1675;p75"/>
          <p:cNvGrpSpPr/>
          <p:nvPr/>
        </p:nvGrpSpPr>
        <p:grpSpPr>
          <a:xfrm rot="10799956">
            <a:off x="274842" y="539507"/>
            <a:ext cx="438380" cy="397116"/>
            <a:chOff x="1640475" y="1197075"/>
            <a:chExt cx="55475" cy="50250"/>
          </a:xfrm>
        </p:grpSpPr>
        <p:sp>
          <p:nvSpPr>
            <p:cNvPr id="1676" name="Google Shape;1676;p7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7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7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9" name="Google Shape;1679;p75"/>
          <p:cNvGrpSpPr/>
          <p:nvPr/>
        </p:nvGrpSpPr>
        <p:grpSpPr>
          <a:xfrm rot="-3600112">
            <a:off x="8113026" y="595917"/>
            <a:ext cx="262456" cy="237752"/>
            <a:chOff x="1640475" y="1197075"/>
            <a:chExt cx="55475" cy="50250"/>
          </a:xfrm>
        </p:grpSpPr>
        <p:sp>
          <p:nvSpPr>
            <p:cNvPr id="1680" name="Google Shape;1680;p7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7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7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83" name="Google Shape;1683;p75"/>
          <p:cNvSpPr/>
          <p:nvPr/>
        </p:nvSpPr>
        <p:spPr>
          <a:xfrm rot="-9900028">
            <a:off x="6801862" y="268233"/>
            <a:ext cx="1038050" cy="243182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4" name="Google Shape;1684;p75"/>
          <p:cNvSpPr/>
          <p:nvPr/>
        </p:nvSpPr>
        <p:spPr>
          <a:xfrm rot="-9900036">
            <a:off x="8356794" y="3991332"/>
            <a:ext cx="450073" cy="665412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85" name="Google Shape;1685;p75"/>
          <p:cNvGrpSpPr/>
          <p:nvPr/>
        </p:nvGrpSpPr>
        <p:grpSpPr>
          <a:xfrm rot="6300003">
            <a:off x="7781718" y="4528539"/>
            <a:ext cx="330831" cy="299687"/>
            <a:chOff x="1640475" y="1197075"/>
            <a:chExt cx="55475" cy="50250"/>
          </a:xfrm>
        </p:grpSpPr>
        <p:sp>
          <p:nvSpPr>
            <p:cNvPr id="1686" name="Google Shape;1686;p7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7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7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89" name="Google Shape;1689;p75"/>
          <p:cNvSpPr txBox="1"/>
          <p:nvPr>
            <p:ph idx="1" type="subTitle"/>
          </p:nvPr>
        </p:nvSpPr>
        <p:spPr>
          <a:xfrm>
            <a:off x="1168831" y="2580725"/>
            <a:ext cx="3206100" cy="155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marR="9144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690" name="Google Shape;1690;p75"/>
          <p:cNvSpPr txBox="1"/>
          <p:nvPr>
            <p:ph idx="2" type="subTitle"/>
          </p:nvPr>
        </p:nvSpPr>
        <p:spPr>
          <a:xfrm>
            <a:off x="5028995" y="2580725"/>
            <a:ext cx="3206100" cy="155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1691" name="Shape 16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2" name="Google Shape;1692;p76"/>
          <p:cNvSpPr/>
          <p:nvPr/>
        </p:nvSpPr>
        <p:spPr>
          <a:xfrm flipH="1" rot="10800000">
            <a:off x="6925170" y="-409585"/>
            <a:ext cx="2610037" cy="2720058"/>
          </a:xfrm>
          <a:custGeom>
            <a:rect b="b" l="l" r="r" t="t"/>
            <a:pathLst>
              <a:path extrusionOk="0" h="17059" w="16369">
                <a:moveTo>
                  <a:pt x="10538" y="1"/>
                </a:moveTo>
                <a:cubicBezTo>
                  <a:pt x="9733" y="1"/>
                  <a:pt x="8932" y="153"/>
                  <a:pt x="8209" y="515"/>
                </a:cubicBezTo>
                <a:cubicBezTo>
                  <a:pt x="7233" y="1004"/>
                  <a:pt x="6396" y="1857"/>
                  <a:pt x="6084" y="2920"/>
                </a:cubicBezTo>
                <a:cubicBezTo>
                  <a:pt x="5733" y="4112"/>
                  <a:pt x="6127" y="5357"/>
                  <a:pt x="5884" y="6560"/>
                </a:cubicBezTo>
                <a:cubicBezTo>
                  <a:pt x="5644" y="7754"/>
                  <a:pt x="4612" y="8436"/>
                  <a:pt x="3688" y="9100"/>
                </a:cubicBezTo>
                <a:cubicBezTo>
                  <a:pt x="2685" y="9819"/>
                  <a:pt x="1822" y="10680"/>
                  <a:pt x="1187" y="11745"/>
                </a:cubicBezTo>
                <a:cubicBezTo>
                  <a:pt x="569" y="12782"/>
                  <a:pt x="0" y="14113"/>
                  <a:pt x="309" y="15339"/>
                </a:cubicBezTo>
                <a:cubicBezTo>
                  <a:pt x="443" y="15869"/>
                  <a:pt x="737" y="16372"/>
                  <a:pt x="1186" y="16695"/>
                </a:cubicBezTo>
                <a:cubicBezTo>
                  <a:pt x="1565" y="16966"/>
                  <a:pt x="2011" y="17058"/>
                  <a:pt x="2463" y="17058"/>
                </a:cubicBezTo>
                <a:cubicBezTo>
                  <a:pt x="2614" y="17058"/>
                  <a:pt x="2766" y="17048"/>
                  <a:pt x="2915" y="17031"/>
                </a:cubicBezTo>
                <a:cubicBezTo>
                  <a:pt x="3625" y="16948"/>
                  <a:pt x="4330" y="16784"/>
                  <a:pt x="5032" y="16653"/>
                </a:cubicBezTo>
                <a:cubicBezTo>
                  <a:pt x="5778" y="16514"/>
                  <a:pt x="6525" y="16374"/>
                  <a:pt x="7271" y="16235"/>
                </a:cubicBezTo>
                <a:cubicBezTo>
                  <a:pt x="10255" y="15678"/>
                  <a:pt x="13240" y="15122"/>
                  <a:pt x="16225" y="14565"/>
                </a:cubicBezTo>
                <a:cubicBezTo>
                  <a:pt x="16319" y="14547"/>
                  <a:pt x="16369" y="14453"/>
                  <a:pt x="16334" y="14366"/>
                </a:cubicBezTo>
                <a:cubicBezTo>
                  <a:pt x="15910" y="13292"/>
                  <a:pt x="15542" y="12197"/>
                  <a:pt x="15242" y="11083"/>
                </a:cubicBezTo>
                <a:cubicBezTo>
                  <a:pt x="14709" y="9114"/>
                  <a:pt x="14380" y="7098"/>
                  <a:pt x="14239" y="5065"/>
                </a:cubicBezTo>
                <a:cubicBezTo>
                  <a:pt x="14136" y="3556"/>
                  <a:pt x="14047" y="1835"/>
                  <a:pt x="12931" y="701"/>
                </a:cubicBezTo>
                <a:cubicBezTo>
                  <a:pt x="13074" y="700"/>
                  <a:pt x="12339" y="230"/>
                  <a:pt x="12009" y="160"/>
                </a:cubicBezTo>
                <a:cubicBezTo>
                  <a:pt x="11529" y="58"/>
                  <a:pt x="11033" y="1"/>
                  <a:pt x="10538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3" name="Google Shape;1693;p76"/>
          <p:cNvSpPr/>
          <p:nvPr/>
        </p:nvSpPr>
        <p:spPr>
          <a:xfrm flipH="1" rot="10800000">
            <a:off x="-411125" y="-175837"/>
            <a:ext cx="2957957" cy="1219474"/>
          </a:xfrm>
          <a:custGeom>
            <a:rect b="b" l="l" r="r" t="t"/>
            <a:pathLst>
              <a:path extrusionOk="0" h="7648" w="18551">
                <a:moveTo>
                  <a:pt x="8398" y="1"/>
                </a:moveTo>
                <a:cubicBezTo>
                  <a:pt x="8203" y="1"/>
                  <a:pt x="8005" y="44"/>
                  <a:pt x="7810" y="140"/>
                </a:cubicBezTo>
                <a:cubicBezTo>
                  <a:pt x="7272" y="403"/>
                  <a:pt x="6909" y="991"/>
                  <a:pt x="6614" y="1543"/>
                </a:cubicBezTo>
                <a:cubicBezTo>
                  <a:pt x="6307" y="2117"/>
                  <a:pt x="6031" y="2729"/>
                  <a:pt x="5562" y="3157"/>
                </a:cubicBezTo>
                <a:cubicBezTo>
                  <a:pt x="5343" y="3357"/>
                  <a:pt x="5078" y="3500"/>
                  <a:pt x="4796" y="3515"/>
                </a:cubicBezTo>
                <a:cubicBezTo>
                  <a:pt x="4779" y="3516"/>
                  <a:pt x="4761" y="3516"/>
                  <a:pt x="4744" y="3516"/>
                </a:cubicBezTo>
                <a:cubicBezTo>
                  <a:pt x="4475" y="3516"/>
                  <a:pt x="4218" y="3410"/>
                  <a:pt x="3979" y="3274"/>
                </a:cubicBezTo>
                <a:cubicBezTo>
                  <a:pt x="3615" y="3067"/>
                  <a:pt x="3265" y="2787"/>
                  <a:pt x="2878" y="2633"/>
                </a:cubicBezTo>
                <a:lnTo>
                  <a:pt x="2848" y="2622"/>
                </a:lnTo>
                <a:cubicBezTo>
                  <a:pt x="2713" y="2571"/>
                  <a:pt x="2573" y="2535"/>
                  <a:pt x="2426" y="2524"/>
                </a:cubicBezTo>
                <a:cubicBezTo>
                  <a:pt x="2397" y="2522"/>
                  <a:pt x="2367" y="2521"/>
                  <a:pt x="2338" y="2521"/>
                </a:cubicBezTo>
                <a:cubicBezTo>
                  <a:pt x="1819" y="2521"/>
                  <a:pt x="1364" y="2853"/>
                  <a:pt x="878" y="3039"/>
                </a:cubicBezTo>
                <a:cubicBezTo>
                  <a:pt x="860" y="2988"/>
                  <a:pt x="814" y="2962"/>
                  <a:pt x="771" y="2962"/>
                </a:cubicBezTo>
                <a:cubicBezTo>
                  <a:pt x="719" y="2962"/>
                  <a:pt x="671" y="2999"/>
                  <a:pt x="675" y="3075"/>
                </a:cubicBezTo>
                <a:cubicBezTo>
                  <a:pt x="676" y="3085"/>
                  <a:pt x="676" y="3095"/>
                  <a:pt x="677" y="3105"/>
                </a:cubicBezTo>
                <a:cubicBezTo>
                  <a:pt x="641" y="3115"/>
                  <a:pt x="663" y="3351"/>
                  <a:pt x="684" y="3351"/>
                </a:cubicBezTo>
                <a:cubicBezTo>
                  <a:pt x="684" y="3351"/>
                  <a:pt x="684" y="3351"/>
                  <a:pt x="684" y="3351"/>
                </a:cubicBezTo>
                <a:lnTo>
                  <a:pt x="684" y="3351"/>
                </a:lnTo>
                <a:cubicBezTo>
                  <a:pt x="700" y="4396"/>
                  <a:pt x="480" y="5438"/>
                  <a:pt x="40" y="6361"/>
                </a:cubicBezTo>
                <a:cubicBezTo>
                  <a:pt x="1" y="6444"/>
                  <a:pt x="42" y="6541"/>
                  <a:pt x="125" y="6547"/>
                </a:cubicBezTo>
                <a:cubicBezTo>
                  <a:pt x="520" y="6573"/>
                  <a:pt x="913" y="6601"/>
                  <a:pt x="1308" y="6628"/>
                </a:cubicBezTo>
                <a:cubicBezTo>
                  <a:pt x="2919" y="6739"/>
                  <a:pt x="4531" y="6851"/>
                  <a:pt x="6142" y="6962"/>
                </a:cubicBezTo>
                <a:cubicBezTo>
                  <a:pt x="7754" y="7074"/>
                  <a:pt x="9365" y="7184"/>
                  <a:pt x="10977" y="7295"/>
                </a:cubicBezTo>
                <a:cubicBezTo>
                  <a:pt x="12587" y="7407"/>
                  <a:pt x="14196" y="7526"/>
                  <a:pt x="15806" y="7629"/>
                </a:cubicBezTo>
                <a:cubicBezTo>
                  <a:pt x="15970" y="7639"/>
                  <a:pt x="16139" y="7648"/>
                  <a:pt x="16308" y="7648"/>
                </a:cubicBezTo>
                <a:cubicBezTo>
                  <a:pt x="16770" y="7648"/>
                  <a:pt x="17238" y="7584"/>
                  <a:pt x="17642" y="7319"/>
                </a:cubicBezTo>
                <a:cubicBezTo>
                  <a:pt x="18126" y="7004"/>
                  <a:pt x="18405" y="6441"/>
                  <a:pt x="18479" y="5822"/>
                </a:cubicBezTo>
                <a:cubicBezTo>
                  <a:pt x="18551" y="5210"/>
                  <a:pt x="18426" y="4561"/>
                  <a:pt x="18155" y="4033"/>
                </a:cubicBezTo>
                <a:cubicBezTo>
                  <a:pt x="18001" y="3734"/>
                  <a:pt x="17799" y="3450"/>
                  <a:pt x="17538" y="3266"/>
                </a:cubicBezTo>
                <a:cubicBezTo>
                  <a:pt x="17335" y="3121"/>
                  <a:pt x="17111" y="3062"/>
                  <a:pt x="16880" y="3062"/>
                </a:cubicBezTo>
                <a:cubicBezTo>
                  <a:pt x="16779" y="3062"/>
                  <a:pt x="16677" y="3073"/>
                  <a:pt x="16575" y="3094"/>
                </a:cubicBezTo>
                <a:cubicBezTo>
                  <a:pt x="16223" y="3166"/>
                  <a:pt x="15888" y="3319"/>
                  <a:pt x="15537" y="3397"/>
                </a:cubicBezTo>
                <a:cubicBezTo>
                  <a:pt x="15268" y="3457"/>
                  <a:pt x="14994" y="3485"/>
                  <a:pt x="14721" y="3485"/>
                </a:cubicBezTo>
                <a:cubicBezTo>
                  <a:pt x="14673" y="3485"/>
                  <a:pt x="14624" y="3484"/>
                  <a:pt x="14575" y="3482"/>
                </a:cubicBezTo>
                <a:cubicBezTo>
                  <a:pt x="13922" y="3460"/>
                  <a:pt x="13281" y="3278"/>
                  <a:pt x="12679" y="2996"/>
                </a:cubicBezTo>
                <a:cubicBezTo>
                  <a:pt x="12065" y="2707"/>
                  <a:pt x="11491" y="2306"/>
                  <a:pt x="10973" y="1835"/>
                </a:cubicBezTo>
                <a:cubicBezTo>
                  <a:pt x="10470" y="1378"/>
                  <a:pt x="10039" y="821"/>
                  <a:pt x="9498" y="418"/>
                </a:cubicBezTo>
                <a:cubicBezTo>
                  <a:pt x="9163" y="167"/>
                  <a:pt x="8785" y="1"/>
                  <a:pt x="8398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4" name="Google Shape;1694;p76"/>
          <p:cNvSpPr/>
          <p:nvPr/>
        </p:nvSpPr>
        <p:spPr>
          <a:xfrm flipH="1" rot="10800000">
            <a:off x="5284589" y="4138897"/>
            <a:ext cx="4092603" cy="1103872"/>
          </a:xfrm>
          <a:custGeom>
            <a:rect b="b" l="l" r="r" t="t"/>
            <a:pathLst>
              <a:path extrusionOk="0" h="6923" w="25667">
                <a:moveTo>
                  <a:pt x="95" y="1"/>
                </a:moveTo>
                <a:lnTo>
                  <a:pt x="95" y="1"/>
                </a:lnTo>
                <a:cubicBezTo>
                  <a:pt x="3" y="325"/>
                  <a:pt x="0" y="652"/>
                  <a:pt x="124" y="980"/>
                </a:cubicBezTo>
                <a:cubicBezTo>
                  <a:pt x="169" y="1098"/>
                  <a:pt x="231" y="1215"/>
                  <a:pt x="310" y="1328"/>
                </a:cubicBezTo>
                <a:cubicBezTo>
                  <a:pt x="324" y="1349"/>
                  <a:pt x="339" y="1369"/>
                  <a:pt x="355" y="1389"/>
                </a:cubicBezTo>
                <a:cubicBezTo>
                  <a:pt x="699" y="1846"/>
                  <a:pt x="1304" y="2249"/>
                  <a:pt x="2067" y="2533"/>
                </a:cubicBezTo>
                <a:cubicBezTo>
                  <a:pt x="2123" y="2554"/>
                  <a:pt x="2182" y="2574"/>
                  <a:pt x="2240" y="2594"/>
                </a:cubicBezTo>
                <a:cubicBezTo>
                  <a:pt x="2505" y="2684"/>
                  <a:pt x="2788" y="2761"/>
                  <a:pt x="3082" y="2820"/>
                </a:cubicBezTo>
                <a:cubicBezTo>
                  <a:pt x="3121" y="2828"/>
                  <a:pt x="3160" y="2836"/>
                  <a:pt x="3199" y="2843"/>
                </a:cubicBezTo>
                <a:cubicBezTo>
                  <a:pt x="3235" y="2848"/>
                  <a:pt x="3269" y="2855"/>
                  <a:pt x="3304" y="2861"/>
                </a:cubicBezTo>
                <a:cubicBezTo>
                  <a:pt x="4479" y="3062"/>
                  <a:pt x="5837" y="3029"/>
                  <a:pt x="6823" y="3420"/>
                </a:cubicBezTo>
                <a:cubicBezTo>
                  <a:pt x="7054" y="3512"/>
                  <a:pt x="7246" y="3619"/>
                  <a:pt x="7410" y="3737"/>
                </a:cubicBezTo>
                <a:cubicBezTo>
                  <a:pt x="7438" y="3757"/>
                  <a:pt x="7465" y="3777"/>
                  <a:pt x="7492" y="3798"/>
                </a:cubicBezTo>
                <a:cubicBezTo>
                  <a:pt x="7907" y="4126"/>
                  <a:pt x="8126" y="4532"/>
                  <a:pt x="8351" y="4940"/>
                </a:cubicBezTo>
                <a:cubicBezTo>
                  <a:pt x="8363" y="4960"/>
                  <a:pt x="8375" y="4981"/>
                  <a:pt x="8386" y="5002"/>
                </a:cubicBezTo>
                <a:cubicBezTo>
                  <a:pt x="8613" y="5409"/>
                  <a:pt x="8857" y="5814"/>
                  <a:pt x="9326" y="6143"/>
                </a:cubicBezTo>
                <a:cubicBezTo>
                  <a:pt x="9338" y="6152"/>
                  <a:pt x="9350" y="6161"/>
                  <a:pt x="9363" y="6170"/>
                </a:cubicBezTo>
                <a:cubicBezTo>
                  <a:pt x="9381" y="6181"/>
                  <a:pt x="9399" y="6193"/>
                  <a:pt x="9417" y="6205"/>
                </a:cubicBezTo>
                <a:cubicBezTo>
                  <a:pt x="10107" y="6649"/>
                  <a:pt x="11200" y="6895"/>
                  <a:pt x="12290" y="6920"/>
                </a:cubicBezTo>
                <a:cubicBezTo>
                  <a:pt x="12359" y="6922"/>
                  <a:pt x="12429" y="6922"/>
                  <a:pt x="12498" y="6922"/>
                </a:cubicBezTo>
                <a:cubicBezTo>
                  <a:pt x="13546" y="6922"/>
                  <a:pt x="14580" y="6739"/>
                  <a:pt x="15482" y="6457"/>
                </a:cubicBezTo>
                <a:cubicBezTo>
                  <a:pt x="15733" y="6379"/>
                  <a:pt x="15977" y="6292"/>
                  <a:pt x="16221" y="6206"/>
                </a:cubicBezTo>
                <a:cubicBezTo>
                  <a:pt x="16279" y="6185"/>
                  <a:pt x="16336" y="6163"/>
                  <a:pt x="16394" y="6143"/>
                </a:cubicBezTo>
                <a:cubicBezTo>
                  <a:pt x="17021" y="5919"/>
                  <a:pt x="17650" y="5699"/>
                  <a:pt x="18381" y="5606"/>
                </a:cubicBezTo>
                <a:cubicBezTo>
                  <a:pt x="18666" y="5570"/>
                  <a:pt x="18954" y="5554"/>
                  <a:pt x="19242" y="5554"/>
                </a:cubicBezTo>
                <a:cubicBezTo>
                  <a:pt x="20278" y="5554"/>
                  <a:pt x="21323" y="5757"/>
                  <a:pt x="22324" y="5932"/>
                </a:cubicBezTo>
                <a:cubicBezTo>
                  <a:pt x="22780" y="6013"/>
                  <a:pt x="23253" y="6086"/>
                  <a:pt x="23731" y="6144"/>
                </a:cubicBezTo>
                <a:cubicBezTo>
                  <a:pt x="23920" y="6169"/>
                  <a:pt x="24110" y="6189"/>
                  <a:pt x="24302" y="6207"/>
                </a:cubicBezTo>
                <a:cubicBezTo>
                  <a:pt x="24756" y="6249"/>
                  <a:pt x="25213" y="6274"/>
                  <a:pt x="25664" y="6275"/>
                </a:cubicBezTo>
                <a:lnTo>
                  <a:pt x="25664" y="6144"/>
                </a:lnTo>
                <a:lnTo>
                  <a:pt x="25665" y="5003"/>
                </a:lnTo>
                <a:lnTo>
                  <a:pt x="25665" y="3738"/>
                </a:lnTo>
                <a:lnTo>
                  <a:pt x="25666" y="2596"/>
                </a:lnTo>
                <a:lnTo>
                  <a:pt x="25666" y="1331"/>
                </a:lnTo>
                <a:lnTo>
                  <a:pt x="25667" y="5"/>
                </a:lnTo>
                <a:lnTo>
                  <a:pt x="3200" y="2"/>
                </a:lnTo>
                <a:lnTo>
                  <a:pt x="3083" y="2"/>
                </a:lnTo>
                <a:lnTo>
                  <a:pt x="95" y="1"/>
                </a:ln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5" name="Google Shape;1695;p76"/>
          <p:cNvSpPr/>
          <p:nvPr/>
        </p:nvSpPr>
        <p:spPr>
          <a:xfrm flipH="1">
            <a:off x="-391991" y="2569272"/>
            <a:ext cx="3425783" cy="2856228"/>
          </a:xfrm>
          <a:custGeom>
            <a:rect b="b" l="l" r="r" t="t"/>
            <a:pathLst>
              <a:path extrusionOk="0" h="17913" w="21485">
                <a:moveTo>
                  <a:pt x="16498" y="0"/>
                </a:moveTo>
                <a:cubicBezTo>
                  <a:pt x="16431" y="0"/>
                  <a:pt x="16363" y="2"/>
                  <a:pt x="16295" y="5"/>
                </a:cubicBezTo>
                <a:cubicBezTo>
                  <a:pt x="14773" y="76"/>
                  <a:pt x="13358" y="913"/>
                  <a:pt x="11838" y="913"/>
                </a:cubicBezTo>
                <a:cubicBezTo>
                  <a:pt x="11828" y="913"/>
                  <a:pt x="11819" y="913"/>
                  <a:pt x="11809" y="913"/>
                </a:cubicBezTo>
                <a:cubicBezTo>
                  <a:pt x="10328" y="903"/>
                  <a:pt x="8942" y="90"/>
                  <a:pt x="7502" y="90"/>
                </a:cubicBezTo>
                <a:cubicBezTo>
                  <a:pt x="7296" y="90"/>
                  <a:pt x="7089" y="106"/>
                  <a:pt x="6880" y="144"/>
                </a:cubicBezTo>
                <a:cubicBezTo>
                  <a:pt x="6031" y="300"/>
                  <a:pt x="5298" y="798"/>
                  <a:pt x="4738" y="1383"/>
                </a:cubicBezTo>
                <a:cubicBezTo>
                  <a:pt x="4125" y="2021"/>
                  <a:pt x="3678" y="2792"/>
                  <a:pt x="3546" y="3606"/>
                </a:cubicBezTo>
                <a:cubicBezTo>
                  <a:pt x="3331" y="4945"/>
                  <a:pt x="3958" y="6365"/>
                  <a:pt x="3330" y="7612"/>
                </a:cubicBezTo>
                <a:cubicBezTo>
                  <a:pt x="2843" y="8573"/>
                  <a:pt x="1725" y="9179"/>
                  <a:pt x="1025" y="10039"/>
                </a:cubicBezTo>
                <a:cubicBezTo>
                  <a:pt x="129" y="11143"/>
                  <a:pt x="1" y="12623"/>
                  <a:pt x="493" y="13871"/>
                </a:cubicBezTo>
                <a:cubicBezTo>
                  <a:pt x="985" y="15119"/>
                  <a:pt x="2039" y="16147"/>
                  <a:pt x="3280" y="16894"/>
                </a:cubicBezTo>
                <a:cubicBezTo>
                  <a:pt x="4303" y="17509"/>
                  <a:pt x="5501" y="17913"/>
                  <a:pt x="6745" y="17913"/>
                </a:cubicBezTo>
                <a:cubicBezTo>
                  <a:pt x="7100" y="17913"/>
                  <a:pt x="7459" y="17880"/>
                  <a:pt x="7819" y="17810"/>
                </a:cubicBezTo>
                <a:cubicBezTo>
                  <a:pt x="9799" y="17422"/>
                  <a:pt x="10027" y="16541"/>
                  <a:pt x="10831" y="15097"/>
                </a:cubicBezTo>
                <a:cubicBezTo>
                  <a:pt x="11709" y="13519"/>
                  <a:pt x="13719" y="12697"/>
                  <a:pt x="15584" y="12036"/>
                </a:cubicBezTo>
                <a:cubicBezTo>
                  <a:pt x="17450" y="11376"/>
                  <a:pt x="19474" y="10648"/>
                  <a:pt x="20504" y="9137"/>
                </a:cubicBezTo>
                <a:cubicBezTo>
                  <a:pt x="21026" y="8370"/>
                  <a:pt x="21230" y="7476"/>
                  <a:pt x="21324" y="6598"/>
                </a:cubicBezTo>
                <a:cubicBezTo>
                  <a:pt x="21484" y="5087"/>
                  <a:pt x="21327" y="3511"/>
                  <a:pt x="20489" y="2207"/>
                </a:cubicBezTo>
                <a:cubicBezTo>
                  <a:pt x="19684" y="953"/>
                  <a:pt x="18161" y="0"/>
                  <a:pt x="16498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6" name="Google Shape;1696;p76"/>
          <p:cNvSpPr txBox="1"/>
          <p:nvPr>
            <p:ph type="title"/>
          </p:nvPr>
        </p:nvSpPr>
        <p:spPr>
          <a:xfrm>
            <a:off x="2715675" y="758952"/>
            <a:ext cx="37125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1697" name="Google Shape;1697;p76"/>
          <p:cNvGrpSpPr/>
          <p:nvPr/>
        </p:nvGrpSpPr>
        <p:grpSpPr>
          <a:xfrm rot="-9900030">
            <a:off x="271409" y="845202"/>
            <a:ext cx="215932" cy="195605"/>
            <a:chOff x="1640475" y="1197075"/>
            <a:chExt cx="55475" cy="50250"/>
          </a:xfrm>
        </p:grpSpPr>
        <p:sp>
          <p:nvSpPr>
            <p:cNvPr id="1698" name="Google Shape;1698;p7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7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7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1" name="Google Shape;1701;p76"/>
          <p:cNvGrpSpPr/>
          <p:nvPr/>
        </p:nvGrpSpPr>
        <p:grpSpPr>
          <a:xfrm rot="6524430">
            <a:off x="349879" y="2378626"/>
            <a:ext cx="279618" cy="253294"/>
            <a:chOff x="1640475" y="1197075"/>
            <a:chExt cx="55475" cy="50250"/>
          </a:xfrm>
        </p:grpSpPr>
        <p:sp>
          <p:nvSpPr>
            <p:cNvPr id="1702" name="Google Shape;1702;p7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7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7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05" name="Google Shape;1705;p76"/>
          <p:cNvSpPr/>
          <p:nvPr/>
        </p:nvSpPr>
        <p:spPr>
          <a:xfrm flipH="1" rot="-2121718">
            <a:off x="6738637" y="226323"/>
            <a:ext cx="888103" cy="20804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6" name="Google Shape;1706;p76"/>
          <p:cNvSpPr/>
          <p:nvPr/>
        </p:nvSpPr>
        <p:spPr>
          <a:xfrm flipH="1" rot="-10799883">
            <a:off x="217109" y="4797573"/>
            <a:ext cx="545177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07" name="Google Shape;1707;p76"/>
          <p:cNvGrpSpPr/>
          <p:nvPr/>
        </p:nvGrpSpPr>
        <p:grpSpPr>
          <a:xfrm rot="6300012">
            <a:off x="8577095" y="3925450"/>
            <a:ext cx="290790" cy="263412"/>
            <a:chOff x="1640475" y="1197075"/>
            <a:chExt cx="55475" cy="50250"/>
          </a:xfrm>
        </p:grpSpPr>
        <p:sp>
          <p:nvSpPr>
            <p:cNvPr id="1708" name="Google Shape;1708;p7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7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7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11" name="Google Shape;1711;p76"/>
          <p:cNvSpPr/>
          <p:nvPr/>
        </p:nvSpPr>
        <p:spPr>
          <a:xfrm rot="10800000">
            <a:off x="5828025" y="4022950"/>
            <a:ext cx="1167574" cy="854200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2" name="Google Shape;1712;p76"/>
          <p:cNvSpPr/>
          <p:nvPr/>
        </p:nvSpPr>
        <p:spPr>
          <a:xfrm rot="-10431843">
            <a:off x="-54140" y="-118627"/>
            <a:ext cx="520982" cy="81628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1713" name="Shape 17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4" name="Google Shape;1714;p77"/>
          <p:cNvSpPr/>
          <p:nvPr/>
        </p:nvSpPr>
        <p:spPr>
          <a:xfrm>
            <a:off x="-212202" y="2778871"/>
            <a:ext cx="2502288" cy="2607656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5" name="Google Shape;1715;p77"/>
          <p:cNvSpPr/>
          <p:nvPr/>
        </p:nvSpPr>
        <p:spPr>
          <a:xfrm>
            <a:off x="6580375" y="4142426"/>
            <a:ext cx="2928340" cy="1246805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6" name="Google Shape;1716;p77"/>
          <p:cNvSpPr/>
          <p:nvPr/>
        </p:nvSpPr>
        <p:spPr>
          <a:xfrm>
            <a:off x="-60710" y="-32232"/>
            <a:ext cx="3923803" cy="1058013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7" name="Google Shape;1717;p77"/>
          <p:cNvSpPr/>
          <p:nvPr/>
        </p:nvSpPr>
        <p:spPr>
          <a:xfrm>
            <a:off x="5957247" y="-243037"/>
            <a:ext cx="3390448" cy="2704882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8" name="Google Shape;1718;p77"/>
          <p:cNvSpPr txBox="1"/>
          <p:nvPr>
            <p:ph idx="1" type="body"/>
          </p:nvPr>
        </p:nvSpPr>
        <p:spPr>
          <a:xfrm>
            <a:off x="5169350" y="1897913"/>
            <a:ext cx="2997000" cy="226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●"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indent="-3048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○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048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■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048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●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048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○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048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■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048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●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048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○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048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■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grpSp>
        <p:nvGrpSpPr>
          <p:cNvPr id="1719" name="Google Shape;1719;p77"/>
          <p:cNvGrpSpPr/>
          <p:nvPr/>
        </p:nvGrpSpPr>
        <p:grpSpPr>
          <a:xfrm rot="1800041">
            <a:off x="8665997" y="4106761"/>
            <a:ext cx="221773" cy="200885"/>
            <a:chOff x="1640475" y="1197075"/>
            <a:chExt cx="55475" cy="50250"/>
          </a:xfrm>
        </p:grpSpPr>
        <p:sp>
          <p:nvSpPr>
            <p:cNvPr id="1720" name="Google Shape;1720;p7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7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7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3" name="Google Shape;1723;p77"/>
          <p:cNvGrpSpPr/>
          <p:nvPr/>
        </p:nvGrpSpPr>
        <p:grpSpPr>
          <a:xfrm rot="-9900030">
            <a:off x="667534" y="4625752"/>
            <a:ext cx="215932" cy="195605"/>
            <a:chOff x="1640475" y="1197075"/>
            <a:chExt cx="55475" cy="50250"/>
          </a:xfrm>
        </p:grpSpPr>
        <p:sp>
          <p:nvSpPr>
            <p:cNvPr id="1724" name="Google Shape;1724;p7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7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7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7" name="Google Shape;1727;p77"/>
          <p:cNvGrpSpPr/>
          <p:nvPr/>
        </p:nvGrpSpPr>
        <p:grpSpPr>
          <a:xfrm rot="-5400000">
            <a:off x="8514555" y="2548984"/>
            <a:ext cx="244822" cy="221773"/>
            <a:chOff x="1640475" y="1197075"/>
            <a:chExt cx="55475" cy="50250"/>
          </a:xfrm>
        </p:grpSpPr>
        <p:sp>
          <p:nvSpPr>
            <p:cNvPr id="1728" name="Google Shape;1728;p7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7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7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31" name="Google Shape;1731;p77"/>
          <p:cNvSpPr/>
          <p:nvPr/>
        </p:nvSpPr>
        <p:spPr>
          <a:xfrm rot="912813">
            <a:off x="8372080" y="228912"/>
            <a:ext cx="529792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32" name="Google Shape;1732;p77"/>
          <p:cNvGrpSpPr/>
          <p:nvPr/>
        </p:nvGrpSpPr>
        <p:grpSpPr>
          <a:xfrm rot="-5400000">
            <a:off x="313974" y="982572"/>
            <a:ext cx="221772" cy="200884"/>
            <a:chOff x="1640475" y="1197075"/>
            <a:chExt cx="55475" cy="50250"/>
          </a:xfrm>
        </p:grpSpPr>
        <p:sp>
          <p:nvSpPr>
            <p:cNvPr id="1733" name="Google Shape;1733;p7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7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7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36" name="Google Shape;1736;p77"/>
          <p:cNvSpPr/>
          <p:nvPr/>
        </p:nvSpPr>
        <p:spPr>
          <a:xfrm>
            <a:off x="8536325" y="4434061"/>
            <a:ext cx="609613" cy="95515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7" name="Google Shape;1737;p77"/>
          <p:cNvSpPr/>
          <p:nvPr/>
        </p:nvSpPr>
        <p:spPr>
          <a:xfrm rot="-807259">
            <a:off x="1440942" y="4787382"/>
            <a:ext cx="1060734" cy="248492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8" name="Google Shape;1738;p77"/>
          <p:cNvSpPr txBox="1"/>
          <p:nvPr>
            <p:ph type="title"/>
          </p:nvPr>
        </p:nvSpPr>
        <p:spPr>
          <a:xfrm>
            <a:off x="3284000" y="759398"/>
            <a:ext cx="2576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1739" name="Shape 17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" name="Google Shape;1740;p78"/>
          <p:cNvSpPr/>
          <p:nvPr/>
        </p:nvSpPr>
        <p:spPr>
          <a:xfrm>
            <a:off x="-42230" y="3467513"/>
            <a:ext cx="3634529" cy="1998485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1" name="Google Shape;1741;p78"/>
          <p:cNvSpPr/>
          <p:nvPr/>
        </p:nvSpPr>
        <p:spPr>
          <a:xfrm>
            <a:off x="-288300" y="-384812"/>
            <a:ext cx="3133499" cy="2020960"/>
          </a:xfrm>
          <a:custGeom>
            <a:rect b="b" l="l" r="r" t="t"/>
            <a:pathLst>
              <a:path extrusionOk="0" h="11330" w="20526">
                <a:moveTo>
                  <a:pt x="12939" y="1"/>
                </a:moveTo>
                <a:cubicBezTo>
                  <a:pt x="11999" y="1"/>
                  <a:pt x="11086" y="167"/>
                  <a:pt x="10169" y="370"/>
                </a:cubicBezTo>
                <a:cubicBezTo>
                  <a:pt x="9691" y="476"/>
                  <a:pt x="9213" y="584"/>
                  <a:pt x="8731" y="667"/>
                </a:cubicBezTo>
                <a:cubicBezTo>
                  <a:pt x="8234" y="750"/>
                  <a:pt x="7732" y="802"/>
                  <a:pt x="7229" y="839"/>
                </a:cubicBezTo>
                <a:cubicBezTo>
                  <a:pt x="6231" y="913"/>
                  <a:pt x="5230" y="935"/>
                  <a:pt x="4235" y="1052"/>
                </a:cubicBezTo>
                <a:cubicBezTo>
                  <a:pt x="3806" y="1102"/>
                  <a:pt x="3380" y="1184"/>
                  <a:pt x="2951" y="1235"/>
                </a:cubicBezTo>
                <a:cubicBezTo>
                  <a:pt x="2746" y="1260"/>
                  <a:pt x="2537" y="1279"/>
                  <a:pt x="2328" y="1279"/>
                </a:cubicBezTo>
                <a:cubicBezTo>
                  <a:pt x="2138" y="1279"/>
                  <a:pt x="1948" y="1263"/>
                  <a:pt x="1762" y="1222"/>
                </a:cubicBezTo>
                <a:cubicBezTo>
                  <a:pt x="1578" y="1180"/>
                  <a:pt x="1402" y="1113"/>
                  <a:pt x="1242" y="1012"/>
                </a:cubicBezTo>
                <a:cubicBezTo>
                  <a:pt x="1161" y="960"/>
                  <a:pt x="1089" y="870"/>
                  <a:pt x="988" y="868"/>
                </a:cubicBezTo>
                <a:cubicBezTo>
                  <a:pt x="985" y="868"/>
                  <a:pt x="983" y="868"/>
                  <a:pt x="981" y="868"/>
                </a:cubicBezTo>
                <a:cubicBezTo>
                  <a:pt x="897" y="868"/>
                  <a:pt x="810" y="887"/>
                  <a:pt x="732" y="917"/>
                </a:cubicBezTo>
                <a:cubicBezTo>
                  <a:pt x="360" y="1060"/>
                  <a:pt x="147" y="1435"/>
                  <a:pt x="79" y="1816"/>
                </a:cubicBezTo>
                <a:cubicBezTo>
                  <a:pt x="38" y="2046"/>
                  <a:pt x="37" y="2279"/>
                  <a:pt x="38" y="2512"/>
                </a:cubicBezTo>
                <a:cubicBezTo>
                  <a:pt x="38" y="2767"/>
                  <a:pt x="39" y="3024"/>
                  <a:pt x="40" y="3279"/>
                </a:cubicBezTo>
                <a:cubicBezTo>
                  <a:pt x="42" y="3797"/>
                  <a:pt x="44" y="4315"/>
                  <a:pt x="46" y="4833"/>
                </a:cubicBezTo>
                <a:cubicBezTo>
                  <a:pt x="50" y="5817"/>
                  <a:pt x="54" y="6803"/>
                  <a:pt x="57" y="7787"/>
                </a:cubicBezTo>
                <a:cubicBezTo>
                  <a:pt x="55" y="7786"/>
                  <a:pt x="54" y="7785"/>
                  <a:pt x="52" y="7785"/>
                </a:cubicBezTo>
                <a:cubicBezTo>
                  <a:pt x="0" y="7785"/>
                  <a:pt x="101" y="8649"/>
                  <a:pt x="628" y="8724"/>
                </a:cubicBezTo>
                <a:cubicBezTo>
                  <a:pt x="1441" y="8840"/>
                  <a:pt x="1514" y="10145"/>
                  <a:pt x="2146" y="10693"/>
                </a:cubicBezTo>
                <a:cubicBezTo>
                  <a:pt x="2452" y="10957"/>
                  <a:pt x="2805" y="11167"/>
                  <a:pt x="3199" y="11261"/>
                </a:cubicBezTo>
                <a:cubicBezTo>
                  <a:pt x="3402" y="11310"/>
                  <a:pt x="3609" y="11330"/>
                  <a:pt x="3816" y="11330"/>
                </a:cubicBezTo>
                <a:cubicBezTo>
                  <a:pt x="4077" y="11330"/>
                  <a:pt x="4340" y="11298"/>
                  <a:pt x="4597" y="11251"/>
                </a:cubicBezTo>
                <a:cubicBezTo>
                  <a:pt x="5367" y="11113"/>
                  <a:pt x="6207" y="10865"/>
                  <a:pt x="6645" y="10152"/>
                </a:cubicBezTo>
                <a:cubicBezTo>
                  <a:pt x="6859" y="9801"/>
                  <a:pt x="6970" y="9395"/>
                  <a:pt x="7203" y="9055"/>
                </a:cubicBezTo>
                <a:cubicBezTo>
                  <a:pt x="7421" y="8736"/>
                  <a:pt x="7758" y="8532"/>
                  <a:pt x="8120" y="8419"/>
                </a:cubicBezTo>
                <a:cubicBezTo>
                  <a:pt x="8559" y="8282"/>
                  <a:pt x="9011" y="8265"/>
                  <a:pt x="9465" y="8265"/>
                </a:cubicBezTo>
                <a:cubicBezTo>
                  <a:pt x="9615" y="8265"/>
                  <a:pt x="9765" y="8267"/>
                  <a:pt x="9915" y="8267"/>
                </a:cubicBezTo>
                <a:cubicBezTo>
                  <a:pt x="10115" y="8267"/>
                  <a:pt x="10316" y="8264"/>
                  <a:pt x="10515" y="8248"/>
                </a:cubicBezTo>
                <a:cubicBezTo>
                  <a:pt x="10927" y="8216"/>
                  <a:pt x="11342" y="8132"/>
                  <a:pt x="11707" y="7927"/>
                </a:cubicBezTo>
                <a:cubicBezTo>
                  <a:pt x="12074" y="7718"/>
                  <a:pt x="12352" y="7394"/>
                  <a:pt x="12600" y="7055"/>
                </a:cubicBezTo>
                <a:cubicBezTo>
                  <a:pt x="13089" y="6385"/>
                  <a:pt x="13543" y="5673"/>
                  <a:pt x="14244" y="5207"/>
                </a:cubicBezTo>
                <a:cubicBezTo>
                  <a:pt x="14594" y="4972"/>
                  <a:pt x="14986" y="4825"/>
                  <a:pt x="15405" y="4792"/>
                </a:cubicBezTo>
                <a:cubicBezTo>
                  <a:pt x="15494" y="4785"/>
                  <a:pt x="15582" y="4782"/>
                  <a:pt x="15670" y="4782"/>
                </a:cubicBezTo>
                <a:cubicBezTo>
                  <a:pt x="16070" y="4782"/>
                  <a:pt x="16469" y="4843"/>
                  <a:pt x="16866" y="4877"/>
                </a:cubicBezTo>
                <a:cubicBezTo>
                  <a:pt x="17302" y="4915"/>
                  <a:pt x="17740" y="4933"/>
                  <a:pt x="18178" y="4933"/>
                </a:cubicBezTo>
                <a:cubicBezTo>
                  <a:pt x="18243" y="4933"/>
                  <a:pt x="18309" y="4933"/>
                  <a:pt x="18374" y="4932"/>
                </a:cubicBezTo>
                <a:cubicBezTo>
                  <a:pt x="18585" y="4929"/>
                  <a:pt x="18814" y="4941"/>
                  <a:pt x="19012" y="4857"/>
                </a:cubicBezTo>
                <a:cubicBezTo>
                  <a:pt x="19193" y="4780"/>
                  <a:pt x="19305" y="4623"/>
                  <a:pt x="19390" y="4450"/>
                </a:cubicBezTo>
                <a:cubicBezTo>
                  <a:pt x="19618" y="3989"/>
                  <a:pt x="19825" y="3515"/>
                  <a:pt x="20041" y="3049"/>
                </a:cubicBezTo>
                <a:cubicBezTo>
                  <a:pt x="20147" y="2821"/>
                  <a:pt x="20256" y="2595"/>
                  <a:pt x="20357" y="2365"/>
                </a:cubicBezTo>
                <a:cubicBezTo>
                  <a:pt x="20444" y="2165"/>
                  <a:pt x="20525" y="1951"/>
                  <a:pt x="20518" y="1728"/>
                </a:cubicBezTo>
                <a:cubicBezTo>
                  <a:pt x="20505" y="1297"/>
                  <a:pt x="20161" y="1008"/>
                  <a:pt x="19822" y="810"/>
                </a:cubicBezTo>
                <a:cubicBezTo>
                  <a:pt x="19463" y="601"/>
                  <a:pt x="19065" y="469"/>
                  <a:pt x="18660" y="392"/>
                </a:cubicBezTo>
                <a:cubicBezTo>
                  <a:pt x="17815" y="229"/>
                  <a:pt x="16950" y="272"/>
                  <a:pt x="16095" y="224"/>
                </a:cubicBezTo>
                <a:cubicBezTo>
                  <a:pt x="15084" y="168"/>
                  <a:pt x="14079" y="19"/>
                  <a:pt x="13065" y="2"/>
                </a:cubicBezTo>
                <a:cubicBezTo>
                  <a:pt x="13023" y="1"/>
                  <a:pt x="12981" y="1"/>
                  <a:pt x="12939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2" name="Google Shape;1742;p78"/>
          <p:cNvSpPr/>
          <p:nvPr/>
        </p:nvSpPr>
        <p:spPr>
          <a:xfrm>
            <a:off x="7304265" y="-384807"/>
            <a:ext cx="1985649" cy="2326869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3" name="Google Shape;1743;p78"/>
          <p:cNvSpPr/>
          <p:nvPr/>
        </p:nvSpPr>
        <p:spPr>
          <a:xfrm>
            <a:off x="5568694" y="4237688"/>
            <a:ext cx="3721240" cy="1536322"/>
          </a:xfrm>
          <a:custGeom>
            <a:rect b="b" l="l" r="r" t="t"/>
            <a:pathLst>
              <a:path extrusionOk="0" h="8613" w="24376">
                <a:moveTo>
                  <a:pt x="12572" y="1"/>
                </a:moveTo>
                <a:cubicBezTo>
                  <a:pt x="11930" y="1"/>
                  <a:pt x="11305" y="137"/>
                  <a:pt x="10778" y="460"/>
                </a:cubicBezTo>
                <a:cubicBezTo>
                  <a:pt x="10193" y="818"/>
                  <a:pt x="9818" y="1341"/>
                  <a:pt x="9503" y="1852"/>
                </a:cubicBezTo>
                <a:cubicBezTo>
                  <a:pt x="9167" y="2398"/>
                  <a:pt x="8889" y="2969"/>
                  <a:pt x="8475" y="3485"/>
                </a:cubicBezTo>
                <a:cubicBezTo>
                  <a:pt x="8044" y="4023"/>
                  <a:pt x="7451" y="4445"/>
                  <a:pt x="6633" y="4599"/>
                </a:cubicBezTo>
                <a:cubicBezTo>
                  <a:pt x="6259" y="4669"/>
                  <a:pt x="5879" y="4690"/>
                  <a:pt x="5496" y="4690"/>
                </a:cubicBezTo>
                <a:cubicBezTo>
                  <a:pt x="4945" y="4690"/>
                  <a:pt x="4388" y="4646"/>
                  <a:pt x="3837" y="4646"/>
                </a:cubicBezTo>
                <a:cubicBezTo>
                  <a:pt x="3701" y="4646"/>
                  <a:pt x="3564" y="4649"/>
                  <a:pt x="3429" y="4656"/>
                </a:cubicBezTo>
                <a:cubicBezTo>
                  <a:pt x="2927" y="4680"/>
                  <a:pt x="2424" y="4755"/>
                  <a:pt x="1974" y="4934"/>
                </a:cubicBezTo>
                <a:cubicBezTo>
                  <a:pt x="1568" y="5095"/>
                  <a:pt x="1218" y="5332"/>
                  <a:pt x="943" y="5611"/>
                </a:cubicBezTo>
                <a:cubicBezTo>
                  <a:pt x="425" y="6133"/>
                  <a:pt x="179" y="6806"/>
                  <a:pt x="311" y="7456"/>
                </a:cubicBezTo>
                <a:cubicBezTo>
                  <a:pt x="309" y="7456"/>
                  <a:pt x="307" y="7456"/>
                  <a:pt x="305" y="7456"/>
                </a:cubicBezTo>
                <a:cubicBezTo>
                  <a:pt x="282" y="7456"/>
                  <a:pt x="258" y="7461"/>
                  <a:pt x="234" y="7475"/>
                </a:cubicBezTo>
                <a:cubicBezTo>
                  <a:pt x="83" y="7556"/>
                  <a:pt x="1" y="7677"/>
                  <a:pt x="4" y="7821"/>
                </a:cubicBezTo>
                <a:cubicBezTo>
                  <a:pt x="12" y="8172"/>
                  <a:pt x="404" y="8373"/>
                  <a:pt x="826" y="8396"/>
                </a:cubicBezTo>
                <a:cubicBezTo>
                  <a:pt x="860" y="8398"/>
                  <a:pt x="894" y="8399"/>
                  <a:pt x="929" y="8399"/>
                </a:cubicBezTo>
                <a:cubicBezTo>
                  <a:pt x="1162" y="8399"/>
                  <a:pt x="1397" y="8361"/>
                  <a:pt x="1626" y="8334"/>
                </a:cubicBezTo>
                <a:cubicBezTo>
                  <a:pt x="1931" y="8297"/>
                  <a:pt x="2238" y="8262"/>
                  <a:pt x="2544" y="8230"/>
                </a:cubicBezTo>
                <a:cubicBezTo>
                  <a:pt x="3747" y="8107"/>
                  <a:pt x="4958" y="8023"/>
                  <a:pt x="6170" y="7965"/>
                </a:cubicBezTo>
                <a:cubicBezTo>
                  <a:pt x="8591" y="7850"/>
                  <a:pt x="11019" y="7838"/>
                  <a:pt x="13445" y="7824"/>
                </a:cubicBezTo>
                <a:cubicBezTo>
                  <a:pt x="13813" y="7822"/>
                  <a:pt x="14182" y="7820"/>
                  <a:pt x="14552" y="7820"/>
                </a:cubicBezTo>
                <a:cubicBezTo>
                  <a:pt x="16507" y="7820"/>
                  <a:pt x="18472" y="7870"/>
                  <a:pt x="20390" y="8174"/>
                </a:cubicBezTo>
                <a:cubicBezTo>
                  <a:pt x="20952" y="8264"/>
                  <a:pt x="21511" y="8375"/>
                  <a:pt x="22057" y="8512"/>
                </a:cubicBezTo>
                <a:cubicBezTo>
                  <a:pt x="22240" y="8558"/>
                  <a:pt x="22430" y="8612"/>
                  <a:pt x="22625" y="8612"/>
                </a:cubicBezTo>
                <a:cubicBezTo>
                  <a:pt x="22665" y="8612"/>
                  <a:pt x="22706" y="8610"/>
                  <a:pt x="22747" y="8605"/>
                </a:cubicBezTo>
                <a:cubicBezTo>
                  <a:pt x="22986" y="8575"/>
                  <a:pt x="23126" y="8437"/>
                  <a:pt x="23188" y="8265"/>
                </a:cubicBezTo>
                <a:cubicBezTo>
                  <a:pt x="23342" y="7840"/>
                  <a:pt x="23440" y="7396"/>
                  <a:pt x="23556" y="6963"/>
                </a:cubicBezTo>
                <a:cubicBezTo>
                  <a:pt x="23675" y="6520"/>
                  <a:pt x="23785" y="6077"/>
                  <a:pt x="23879" y="5631"/>
                </a:cubicBezTo>
                <a:cubicBezTo>
                  <a:pt x="24251" y="3879"/>
                  <a:pt x="24375" y="2063"/>
                  <a:pt x="23717" y="343"/>
                </a:cubicBezTo>
                <a:cubicBezTo>
                  <a:pt x="23697" y="293"/>
                  <a:pt x="23642" y="267"/>
                  <a:pt x="23586" y="267"/>
                </a:cubicBezTo>
                <a:cubicBezTo>
                  <a:pt x="23541" y="267"/>
                  <a:pt x="23495" y="284"/>
                  <a:pt x="23467" y="317"/>
                </a:cubicBezTo>
                <a:cubicBezTo>
                  <a:pt x="23327" y="480"/>
                  <a:pt x="23169" y="631"/>
                  <a:pt x="22991" y="769"/>
                </a:cubicBezTo>
                <a:cubicBezTo>
                  <a:pt x="22274" y="1328"/>
                  <a:pt x="21289" y="1670"/>
                  <a:pt x="20281" y="1764"/>
                </a:cubicBezTo>
                <a:cubicBezTo>
                  <a:pt x="20062" y="1784"/>
                  <a:pt x="19841" y="1794"/>
                  <a:pt x="19620" y="1794"/>
                </a:cubicBezTo>
                <a:cubicBezTo>
                  <a:pt x="18644" y="1794"/>
                  <a:pt x="17671" y="1601"/>
                  <a:pt x="16789" y="1286"/>
                </a:cubicBezTo>
                <a:cubicBezTo>
                  <a:pt x="15722" y="905"/>
                  <a:pt x="14754" y="349"/>
                  <a:pt x="13607" y="110"/>
                </a:cubicBezTo>
                <a:cubicBezTo>
                  <a:pt x="13266" y="40"/>
                  <a:pt x="12917" y="1"/>
                  <a:pt x="12572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4" name="Google Shape;1744;p78"/>
          <p:cNvSpPr txBox="1"/>
          <p:nvPr>
            <p:ph type="title"/>
          </p:nvPr>
        </p:nvSpPr>
        <p:spPr>
          <a:xfrm>
            <a:off x="2756200" y="1967475"/>
            <a:ext cx="3631500" cy="105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grpSp>
        <p:nvGrpSpPr>
          <p:cNvPr id="1745" name="Google Shape;1745;p78"/>
          <p:cNvGrpSpPr/>
          <p:nvPr/>
        </p:nvGrpSpPr>
        <p:grpSpPr>
          <a:xfrm rot="4517592">
            <a:off x="8550732" y="3940914"/>
            <a:ext cx="221771" cy="200883"/>
            <a:chOff x="1640475" y="1197075"/>
            <a:chExt cx="55475" cy="50250"/>
          </a:xfrm>
        </p:grpSpPr>
        <p:sp>
          <p:nvSpPr>
            <p:cNvPr id="1746" name="Google Shape;1746;p7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7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7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9" name="Google Shape;1749;p78"/>
          <p:cNvGrpSpPr/>
          <p:nvPr/>
        </p:nvGrpSpPr>
        <p:grpSpPr>
          <a:xfrm rot="7199963">
            <a:off x="965918" y="4533021"/>
            <a:ext cx="215935" cy="195604"/>
            <a:chOff x="1640475" y="1197075"/>
            <a:chExt cx="55475" cy="50250"/>
          </a:xfrm>
        </p:grpSpPr>
        <p:sp>
          <p:nvSpPr>
            <p:cNvPr id="1750" name="Google Shape;1750;p7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7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7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53" name="Google Shape;1753;p78"/>
          <p:cNvSpPr/>
          <p:nvPr/>
        </p:nvSpPr>
        <p:spPr>
          <a:xfrm rot="2368484">
            <a:off x="3584583" y="348032"/>
            <a:ext cx="529784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54" name="Google Shape;1754;p78"/>
          <p:cNvGrpSpPr/>
          <p:nvPr/>
        </p:nvGrpSpPr>
        <p:grpSpPr>
          <a:xfrm rot="-9900000">
            <a:off x="1490015" y="185475"/>
            <a:ext cx="347165" cy="314462"/>
            <a:chOff x="1640475" y="1197075"/>
            <a:chExt cx="55475" cy="50250"/>
          </a:xfrm>
        </p:grpSpPr>
        <p:sp>
          <p:nvSpPr>
            <p:cNvPr id="1755" name="Google Shape;1755;p7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7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7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8" name="Google Shape;1758;p78"/>
          <p:cNvGrpSpPr/>
          <p:nvPr/>
        </p:nvGrpSpPr>
        <p:grpSpPr>
          <a:xfrm rot="-9900030">
            <a:off x="7815634" y="527852"/>
            <a:ext cx="215932" cy="195605"/>
            <a:chOff x="1640475" y="1197075"/>
            <a:chExt cx="55475" cy="50250"/>
          </a:xfrm>
        </p:grpSpPr>
        <p:sp>
          <p:nvSpPr>
            <p:cNvPr id="1759" name="Google Shape;1759;p7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7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7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62" name="Google Shape;1762;p78"/>
          <p:cNvSpPr/>
          <p:nvPr/>
        </p:nvSpPr>
        <p:spPr>
          <a:xfrm rot="-8289780">
            <a:off x="7855805" y="1479192"/>
            <a:ext cx="1153753" cy="844089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3" name="Google Shape;1763;p78"/>
          <p:cNvSpPr/>
          <p:nvPr/>
        </p:nvSpPr>
        <p:spPr>
          <a:xfrm rot="-120">
            <a:off x="8278108" y="4777486"/>
            <a:ext cx="529792" cy="12411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1764" name="Shape 1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5" name="Google Shape;1765;p79"/>
          <p:cNvSpPr/>
          <p:nvPr/>
        </p:nvSpPr>
        <p:spPr>
          <a:xfrm>
            <a:off x="6638737" y="-95375"/>
            <a:ext cx="2579952" cy="1264894"/>
          </a:xfrm>
          <a:custGeom>
            <a:rect b="b" l="l" r="r" t="t"/>
            <a:pathLst>
              <a:path extrusionOk="0" h="8220" w="16766">
                <a:moveTo>
                  <a:pt x="16619" y="0"/>
                </a:moveTo>
                <a:lnTo>
                  <a:pt x="1" y="306"/>
                </a:lnTo>
                <a:cubicBezTo>
                  <a:pt x="61" y="421"/>
                  <a:pt x="130" y="530"/>
                  <a:pt x="209" y="629"/>
                </a:cubicBezTo>
                <a:cubicBezTo>
                  <a:pt x="561" y="1077"/>
                  <a:pt x="1090" y="1341"/>
                  <a:pt x="1620" y="1341"/>
                </a:cubicBezTo>
                <a:cubicBezTo>
                  <a:pt x="1653" y="1341"/>
                  <a:pt x="1687" y="1340"/>
                  <a:pt x="1720" y="1338"/>
                </a:cubicBezTo>
                <a:cubicBezTo>
                  <a:pt x="2137" y="1311"/>
                  <a:pt x="2547" y="1128"/>
                  <a:pt x="2959" y="1128"/>
                </a:cubicBezTo>
                <a:cubicBezTo>
                  <a:pt x="3033" y="1128"/>
                  <a:pt x="3106" y="1133"/>
                  <a:pt x="3180" y="1147"/>
                </a:cubicBezTo>
                <a:cubicBezTo>
                  <a:pt x="3277" y="1165"/>
                  <a:pt x="3367" y="1194"/>
                  <a:pt x="3455" y="1233"/>
                </a:cubicBezTo>
                <a:cubicBezTo>
                  <a:pt x="3474" y="1242"/>
                  <a:pt x="3493" y="1250"/>
                  <a:pt x="3511" y="1261"/>
                </a:cubicBezTo>
                <a:lnTo>
                  <a:pt x="3512" y="1261"/>
                </a:lnTo>
                <a:cubicBezTo>
                  <a:pt x="4178" y="1599"/>
                  <a:pt x="4587" y="2502"/>
                  <a:pt x="5216" y="2997"/>
                </a:cubicBezTo>
                <a:cubicBezTo>
                  <a:pt x="5642" y="3331"/>
                  <a:pt x="6137" y="3458"/>
                  <a:pt x="6653" y="3458"/>
                </a:cubicBezTo>
                <a:cubicBezTo>
                  <a:pt x="7281" y="3458"/>
                  <a:pt x="7939" y="3268"/>
                  <a:pt x="8534" y="3032"/>
                </a:cubicBezTo>
                <a:cubicBezTo>
                  <a:pt x="9061" y="2823"/>
                  <a:pt x="9606" y="2582"/>
                  <a:pt x="10155" y="2582"/>
                </a:cubicBezTo>
                <a:cubicBezTo>
                  <a:pt x="10271" y="2582"/>
                  <a:pt x="10386" y="2593"/>
                  <a:pt x="10502" y="2617"/>
                </a:cubicBezTo>
                <a:cubicBezTo>
                  <a:pt x="11491" y="2819"/>
                  <a:pt x="12129" y="3901"/>
                  <a:pt x="12548" y="4929"/>
                </a:cubicBezTo>
                <a:cubicBezTo>
                  <a:pt x="12966" y="5958"/>
                  <a:pt x="13334" y="7102"/>
                  <a:pt x="14165" y="7742"/>
                </a:cubicBezTo>
                <a:cubicBezTo>
                  <a:pt x="14587" y="8068"/>
                  <a:pt x="15094" y="8220"/>
                  <a:pt x="15606" y="8220"/>
                </a:cubicBezTo>
                <a:cubicBezTo>
                  <a:pt x="16002" y="8220"/>
                  <a:pt x="16401" y="8129"/>
                  <a:pt x="16766" y="7956"/>
                </a:cubicBezTo>
                <a:lnTo>
                  <a:pt x="16619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6" name="Google Shape;1766;p79"/>
          <p:cNvSpPr/>
          <p:nvPr/>
        </p:nvSpPr>
        <p:spPr>
          <a:xfrm>
            <a:off x="7429385" y="1585074"/>
            <a:ext cx="2205408" cy="4019192"/>
          </a:xfrm>
          <a:custGeom>
            <a:rect b="b" l="l" r="r" t="t"/>
            <a:pathLst>
              <a:path extrusionOk="0" h="26119" w="14332">
                <a:moveTo>
                  <a:pt x="12104" y="0"/>
                </a:moveTo>
                <a:cubicBezTo>
                  <a:pt x="11836" y="0"/>
                  <a:pt x="11579" y="100"/>
                  <a:pt x="11338" y="207"/>
                </a:cubicBezTo>
                <a:cubicBezTo>
                  <a:pt x="11049" y="335"/>
                  <a:pt x="10764" y="475"/>
                  <a:pt x="10478" y="610"/>
                </a:cubicBezTo>
                <a:cubicBezTo>
                  <a:pt x="9890" y="885"/>
                  <a:pt x="9294" y="1149"/>
                  <a:pt x="8713" y="1440"/>
                </a:cubicBezTo>
                <a:cubicBezTo>
                  <a:pt x="8495" y="1549"/>
                  <a:pt x="8298" y="1691"/>
                  <a:pt x="8201" y="1922"/>
                </a:cubicBezTo>
                <a:cubicBezTo>
                  <a:pt x="8095" y="2174"/>
                  <a:pt x="8110" y="2467"/>
                  <a:pt x="8106" y="2735"/>
                </a:cubicBezTo>
                <a:cubicBezTo>
                  <a:pt x="8097" y="3377"/>
                  <a:pt x="8121" y="4019"/>
                  <a:pt x="8176" y="4658"/>
                </a:cubicBezTo>
                <a:cubicBezTo>
                  <a:pt x="8228" y="5277"/>
                  <a:pt x="8331" y="5899"/>
                  <a:pt x="8283" y="6521"/>
                </a:cubicBezTo>
                <a:cubicBezTo>
                  <a:pt x="8242" y="7056"/>
                  <a:pt x="8055" y="7556"/>
                  <a:pt x="7761" y="8004"/>
                </a:cubicBezTo>
                <a:cubicBezTo>
                  <a:pt x="7173" y="8897"/>
                  <a:pt x="6276" y="9476"/>
                  <a:pt x="5434" y="10099"/>
                </a:cubicBezTo>
                <a:cubicBezTo>
                  <a:pt x="5008" y="10415"/>
                  <a:pt x="4600" y="10769"/>
                  <a:pt x="4338" y="11238"/>
                </a:cubicBezTo>
                <a:cubicBezTo>
                  <a:pt x="4078" y="11703"/>
                  <a:pt x="3973" y="12231"/>
                  <a:pt x="3932" y="12758"/>
                </a:cubicBezTo>
                <a:cubicBezTo>
                  <a:pt x="3854" y="13776"/>
                  <a:pt x="4023" y="14819"/>
                  <a:pt x="3717" y="15812"/>
                </a:cubicBezTo>
                <a:cubicBezTo>
                  <a:pt x="3574" y="16273"/>
                  <a:pt x="3319" y="16702"/>
                  <a:pt x="2917" y="16981"/>
                </a:cubicBezTo>
                <a:cubicBezTo>
                  <a:pt x="2489" y="17279"/>
                  <a:pt x="1977" y="17419"/>
                  <a:pt x="1536" y="17694"/>
                </a:cubicBezTo>
                <a:cubicBezTo>
                  <a:pt x="639" y="18252"/>
                  <a:pt x="327" y="19323"/>
                  <a:pt x="152" y="20304"/>
                </a:cubicBezTo>
                <a:cubicBezTo>
                  <a:pt x="48" y="20891"/>
                  <a:pt x="1" y="21500"/>
                  <a:pt x="140" y="22087"/>
                </a:cubicBezTo>
                <a:cubicBezTo>
                  <a:pt x="259" y="22589"/>
                  <a:pt x="523" y="23040"/>
                  <a:pt x="855" y="23429"/>
                </a:cubicBezTo>
                <a:cubicBezTo>
                  <a:pt x="1544" y="24236"/>
                  <a:pt x="3187" y="24329"/>
                  <a:pt x="3333" y="25366"/>
                </a:cubicBezTo>
                <a:cubicBezTo>
                  <a:pt x="3413" y="25937"/>
                  <a:pt x="4213" y="26116"/>
                  <a:pt x="4450" y="26116"/>
                </a:cubicBezTo>
                <a:cubicBezTo>
                  <a:pt x="4499" y="26116"/>
                  <a:pt x="4524" y="26108"/>
                  <a:pt x="4512" y="26094"/>
                </a:cubicBezTo>
                <a:lnTo>
                  <a:pt x="4512" y="26094"/>
                </a:lnTo>
                <a:cubicBezTo>
                  <a:pt x="5752" y="26098"/>
                  <a:pt x="6992" y="26103"/>
                  <a:pt x="8231" y="26108"/>
                </a:cubicBezTo>
                <a:cubicBezTo>
                  <a:pt x="8884" y="26110"/>
                  <a:pt x="9536" y="26113"/>
                  <a:pt x="10188" y="26115"/>
                </a:cubicBezTo>
                <a:cubicBezTo>
                  <a:pt x="10509" y="26116"/>
                  <a:pt x="10831" y="26117"/>
                  <a:pt x="11153" y="26118"/>
                </a:cubicBezTo>
                <a:cubicBezTo>
                  <a:pt x="11181" y="26118"/>
                  <a:pt x="11210" y="26118"/>
                  <a:pt x="11238" y="26118"/>
                </a:cubicBezTo>
                <a:cubicBezTo>
                  <a:pt x="11502" y="26118"/>
                  <a:pt x="11768" y="26112"/>
                  <a:pt x="12030" y="26066"/>
                </a:cubicBezTo>
                <a:cubicBezTo>
                  <a:pt x="12510" y="25980"/>
                  <a:pt x="12981" y="25708"/>
                  <a:pt x="13161" y="25232"/>
                </a:cubicBezTo>
                <a:cubicBezTo>
                  <a:pt x="13200" y="25130"/>
                  <a:pt x="13224" y="25017"/>
                  <a:pt x="13222" y="24907"/>
                </a:cubicBezTo>
                <a:cubicBezTo>
                  <a:pt x="13220" y="24778"/>
                  <a:pt x="13107" y="24687"/>
                  <a:pt x="13042" y="24582"/>
                </a:cubicBezTo>
                <a:cubicBezTo>
                  <a:pt x="12914" y="24378"/>
                  <a:pt x="12829" y="24154"/>
                  <a:pt x="12777" y="23918"/>
                </a:cubicBezTo>
                <a:cubicBezTo>
                  <a:pt x="12667" y="23424"/>
                  <a:pt x="12700" y="22903"/>
                  <a:pt x="12760" y="22402"/>
                </a:cubicBezTo>
                <a:cubicBezTo>
                  <a:pt x="12825" y="21856"/>
                  <a:pt x="12928" y="21313"/>
                  <a:pt x="12991" y="20766"/>
                </a:cubicBezTo>
                <a:cubicBezTo>
                  <a:pt x="13138" y="19498"/>
                  <a:pt x="13165" y="18220"/>
                  <a:pt x="13259" y="16947"/>
                </a:cubicBezTo>
                <a:cubicBezTo>
                  <a:pt x="13306" y="16306"/>
                  <a:pt x="13371" y="15667"/>
                  <a:pt x="13476" y="15033"/>
                </a:cubicBezTo>
                <a:cubicBezTo>
                  <a:pt x="13580" y="14418"/>
                  <a:pt x="13717" y="13809"/>
                  <a:pt x="13850" y="13199"/>
                </a:cubicBezTo>
                <a:cubicBezTo>
                  <a:pt x="14117" y="11977"/>
                  <a:pt x="14332" y="10761"/>
                  <a:pt x="14312" y="9506"/>
                </a:cubicBezTo>
                <a:cubicBezTo>
                  <a:pt x="14292" y="8213"/>
                  <a:pt x="14104" y="6931"/>
                  <a:pt x="14032" y="5641"/>
                </a:cubicBezTo>
                <a:cubicBezTo>
                  <a:pt x="13973" y="4552"/>
                  <a:pt x="14026" y="3448"/>
                  <a:pt x="13821" y="2371"/>
                </a:cubicBezTo>
                <a:cubicBezTo>
                  <a:pt x="13723" y="1854"/>
                  <a:pt x="13559" y="1346"/>
                  <a:pt x="13296" y="889"/>
                </a:cubicBezTo>
                <a:cubicBezTo>
                  <a:pt x="13046" y="456"/>
                  <a:pt x="12681" y="18"/>
                  <a:pt x="12141" y="1"/>
                </a:cubicBezTo>
                <a:cubicBezTo>
                  <a:pt x="12128" y="1"/>
                  <a:pt x="12116" y="0"/>
                  <a:pt x="12104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7" name="Google Shape;1767;p79"/>
          <p:cNvSpPr/>
          <p:nvPr/>
        </p:nvSpPr>
        <p:spPr>
          <a:xfrm>
            <a:off x="-265362" y="3987346"/>
            <a:ext cx="2499473" cy="1921807"/>
          </a:xfrm>
          <a:custGeom>
            <a:rect b="b" l="l" r="r" t="t"/>
            <a:pathLst>
              <a:path extrusionOk="0" h="12489" w="16243">
                <a:moveTo>
                  <a:pt x="3844" y="0"/>
                </a:moveTo>
                <a:cubicBezTo>
                  <a:pt x="3285" y="0"/>
                  <a:pt x="2723" y="148"/>
                  <a:pt x="2228" y="400"/>
                </a:cubicBezTo>
                <a:cubicBezTo>
                  <a:pt x="1280" y="883"/>
                  <a:pt x="590" y="1767"/>
                  <a:pt x="156" y="2720"/>
                </a:cubicBezTo>
                <a:cubicBezTo>
                  <a:pt x="49" y="2956"/>
                  <a:pt x="1" y="3596"/>
                  <a:pt x="54" y="3596"/>
                </a:cubicBezTo>
                <a:cubicBezTo>
                  <a:pt x="57" y="3596"/>
                  <a:pt x="61" y="3593"/>
                  <a:pt x="66" y="3588"/>
                </a:cubicBezTo>
                <a:cubicBezTo>
                  <a:pt x="269" y="4868"/>
                  <a:pt x="1355" y="5759"/>
                  <a:pt x="2294" y="6557"/>
                </a:cubicBezTo>
                <a:cubicBezTo>
                  <a:pt x="3560" y="7632"/>
                  <a:pt x="4723" y="8824"/>
                  <a:pt x="5756" y="10126"/>
                </a:cubicBezTo>
                <a:cubicBezTo>
                  <a:pt x="6340" y="10862"/>
                  <a:pt x="6881" y="11633"/>
                  <a:pt x="7379" y="12430"/>
                </a:cubicBezTo>
                <a:cubicBezTo>
                  <a:pt x="7403" y="12468"/>
                  <a:pt x="7442" y="12488"/>
                  <a:pt x="7481" y="12488"/>
                </a:cubicBezTo>
                <a:cubicBezTo>
                  <a:pt x="7510" y="12488"/>
                  <a:pt x="7539" y="12478"/>
                  <a:pt x="7563" y="12456"/>
                </a:cubicBezTo>
                <a:cubicBezTo>
                  <a:pt x="9372" y="10767"/>
                  <a:pt x="11182" y="9079"/>
                  <a:pt x="12991" y="7391"/>
                </a:cubicBezTo>
                <a:cubicBezTo>
                  <a:pt x="13444" y="6969"/>
                  <a:pt x="13897" y="6547"/>
                  <a:pt x="14348" y="6125"/>
                </a:cubicBezTo>
                <a:cubicBezTo>
                  <a:pt x="14774" y="5728"/>
                  <a:pt x="15224" y="5346"/>
                  <a:pt x="15621" y="4920"/>
                </a:cubicBezTo>
                <a:cubicBezTo>
                  <a:pt x="15956" y="4561"/>
                  <a:pt x="16230" y="4130"/>
                  <a:pt x="16237" y="3625"/>
                </a:cubicBezTo>
                <a:cubicBezTo>
                  <a:pt x="16243" y="3173"/>
                  <a:pt x="16055" y="2737"/>
                  <a:pt x="15772" y="2393"/>
                </a:cubicBezTo>
                <a:cubicBezTo>
                  <a:pt x="15118" y="1597"/>
                  <a:pt x="13969" y="1326"/>
                  <a:pt x="12990" y="1230"/>
                </a:cubicBezTo>
                <a:cubicBezTo>
                  <a:pt x="12782" y="1209"/>
                  <a:pt x="12575" y="1199"/>
                  <a:pt x="12369" y="1199"/>
                </a:cubicBezTo>
                <a:cubicBezTo>
                  <a:pt x="11579" y="1199"/>
                  <a:pt x="10805" y="1344"/>
                  <a:pt x="10046" y="1589"/>
                </a:cubicBezTo>
                <a:cubicBezTo>
                  <a:pt x="9458" y="1779"/>
                  <a:pt x="8842" y="1996"/>
                  <a:pt x="8230" y="1996"/>
                </a:cubicBezTo>
                <a:cubicBezTo>
                  <a:pt x="7924" y="1996"/>
                  <a:pt x="7618" y="1942"/>
                  <a:pt x="7317" y="1801"/>
                </a:cubicBezTo>
                <a:cubicBezTo>
                  <a:pt x="6411" y="1378"/>
                  <a:pt x="5786" y="517"/>
                  <a:pt x="4835" y="170"/>
                </a:cubicBezTo>
                <a:cubicBezTo>
                  <a:pt x="4516" y="54"/>
                  <a:pt x="4181" y="0"/>
                  <a:pt x="3844" y="0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8" name="Google Shape;1768;p79"/>
          <p:cNvSpPr/>
          <p:nvPr/>
        </p:nvSpPr>
        <p:spPr>
          <a:xfrm>
            <a:off x="-254591" y="-217300"/>
            <a:ext cx="1913498" cy="3721126"/>
          </a:xfrm>
          <a:custGeom>
            <a:rect b="b" l="l" r="r" t="t"/>
            <a:pathLst>
              <a:path extrusionOk="0" h="24182" w="12435">
                <a:moveTo>
                  <a:pt x="7995" y="0"/>
                </a:moveTo>
                <a:cubicBezTo>
                  <a:pt x="6753" y="0"/>
                  <a:pt x="5507" y="123"/>
                  <a:pt x="4282" y="305"/>
                </a:cubicBezTo>
                <a:cubicBezTo>
                  <a:pt x="3647" y="400"/>
                  <a:pt x="3014" y="509"/>
                  <a:pt x="2384" y="629"/>
                </a:cubicBezTo>
                <a:cubicBezTo>
                  <a:pt x="1767" y="745"/>
                  <a:pt x="1135" y="843"/>
                  <a:pt x="528" y="997"/>
                </a:cubicBezTo>
                <a:cubicBezTo>
                  <a:pt x="284" y="1059"/>
                  <a:pt x="86" y="1199"/>
                  <a:pt x="44" y="1438"/>
                </a:cubicBezTo>
                <a:cubicBezTo>
                  <a:pt x="1" y="1675"/>
                  <a:pt x="98" y="1906"/>
                  <a:pt x="177" y="2128"/>
                </a:cubicBezTo>
                <a:cubicBezTo>
                  <a:pt x="371" y="2674"/>
                  <a:pt x="529" y="3231"/>
                  <a:pt x="657" y="3795"/>
                </a:cubicBezTo>
                <a:cubicBezTo>
                  <a:pt x="1173" y="6076"/>
                  <a:pt x="1176" y="8421"/>
                  <a:pt x="1157" y="10740"/>
                </a:cubicBezTo>
                <a:cubicBezTo>
                  <a:pt x="1137" y="13166"/>
                  <a:pt x="1119" y="15594"/>
                  <a:pt x="956" y="18015"/>
                </a:cubicBezTo>
                <a:cubicBezTo>
                  <a:pt x="873" y="19227"/>
                  <a:pt x="754" y="20438"/>
                  <a:pt x="578" y="21641"/>
                </a:cubicBezTo>
                <a:cubicBezTo>
                  <a:pt x="533" y="21947"/>
                  <a:pt x="484" y="22253"/>
                  <a:pt x="431" y="22559"/>
                </a:cubicBezTo>
                <a:cubicBezTo>
                  <a:pt x="386" y="22822"/>
                  <a:pt x="322" y="23092"/>
                  <a:pt x="343" y="23359"/>
                </a:cubicBezTo>
                <a:cubicBezTo>
                  <a:pt x="374" y="23781"/>
                  <a:pt x="660" y="24173"/>
                  <a:pt x="1161" y="24181"/>
                </a:cubicBezTo>
                <a:cubicBezTo>
                  <a:pt x="1165" y="24181"/>
                  <a:pt x="1169" y="24181"/>
                  <a:pt x="1173" y="24181"/>
                </a:cubicBezTo>
                <a:cubicBezTo>
                  <a:pt x="1371" y="24181"/>
                  <a:pt x="1540" y="24099"/>
                  <a:pt x="1654" y="23951"/>
                </a:cubicBezTo>
                <a:cubicBezTo>
                  <a:pt x="1675" y="23925"/>
                  <a:pt x="1683" y="23898"/>
                  <a:pt x="1682" y="23874"/>
                </a:cubicBezTo>
                <a:lnTo>
                  <a:pt x="1682" y="23874"/>
                </a:lnTo>
                <a:cubicBezTo>
                  <a:pt x="1847" y="23898"/>
                  <a:pt x="2014" y="23909"/>
                  <a:pt x="2180" y="23909"/>
                </a:cubicBezTo>
                <a:cubicBezTo>
                  <a:pt x="2943" y="23909"/>
                  <a:pt x="3699" y="23667"/>
                  <a:pt x="4311" y="23242"/>
                </a:cubicBezTo>
                <a:cubicBezTo>
                  <a:pt x="4708" y="22966"/>
                  <a:pt x="5045" y="22616"/>
                  <a:pt x="5275" y="22211"/>
                </a:cubicBezTo>
                <a:cubicBezTo>
                  <a:pt x="5529" y="21761"/>
                  <a:pt x="5637" y="21258"/>
                  <a:pt x="5672" y="20756"/>
                </a:cubicBezTo>
                <a:cubicBezTo>
                  <a:pt x="5745" y="19694"/>
                  <a:pt x="5474" y="18600"/>
                  <a:pt x="5753" y="17552"/>
                </a:cubicBezTo>
                <a:cubicBezTo>
                  <a:pt x="5970" y="16734"/>
                  <a:pt x="6573" y="16141"/>
                  <a:pt x="7340" y="15710"/>
                </a:cubicBezTo>
                <a:cubicBezTo>
                  <a:pt x="8075" y="15296"/>
                  <a:pt x="8888" y="15018"/>
                  <a:pt x="9665" y="14682"/>
                </a:cubicBezTo>
                <a:cubicBezTo>
                  <a:pt x="10395" y="14367"/>
                  <a:pt x="11138" y="13992"/>
                  <a:pt x="11650" y="13407"/>
                </a:cubicBezTo>
                <a:cubicBezTo>
                  <a:pt x="12358" y="12597"/>
                  <a:pt x="12435" y="11553"/>
                  <a:pt x="12147" y="10578"/>
                </a:cubicBezTo>
                <a:cubicBezTo>
                  <a:pt x="11808" y="9430"/>
                  <a:pt x="11016" y="8461"/>
                  <a:pt x="10472" y="7396"/>
                </a:cubicBezTo>
                <a:cubicBezTo>
                  <a:pt x="9923" y="6314"/>
                  <a:pt x="9632" y="5096"/>
                  <a:pt x="9791" y="3904"/>
                </a:cubicBezTo>
                <a:cubicBezTo>
                  <a:pt x="9926" y="2896"/>
                  <a:pt x="10412" y="1909"/>
                  <a:pt x="11209" y="1194"/>
                </a:cubicBezTo>
                <a:cubicBezTo>
                  <a:pt x="11406" y="1016"/>
                  <a:pt x="11621" y="858"/>
                  <a:pt x="11854" y="718"/>
                </a:cubicBezTo>
                <a:cubicBezTo>
                  <a:pt x="11960" y="654"/>
                  <a:pt x="11944" y="503"/>
                  <a:pt x="11818" y="468"/>
                </a:cubicBezTo>
                <a:cubicBezTo>
                  <a:pt x="10568" y="132"/>
                  <a:pt x="9284" y="0"/>
                  <a:pt x="7995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9" name="Google Shape;1769;p79"/>
          <p:cNvSpPr txBox="1"/>
          <p:nvPr>
            <p:ph type="title"/>
          </p:nvPr>
        </p:nvSpPr>
        <p:spPr>
          <a:xfrm>
            <a:off x="1080884" y="2182263"/>
            <a:ext cx="2984100" cy="66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770" name="Google Shape;1770;p79"/>
          <p:cNvSpPr txBox="1"/>
          <p:nvPr>
            <p:ph idx="1" type="body"/>
          </p:nvPr>
        </p:nvSpPr>
        <p:spPr>
          <a:xfrm>
            <a:off x="4739711" y="1770750"/>
            <a:ext cx="3540300" cy="1602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04800" lvl="0" marL="4572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●"/>
              <a:defRPr sz="1800"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indent="-3048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048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048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048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048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048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048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048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771" name="Google Shape;1771;p79"/>
          <p:cNvSpPr txBox="1"/>
          <p:nvPr>
            <p:ph idx="2" type="title"/>
          </p:nvPr>
        </p:nvSpPr>
        <p:spPr>
          <a:xfrm>
            <a:off x="3387900" y="758952"/>
            <a:ext cx="23682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1772" name="Google Shape;1772;p79"/>
          <p:cNvGrpSpPr/>
          <p:nvPr/>
        </p:nvGrpSpPr>
        <p:grpSpPr>
          <a:xfrm rot="-6300012">
            <a:off x="8329017" y="3907657"/>
            <a:ext cx="221774" cy="200886"/>
            <a:chOff x="1640475" y="1197075"/>
            <a:chExt cx="55475" cy="50250"/>
          </a:xfrm>
        </p:grpSpPr>
        <p:sp>
          <p:nvSpPr>
            <p:cNvPr id="1773" name="Google Shape;1773;p7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7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7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6" name="Google Shape;1776;p79"/>
          <p:cNvGrpSpPr/>
          <p:nvPr/>
        </p:nvGrpSpPr>
        <p:grpSpPr>
          <a:xfrm rot="-5936682">
            <a:off x="8631239" y="386219"/>
            <a:ext cx="215933" cy="195605"/>
            <a:chOff x="1640475" y="1197075"/>
            <a:chExt cx="55475" cy="50250"/>
          </a:xfrm>
        </p:grpSpPr>
        <p:sp>
          <p:nvSpPr>
            <p:cNvPr id="1777" name="Google Shape;1777;p7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7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7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80" name="Google Shape;1780;p79"/>
          <p:cNvSpPr/>
          <p:nvPr/>
        </p:nvSpPr>
        <p:spPr>
          <a:xfrm rot="-597351">
            <a:off x="6767407" y="4790731"/>
            <a:ext cx="529781" cy="1241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81" name="Google Shape;1781;p79"/>
          <p:cNvGrpSpPr/>
          <p:nvPr/>
        </p:nvGrpSpPr>
        <p:grpSpPr>
          <a:xfrm rot="-4966591">
            <a:off x="1215563" y="428704"/>
            <a:ext cx="244639" cy="221602"/>
            <a:chOff x="1640475" y="1197075"/>
            <a:chExt cx="55475" cy="50250"/>
          </a:xfrm>
        </p:grpSpPr>
        <p:sp>
          <p:nvSpPr>
            <p:cNvPr id="1782" name="Google Shape;1782;p7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7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7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5" name="Google Shape;1785;p79"/>
          <p:cNvGrpSpPr/>
          <p:nvPr/>
        </p:nvGrpSpPr>
        <p:grpSpPr>
          <a:xfrm rot="-5400136">
            <a:off x="1436469" y="4381433"/>
            <a:ext cx="420678" cy="381051"/>
            <a:chOff x="1640475" y="1197075"/>
            <a:chExt cx="55475" cy="50250"/>
          </a:xfrm>
        </p:grpSpPr>
        <p:sp>
          <p:nvSpPr>
            <p:cNvPr id="1786" name="Google Shape;1786;p7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7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7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89" name="Google Shape;1789;p79"/>
          <p:cNvSpPr/>
          <p:nvPr/>
        </p:nvSpPr>
        <p:spPr>
          <a:xfrm flipH="1" rot="1865663">
            <a:off x="-99215" y="3419180"/>
            <a:ext cx="609603" cy="955142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0" name="Google Shape;1790;p79"/>
          <p:cNvSpPr/>
          <p:nvPr/>
        </p:nvSpPr>
        <p:spPr>
          <a:xfrm rot="-3264252">
            <a:off x="255856" y="807468"/>
            <a:ext cx="529775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1791" name="Shape 17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" name="Google Shape;1792;p80"/>
          <p:cNvSpPr/>
          <p:nvPr>
            <p:ph idx="2" type="pic"/>
          </p:nvPr>
        </p:nvSpPr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1793" name="Google Shape;1793;p80"/>
          <p:cNvSpPr txBox="1"/>
          <p:nvPr>
            <p:ph type="title"/>
          </p:nvPr>
        </p:nvSpPr>
        <p:spPr>
          <a:xfrm>
            <a:off x="821675" y="3707975"/>
            <a:ext cx="28812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794" name="Google Shape;1794;p80"/>
          <p:cNvSpPr/>
          <p:nvPr/>
        </p:nvSpPr>
        <p:spPr>
          <a:xfrm>
            <a:off x="5777548" y="-948481"/>
            <a:ext cx="4112727" cy="2805948"/>
          </a:xfrm>
          <a:custGeom>
            <a:rect b="b" l="l" r="r" t="t"/>
            <a:pathLst>
              <a:path extrusionOk="0" h="113820" w="166828">
                <a:moveTo>
                  <a:pt x="37921" y="1"/>
                </a:moveTo>
                <a:cubicBezTo>
                  <a:pt x="36836" y="1"/>
                  <a:pt x="35541" y="330"/>
                  <a:pt x="34305" y="1407"/>
                </a:cubicBezTo>
                <a:cubicBezTo>
                  <a:pt x="23972" y="10416"/>
                  <a:pt x="8738" y="14467"/>
                  <a:pt x="4398" y="27982"/>
                </a:cubicBezTo>
                <a:cubicBezTo>
                  <a:pt x="0" y="41680"/>
                  <a:pt x="7520" y="58250"/>
                  <a:pt x="21045" y="63486"/>
                </a:cubicBezTo>
                <a:cubicBezTo>
                  <a:pt x="22997" y="64243"/>
                  <a:pt x="25102" y="64731"/>
                  <a:pt x="27186" y="64731"/>
                </a:cubicBezTo>
                <a:cubicBezTo>
                  <a:pt x="28926" y="64731"/>
                  <a:pt x="30652" y="64391"/>
                  <a:pt x="32263" y="63581"/>
                </a:cubicBezTo>
                <a:cubicBezTo>
                  <a:pt x="35432" y="61989"/>
                  <a:pt x="37547" y="59068"/>
                  <a:pt x="39281" y="56069"/>
                </a:cubicBezTo>
                <a:cubicBezTo>
                  <a:pt x="41088" y="52945"/>
                  <a:pt x="42569" y="49589"/>
                  <a:pt x="44777" y="46713"/>
                </a:cubicBezTo>
                <a:cubicBezTo>
                  <a:pt x="46806" y="44071"/>
                  <a:pt x="49700" y="42214"/>
                  <a:pt x="52852" y="41193"/>
                </a:cubicBezTo>
                <a:cubicBezTo>
                  <a:pt x="54502" y="40658"/>
                  <a:pt x="56271" y="40357"/>
                  <a:pt x="58033" y="40357"/>
                </a:cubicBezTo>
                <a:cubicBezTo>
                  <a:pt x="59582" y="40357"/>
                  <a:pt x="61125" y="40589"/>
                  <a:pt x="62577" y="41099"/>
                </a:cubicBezTo>
                <a:cubicBezTo>
                  <a:pt x="65894" y="42264"/>
                  <a:pt x="68169" y="44781"/>
                  <a:pt x="69461" y="48008"/>
                </a:cubicBezTo>
                <a:cubicBezTo>
                  <a:pt x="70920" y="51651"/>
                  <a:pt x="71214" y="55625"/>
                  <a:pt x="72500" y="59321"/>
                </a:cubicBezTo>
                <a:cubicBezTo>
                  <a:pt x="73761" y="62945"/>
                  <a:pt x="76246" y="66870"/>
                  <a:pt x="80098" y="68098"/>
                </a:cubicBezTo>
                <a:cubicBezTo>
                  <a:pt x="80924" y="68361"/>
                  <a:pt x="81738" y="68476"/>
                  <a:pt x="82539" y="68476"/>
                </a:cubicBezTo>
                <a:cubicBezTo>
                  <a:pt x="84915" y="68476"/>
                  <a:pt x="87181" y="67468"/>
                  <a:pt x="89338" y="66338"/>
                </a:cubicBezTo>
                <a:cubicBezTo>
                  <a:pt x="91372" y="65273"/>
                  <a:pt x="93666" y="63918"/>
                  <a:pt x="96008" y="63918"/>
                </a:cubicBezTo>
                <a:cubicBezTo>
                  <a:pt x="96706" y="63918"/>
                  <a:pt x="97408" y="64039"/>
                  <a:pt x="98109" y="64323"/>
                </a:cubicBezTo>
                <a:cubicBezTo>
                  <a:pt x="101824" y="65830"/>
                  <a:pt x="103218" y="70593"/>
                  <a:pt x="104170" y="74096"/>
                </a:cubicBezTo>
                <a:cubicBezTo>
                  <a:pt x="105294" y="78232"/>
                  <a:pt x="106341" y="82392"/>
                  <a:pt x="107639" y="86478"/>
                </a:cubicBezTo>
                <a:cubicBezTo>
                  <a:pt x="110173" y="94464"/>
                  <a:pt x="113842" y="102270"/>
                  <a:pt x="120376" y="107758"/>
                </a:cubicBezTo>
                <a:cubicBezTo>
                  <a:pt x="124773" y="111451"/>
                  <a:pt x="130232" y="113819"/>
                  <a:pt x="135852" y="113819"/>
                </a:cubicBezTo>
                <a:cubicBezTo>
                  <a:pt x="137764" y="113819"/>
                  <a:pt x="139695" y="113545"/>
                  <a:pt x="141609" y="112956"/>
                </a:cubicBezTo>
                <a:cubicBezTo>
                  <a:pt x="148075" y="110966"/>
                  <a:pt x="152915" y="105717"/>
                  <a:pt x="156292" y="100059"/>
                </a:cubicBezTo>
                <a:cubicBezTo>
                  <a:pt x="159974" y="93886"/>
                  <a:pt x="162303" y="87008"/>
                  <a:pt x="164024" y="80059"/>
                </a:cubicBezTo>
                <a:cubicBezTo>
                  <a:pt x="165781" y="72965"/>
                  <a:pt x="166828" y="65469"/>
                  <a:pt x="165704" y="58187"/>
                </a:cubicBezTo>
                <a:cubicBezTo>
                  <a:pt x="164530" y="50572"/>
                  <a:pt x="160681" y="43928"/>
                  <a:pt x="154464" y="39322"/>
                </a:cubicBezTo>
                <a:cubicBezTo>
                  <a:pt x="147232" y="33964"/>
                  <a:pt x="138199" y="31294"/>
                  <a:pt x="129697" y="28706"/>
                </a:cubicBezTo>
                <a:cubicBezTo>
                  <a:pt x="120365" y="25866"/>
                  <a:pt x="110897" y="23505"/>
                  <a:pt x="101432" y="21160"/>
                </a:cubicBezTo>
                <a:cubicBezTo>
                  <a:pt x="82523" y="16474"/>
                  <a:pt x="63390" y="11839"/>
                  <a:pt x="45718" y="3432"/>
                </a:cubicBezTo>
                <a:cubicBezTo>
                  <a:pt x="43955" y="2593"/>
                  <a:pt x="42210" y="1715"/>
                  <a:pt x="40486" y="799"/>
                </a:cubicBezTo>
                <a:cubicBezTo>
                  <a:pt x="40674" y="722"/>
                  <a:pt x="39528" y="1"/>
                  <a:pt x="3792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1795" name="Shape 17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6" name="Google Shape;1796;p81"/>
          <p:cNvSpPr/>
          <p:nvPr/>
        </p:nvSpPr>
        <p:spPr>
          <a:xfrm rot="10800000">
            <a:off x="-157853" y="4139715"/>
            <a:ext cx="2673716" cy="1310885"/>
          </a:xfrm>
          <a:custGeom>
            <a:rect b="b" l="l" r="r" t="t"/>
            <a:pathLst>
              <a:path extrusionOk="0" h="8220" w="16766">
                <a:moveTo>
                  <a:pt x="16619" y="0"/>
                </a:moveTo>
                <a:lnTo>
                  <a:pt x="1" y="306"/>
                </a:lnTo>
                <a:cubicBezTo>
                  <a:pt x="61" y="421"/>
                  <a:pt x="130" y="530"/>
                  <a:pt x="209" y="629"/>
                </a:cubicBezTo>
                <a:cubicBezTo>
                  <a:pt x="561" y="1077"/>
                  <a:pt x="1090" y="1341"/>
                  <a:pt x="1620" y="1341"/>
                </a:cubicBezTo>
                <a:cubicBezTo>
                  <a:pt x="1653" y="1341"/>
                  <a:pt x="1687" y="1340"/>
                  <a:pt x="1720" y="1338"/>
                </a:cubicBezTo>
                <a:cubicBezTo>
                  <a:pt x="2137" y="1311"/>
                  <a:pt x="2547" y="1128"/>
                  <a:pt x="2959" y="1128"/>
                </a:cubicBezTo>
                <a:cubicBezTo>
                  <a:pt x="3033" y="1128"/>
                  <a:pt x="3106" y="1133"/>
                  <a:pt x="3180" y="1147"/>
                </a:cubicBezTo>
                <a:cubicBezTo>
                  <a:pt x="3277" y="1165"/>
                  <a:pt x="3367" y="1194"/>
                  <a:pt x="3455" y="1233"/>
                </a:cubicBezTo>
                <a:cubicBezTo>
                  <a:pt x="3474" y="1242"/>
                  <a:pt x="3493" y="1250"/>
                  <a:pt x="3511" y="1261"/>
                </a:cubicBezTo>
                <a:lnTo>
                  <a:pt x="3512" y="1261"/>
                </a:lnTo>
                <a:cubicBezTo>
                  <a:pt x="4178" y="1599"/>
                  <a:pt x="4587" y="2502"/>
                  <a:pt x="5216" y="2997"/>
                </a:cubicBezTo>
                <a:cubicBezTo>
                  <a:pt x="5642" y="3331"/>
                  <a:pt x="6137" y="3458"/>
                  <a:pt x="6653" y="3458"/>
                </a:cubicBezTo>
                <a:cubicBezTo>
                  <a:pt x="7281" y="3458"/>
                  <a:pt x="7939" y="3268"/>
                  <a:pt x="8534" y="3032"/>
                </a:cubicBezTo>
                <a:cubicBezTo>
                  <a:pt x="9061" y="2823"/>
                  <a:pt x="9606" y="2582"/>
                  <a:pt x="10155" y="2582"/>
                </a:cubicBezTo>
                <a:cubicBezTo>
                  <a:pt x="10271" y="2582"/>
                  <a:pt x="10386" y="2593"/>
                  <a:pt x="10502" y="2617"/>
                </a:cubicBezTo>
                <a:cubicBezTo>
                  <a:pt x="11491" y="2819"/>
                  <a:pt x="12129" y="3901"/>
                  <a:pt x="12548" y="4929"/>
                </a:cubicBezTo>
                <a:cubicBezTo>
                  <a:pt x="12966" y="5958"/>
                  <a:pt x="13334" y="7102"/>
                  <a:pt x="14165" y="7742"/>
                </a:cubicBezTo>
                <a:cubicBezTo>
                  <a:pt x="14587" y="8068"/>
                  <a:pt x="15094" y="8220"/>
                  <a:pt x="15606" y="8220"/>
                </a:cubicBezTo>
                <a:cubicBezTo>
                  <a:pt x="16002" y="8220"/>
                  <a:pt x="16401" y="8129"/>
                  <a:pt x="16766" y="7956"/>
                </a:cubicBezTo>
                <a:lnTo>
                  <a:pt x="16619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7" name="Google Shape;1797;p81"/>
          <p:cNvSpPr/>
          <p:nvPr/>
        </p:nvSpPr>
        <p:spPr>
          <a:xfrm rot="10800000">
            <a:off x="-684513" y="-456871"/>
            <a:ext cx="2285560" cy="4165328"/>
          </a:xfrm>
          <a:custGeom>
            <a:rect b="b" l="l" r="r" t="t"/>
            <a:pathLst>
              <a:path extrusionOk="0" h="26119" w="14332">
                <a:moveTo>
                  <a:pt x="12104" y="0"/>
                </a:moveTo>
                <a:cubicBezTo>
                  <a:pt x="11836" y="0"/>
                  <a:pt x="11579" y="100"/>
                  <a:pt x="11338" y="207"/>
                </a:cubicBezTo>
                <a:cubicBezTo>
                  <a:pt x="11049" y="335"/>
                  <a:pt x="10764" y="475"/>
                  <a:pt x="10478" y="610"/>
                </a:cubicBezTo>
                <a:cubicBezTo>
                  <a:pt x="9890" y="885"/>
                  <a:pt x="9294" y="1149"/>
                  <a:pt x="8713" y="1440"/>
                </a:cubicBezTo>
                <a:cubicBezTo>
                  <a:pt x="8495" y="1549"/>
                  <a:pt x="8298" y="1691"/>
                  <a:pt x="8201" y="1922"/>
                </a:cubicBezTo>
                <a:cubicBezTo>
                  <a:pt x="8095" y="2174"/>
                  <a:pt x="8110" y="2467"/>
                  <a:pt x="8106" y="2735"/>
                </a:cubicBezTo>
                <a:cubicBezTo>
                  <a:pt x="8097" y="3377"/>
                  <a:pt x="8121" y="4019"/>
                  <a:pt x="8176" y="4658"/>
                </a:cubicBezTo>
                <a:cubicBezTo>
                  <a:pt x="8228" y="5277"/>
                  <a:pt x="8331" y="5899"/>
                  <a:pt x="8283" y="6521"/>
                </a:cubicBezTo>
                <a:cubicBezTo>
                  <a:pt x="8242" y="7056"/>
                  <a:pt x="8055" y="7556"/>
                  <a:pt x="7761" y="8004"/>
                </a:cubicBezTo>
                <a:cubicBezTo>
                  <a:pt x="7173" y="8897"/>
                  <a:pt x="6276" y="9476"/>
                  <a:pt x="5434" y="10099"/>
                </a:cubicBezTo>
                <a:cubicBezTo>
                  <a:pt x="5008" y="10415"/>
                  <a:pt x="4600" y="10769"/>
                  <a:pt x="4338" y="11238"/>
                </a:cubicBezTo>
                <a:cubicBezTo>
                  <a:pt x="4078" y="11703"/>
                  <a:pt x="3973" y="12231"/>
                  <a:pt x="3932" y="12758"/>
                </a:cubicBezTo>
                <a:cubicBezTo>
                  <a:pt x="3854" y="13776"/>
                  <a:pt x="4023" y="14819"/>
                  <a:pt x="3717" y="15812"/>
                </a:cubicBezTo>
                <a:cubicBezTo>
                  <a:pt x="3574" y="16273"/>
                  <a:pt x="3319" y="16702"/>
                  <a:pt x="2917" y="16981"/>
                </a:cubicBezTo>
                <a:cubicBezTo>
                  <a:pt x="2489" y="17279"/>
                  <a:pt x="1977" y="17419"/>
                  <a:pt x="1536" y="17694"/>
                </a:cubicBezTo>
                <a:cubicBezTo>
                  <a:pt x="639" y="18252"/>
                  <a:pt x="327" y="19323"/>
                  <a:pt x="152" y="20304"/>
                </a:cubicBezTo>
                <a:cubicBezTo>
                  <a:pt x="48" y="20891"/>
                  <a:pt x="1" y="21500"/>
                  <a:pt x="140" y="22087"/>
                </a:cubicBezTo>
                <a:cubicBezTo>
                  <a:pt x="259" y="22589"/>
                  <a:pt x="523" y="23040"/>
                  <a:pt x="855" y="23429"/>
                </a:cubicBezTo>
                <a:cubicBezTo>
                  <a:pt x="1544" y="24236"/>
                  <a:pt x="3187" y="24329"/>
                  <a:pt x="3333" y="25366"/>
                </a:cubicBezTo>
                <a:cubicBezTo>
                  <a:pt x="3413" y="25937"/>
                  <a:pt x="4213" y="26116"/>
                  <a:pt x="4450" y="26116"/>
                </a:cubicBezTo>
                <a:cubicBezTo>
                  <a:pt x="4499" y="26116"/>
                  <a:pt x="4524" y="26108"/>
                  <a:pt x="4512" y="26094"/>
                </a:cubicBezTo>
                <a:lnTo>
                  <a:pt x="4512" y="26094"/>
                </a:lnTo>
                <a:cubicBezTo>
                  <a:pt x="5752" y="26098"/>
                  <a:pt x="6992" y="26103"/>
                  <a:pt x="8231" y="26108"/>
                </a:cubicBezTo>
                <a:cubicBezTo>
                  <a:pt x="8884" y="26110"/>
                  <a:pt x="9536" y="26113"/>
                  <a:pt x="10188" y="26115"/>
                </a:cubicBezTo>
                <a:cubicBezTo>
                  <a:pt x="10509" y="26116"/>
                  <a:pt x="10831" y="26117"/>
                  <a:pt x="11153" y="26118"/>
                </a:cubicBezTo>
                <a:cubicBezTo>
                  <a:pt x="11181" y="26118"/>
                  <a:pt x="11210" y="26118"/>
                  <a:pt x="11238" y="26118"/>
                </a:cubicBezTo>
                <a:cubicBezTo>
                  <a:pt x="11502" y="26118"/>
                  <a:pt x="11768" y="26112"/>
                  <a:pt x="12030" y="26066"/>
                </a:cubicBezTo>
                <a:cubicBezTo>
                  <a:pt x="12510" y="25980"/>
                  <a:pt x="12981" y="25708"/>
                  <a:pt x="13161" y="25232"/>
                </a:cubicBezTo>
                <a:cubicBezTo>
                  <a:pt x="13200" y="25130"/>
                  <a:pt x="13224" y="25017"/>
                  <a:pt x="13222" y="24907"/>
                </a:cubicBezTo>
                <a:cubicBezTo>
                  <a:pt x="13220" y="24778"/>
                  <a:pt x="13107" y="24687"/>
                  <a:pt x="13042" y="24582"/>
                </a:cubicBezTo>
                <a:cubicBezTo>
                  <a:pt x="12914" y="24378"/>
                  <a:pt x="12829" y="24154"/>
                  <a:pt x="12777" y="23918"/>
                </a:cubicBezTo>
                <a:cubicBezTo>
                  <a:pt x="12667" y="23424"/>
                  <a:pt x="12700" y="22903"/>
                  <a:pt x="12760" y="22402"/>
                </a:cubicBezTo>
                <a:cubicBezTo>
                  <a:pt x="12825" y="21856"/>
                  <a:pt x="12928" y="21313"/>
                  <a:pt x="12991" y="20766"/>
                </a:cubicBezTo>
                <a:cubicBezTo>
                  <a:pt x="13138" y="19498"/>
                  <a:pt x="13165" y="18220"/>
                  <a:pt x="13259" y="16947"/>
                </a:cubicBezTo>
                <a:cubicBezTo>
                  <a:pt x="13306" y="16306"/>
                  <a:pt x="13371" y="15667"/>
                  <a:pt x="13476" y="15033"/>
                </a:cubicBezTo>
                <a:cubicBezTo>
                  <a:pt x="13580" y="14418"/>
                  <a:pt x="13717" y="13809"/>
                  <a:pt x="13850" y="13199"/>
                </a:cubicBezTo>
                <a:cubicBezTo>
                  <a:pt x="14117" y="11977"/>
                  <a:pt x="14332" y="10761"/>
                  <a:pt x="14312" y="9506"/>
                </a:cubicBezTo>
                <a:cubicBezTo>
                  <a:pt x="14292" y="8213"/>
                  <a:pt x="14104" y="6931"/>
                  <a:pt x="14032" y="5641"/>
                </a:cubicBezTo>
                <a:cubicBezTo>
                  <a:pt x="13973" y="4552"/>
                  <a:pt x="14026" y="3448"/>
                  <a:pt x="13821" y="2371"/>
                </a:cubicBezTo>
                <a:cubicBezTo>
                  <a:pt x="13723" y="1854"/>
                  <a:pt x="13559" y="1346"/>
                  <a:pt x="13296" y="889"/>
                </a:cubicBezTo>
                <a:cubicBezTo>
                  <a:pt x="13046" y="456"/>
                  <a:pt x="12681" y="18"/>
                  <a:pt x="12141" y="1"/>
                </a:cubicBezTo>
                <a:cubicBezTo>
                  <a:pt x="12128" y="1"/>
                  <a:pt x="12116" y="0"/>
                  <a:pt x="12104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8" name="Google Shape;1798;p81"/>
          <p:cNvSpPr/>
          <p:nvPr/>
        </p:nvSpPr>
        <p:spPr>
          <a:xfrm rot="10800000">
            <a:off x="6791989" y="-953560"/>
            <a:ext cx="2590312" cy="1991683"/>
          </a:xfrm>
          <a:custGeom>
            <a:rect b="b" l="l" r="r" t="t"/>
            <a:pathLst>
              <a:path extrusionOk="0" h="12489" w="16243">
                <a:moveTo>
                  <a:pt x="3844" y="0"/>
                </a:moveTo>
                <a:cubicBezTo>
                  <a:pt x="3285" y="0"/>
                  <a:pt x="2723" y="148"/>
                  <a:pt x="2228" y="400"/>
                </a:cubicBezTo>
                <a:cubicBezTo>
                  <a:pt x="1280" y="883"/>
                  <a:pt x="590" y="1767"/>
                  <a:pt x="156" y="2720"/>
                </a:cubicBezTo>
                <a:cubicBezTo>
                  <a:pt x="49" y="2956"/>
                  <a:pt x="1" y="3596"/>
                  <a:pt x="54" y="3596"/>
                </a:cubicBezTo>
                <a:cubicBezTo>
                  <a:pt x="57" y="3596"/>
                  <a:pt x="61" y="3593"/>
                  <a:pt x="66" y="3588"/>
                </a:cubicBezTo>
                <a:cubicBezTo>
                  <a:pt x="269" y="4868"/>
                  <a:pt x="1355" y="5759"/>
                  <a:pt x="2294" y="6557"/>
                </a:cubicBezTo>
                <a:cubicBezTo>
                  <a:pt x="3560" y="7632"/>
                  <a:pt x="4723" y="8824"/>
                  <a:pt x="5756" y="10126"/>
                </a:cubicBezTo>
                <a:cubicBezTo>
                  <a:pt x="6340" y="10862"/>
                  <a:pt x="6881" y="11633"/>
                  <a:pt x="7379" y="12430"/>
                </a:cubicBezTo>
                <a:cubicBezTo>
                  <a:pt x="7403" y="12468"/>
                  <a:pt x="7442" y="12488"/>
                  <a:pt x="7481" y="12488"/>
                </a:cubicBezTo>
                <a:cubicBezTo>
                  <a:pt x="7510" y="12488"/>
                  <a:pt x="7539" y="12478"/>
                  <a:pt x="7563" y="12456"/>
                </a:cubicBezTo>
                <a:cubicBezTo>
                  <a:pt x="9372" y="10767"/>
                  <a:pt x="11182" y="9079"/>
                  <a:pt x="12991" y="7391"/>
                </a:cubicBezTo>
                <a:cubicBezTo>
                  <a:pt x="13444" y="6969"/>
                  <a:pt x="13897" y="6547"/>
                  <a:pt x="14348" y="6125"/>
                </a:cubicBezTo>
                <a:cubicBezTo>
                  <a:pt x="14774" y="5728"/>
                  <a:pt x="15224" y="5346"/>
                  <a:pt x="15621" y="4920"/>
                </a:cubicBezTo>
                <a:cubicBezTo>
                  <a:pt x="15956" y="4561"/>
                  <a:pt x="16230" y="4130"/>
                  <a:pt x="16237" y="3625"/>
                </a:cubicBezTo>
                <a:cubicBezTo>
                  <a:pt x="16243" y="3173"/>
                  <a:pt x="16055" y="2737"/>
                  <a:pt x="15772" y="2393"/>
                </a:cubicBezTo>
                <a:cubicBezTo>
                  <a:pt x="15118" y="1597"/>
                  <a:pt x="13969" y="1326"/>
                  <a:pt x="12990" y="1230"/>
                </a:cubicBezTo>
                <a:cubicBezTo>
                  <a:pt x="12782" y="1209"/>
                  <a:pt x="12575" y="1199"/>
                  <a:pt x="12369" y="1199"/>
                </a:cubicBezTo>
                <a:cubicBezTo>
                  <a:pt x="11579" y="1199"/>
                  <a:pt x="10805" y="1344"/>
                  <a:pt x="10046" y="1589"/>
                </a:cubicBezTo>
                <a:cubicBezTo>
                  <a:pt x="9458" y="1779"/>
                  <a:pt x="8842" y="1996"/>
                  <a:pt x="8230" y="1996"/>
                </a:cubicBezTo>
                <a:cubicBezTo>
                  <a:pt x="7924" y="1996"/>
                  <a:pt x="7618" y="1942"/>
                  <a:pt x="7317" y="1801"/>
                </a:cubicBezTo>
                <a:cubicBezTo>
                  <a:pt x="6411" y="1378"/>
                  <a:pt x="5786" y="517"/>
                  <a:pt x="4835" y="170"/>
                </a:cubicBezTo>
                <a:cubicBezTo>
                  <a:pt x="4516" y="54"/>
                  <a:pt x="4181" y="0"/>
                  <a:pt x="3844" y="0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9" name="Google Shape;1799;p81"/>
          <p:cNvSpPr/>
          <p:nvPr/>
        </p:nvSpPr>
        <p:spPr>
          <a:xfrm rot="10800000">
            <a:off x="7388097" y="1594175"/>
            <a:ext cx="1983041" cy="3856424"/>
          </a:xfrm>
          <a:custGeom>
            <a:rect b="b" l="l" r="r" t="t"/>
            <a:pathLst>
              <a:path extrusionOk="0" h="24182" w="12435">
                <a:moveTo>
                  <a:pt x="7995" y="0"/>
                </a:moveTo>
                <a:cubicBezTo>
                  <a:pt x="6753" y="0"/>
                  <a:pt x="5507" y="123"/>
                  <a:pt x="4282" y="305"/>
                </a:cubicBezTo>
                <a:cubicBezTo>
                  <a:pt x="3647" y="400"/>
                  <a:pt x="3014" y="509"/>
                  <a:pt x="2384" y="629"/>
                </a:cubicBezTo>
                <a:cubicBezTo>
                  <a:pt x="1767" y="745"/>
                  <a:pt x="1135" y="843"/>
                  <a:pt x="528" y="997"/>
                </a:cubicBezTo>
                <a:cubicBezTo>
                  <a:pt x="284" y="1059"/>
                  <a:pt x="86" y="1199"/>
                  <a:pt x="44" y="1438"/>
                </a:cubicBezTo>
                <a:cubicBezTo>
                  <a:pt x="1" y="1675"/>
                  <a:pt x="98" y="1906"/>
                  <a:pt x="177" y="2128"/>
                </a:cubicBezTo>
                <a:cubicBezTo>
                  <a:pt x="371" y="2674"/>
                  <a:pt x="529" y="3231"/>
                  <a:pt x="657" y="3795"/>
                </a:cubicBezTo>
                <a:cubicBezTo>
                  <a:pt x="1173" y="6076"/>
                  <a:pt x="1176" y="8421"/>
                  <a:pt x="1157" y="10740"/>
                </a:cubicBezTo>
                <a:cubicBezTo>
                  <a:pt x="1137" y="13166"/>
                  <a:pt x="1119" y="15594"/>
                  <a:pt x="956" y="18015"/>
                </a:cubicBezTo>
                <a:cubicBezTo>
                  <a:pt x="873" y="19227"/>
                  <a:pt x="754" y="20438"/>
                  <a:pt x="578" y="21641"/>
                </a:cubicBezTo>
                <a:cubicBezTo>
                  <a:pt x="533" y="21947"/>
                  <a:pt x="484" y="22253"/>
                  <a:pt x="431" y="22559"/>
                </a:cubicBezTo>
                <a:cubicBezTo>
                  <a:pt x="386" y="22822"/>
                  <a:pt x="322" y="23092"/>
                  <a:pt x="343" y="23359"/>
                </a:cubicBezTo>
                <a:cubicBezTo>
                  <a:pt x="374" y="23781"/>
                  <a:pt x="660" y="24173"/>
                  <a:pt x="1161" y="24181"/>
                </a:cubicBezTo>
                <a:cubicBezTo>
                  <a:pt x="1165" y="24181"/>
                  <a:pt x="1169" y="24181"/>
                  <a:pt x="1173" y="24181"/>
                </a:cubicBezTo>
                <a:cubicBezTo>
                  <a:pt x="1371" y="24181"/>
                  <a:pt x="1540" y="24099"/>
                  <a:pt x="1654" y="23951"/>
                </a:cubicBezTo>
                <a:cubicBezTo>
                  <a:pt x="1675" y="23925"/>
                  <a:pt x="1683" y="23898"/>
                  <a:pt x="1682" y="23874"/>
                </a:cubicBezTo>
                <a:lnTo>
                  <a:pt x="1682" y="23874"/>
                </a:lnTo>
                <a:cubicBezTo>
                  <a:pt x="1847" y="23898"/>
                  <a:pt x="2014" y="23909"/>
                  <a:pt x="2180" y="23909"/>
                </a:cubicBezTo>
                <a:cubicBezTo>
                  <a:pt x="2943" y="23909"/>
                  <a:pt x="3699" y="23667"/>
                  <a:pt x="4311" y="23242"/>
                </a:cubicBezTo>
                <a:cubicBezTo>
                  <a:pt x="4708" y="22966"/>
                  <a:pt x="5045" y="22616"/>
                  <a:pt x="5275" y="22211"/>
                </a:cubicBezTo>
                <a:cubicBezTo>
                  <a:pt x="5529" y="21761"/>
                  <a:pt x="5637" y="21258"/>
                  <a:pt x="5672" y="20756"/>
                </a:cubicBezTo>
                <a:cubicBezTo>
                  <a:pt x="5745" y="19694"/>
                  <a:pt x="5474" y="18600"/>
                  <a:pt x="5753" y="17552"/>
                </a:cubicBezTo>
                <a:cubicBezTo>
                  <a:pt x="5970" y="16734"/>
                  <a:pt x="6573" y="16141"/>
                  <a:pt x="7340" y="15710"/>
                </a:cubicBezTo>
                <a:cubicBezTo>
                  <a:pt x="8075" y="15296"/>
                  <a:pt x="8888" y="15018"/>
                  <a:pt x="9665" y="14682"/>
                </a:cubicBezTo>
                <a:cubicBezTo>
                  <a:pt x="10395" y="14367"/>
                  <a:pt x="11138" y="13992"/>
                  <a:pt x="11650" y="13407"/>
                </a:cubicBezTo>
                <a:cubicBezTo>
                  <a:pt x="12358" y="12597"/>
                  <a:pt x="12435" y="11553"/>
                  <a:pt x="12147" y="10578"/>
                </a:cubicBezTo>
                <a:cubicBezTo>
                  <a:pt x="11808" y="9430"/>
                  <a:pt x="11016" y="8461"/>
                  <a:pt x="10472" y="7396"/>
                </a:cubicBezTo>
                <a:cubicBezTo>
                  <a:pt x="9923" y="6314"/>
                  <a:pt x="9632" y="5096"/>
                  <a:pt x="9791" y="3904"/>
                </a:cubicBezTo>
                <a:cubicBezTo>
                  <a:pt x="9926" y="2896"/>
                  <a:pt x="10412" y="1909"/>
                  <a:pt x="11209" y="1194"/>
                </a:cubicBezTo>
                <a:cubicBezTo>
                  <a:pt x="11406" y="1016"/>
                  <a:pt x="11621" y="858"/>
                  <a:pt x="11854" y="718"/>
                </a:cubicBezTo>
                <a:cubicBezTo>
                  <a:pt x="11960" y="654"/>
                  <a:pt x="11944" y="503"/>
                  <a:pt x="11818" y="468"/>
                </a:cubicBezTo>
                <a:cubicBezTo>
                  <a:pt x="10568" y="132"/>
                  <a:pt x="9284" y="0"/>
                  <a:pt x="7995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0" name="Google Shape;1800;p81"/>
          <p:cNvSpPr txBox="1"/>
          <p:nvPr>
            <p:ph hasCustomPrompt="1" type="title"/>
          </p:nvPr>
        </p:nvSpPr>
        <p:spPr>
          <a:xfrm>
            <a:off x="3196100" y="1106125"/>
            <a:ext cx="27519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801" name="Google Shape;1801;p81"/>
          <p:cNvSpPr txBox="1"/>
          <p:nvPr>
            <p:ph idx="2" type="title"/>
          </p:nvPr>
        </p:nvSpPr>
        <p:spPr>
          <a:xfrm>
            <a:off x="2835100" y="3533700"/>
            <a:ext cx="3474000" cy="53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grpSp>
        <p:nvGrpSpPr>
          <p:cNvPr id="1802" name="Google Shape;1802;p81"/>
          <p:cNvGrpSpPr/>
          <p:nvPr/>
        </p:nvGrpSpPr>
        <p:grpSpPr>
          <a:xfrm rot="4499945">
            <a:off x="238776" y="4505523"/>
            <a:ext cx="215934" cy="195605"/>
            <a:chOff x="1640475" y="1197075"/>
            <a:chExt cx="55475" cy="50250"/>
          </a:xfrm>
        </p:grpSpPr>
        <p:sp>
          <p:nvSpPr>
            <p:cNvPr id="1803" name="Google Shape;1803;p8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8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8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6" name="Google Shape;1806;p81"/>
          <p:cNvGrpSpPr/>
          <p:nvPr/>
        </p:nvGrpSpPr>
        <p:grpSpPr>
          <a:xfrm rot="5627155">
            <a:off x="558570" y="1047404"/>
            <a:ext cx="267257" cy="242085"/>
            <a:chOff x="1640475" y="1197075"/>
            <a:chExt cx="55475" cy="50250"/>
          </a:xfrm>
        </p:grpSpPr>
        <p:sp>
          <p:nvSpPr>
            <p:cNvPr id="1807" name="Google Shape;1807;p8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8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8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10" name="Google Shape;1810;p81"/>
          <p:cNvSpPr/>
          <p:nvPr/>
        </p:nvSpPr>
        <p:spPr>
          <a:xfrm flipH="1" rot="9000107">
            <a:off x="1795856" y="321729"/>
            <a:ext cx="615242" cy="14412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1" name="Google Shape;1811;p81"/>
          <p:cNvSpPr/>
          <p:nvPr/>
        </p:nvSpPr>
        <p:spPr>
          <a:xfrm flipH="1" rot="5400117">
            <a:off x="8313434" y="4440398"/>
            <a:ext cx="545177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12" name="Google Shape;1812;p81"/>
          <p:cNvGrpSpPr/>
          <p:nvPr/>
        </p:nvGrpSpPr>
        <p:grpSpPr>
          <a:xfrm rot="6300044">
            <a:off x="7574076" y="4480872"/>
            <a:ext cx="228603" cy="207086"/>
            <a:chOff x="1640475" y="1197075"/>
            <a:chExt cx="55475" cy="50250"/>
          </a:xfrm>
        </p:grpSpPr>
        <p:sp>
          <p:nvSpPr>
            <p:cNvPr id="1813" name="Google Shape;1813;p8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8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8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16" name="Google Shape;1816;p81"/>
          <p:cNvSpPr/>
          <p:nvPr/>
        </p:nvSpPr>
        <p:spPr>
          <a:xfrm rot="-1919016">
            <a:off x="8596771" y="46344"/>
            <a:ext cx="809521" cy="1268426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1817" name="Shape 181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_1">
    <p:spTree>
      <p:nvGrpSpPr>
        <p:cNvPr id="1818" name="Shape 18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9" name="Google Shape;1819;p83"/>
          <p:cNvSpPr/>
          <p:nvPr/>
        </p:nvSpPr>
        <p:spPr>
          <a:xfrm>
            <a:off x="5203188" y="3304363"/>
            <a:ext cx="4205930" cy="2291529"/>
          </a:xfrm>
          <a:custGeom>
            <a:rect b="b" l="l" r="r" t="t"/>
            <a:pathLst>
              <a:path extrusionOk="0" h="14261" w="26175">
                <a:moveTo>
                  <a:pt x="21312" y="0"/>
                </a:moveTo>
                <a:cubicBezTo>
                  <a:pt x="20977" y="0"/>
                  <a:pt x="20642" y="41"/>
                  <a:pt x="20313" y="99"/>
                </a:cubicBezTo>
                <a:cubicBezTo>
                  <a:pt x="19331" y="273"/>
                  <a:pt x="18260" y="586"/>
                  <a:pt x="17702" y="1484"/>
                </a:cubicBezTo>
                <a:cubicBezTo>
                  <a:pt x="17428" y="1925"/>
                  <a:pt x="17287" y="2436"/>
                  <a:pt x="16990" y="2864"/>
                </a:cubicBezTo>
                <a:cubicBezTo>
                  <a:pt x="16710" y="3266"/>
                  <a:pt x="16282" y="3522"/>
                  <a:pt x="15821" y="3664"/>
                </a:cubicBezTo>
                <a:cubicBezTo>
                  <a:pt x="15261" y="3837"/>
                  <a:pt x="14685" y="3858"/>
                  <a:pt x="14107" y="3858"/>
                </a:cubicBezTo>
                <a:cubicBezTo>
                  <a:pt x="13914" y="3858"/>
                  <a:pt x="13720" y="3856"/>
                  <a:pt x="13527" y="3856"/>
                </a:cubicBezTo>
                <a:cubicBezTo>
                  <a:pt x="13273" y="3856"/>
                  <a:pt x="13019" y="3860"/>
                  <a:pt x="12766" y="3880"/>
                </a:cubicBezTo>
                <a:cubicBezTo>
                  <a:pt x="12240" y="3921"/>
                  <a:pt x="11711" y="4025"/>
                  <a:pt x="11246" y="4285"/>
                </a:cubicBezTo>
                <a:cubicBezTo>
                  <a:pt x="10777" y="4547"/>
                  <a:pt x="10423" y="4956"/>
                  <a:pt x="10107" y="5381"/>
                </a:cubicBezTo>
                <a:cubicBezTo>
                  <a:pt x="9484" y="6224"/>
                  <a:pt x="8906" y="7121"/>
                  <a:pt x="8012" y="7708"/>
                </a:cubicBezTo>
                <a:cubicBezTo>
                  <a:pt x="7566" y="8003"/>
                  <a:pt x="7065" y="8190"/>
                  <a:pt x="6530" y="8231"/>
                </a:cubicBezTo>
                <a:cubicBezTo>
                  <a:pt x="6418" y="8239"/>
                  <a:pt x="6306" y="8243"/>
                  <a:pt x="6194" y="8243"/>
                </a:cubicBezTo>
                <a:cubicBezTo>
                  <a:pt x="5684" y="8243"/>
                  <a:pt x="5174" y="8166"/>
                  <a:pt x="4666" y="8122"/>
                </a:cubicBezTo>
                <a:cubicBezTo>
                  <a:pt x="4112" y="8075"/>
                  <a:pt x="3557" y="8052"/>
                  <a:pt x="3001" y="8052"/>
                </a:cubicBezTo>
                <a:cubicBezTo>
                  <a:pt x="2916" y="8052"/>
                  <a:pt x="2830" y="8052"/>
                  <a:pt x="2744" y="8054"/>
                </a:cubicBezTo>
                <a:cubicBezTo>
                  <a:pt x="2475" y="8057"/>
                  <a:pt x="2183" y="8043"/>
                  <a:pt x="1931" y="8148"/>
                </a:cubicBezTo>
                <a:cubicBezTo>
                  <a:pt x="1700" y="8244"/>
                  <a:pt x="1557" y="8443"/>
                  <a:pt x="1448" y="8660"/>
                </a:cubicBezTo>
                <a:cubicBezTo>
                  <a:pt x="1157" y="9242"/>
                  <a:pt x="895" y="9837"/>
                  <a:pt x="618" y="10425"/>
                </a:cubicBezTo>
                <a:cubicBezTo>
                  <a:pt x="483" y="10711"/>
                  <a:pt x="344" y="10996"/>
                  <a:pt x="215" y="11284"/>
                </a:cubicBezTo>
                <a:cubicBezTo>
                  <a:pt x="103" y="11537"/>
                  <a:pt x="1" y="11806"/>
                  <a:pt x="9" y="12087"/>
                </a:cubicBezTo>
                <a:cubicBezTo>
                  <a:pt x="26" y="12628"/>
                  <a:pt x="464" y="12993"/>
                  <a:pt x="898" y="13242"/>
                </a:cubicBezTo>
                <a:cubicBezTo>
                  <a:pt x="1355" y="13506"/>
                  <a:pt x="1863" y="13671"/>
                  <a:pt x="2379" y="13769"/>
                </a:cubicBezTo>
                <a:cubicBezTo>
                  <a:pt x="3456" y="13974"/>
                  <a:pt x="4560" y="13920"/>
                  <a:pt x="5650" y="13980"/>
                </a:cubicBezTo>
                <a:cubicBezTo>
                  <a:pt x="6939" y="14051"/>
                  <a:pt x="8222" y="14239"/>
                  <a:pt x="9514" y="14259"/>
                </a:cubicBezTo>
                <a:cubicBezTo>
                  <a:pt x="9569" y="14260"/>
                  <a:pt x="9623" y="14261"/>
                  <a:pt x="9677" y="14261"/>
                </a:cubicBezTo>
                <a:cubicBezTo>
                  <a:pt x="10875" y="14261"/>
                  <a:pt x="12038" y="14052"/>
                  <a:pt x="13207" y="13797"/>
                </a:cubicBezTo>
                <a:cubicBezTo>
                  <a:pt x="13817" y="13663"/>
                  <a:pt x="14426" y="13526"/>
                  <a:pt x="15041" y="13424"/>
                </a:cubicBezTo>
                <a:cubicBezTo>
                  <a:pt x="15675" y="13317"/>
                  <a:pt x="16315" y="13253"/>
                  <a:pt x="16956" y="13206"/>
                </a:cubicBezTo>
                <a:cubicBezTo>
                  <a:pt x="18228" y="13113"/>
                  <a:pt x="19506" y="13085"/>
                  <a:pt x="20774" y="12938"/>
                </a:cubicBezTo>
                <a:cubicBezTo>
                  <a:pt x="21322" y="12875"/>
                  <a:pt x="21864" y="12773"/>
                  <a:pt x="22412" y="12707"/>
                </a:cubicBezTo>
                <a:cubicBezTo>
                  <a:pt x="22674" y="12676"/>
                  <a:pt x="22942" y="12652"/>
                  <a:pt x="23208" y="12652"/>
                </a:cubicBezTo>
                <a:cubicBezTo>
                  <a:pt x="23451" y="12652"/>
                  <a:pt x="23692" y="12672"/>
                  <a:pt x="23928" y="12724"/>
                </a:cubicBezTo>
                <a:cubicBezTo>
                  <a:pt x="24162" y="12777"/>
                  <a:pt x="24387" y="12861"/>
                  <a:pt x="24591" y="12989"/>
                </a:cubicBezTo>
                <a:cubicBezTo>
                  <a:pt x="24696" y="13055"/>
                  <a:pt x="24788" y="13167"/>
                  <a:pt x="24915" y="13170"/>
                </a:cubicBezTo>
                <a:cubicBezTo>
                  <a:pt x="24918" y="13170"/>
                  <a:pt x="24920" y="13170"/>
                  <a:pt x="24923" y="13170"/>
                </a:cubicBezTo>
                <a:cubicBezTo>
                  <a:pt x="25030" y="13170"/>
                  <a:pt x="25141" y="13147"/>
                  <a:pt x="25241" y="13108"/>
                </a:cubicBezTo>
                <a:cubicBezTo>
                  <a:pt x="25716" y="12928"/>
                  <a:pt x="25988" y="12456"/>
                  <a:pt x="26075" y="11977"/>
                </a:cubicBezTo>
                <a:cubicBezTo>
                  <a:pt x="26127" y="11687"/>
                  <a:pt x="26128" y="11393"/>
                  <a:pt x="26127" y="11099"/>
                </a:cubicBezTo>
                <a:cubicBezTo>
                  <a:pt x="26126" y="10779"/>
                  <a:pt x="26124" y="10457"/>
                  <a:pt x="26123" y="10135"/>
                </a:cubicBezTo>
                <a:cubicBezTo>
                  <a:pt x="26121" y="9483"/>
                  <a:pt x="26118" y="8831"/>
                  <a:pt x="26116" y="8179"/>
                </a:cubicBezTo>
                <a:cubicBezTo>
                  <a:pt x="26112" y="6939"/>
                  <a:pt x="26107" y="5700"/>
                  <a:pt x="26102" y="4459"/>
                </a:cubicBezTo>
                <a:lnTo>
                  <a:pt x="26102" y="4459"/>
                </a:lnTo>
                <a:cubicBezTo>
                  <a:pt x="26105" y="4461"/>
                  <a:pt x="26107" y="4462"/>
                  <a:pt x="26109" y="4462"/>
                </a:cubicBezTo>
                <a:cubicBezTo>
                  <a:pt x="26174" y="4462"/>
                  <a:pt x="26046" y="3375"/>
                  <a:pt x="25375" y="3280"/>
                </a:cubicBezTo>
                <a:cubicBezTo>
                  <a:pt x="24338" y="3135"/>
                  <a:pt x="24244" y="1492"/>
                  <a:pt x="23438" y="803"/>
                </a:cubicBezTo>
                <a:cubicBezTo>
                  <a:pt x="23048" y="470"/>
                  <a:pt x="22597" y="206"/>
                  <a:pt x="22095" y="87"/>
                </a:cubicBezTo>
                <a:cubicBezTo>
                  <a:pt x="21837" y="25"/>
                  <a:pt x="21575" y="0"/>
                  <a:pt x="21312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0" name="Google Shape;1820;p83"/>
          <p:cNvSpPr/>
          <p:nvPr/>
        </p:nvSpPr>
        <p:spPr>
          <a:xfrm>
            <a:off x="-450899" y="3428735"/>
            <a:ext cx="2089708" cy="2096136"/>
          </a:xfrm>
          <a:custGeom>
            <a:rect b="b" l="l" r="r" t="t"/>
            <a:pathLst>
              <a:path extrusionOk="0" h="13045" w="13005">
                <a:moveTo>
                  <a:pt x="1922" y="1"/>
                </a:moveTo>
                <a:cubicBezTo>
                  <a:pt x="1849" y="1"/>
                  <a:pt x="1776" y="4"/>
                  <a:pt x="1703" y="11"/>
                </a:cubicBezTo>
                <a:cubicBezTo>
                  <a:pt x="1260" y="54"/>
                  <a:pt x="818" y="227"/>
                  <a:pt x="503" y="551"/>
                </a:cubicBezTo>
                <a:cubicBezTo>
                  <a:pt x="150" y="913"/>
                  <a:pt x="38" y="1411"/>
                  <a:pt x="20" y="1903"/>
                </a:cubicBezTo>
                <a:cubicBezTo>
                  <a:pt x="0" y="2484"/>
                  <a:pt x="46" y="3073"/>
                  <a:pt x="66" y="3654"/>
                </a:cubicBezTo>
                <a:cubicBezTo>
                  <a:pt x="86" y="4273"/>
                  <a:pt x="107" y="4891"/>
                  <a:pt x="127" y="5509"/>
                </a:cubicBezTo>
                <a:lnTo>
                  <a:pt x="374" y="12928"/>
                </a:lnTo>
                <a:cubicBezTo>
                  <a:pt x="376" y="12996"/>
                  <a:pt x="429" y="13044"/>
                  <a:pt x="492" y="13044"/>
                </a:cubicBezTo>
                <a:cubicBezTo>
                  <a:pt x="501" y="13044"/>
                  <a:pt x="511" y="13043"/>
                  <a:pt x="520" y="13041"/>
                </a:cubicBezTo>
                <a:cubicBezTo>
                  <a:pt x="1437" y="12830"/>
                  <a:pt x="2365" y="12670"/>
                  <a:pt x="3299" y="12564"/>
                </a:cubicBezTo>
                <a:cubicBezTo>
                  <a:pt x="4235" y="12458"/>
                  <a:pt x="5175" y="12406"/>
                  <a:pt x="6116" y="12406"/>
                </a:cubicBezTo>
                <a:cubicBezTo>
                  <a:pt x="6835" y="12406"/>
                  <a:pt x="7554" y="12436"/>
                  <a:pt x="8271" y="12496"/>
                </a:cubicBezTo>
                <a:cubicBezTo>
                  <a:pt x="8728" y="12533"/>
                  <a:pt x="9209" y="12577"/>
                  <a:pt x="9687" y="12577"/>
                </a:cubicBezTo>
                <a:cubicBezTo>
                  <a:pt x="10492" y="12577"/>
                  <a:pt x="11288" y="12454"/>
                  <a:pt x="11947" y="11977"/>
                </a:cubicBezTo>
                <a:lnTo>
                  <a:pt x="11947" y="11977"/>
                </a:lnTo>
                <a:cubicBezTo>
                  <a:pt x="11945" y="11988"/>
                  <a:pt x="11948" y="11993"/>
                  <a:pt x="11955" y="11993"/>
                </a:cubicBezTo>
                <a:cubicBezTo>
                  <a:pt x="12017" y="11993"/>
                  <a:pt x="12409" y="11534"/>
                  <a:pt x="12496" y="11300"/>
                </a:cubicBezTo>
                <a:cubicBezTo>
                  <a:pt x="12866" y="10319"/>
                  <a:pt x="13005" y="9208"/>
                  <a:pt x="12677" y="8195"/>
                </a:cubicBezTo>
                <a:cubicBezTo>
                  <a:pt x="12404" y="7349"/>
                  <a:pt x="11818" y="6569"/>
                  <a:pt x="11000" y="6188"/>
                </a:cubicBezTo>
                <a:cubicBezTo>
                  <a:pt x="10082" y="5759"/>
                  <a:pt x="9032" y="5924"/>
                  <a:pt x="8092" y="5581"/>
                </a:cubicBezTo>
                <a:cubicBezTo>
                  <a:pt x="7160" y="5240"/>
                  <a:pt x="6737" y="4324"/>
                  <a:pt x="6316" y="3499"/>
                </a:cubicBezTo>
                <a:cubicBezTo>
                  <a:pt x="5859" y="2602"/>
                  <a:pt x="5271" y="1802"/>
                  <a:pt x="4492" y="1159"/>
                </a:cubicBezTo>
                <a:cubicBezTo>
                  <a:pt x="3786" y="579"/>
                  <a:pt x="2870" y="1"/>
                  <a:pt x="1922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1" name="Google Shape;1821;p83"/>
          <p:cNvSpPr/>
          <p:nvPr/>
        </p:nvSpPr>
        <p:spPr>
          <a:xfrm>
            <a:off x="-317690" y="-239105"/>
            <a:ext cx="3916858" cy="1383980"/>
          </a:xfrm>
          <a:custGeom>
            <a:rect b="b" l="l" r="r" t="t"/>
            <a:pathLst>
              <a:path extrusionOk="0" h="8613" w="24376">
                <a:moveTo>
                  <a:pt x="1748" y="0"/>
                </a:moveTo>
                <a:cubicBezTo>
                  <a:pt x="1709" y="0"/>
                  <a:pt x="1669" y="2"/>
                  <a:pt x="1629" y="7"/>
                </a:cubicBezTo>
                <a:cubicBezTo>
                  <a:pt x="1391" y="38"/>
                  <a:pt x="1250" y="176"/>
                  <a:pt x="1187" y="347"/>
                </a:cubicBezTo>
                <a:cubicBezTo>
                  <a:pt x="1033" y="773"/>
                  <a:pt x="935" y="1218"/>
                  <a:pt x="819" y="1650"/>
                </a:cubicBezTo>
                <a:cubicBezTo>
                  <a:pt x="701" y="2092"/>
                  <a:pt x="590" y="2536"/>
                  <a:pt x="496" y="2983"/>
                </a:cubicBezTo>
                <a:cubicBezTo>
                  <a:pt x="126" y="4733"/>
                  <a:pt x="0" y="6549"/>
                  <a:pt x="659" y="8271"/>
                </a:cubicBezTo>
                <a:cubicBezTo>
                  <a:pt x="678" y="8321"/>
                  <a:pt x="733" y="8346"/>
                  <a:pt x="790" y="8346"/>
                </a:cubicBezTo>
                <a:cubicBezTo>
                  <a:pt x="835" y="8346"/>
                  <a:pt x="881" y="8329"/>
                  <a:pt x="910" y="8296"/>
                </a:cubicBezTo>
                <a:cubicBezTo>
                  <a:pt x="1048" y="8134"/>
                  <a:pt x="1206" y="7983"/>
                  <a:pt x="1385" y="7843"/>
                </a:cubicBezTo>
                <a:cubicBezTo>
                  <a:pt x="2101" y="7284"/>
                  <a:pt x="3087" y="6944"/>
                  <a:pt x="4095" y="6849"/>
                </a:cubicBezTo>
                <a:cubicBezTo>
                  <a:pt x="4314" y="6828"/>
                  <a:pt x="4534" y="6818"/>
                  <a:pt x="4754" y="6818"/>
                </a:cubicBezTo>
                <a:cubicBezTo>
                  <a:pt x="5730" y="6818"/>
                  <a:pt x="6704" y="7012"/>
                  <a:pt x="7586" y="7328"/>
                </a:cubicBezTo>
                <a:cubicBezTo>
                  <a:pt x="8653" y="7708"/>
                  <a:pt x="9622" y="8264"/>
                  <a:pt x="10770" y="8502"/>
                </a:cubicBezTo>
                <a:cubicBezTo>
                  <a:pt x="11110" y="8573"/>
                  <a:pt x="11460" y="8612"/>
                  <a:pt x="11804" y="8612"/>
                </a:cubicBezTo>
                <a:cubicBezTo>
                  <a:pt x="12445" y="8612"/>
                  <a:pt x="13071" y="8476"/>
                  <a:pt x="13597" y="8154"/>
                </a:cubicBezTo>
                <a:cubicBezTo>
                  <a:pt x="14183" y="7795"/>
                  <a:pt x="14557" y="7273"/>
                  <a:pt x="14873" y="6761"/>
                </a:cubicBezTo>
                <a:cubicBezTo>
                  <a:pt x="15208" y="6214"/>
                  <a:pt x="15488" y="5645"/>
                  <a:pt x="15900" y="5129"/>
                </a:cubicBezTo>
                <a:cubicBezTo>
                  <a:pt x="16333" y="4590"/>
                  <a:pt x="16925" y="4168"/>
                  <a:pt x="17743" y="4015"/>
                </a:cubicBezTo>
                <a:cubicBezTo>
                  <a:pt x="18117" y="3945"/>
                  <a:pt x="18497" y="3924"/>
                  <a:pt x="18879" y="3924"/>
                </a:cubicBezTo>
                <a:cubicBezTo>
                  <a:pt x="19431" y="3924"/>
                  <a:pt x="19988" y="3967"/>
                  <a:pt x="20538" y="3967"/>
                </a:cubicBezTo>
                <a:cubicBezTo>
                  <a:pt x="20675" y="3967"/>
                  <a:pt x="20811" y="3964"/>
                  <a:pt x="20947" y="3958"/>
                </a:cubicBezTo>
                <a:cubicBezTo>
                  <a:pt x="21449" y="3933"/>
                  <a:pt x="21952" y="3857"/>
                  <a:pt x="22403" y="3679"/>
                </a:cubicBezTo>
                <a:cubicBezTo>
                  <a:pt x="22808" y="3518"/>
                  <a:pt x="23157" y="3280"/>
                  <a:pt x="23433" y="3003"/>
                </a:cubicBezTo>
                <a:cubicBezTo>
                  <a:pt x="23951" y="2479"/>
                  <a:pt x="24196" y="1807"/>
                  <a:pt x="24066" y="1157"/>
                </a:cubicBezTo>
                <a:lnTo>
                  <a:pt x="24066" y="1157"/>
                </a:lnTo>
                <a:cubicBezTo>
                  <a:pt x="24067" y="1158"/>
                  <a:pt x="24069" y="1158"/>
                  <a:pt x="24071" y="1158"/>
                </a:cubicBezTo>
                <a:cubicBezTo>
                  <a:pt x="24093" y="1158"/>
                  <a:pt x="24117" y="1151"/>
                  <a:pt x="24142" y="1138"/>
                </a:cubicBezTo>
                <a:cubicBezTo>
                  <a:pt x="24292" y="1056"/>
                  <a:pt x="24376" y="935"/>
                  <a:pt x="24372" y="792"/>
                </a:cubicBezTo>
                <a:cubicBezTo>
                  <a:pt x="24363" y="440"/>
                  <a:pt x="23972" y="240"/>
                  <a:pt x="23550" y="217"/>
                </a:cubicBezTo>
                <a:cubicBezTo>
                  <a:pt x="23514" y="215"/>
                  <a:pt x="23478" y="215"/>
                  <a:pt x="23442" y="215"/>
                </a:cubicBezTo>
                <a:cubicBezTo>
                  <a:pt x="23211" y="215"/>
                  <a:pt x="22977" y="252"/>
                  <a:pt x="22750" y="280"/>
                </a:cubicBezTo>
                <a:cubicBezTo>
                  <a:pt x="22445" y="317"/>
                  <a:pt x="22139" y="351"/>
                  <a:pt x="21832" y="383"/>
                </a:cubicBezTo>
                <a:cubicBezTo>
                  <a:pt x="20628" y="507"/>
                  <a:pt x="19418" y="590"/>
                  <a:pt x="18207" y="648"/>
                </a:cubicBezTo>
                <a:cubicBezTo>
                  <a:pt x="15784" y="762"/>
                  <a:pt x="13357" y="774"/>
                  <a:pt x="10932" y="789"/>
                </a:cubicBezTo>
                <a:cubicBezTo>
                  <a:pt x="10568" y="791"/>
                  <a:pt x="10203" y="793"/>
                  <a:pt x="9838" y="793"/>
                </a:cubicBezTo>
                <a:cubicBezTo>
                  <a:pt x="7878" y="793"/>
                  <a:pt x="5909" y="743"/>
                  <a:pt x="3985" y="438"/>
                </a:cubicBezTo>
                <a:cubicBezTo>
                  <a:pt x="3423" y="348"/>
                  <a:pt x="2866" y="237"/>
                  <a:pt x="2318" y="100"/>
                </a:cubicBezTo>
                <a:cubicBezTo>
                  <a:pt x="2134" y="55"/>
                  <a:pt x="1943" y="0"/>
                  <a:pt x="1748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2" name="Google Shape;1822;p83"/>
          <p:cNvSpPr/>
          <p:nvPr/>
        </p:nvSpPr>
        <p:spPr>
          <a:xfrm>
            <a:off x="5829867" y="-831076"/>
            <a:ext cx="4345244" cy="3055586"/>
          </a:xfrm>
          <a:custGeom>
            <a:rect b="b" l="l" r="r" t="t"/>
            <a:pathLst>
              <a:path extrusionOk="0" h="19016" w="27042">
                <a:moveTo>
                  <a:pt x="5311" y="0"/>
                </a:moveTo>
                <a:cubicBezTo>
                  <a:pt x="5179" y="0"/>
                  <a:pt x="5075" y="178"/>
                  <a:pt x="5211" y="262"/>
                </a:cubicBezTo>
                <a:cubicBezTo>
                  <a:pt x="5431" y="399"/>
                  <a:pt x="5652" y="530"/>
                  <a:pt x="5876" y="657"/>
                </a:cubicBezTo>
                <a:cubicBezTo>
                  <a:pt x="3749" y="1565"/>
                  <a:pt x="1452" y="2798"/>
                  <a:pt x="713" y="5101"/>
                </a:cubicBezTo>
                <a:cubicBezTo>
                  <a:pt x="0" y="7321"/>
                  <a:pt x="1219" y="10007"/>
                  <a:pt x="3411" y="10856"/>
                </a:cubicBezTo>
                <a:cubicBezTo>
                  <a:pt x="3728" y="10979"/>
                  <a:pt x="4069" y="11058"/>
                  <a:pt x="4406" y="11058"/>
                </a:cubicBezTo>
                <a:cubicBezTo>
                  <a:pt x="4688" y="11058"/>
                  <a:pt x="4968" y="11003"/>
                  <a:pt x="5229" y="10871"/>
                </a:cubicBezTo>
                <a:cubicBezTo>
                  <a:pt x="5743" y="10614"/>
                  <a:pt x="6086" y="10140"/>
                  <a:pt x="6367" y="9654"/>
                </a:cubicBezTo>
                <a:cubicBezTo>
                  <a:pt x="6660" y="9147"/>
                  <a:pt x="6901" y="8604"/>
                  <a:pt x="7258" y="8138"/>
                </a:cubicBezTo>
                <a:cubicBezTo>
                  <a:pt x="7586" y="7709"/>
                  <a:pt x="8056" y="7408"/>
                  <a:pt x="8567" y="7243"/>
                </a:cubicBezTo>
                <a:cubicBezTo>
                  <a:pt x="8835" y="7156"/>
                  <a:pt x="9122" y="7107"/>
                  <a:pt x="9407" y="7107"/>
                </a:cubicBezTo>
                <a:cubicBezTo>
                  <a:pt x="9658" y="7107"/>
                  <a:pt x="9908" y="7145"/>
                  <a:pt x="10143" y="7227"/>
                </a:cubicBezTo>
                <a:cubicBezTo>
                  <a:pt x="10681" y="7416"/>
                  <a:pt x="11050" y="7824"/>
                  <a:pt x="11259" y="8347"/>
                </a:cubicBezTo>
                <a:cubicBezTo>
                  <a:pt x="11495" y="8938"/>
                  <a:pt x="11543" y="9582"/>
                  <a:pt x="11752" y="10181"/>
                </a:cubicBezTo>
                <a:cubicBezTo>
                  <a:pt x="11957" y="10769"/>
                  <a:pt x="12358" y="11405"/>
                  <a:pt x="12983" y="11603"/>
                </a:cubicBezTo>
                <a:cubicBezTo>
                  <a:pt x="13117" y="11646"/>
                  <a:pt x="13250" y="11665"/>
                  <a:pt x="13380" y="11665"/>
                </a:cubicBezTo>
                <a:cubicBezTo>
                  <a:pt x="13765" y="11665"/>
                  <a:pt x="14132" y="11502"/>
                  <a:pt x="14481" y="11319"/>
                </a:cubicBezTo>
                <a:cubicBezTo>
                  <a:pt x="14811" y="11146"/>
                  <a:pt x="15183" y="10926"/>
                  <a:pt x="15563" y="10926"/>
                </a:cubicBezTo>
                <a:cubicBezTo>
                  <a:pt x="15675" y="10926"/>
                  <a:pt x="15789" y="10946"/>
                  <a:pt x="15902" y="10992"/>
                </a:cubicBezTo>
                <a:cubicBezTo>
                  <a:pt x="16505" y="11236"/>
                  <a:pt x="16731" y="12009"/>
                  <a:pt x="16886" y="12576"/>
                </a:cubicBezTo>
                <a:cubicBezTo>
                  <a:pt x="17067" y="13246"/>
                  <a:pt x="17237" y="13920"/>
                  <a:pt x="17447" y="14583"/>
                </a:cubicBezTo>
                <a:cubicBezTo>
                  <a:pt x="17859" y="15878"/>
                  <a:pt x="18454" y="17143"/>
                  <a:pt x="19512" y="18032"/>
                </a:cubicBezTo>
                <a:cubicBezTo>
                  <a:pt x="20225" y="18631"/>
                  <a:pt x="21110" y="19015"/>
                  <a:pt x="22020" y="19015"/>
                </a:cubicBezTo>
                <a:cubicBezTo>
                  <a:pt x="22330" y="19015"/>
                  <a:pt x="22643" y="18971"/>
                  <a:pt x="22954" y="18875"/>
                </a:cubicBezTo>
                <a:cubicBezTo>
                  <a:pt x="24002" y="18552"/>
                  <a:pt x="24786" y="17702"/>
                  <a:pt x="25334" y="16784"/>
                </a:cubicBezTo>
                <a:cubicBezTo>
                  <a:pt x="25931" y="15784"/>
                  <a:pt x="26309" y="14669"/>
                  <a:pt x="26587" y="13543"/>
                </a:cubicBezTo>
                <a:cubicBezTo>
                  <a:pt x="26872" y="12393"/>
                  <a:pt x="27042" y="11178"/>
                  <a:pt x="26859" y="9998"/>
                </a:cubicBezTo>
                <a:cubicBezTo>
                  <a:pt x="26669" y="8763"/>
                  <a:pt x="26045" y="7686"/>
                  <a:pt x="25037" y="6940"/>
                </a:cubicBezTo>
                <a:cubicBezTo>
                  <a:pt x="23865" y="6071"/>
                  <a:pt x="22401" y="5638"/>
                  <a:pt x="21023" y="5219"/>
                </a:cubicBezTo>
                <a:cubicBezTo>
                  <a:pt x="19511" y="4758"/>
                  <a:pt x="17976" y="4376"/>
                  <a:pt x="16442" y="3995"/>
                </a:cubicBezTo>
                <a:cubicBezTo>
                  <a:pt x="13377" y="3236"/>
                  <a:pt x="10276" y="2484"/>
                  <a:pt x="7410" y="1122"/>
                </a:cubicBezTo>
                <a:cubicBezTo>
                  <a:pt x="7124" y="986"/>
                  <a:pt x="6842" y="844"/>
                  <a:pt x="6563" y="695"/>
                </a:cubicBezTo>
                <a:cubicBezTo>
                  <a:pt x="6622" y="671"/>
                  <a:pt x="6682" y="645"/>
                  <a:pt x="6742" y="621"/>
                </a:cubicBezTo>
                <a:cubicBezTo>
                  <a:pt x="6901" y="557"/>
                  <a:pt x="6828" y="333"/>
                  <a:pt x="6684" y="333"/>
                </a:cubicBezTo>
                <a:cubicBezTo>
                  <a:pt x="6666" y="333"/>
                  <a:pt x="6646" y="336"/>
                  <a:pt x="6625" y="345"/>
                </a:cubicBezTo>
                <a:cubicBezTo>
                  <a:pt x="6492" y="400"/>
                  <a:pt x="6358" y="454"/>
                  <a:pt x="6223" y="510"/>
                </a:cubicBezTo>
                <a:cubicBezTo>
                  <a:pt x="5943" y="355"/>
                  <a:pt x="5666" y="194"/>
                  <a:pt x="5394" y="25"/>
                </a:cubicBezTo>
                <a:cubicBezTo>
                  <a:pt x="5366" y="8"/>
                  <a:pt x="5338" y="0"/>
                  <a:pt x="5311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3" name="Google Shape;1823;p83"/>
          <p:cNvSpPr txBox="1"/>
          <p:nvPr>
            <p:ph type="title"/>
          </p:nvPr>
        </p:nvSpPr>
        <p:spPr>
          <a:xfrm>
            <a:off x="2288175" y="673625"/>
            <a:ext cx="4567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824" name="Google Shape;1824;p83"/>
          <p:cNvSpPr txBox="1"/>
          <p:nvPr>
            <p:ph idx="2" type="title"/>
          </p:nvPr>
        </p:nvSpPr>
        <p:spPr>
          <a:xfrm>
            <a:off x="800269" y="1911450"/>
            <a:ext cx="2305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825" name="Google Shape;1825;p83"/>
          <p:cNvSpPr txBox="1"/>
          <p:nvPr>
            <p:ph idx="1" type="subTitle"/>
          </p:nvPr>
        </p:nvSpPr>
        <p:spPr>
          <a:xfrm>
            <a:off x="704869" y="2650375"/>
            <a:ext cx="24963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826" name="Google Shape;1826;p83"/>
          <p:cNvSpPr txBox="1"/>
          <p:nvPr>
            <p:ph idx="3" type="title"/>
          </p:nvPr>
        </p:nvSpPr>
        <p:spPr>
          <a:xfrm>
            <a:off x="3419624" y="1911450"/>
            <a:ext cx="2305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827" name="Google Shape;1827;p83"/>
          <p:cNvSpPr txBox="1"/>
          <p:nvPr>
            <p:ph idx="4" type="subTitle"/>
          </p:nvPr>
        </p:nvSpPr>
        <p:spPr>
          <a:xfrm>
            <a:off x="3324974" y="2650375"/>
            <a:ext cx="24960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828" name="Google Shape;1828;p83"/>
          <p:cNvSpPr txBox="1"/>
          <p:nvPr>
            <p:ph idx="5" type="title"/>
          </p:nvPr>
        </p:nvSpPr>
        <p:spPr>
          <a:xfrm>
            <a:off x="800269" y="3344850"/>
            <a:ext cx="2305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829" name="Google Shape;1829;p83"/>
          <p:cNvSpPr txBox="1"/>
          <p:nvPr>
            <p:ph idx="6" type="subTitle"/>
          </p:nvPr>
        </p:nvSpPr>
        <p:spPr>
          <a:xfrm>
            <a:off x="704869" y="4083775"/>
            <a:ext cx="24963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830" name="Google Shape;1830;p83"/>
          <p:cNvSpPr txBox="1"/>
          <p:nvPr>
            <p:ph idx="7" type="title"/>
          </p:nvPr>
        </p:nvSpPr>
        <p:spPr>
          <a:xfrm>
            <a:off x="3419624" y="3344850"/>
            <a:ext cx="2305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831" name="Google Shape;1831;p83"/>
          <p:cNvSpPr txBox="1"/>
          <p:nvPr>
            <p:ph idx="8" type="subTitle"/>
          </p:nvPr>
        </p:nvSpPr>
        <p:spPr>
          <a:xfrm>
            <a:off x="3324749" y="4083775"/>
            <a:ext cx="24960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832" name="Google Shape;1832;p83"/>
          <p:cNvSpPr txBox="1"/>
          <p:nvPr>
            <p:ph idx="9" type="title"/>
          </p:nvPr>
        </p:nvSpPr>
        <p:spPr>
          <a:xfrm>
            <a:off x="6038978" y="1911450"/>
            <a:ext cx="2305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833" name="Google Shape;1833;p83"/>
          <p:cNvSpPr txBox="1"/>
          <p:nvPr>
            <p:ph idx="13" type="subTitle"/>
          </p:nvPr>
        </p:nvSpPr>
        <p:spPr>
          <a:xfrm>
            <a:off x="5944778" y="2650375"/>
            <a:ext cx="24939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834" name="Google Shape;1834;p83"/>
          <p:cNvSpPr txBox="1"/>
          <p:nvPr>
            <p:ph idx="14" type="title"/>
          </p:nvPr>
        </p:nvSpPr>
        <p:spPr>
          <a:xfrm>
            <a:off x="6038978" y="3344850"/>
            <a:ext cx="2305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835" name="Google Shape;1835;p83"/>
          <p:cNvSpPr txBox="1"/>
          <p:nvPr>
            <p:ph idx="15" type="subTitle"/>
          </p:nvPr>
        </p:nvSpPr>
        <p:spPr>
          <a:xfrm>
            <a:off x="5944328" y="4083775"/>
            <a:ext cx="24948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grpSp>
        <p:nvGrpSpPr>
          <p:cNvPr id="1836" name="Google Shape;1836;p83"/>
          <p:cNvGrpSpPr/>
          <p:nvPr/>
        </p:nvGrpSpPr>
        <p:grpSpPr>
          <a:xfrm rot="-900055">
            <a:off x="1167109" y="4603778"/>
            <a:ext cx="215934" cy="195605"/>
            <a:chOff x="1640475" y="1197075"/>
            <a:chExt cx="55475" cy="50250"/>
          </a:xfrm>
        </p:grpSpPr>
        <p:sp>
          <p:nvSpPr>
            <p:cNvPr id="1837" name="Google Shape;1837;p8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8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8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0" name="Google Shape;1840;p83"/>
          <p:cNvGrpSpPr/>
          <p:nvPr/>
        </p:nvGrpSpPr>
        <p:grpSpPr>
          <a:xfrm rot="-8100037">
            <a:off x="377992" y="990483"/>
            <a:ext cx="359745" cy="325869"/>
            <a:chOff x="1640475" y="1197075"/>
            <a:chExt cx="55475" cy="50250"/>
          </a:xfrm>
        </p:grpSpPr>
        <p:sp>
          <p:nvSpPr>
            <p:cNvPr id="1841" name="Google Shape;1841;p8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8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8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44" name="Google Shape;1844;p83"/>
          <p:cNvSpPr/>
          <p:nvPr/>
        </p:nvSpPr>
        <p:spPr>
          <a:xfrm flipH="1" rot="9000131">
            <a:off x="391072" y="296850"/>
            <a:ext cx="434381" cy="10175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5" name="Google Shape;1845;p83"/>
          <p:cNvSpPr/>
          <p:nvPr/>
        </p:nvSpPr>
        <p:spPr>
          <a:xfrm flipH="1" rot="-9899901">
            <a:off x="4997960" y="4783869"/>
            <a:ext cx="545173" cy="12772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46" name="Google Shape;1846;p83"/>
          <p:cNvGrpSpPr/>
          <p:nvPr/>
        </p:nvGrpSpPr>
        <p:grpSpPr>
          <a:xfrm rot="-5399917">
            <a:off x="6572843" y="4726244"/>
            <a:ext cx="228601" cy="207085"/>
            <a:chOff x="1640475" y="1197075"/>
            <a:chExt cx="55475" cy="50250"/>
          </a:xfrm>
        </p:grpSpPr>
        <p:sp>
          <p:nvSpPr>
            <p:cNvPr id="1847" name="Google Shape;1847;p8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8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8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50" name="Google Shape;1850;p83"/>
          <p:cNvSpPr/>
          <p:nvPr/>
        </p:nvSpPr>
        <p:spPr>
          <a:xfrm flipH="1" rot="-143173">
            <a:off x="2772855" y="285646"/>
            <a:ext cx="970033" cy="22723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51" name="Google Shape;1851;p83"/>
          <p:cNvGrpSpPr/>
          <p:nvPr/>
        </p:nvGrpSpPr>
        <p:grpSpPr>
          <a:xfrm rot="-8100136">
            <a:off x="8520138" y="497852"/>
            <a:ext cx="296715" cy="268776"/>
            <a:chOff x="1640475" y="1197075"/>
            <a:chExt cx="55475" cy="50250"/>
          </a:xfrm>
        </p:grpSpPr>
        <p:sp>
          <p:nvSpPr>
            <p:cNvPr id="1852" name="Google Shape;1852;p8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8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8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55" name="Google Shape;1855;p83"/>
          <p:cNvSpPr/>
          <p:nvPr/>
        </p:nvSpPr>
        <p:spPr>
          <a:xfrm rot="-2700202">
            <a:off x="-77262" y="3989952"/>
            <a:ext cx="1057332" cy="823806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 1">
  <p:cSld name="CUSTOM_1_2">
    <p:spTree>
      <p:nvGrpSpPr>
        <p:cNvPr id="1856" name="Shape 18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7" name="Google Shape;1857;p84"/>
          <p:cNvSpPr txBox="1"/>
          <p:nvPr>
            <p:ph type="title"/>
          </p:nvPr>
        </p:nvSpPr>
        <p:spPr>
          <a:xfrm>
            <a:off x="3195425" y="673625"/>
            <a:ext cx="2753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858" name="Google Shape;1858;p84">
            <a:hlinkClick/>
          </p:cNvPr>
          <p:cNvSpPr txBox="1"/>
          <p:nvPr>
            <p:ph idx="2" type="title"/>
          </p:nvPr>
        </p:nvSpPr>
        <p:spPr>
          <a:xfrm>
            <a:off x="6692209" y="2629375"/>
            <a:ext cx="16224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859" name="Google Shape;1859;p84"/>
          <p:cNvSpPr txBox="1"/>
          <p:nvPr>
            <p:ph idx="1" type="subTitle"/>
          </p:nvPr>
        </p:nvSpPr>
        <p:spPr>
          <a:xfrm>
            <a:off x="6651584" y="3403300"/>
            <a:ext cx="1703400" cy="663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860" name="Google Shape;1860;p84">
            <a:hlinkClick/>
          </p:cNvPr>
          <p:cNvSpPr txBox="1"/>
          <p:nvPr>
            <p:ph idx="3" type="title"/>
          </p:nvPr>
        </p:nvSpPr>
        <p:spPr>
          <a:xfrm>
            <a:off x="4738037" y="2629375"/>
            <a:ext cx="16224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861" name="Google Shape;1861;p84"/>
          <p:cNvSpPr txBox="1"/>
          <p:nvPr>
            <p:ph idx="4" type="subTitle"/>
          </p:nvPr>
        </p:nvSpPr>
        <p:spPr>
          <a:xfrm>
            <a:off x="4697412" y="3403300"/>
            <a:ext cx="1703400" cy="663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862" name="Google Shape;1862;p84">
            <a:hlinkClick/>
          </p:cNvPr>
          <p:cNvSpPr txBox="1"/>
          <p:nvPr>
            <p:ph idx="5" type="title"/>
          </p:nvPr>
        </p:nvSpPr>
        <p:spPr>
          <a:xfrm>
            <a:off x="2783831" y="2629375"/>
            <a:ext cx="16224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863" name="Google Shape;1863;p84"/>
          <p:cNvSpPr txBox="1"/>
          <p:nvPr>
            <p:ph idx="6" type="subTitle"/>
          </p:nvPr>
        </p:nvSpPr>
        <p:spPr>
          <a:xfrm>
            <a:off x="2743206" y="3403300"/>
            <a:ext cx="1703400" cy="663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864" name="Google Shape;1864;p84">
            <a:hlinkClick/>
          </p:cNvPr>
          <p:cNvSpPr txBox="1"/>
          <p:nvPr>
            <p:ph idx="7" type="title"/>
          </p:nvPr>
        </p:nvSpPr>
        <p:spPr>
          <a:xfrm>
            <a:off x="829641" y="2629375"/>
            <a:ext cx="16224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865" name="Google Shape;1865;p84"/>
          <p:cNvSpPr txBox="1"/>
          <p:nvPr>
            <p:ph idx="8" type="subTitle"/>
          </p:nvPr>
        </p:nvSpPr>
        <p:spPr>
          <a:xfrm>
            <a:off x="789016" y="3403300"/>
            <a:ext cx="1703400" cy="663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866" name="Google Shape;1866;p84"/>
          <p:cNvSpPr txBox="1"/>
          <p:nvPr>
            <p:ph hasCustomPrompt="1" idx="9" type="title"/>
          </p:nvPr>
        </p:nvSpPr>
        <p:spPr>
          <a:xfrm>
            <a:off x="789016" y="1880125"/>
            <a:ext cx="17034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867" name="Google Shape;1867;p84"/>
          <p:cNvSpPr txBox="1"/>
          <p:nvPr>
            <p:ph hasCustomPrompt="1" idx="13" type="title"/>
          </p:nvPr>
        </p:nvSpPr>
        <p:spPr>
          <a:xfrm>
            <a:off x="2743206" y="1880125"/>
            <a:ext cx="17034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868" name="Google Shape;1868;p84"/>
          <p:cNvSpPr txBox="1"/>
          <p:nvPr>
            <p:ph hasCustomPrompt="1" idx="14" type="title"/>
          </p:nvPr>
        </p:nvSpPr>
        <p:spPr>
          <a:xfrm>
            <a:off x="4697412" y="1880125"/>
            <a:ext cx="17034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869" name="Google Shape;1869;p84"/>
          <p:cNvSpPr txBox="1"/>
          <p:nvPr>
            <p:ph hasCustomPrompt="1" idx="15" type="title"/>
          </p:nvPr>
        </p:nvSpPr>
        <p:spPr>
          <a:xfrm>
            <a:off x="6651584" y="1880125"/>
            <a:ext cx="17034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870" name="Google Shape;1870;p84"/>
          <p:cNvSpPr/>
          <p:nvPr/>
        </p:nvSpPr>
        <p:spPr>
          <a:xfrm rot="-5400000">
            <a:off x="6877487" y="-1944521"/>
            <a:ext cx="2285560" cy="4165328"/>
          </a:xfrm>
          <a:custGeom>
            <a:rect b="b" l="l" r="r" t="t"/>
            <a:pathLst>
              <a:path extrusionOk="0" h="26119" w="14332">
                <a:moveTo>
                  <a:pt x="12104" y="0"/>
                </a:moveTo>
                <a:cubicBezTo>
                  <a:pt x="11836" y="0"/>
                  <a:pt x="11579" y="100"/>
                  <a:pt x="11338" y="207"/>
                </a:cubicBezTo>
                <a:cubicBezTo>
                  <a:pt x="11049" y="335"/>
                  <a:pt x="10764" y="475"/>
                  <a:pt x="10478" y="610"/>
                </a:cubicBezTo>
                <a:cubicBezTo>
                  <a:pt x="9890" y="885"/>
                  <a:pt x="9294" y="1149"/>
                  <a:pt x="8713" y="1440"/>
                </a:cubicBezTo>
                <a:cubicBezTo>
                  <a:pt x="8495" y="1549"/>
                  <a:pt x="8298" y="1691"/>
                  <a:pt x="8201" y="1922"/>
                </a:cubicBezTo>
                <a:cubicBezTo>
                  <a:pt x="8095" y="2174"/>
                  <a:pt x="8110" y="2467"/>
                  <a:pt x="8106" y="2735"/>
                </a:cubicBezTo>
                <a:cubicBezTo>
                  <a:pt x="8097" y="3377"/>
                  <a:pt x="8121" y="4019"/>
                  <a:pt x="8176" y="4658"/>
                </a:cubicBezTo>
                <a:cubicBezTo>
                  <a:pt x="8228" y="5277"/>
                  <a:pt x="8331" y="5899"/>
                  <a:pt x="8283" y="6521"/>
                </a:cubicBezTo>
                <a:cubicBezTo>
                  <a:pt x="8242" y="7056"/>
                  <a:pt x="8055" y="7556"/>
                  <a:pt x="7761" y="8004"/>
                </a:cubicBezTo>
                <a:cubicBezTo>
                  <a:pt x="7173" y="8897"/>
                  <a:pt x="6276" y="9476"/>
                  <a:pt x="5434" y="10099"/>
                </a:cubicBezTo>
                <a:cubicBezTo>
                  <a:pt x="5008" y="10415"/>
                  <a:pt x="4600" y="10769"/>
                  <a:pt x="4338" y="11238"/>
                </a:cubicBezTo>
                <a:cubicBezTo>
                  <a:pt x="4078" y="11703"/>
                  <a:pt x="3973" y="12231"/>
                  <a:pt x="3932" y="12758"/>
                </a:cubicBezTo>
                <a:cubicBezTo>
                  <a:pt x="3854" y="13776"/>
                  <a:pt x="4023" y="14819"/>
                  <a:pt x="3717" y="15812"/>
                </a:cubicBezTo>
                <a:cubicBezTo>
                  <a:pt x="3574" y="16273"/>
                  <a:pt x="3319" y="16702"/>
                  <a:pt x="2917" y="16981"/>
                </a:cubicBezTo>
                <a:cubicBezTo>
                  <a:pt x="2489" y="17279"/>
                  <a:pt x="1977" y="17419"/>
                  <a:pt x="1536" y="17694"/>
                </a:cubicBezTo>
                <a:cubicBezTo>
                  <a:pt x="639" y="18252"/>
                  <a:pt x="327" y="19323"/>
                  <a:pt x="152" y="20304"/>
                </a:cubicBezTo>
                <a:cubicBezTo>
                  <a:pt x="48" y="20891"/>
                  <a:pt x="1" y="21500"/>
                  <a:pt x="140" y="22087"/>
                </a:cubicBezTo>
                <a:cubicBezTo>
                  <a:pt x="259" y="22589"/>
                  <a:pt x="523" y="23040"/>
                  <a:pt x="855" y="23429"/>
                </a:cubicBezTo>
                <a:cubicBezTo>
                  <a:pt x="1544" y="24236"/>
                  <a:pt x="3187" y="24329"/>
                  <a:pt x="3333" y="25366"/>
                </a:cubicBezTo>
                <a:cubicBezTo>
                  <a:pt x="3413" y="25937"/>
                  <a:pt x="4213" y="26116"/>
                  <a:pt x="4450" y="26116"/>
                </a:cubicBezTo>
                <a:cubicBezTo>
                  <a:pt x="4499" y="26116"/>
                  <a:pt x="4524" y="26108"/>
                  <a:pt x="4512" y="26094"/>
                </a:cubicBezTo>
                <a:lnTo>
                  <a:pt x="4512" y="26094"/>
                </a:lnTo>
                <a:cubicBezTo>
                  <a:pt x="5752" y="26098"/>
                  <a:pt x="6992" y="26103"/>
                  <a:pt x="8231" y="26108"/>
                </a:cubicBezTo>
                <a:cubicBezTo>
                  <a:pt x="8884" y="26110"/>
                  <a:pt x="9536" y="26113"/>
                  <a:pt x="10188" y="26115"/>
                </a:cubicBezTo>
                <a:cubicBezTo>
                  <a:pt x="10509" y="26116"/>
                  <a:pt x="10831" y="26117"/>
                  <a:pt x="11153" y="26118"/>
                </a:cubicBezTo>
                <a:cubicBezTo>
                  <a:pt x="11181" y="26118"/>
                  <a:pt x="11210" y="26118"/>
                  <a:pt x="11238" y="26118"/>
                </a:cubicBezTo>
                <a:cubicBezTo>
                  <a:pt x="11502" y="26118"/>
                  <a:pt x="11768" y="26112"/>
                  <a:pt x="12030" y="26066"/>
                </a:cubicBezTo>
                <a:cubicBezTo>
                  <a:pt x="12510" y="25980"/>
                  <a:pt x="12981" y="25708"/>
                  <a:pt x="13161" y="25232"/>
                </a:cubicBezTo>
                <a:cubicBezTo>
                  <a:pt x="13200" y="25130"/>
                  <a:pt x="13224" y="25017"/>
                  <a:pt x="13222" y="24907"/>
                </a:cubicBezTo>
                <a:cubicBezTo>
                  <a:pt x="13220" y="24778"/>
                  <a:pt x="13107" y="24687"/>
                  <a:pt x="13042" y="24582"/>
                </a:cubicBezTo>
                <a:cubicBezTo>
                  <a:pt x="12914" y="24378"/>
                  <a:pt x="12829" y="24154"/>
                  <a:pt x="12777" y="23918"/>
                </a:cubicBezTo>
                <a:cubicBezTo>
                  <a:pt x="12667" y="23424"/>
                  <a:pt x="12700" y="22903"/>
                  <a:pt x="12760" y="22402"/>
                </a:cubicBezTo>
                <a:cubicBezTo>
                  <a:pt x="12825" y="21856"/>
                  <a:pt x="12928" y="21313"/>
                  <a:pt x="12991" y="20766"/>
                </a:cubicBezTo>
                <a:cubicBezTo>
                  <a:pt x="13138" y="19498"/>
                  <a:pt x="13165" y="18220"/>
                  <a:pt x="13259" y="16947"/>
                </a:cubicBezTo>
                <a:cubicBezTo>
                  <a:pt x="13306" y="16306"/>
                  <a:pt x="13371" y="15667"/>
                  <a:pt x="13476" y="15033"/>
                </a:cubicBezTo>
                <a:cubicBezTo>
                  <a:pt x="13580" y="14418"/>
                  <a:pt x="13717" y="13809"/>
                  <a:pt x="13850" y="13199"/>
                </a:cubicBezTo>
                <a:cubicBezTo>
                  <a:pt x="14117" y="11977"/>
                  <a:pt x="14332" y="10761"/>
                  <a:pt x="14312" y="9506"/>
                </a:cubicBezTo>
                <a:cubicBezTo>
                  <a:pt x="14292" y="8213"/>
                  <a:pt x="14104" y="6931"/>
                  <a:pt x="14032" y="5641"/>
                </a:cubicBezTo>
                <a:cubicBezTo>
                  <a:pt x="13973" y="4552"/>
                  <a:pt x="14026" y="3448"/>
                  <a:pt x="13821" y="2371"/>
                </a:cubicBezTo>
                <a:cubicBezTo>
                  <a:pt x="13723" y="1854"/>
                  <a:pt x="13559" y="1346"/>
                  <a:pt x="13296" y="889"/>
                </a:cubicBezTo>
                <a:cubicBezTo>
                  <a:pt x="13046" y="456"/>
                  <a:pt x="12681" y="18"/>
                  <a:pt x="12141" y="1"/>
                </a:cubicBezTo>
                <a:cubicBezTo>
                  <a:pt x="12128" y="1"/>
                  <a:pt x="12116" y="0"/>
                  <a:pt x="12104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1" name="Google Shape;1871;p84"/>
          <p:cNvSpPr/>
          <p:nvPr/>
        </p:nvSpPr>
        <p:spPr>
          <a:xfrm flipH="1" rot="10800000">
            <a:off x="6650172" y="3948028"/>
            <a:ext cx="2673716" cy="1310885"/>
          </a:xfrm>
          <a:custGeom>
            <a:rect b="b" l="l" r="r" t="t"/>
            <a:pathLst>
              <a:path extrusionOk="0" h="8220" w="16766">
                <a:moveTo>
                  <a:pt x="16619" y="0"/>
                </a:moveTo>
                <a:lnTo>
                  <a:pt x="1" y="306"/>
                </a:lnTo>
                <a:cubicBezTo>
                  <a:pt x="61" y="421"/>
                  <a:pt x="130" y="530"/>
                  <a:pt x="209" y="629"/>
                </a:cubicBezTo>
                <a:cubicBezTo>
                  <a:pt x="561" y="1077"/>
                  <a:pt x="1090" y="1341"/>
                  <a:pt x="1620" y="1341"/>
                </a:cubicBezTo>
                <a:cubicBezTo>
                  <a:pt x="1653" y="1341"/>
                  <a:pt x="1687" y="1340"/>
                  <a:pt x="1720" y="1338"/>
                </a:cubicBezTo>
                <a:cubicBezTo>
                  <a:pt x="2137" y="1311"/>
                  <a:pt x="2547" y="1128"/>
                  <a:pt x="2959" y="1128"/>
                </a:cubicBezTo>
                <a:cubicBezTo>
                  <a:pt x="3033" y="1128"/>
                  <a:pt x="3106" y="1133"/>
                  <a:pt x="3180" y="1147"/>
                </a:cubicBezTo>
                <a:cubicBezTo>
                  <a:pt x="3277" y="1165"/>
                  <a:pt x="3367" y="1194"/>
                  <a:pt x="3455" y="1233"/>
                </a:cubicBezTo>
                <a:cubicBezTo>
                  <a:pt x="3474" y="1242"/>
                  <a:pt x="3493" y="1250"/>
                  <a:pt x="3511" y="1261"/>
                </a:cubicBezTo>
                <a:lnTo>
                  <a:pt x="3512" y="1261"/>
                </a:lnTo>
                <a:cubicBezTo>
                  <a:pt x="4178" y="1599"/>
                  <a:pt x="4587" y="2502"/>
                  <a:pt x="5216" y="2997"/>
                </a:cubicBezTo>
                <a:cubicBezTo>
                  <a:pt x="5642" y="3331"/>
                  <a:pt x="6137" y="3458"/>
                  <a:pt x="6653" y="3458"/>
                </a:cubicBezTo>
                <a:cubicBezTo>
                  <a:pt x="7281" y="3458"/>
                  <a:pt x="7939" y="3268"/>
                  <a:pt x="8534" y="3032"/>
                </a:cubicBezTo>
                <a:cubicBezTo>
                  <a:pt x="9061" y="2823"/>
                  <a:pt x="9606" y="2582"/>
                  <a:pt x="10155" y="2582"/>
                </a:cubicBezTo>
                <a:cubicBezTo>
                  <a:pt x="10271" y="2582"/>
                  <a:pt x="10386" y="2593"/>
                  <a:pt x="10502" y="2617"/>
                </a:cubicBezTo>
                <a:cubicBezTo>
                  <a:pt x="11491" y="2819"/>
                  <a:pt x="12129" y="3901"/>
                  <a:pt x="12548" y="4929"/>
                </a:cubicBezTo>
                <a:cubicBezTo>
                  <a:pt x="12966" y="5958"/>
                  <a:pt x="13334" y="7102"/>
                  <a:pt x="14165" y="7742"/>
                </a:cubicBezTo>
                <a:cubicBezTo>
                  <a:pt x="14587" y="8068"/>
                  <a:pt x="15094" y="8220"/>
                  <a:pt x="15606" y="8220"/>
                </a:cubicBezTo>
                <a:cubicBezTo>
                  <a:pt x="16002" y="8220"/>
                  <a:pt x="16401" y="8129"/>
                  <a:pt x="16766" y="7956"/>
                </a:cubicBezTo>
                <a:lnTo>
                  <a:pt x="16619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2" name="Google Shape;1872;p84"/>
          <p:cNvSpPr/>
          <p:nvPr/>
        </p:nvSpPr>
        <p:spPr>
          <a:xfrm rot="8100000">
            <a:off x="-821724" y="-537528"/>
            <a:ext cx="2590333" cy="1991668"/>
          </a:xfrm>
          <a:custGeom>
            <a:rect b="b" l="l" r="r" t="t"/>
            <a:pathLst>
              <a:path extrusionOk="0" h="12489" w="16243">
                <a:moveTo>
                  <a:pt x="3844" y="0"/>
                </a:moveTo>
                <a:cubicBezTo>
                  <a:pt x="3285" y="0"/>
                  <a:pt x="2723" y="148"/>
                  <a:pt x="2228" y="400"/>
                </a:cubicBezTo>
                <a:cubicBezTo>
                  <a:pt x="1280" y="883"/>
                  <a:pt x="590" y="1767"/>
                  <a:pt x="156" y="2720"/>
                </a:cubicBezTo>
                <a:cubicBezTo>
                  <a:pt x="49" y="2956"/>
                  <a:pt x="1" y="3596"/>
                  <a:pt x="54" y="3596"/>
                </a:cubicBezTo>
                <a:cubicBezTo>
                  <a:pt x="57" y="3596"/>
                  <a:pt x="61" y="3593"/>
                  <a:pt x="66" y="3588"/>
                </a:cubicBezTo>
                <a:cubicBezTo>
                  <a:pt x="269" y="4868"/>
                  <a:pt x="1355" y="5759"/>
                  <a:pt x="2294" y="6557"/>
                </a:cubicBezTo>
                <a:cubicBezTo>
                  <a:pt x="3560" y="7632"/>
                  <a:pt x="4723" y="8824"/>
                  <a:pt x="5756" y="10126"/>
                </a:cubicBezTo>
                <a:cubicBezTo>
                  <a:pt x="6340" y="10862"/>
                  <a:pt x="6881" y="11633"/>
                  <a:pt x="7379" y="12430"/>
                </a:cubicBezTo>
                <a:cubicBezTo>
                  <a:pt x="7403" y="12468"/>
                  <a:pt x="7442" y="12488"/>
                  <a:pt x="7481" y="12488"/>
                </a:cubicBezTo>
                <a:cubicBezTo>
                  <a:pt x="7510" y="12488"/>
                  <a:pt x="7539" y="12478"/>
                  <a:pt x="7563" y="12456"/>
                </a:cubicBezTo>
                <a:cubicBezTo>
                  <a:pt x="9372" y="10767"/>
                  <a:pt x="11182" y="9079"/>
                  <a:pt x="12991" y="7391"/>
                </a:cubicBezTo>
                <a:cubicBezTo>
                  <a:pt x="13444" y="6969"/>
                  <a:pt x="13897" y="6547"/>
                  <a:pt x="14348" y="6125"/>
                </a:cubicBezTo>
                <a:cubicBezTo>
                  <a:pt x="14774" y="5728"/>
                  <a:pt x="15224" y="5346"/>
                  <a:pt x="15621" y="4920"/>
                </a:cubicBezTo>
                <a:cubicBezTo>
                  <a:pt x="15956" y="4561"/>
                  <a:pt x="16230" y="4130"/>
                  <a:pt x="16237" y="3625"/>
                </a:cubicBezTo>
                <a:cubicBezTo>
                  <a:pt x="16243" y="3173"/>
                  <a:pt x="16055" y="2737"/>
                  <a:pt x="15772" y="2393"/>
                </a:cubicBezTo>
                <a:cubicBezTo>
                  <a:pt x="15118" y="1597"/>
                  <a:pt x="13969" y="1326"/>
                  <a:pt x="12990" y="1230"/>
                </a:cubicBezTo>
                <a:cubicBezTo>
                  <a:pt x="12782" y="1209"/>
                  <a:pt x="12575" y="1199"/>
                  <a:pt x="12369" y="1199"/>
                </a:cubicBezTo>
                <a:cubicBezTo>
                  <a:pt x="11579" y="1199"/>
                  <a:pt x="10805" y="1344"/>
                  <a:pt x="10046" y="1589"/>
                </a:cubicBezTo>
                <a:cubicBezTo>
                  <a:pt x="9458" y="1779"/>
                  <a:pt x="8842" y="1996"/>
                  <a:pt x="8230" y="1996"/>
                </a:cubicBezTo>
                <a:cubicBezTo>
                  <a:pt x="7924" y="1996"/>
                  <a:pt x="7618" y="1942"/>
                  <a:pt x="7317" y="1801"/>
                </a:cubicBezTo>
                <a:cubicBezTo>
                  <a:pt x="6411" y="1378"/>
                  <a:pt x="5786" y="517"/>
                  <a:pt x="4835" y="170"/>
                </a:cubicBezTo>
                <a:cubicBezTo>
                  <a:pt x="4516" y="54"/>
                  <a:pt x="4181" y="0"/>
                  <a:pt x="3844" y="0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3" name="Google Shape;1873;p84"/>
          <p:cNvSpPr/>
          <p:nvPr/>
        </p:nvSpPr>
        <p:spPr>
          <a:xfrm rot="-5400000">
            <a:off x="-482253" y="2967250"/>
            <a:ext cx="1983041" cy="3856424"/>
          </a:xfrm>
          <a:custGeom>
            <a:rect b="b" l="l" r="r" t="t"/>
            <a:pathLst>
              <a:path extrusionOk="0" h="24182" w="12435">
                <a:moveTo>
                  <a:pt x="7995" y="0"/>
                </a:moveTo>
                <a:cubicBezTo>
                  <a:pt x="6753" y="0"/>
                  <a:pt x="5507" y="123"/>
                  <a:pt x="4282" y="305"/>
                </a:cubicBezTo>
                <a:cubicBezTo>
                  <a:pt x="3647" y="400"/>
                  <a:pt x="3014" y="509"/>
                  <a:pt x="2384" y="629"/>
                </a:cubicBezTo>
                <a:cubicBezTo>
                  <a:pt x="1767" y="745"/>
                  <a:pt x="1135" y="843"/>
                  <a:pt x="528" y="997"/>
                </a:cubicBezTo>
                <a:cubicBezTo>
                  <a:pt x="284" y="1059"/>
                  <a:pt x="86" y="1199"/>
                  <a:pt x="44" y="1438"/>
                </a:cubicBezTo>
                <a:cubicBezTo>
                  <a:pt x="1" y="1675"/>
                  <a:pt x="98" y="1906"/>
                  <a:pt x="177" y="2128"/>
                </a:cubicBezTo>
                <a:cubicBezTo>
                  <a:pt x="371" y="2674"/>
                  <a:pt x="529" y="3231"/>
                  <a:pt x="657" y="3795"/>
                </a:cubicBezTo>
                <a:cubicBezTo>
                  <a:pt x="1173" y="6076"/>
                  <a:pt x="1176" y="8421"/>
                  <a:pt x="1157" y="10740"/>
                </a:cubicBezTo>
                <a:cubicBezTo>
                  <a:pt x="1137" y="13166"/>
                  <a:pt x="1119" y="15594"/>
                  <a:pt x="956" y="18015"/>
                </a:cubicBezTo>
                <a:cubicBezTo>
                  <a:pt x="873" y="19227"/>
                  <a:pt x="754" y="20438"/>
                  <a:pt x="578" y="21641"/>
                </a:cubicBezTo>
                <a:cubicBezTo>
                  <a:pt x="533" y="21947"/>
                  <a:pt x="484" y="22253"/>
                  <a:pt x="431" y="22559"/>
                </a:cubicBezTo>
                <a:cubicBezTo>
                  <a:pt x="386" y="22822"/>
                  <a:pt x="322" y="23092"/>
                  <a:pt x="343" y="23359"/>
                </a:cubicBezTo>
                <a:cubicBezTo>
                  <a:pt x="374" y="23781"/>
                  <a:pt x="660" y="24173"/>
                  <a:pt x="1161" y="24181"/>
                </a:cubicBezTo>
                <a:cubicBezTo>
                  <a:pt x="1165" y="24181"/>
                  <a:pt x="1169" y="24181"/>
                  <a:pt x="1173" y="24181"/>
                </a:cubicBezTo>
                <a:cubicBezTo>
                  <a:pt x="1371" y="24181"/>
                  <a:pt x="1540" y="24099"/>
                  <a:pt x="1654" y="23951"/>
                </a:cubicBezTo>
                <a:cubicBezTo>
                  <a:pt x="1675" y="23925"/>
                  <a:pt x="1683" y="23898"/>
                  <a:pt x="1682" y="23874"/>
                </a:cubicBezTo>
                <a:lnTo>
                  <a:pt x="1682" y="23874"/>
                </a:lnTo>
                <a:cubicBezTo>
                  <a:pt x="1847" y="23898"/>
                  <a:pt x="2014" y="23909"/>
                  <a:pt x="2180" y="23909"/>
                </a:cubicBezTo>
                <a:cubicBezTo>
                  <a:pt x="2943" y="23909"/>
                  <a:pt x="3699" y="23667"/>
                  <a:pt x="4311" y="23242"/>
                </a:cubicBezTo>
                <a:cubicBezTo>
                  <a:pt x="4708" y="22966"/>
                  <a:pt x="5045" y="22616"/>
                  <a:pt x="5275" y="22211"/>
                </a:cubicBezTo>
                <a:cubicBezTo>
                  <a:pt x="5529" y="21761"/>
                  <a:pt x="5637" y="21258"/>
                  <a:pt x="5672" y="20756"/>
                </a:cubicBezTo>
                <a:cubicBezTo>
                  <a:pt x="5745" y="19694"/>
                  <a:pt x="5474" y="18600"/>
                  <a:pt x="5753" y="17552"/>
                </a:cubicBezTo>
                <a:cubicBezTo>
                  <a:pt x="5970" y="16734"/>
                  <a:pt x="6573" y="16141"/>
                  <a:pt x="7340" y="15710"/>
                </a:cubicBezTo>
                <a:cubicBezTo>
                  <a:pt x="8075" y="15296"/>
                  <a:pt x="8888" y="15018"/>
                  <a:pt x="9665" y="14682"/>
                </a:cubicBezTo>
                <a:cubicBezTo>
                  <a:pt x="10395" y="14367"/>
                  <a:pt x="11138" y="13992"/>
                  <a:pt x="11650" y="13407"/>
                </a:cubicBezTo>
                <a:cubicBezTo>
                  <a:pt x="12358" y="12597"/>
                  <a:pt x="12435" y="11553"/>
                  <a:pt x="12147" y="10578"/>
                </a:cubicBezTo>
                <a:cubicBezTo>
                  <a:pt x="11808" y="9430"/>
                  <a:pt x="11016" y="8461"/>
                  <a:pt x="10472" y="7396"/>
                </a:cubicBezTo>
                <a:cubicBezTo>
                  <a:pt x="9923" y="6314"/>
                  <a:pt x="9632" y="5096"/>
                  <a:pt x="9791" y="3904"/>
                </a:cubicBezTo>
                <a:cubicBezTo>
                  <a:pt x="9926" y="2896"/>
                  <a:pt x="10412" y="1909"/>
                  <a:pt x="11209" y="1194"/>
                </a:cubicBezTo>
                <a:cubicBezTo>
                  <a:pt x="11406" y="1016"/>
                  <a:pt x="11621" y="858"/>
                  <a:pt x="11854" y="718"/>
                </a:cubicBezTo>
                <a:cubicBezTo>
                  <a:pt x="11960" y="654"/>
                  <a:pt x="11944" y="503"/>
                  <a:pt x="11818" y="468"/>
                </a:cubicBezTo>
                <a:cubicBezTo>
                  <a:pt x="10568" y="132"/>
                  <a:pt x="9284" y="0"/>
                  <a:pt x="7995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74" name="Google Shape;1874;p84"/>
          <p:cNvGrpSpPr/>
          <p:nvPr/>
        </p:nvGrpSpPr>
        <p:grpSpPr>
          <a:xfrm rot="4499945">
            <a:off x="541788" y="4505661"/>
            <a:ext cx="215934" cy="195605"/>
            <a:chOff x="1640475" y="1197075"/>
            <a:chExt cx="55475" cy="50250"/>
          </a:xfrm>
        </p:grpSpPr>
        <p:sp>
          <p:nvSpPr>
            <p:cNvPr id="1875" name="Google Shape;1875;p8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8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8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78" name="Google Shape;1878;p84"/>
          <p:cNvSpPr/>
          <p:nvPr/>
        </p:nvSpPr>
        <p:spPr>
          <a:xfrm flipH="1" rot="9000107">
            <a:off x="1432356" y="253729"/>
            <a:ext cx="615242" cy="14412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9" name="Google Shape;1879;p84"/>
          <p:cNvSpPr/>
          <p:nvPr/>
        </p:nvSpPr>
        <p:spPr>
          <a:xfrm flipH="1" rot="5400117">
            <a:off x="8338934" y="4440398"/>
            <a:ext cx="545177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80" name="Google Shape;1880;p84"/>
          <p:cNvGrpSpPr/>
          <p:nvPr/>
        </p:nvGrpSpPr>
        <p:grpSpPr>
          <a:xfrm rot="3412077">
            <a:off x="7544730" y="4598335"/>
            <a:ext cx="228601" cy="207083"/>
            <a:chOff x="1640475" y="1197075"/>
            <a:chExt cx="55475" cy="50250"/>
          </a:xfrm>
        </p:grpSpPr>
        <p:sp>
          <p:nvSpPr>
            <p:cNvPr id="1881" name="Google Shape;1881;p8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8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8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4" name="Google Shape;1884;p84"/>
          <p:cNvGrpSpPr/>
          <p:nvPr/>
        </p:nvGrpSpPr>
        <p:grpSpPr>
          <a:xfrm rot="5627155">
            <a:off x="8483770" y="851641"/>
            <a:ext cx="267257" cy="242085"/>
            <a:chOff x="1640475" y="1197075"/>
            <a:chExt cx="55475" cy="50250"/>
          </a:xfrm>
        </p:grpSpPr>
        <p:sp>
          <p:nvSpPr>
            <p:cNvPr id="1885" name="Google Shape;1885;p8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8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8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88" name="Google Shape;1888;p84"/>
          <p:cNvSpPr/>
          <p:nvPr/>
        </p:nvSpPr>
        <p:spPr>
          <a:xfrm rot="3218474">
            <a:off x="2157332" y="4435042"/>
            <a:ext cx="809522" cy="1268427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89" name="Google Shape;1889;p84"/>
          <p:cNvGrpSpPr/>
          <p:nvPr/>
        </p:nvGrpSpPr>
        <p:grpSpPr>
          <a:xfrm rot="-5400136">
            <a:off x="507506" y="880058"/>
            <a:ext cx="420678" cy="381051"/>
            <a:chOff x="1640475" y="1197075"/>
            <a:chExt cx="55475" cy="50250"/>
          </a:xfrm>
        </p:grpSpPr>
        <p:sp>
          <p:nvSpPr>
            <p:cNvPr id="1890" name="Google Shape;1890;p8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8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8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2">
    <p:spTree>
      <p:nvGrpSpPr>
        <p:cNvPr id="1893" name="Shape 1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" name="Google Shape;1894;p85"/>
          <p:cNvSpPr/>
          <p:nvPr/>
        </p:nvSpPr>
        <p:spPr>
          <a:xfrm>
            <a:off x="5203188" y="3304363"/>
            <a:ext cx="4205930" cy="2291529"/>
          </a:xfrm>
          <a:custGeom>
            <a:rect b="b" l="l" r="r" t="t"/>
            <a:pathLst>
              <a:path extrusionOk="0" h="14261" w="26175">
                <a:moveTo>
                  <a:pt x="21312" y="0"/>
                </a:moveTo>
                <a:cubicBezTo>
                  <a:pt x="20977" y="0"/>
                  <a:pt x="20642" y="41"/>
                  <a:pt x="20313" y="99"/>
                </a:cubicBezTo>
                <a:cubicBezTo>
                  <a:pt x="19331" y="273"/>
                  <a:pt x="18260" y="586"/>
                  <a:pt x="17702" y="1484"/>
                </a:cubicBezTo>
                <a:cubicBezTo>
                  <a:pt x="17428" y="1925"/>
                  <a:pt x="17287" y="2436"/>
                  <a:pt x="16990" y="2864"/>
                </a:cubicBezTo>
                <a:cubicBezTo>
                  <a:pt x="16710" y="3266"/>
                  <a:pt x="16282" y="3522"/>
                  <a:pt x="15821" y="3664"/>
                </a:cubicBezTo>
                <a:cubicBezTo>
                  <a:pt x="15261" y="3837"/>
                  <a:pt x="14685" y="3858"/>
                  <a:pt x="14107" y="3858"/>
                </a:cubicBezTo>
                <a:cubicBezTo>
                  <a:pt x="13914" y="3858"/>
                  <a:pt x="13720" y="3856"/>
                  <a:pt x="13527" y="3856"/>
                </a:cubicBezTo>
                <a:cubicBezTo>
                  <a:pt x="13273" y="3856"/>
                  <a:pt x="13019" y="3860"/>
                  <a:pt x="12766" y="3880"/>
                </a:cubicBezTo>
                <a:cubicBezTo>
                  <a:pt x="12240" y="3921"/>
                  <a:pt x="11711" y="4025"/>
                  <a:pt x="11246" y="4285"/>
                </a:cubicBezTo>
                <a:cubicBezTo>
                  <a:pt x="10777" y="4547"/>
                  <a:pt x="10423" y="4956"/>
                  <a:pt x="10107" y="5381"/>
                </a:cubicBezTo>
                <a:cubicBezTo>
                  <a:pt x="9484" y="6224"/>
                  <a:pt x="8906" y="7121"/>
                  <a:pt x="8012" y="7708"/>
                </a:cubicBezTo>
                <a:cubicBezTo>
                  <a:pt x="7566" y="8003"/>
                  <a:pt x="7065" y="8190"/>
                  <a:pt x="6530" y="8231"/>
                </a:cubicBezTo>
                <a:cubicBezTo>
                  <a:pt x="6418" y="8239"/>
                  <a:pt x="6306" y="8243"/>
                  <a:pt x="6194" y="8243"/>
                </a:cubicBezTo>
                <a:cubicBezTo>
                  <a:pt x="5684" y="8243"/>
                  <a:pt x="5174" y="8166"/>
                  <a:pt x="4666" y="8122"/>
                </a:cubicBezTo>
                <a:cubicBezTo>
                  <a:pt x="4112" y="8075"/>
                  <a:pt x="3557" y="8052"/>
                  <a:pt x="3001" y="8052"/>
                </a:cubicBezTo>
                <a:cubicBezTo>
                  <a:pt x="2916" y="8052"/>
                  <a:pt x="2830" y="8052"/>
                  <a:pt x="2744" y="8054"/>
                </a:cubicBezTo>
                <a:cubicBezTo>
                  <a:pt x="2475" y="8057"/>
                  <a:pt x="2183" y="8043"/>
                  <a:pt x="1931" y="8148"/>
                </a:cubicBezTo>
                <a:cubicBezTo>
                  <a:pt x="1700" y="8244"/>
                  <a:pt x="1557" y="8443"/>
                  <a:pt x="1448" y="8660"/>
                </a:cubicBezTo>
                <a:cubicBezTo>
                  <a:pt x="1157" y="9242"/>
                  <a:pt x="895" y="9837"/>
                  <a:pt x="618" y="10425"/>
                </a:cubicBezTo>
                <a:cubicBezTo>
                  <a:pt x="483" y="10711"/>
                  <a:pt x="344" y="10996"/>
                  <a:pt x="215" y="11284"/>
                </a:cubicBezTo>
                <a:cubicBezTo>
                  <a:pt x="103" y="11537"/>
                  <a:pt x="1" y="11806"/>
                  <a:pt x="9" y="12087"/>
                </a:cubicBezTo>
                <a:cubicBezTo>
                  <a:pt x="26" y="12628"/>
                  <a:pt x="464" y="12993"/>
                  <a:pt x="898" y="13242"/>
                </a:cubicBezTo>
                <a:cubicBezTo>
                  <a:pt x="1355" y="13506"/>
                  <a:pt x="1863" y="13671"/>
                  <a:pt x="2379" y="13769"/>
                </a:cubicBezTo>
                <a:cubicBezTo>
                  <a:pt x="3456" y="13974"/>
                  <a:pt x="4560" y="13920"/>
                  <a:pt x="5650" y="13980"/>
                </a:cubicBezTo>
                <a:cubicBezTo>
                  <a:pt x="6939" y="14051"/>
                  <a:pt x="8222" y="14239"/>
                  <a:pt x="9514" y="14259"/>
                </a:cubicBezTo>
                <a:cubicBezTo>
                  <a:pt x="9569" y="14260"/>
                  <a:pt x="9623" y="14261"/>
                  <a:pt x="9677" y="14261"/>
                </a:cubicBezTo>
                <a:cubicBezTo>
                  <a:pt x="10875" y="14261"/>
                  <a:pt x="12038" y="14052"/>
                  <a:pt x="13207" y="13797"/>
                </a:cubicBezTo>
                <a:cubicBezTo>
                  <a:pt x="13817" y="13663"/>
                  <a:pt x="14426" y="13526"/>
                  <a:pt x="15041" y="13424"/>
                </a:cubicBezTo>
                <a:cubicBezTo>
                  <a:pt x="15675" y="13317"/>
                  <a:pt x="16315" y="13253"/>
                  <a:pt x="16956" y="13206"/>
                </a:cubicBezTo>
                <a:cubicBezTo>
                  <a:pt x="18228" y="13113"/>
                  <a:pt x="19506" y="13085"/>
                  <a:pt x="20774" y="12938"/>
                </a:cubicBezTo>
                <a:cubicBezTo>
                  <a:pt x="21322" y="12875"/>
                  <a:pt x="21864" y="12773"/>
                  <a:pt x="22412" y="12707"/>
                </a:cubicBezTo>
                <a:cubicBezTo>
                  <a:pt x="22674" y="12676"/>
                  <a:pt x="22942" y="12652"/>
                  <a:pt x="23208" y="12652"/>
                </a:cubicBezTo>
                <a:cubicBezTo>
                  <a:pt x="23451" y="12652"/>
                  <a:pt x="23692" y="12672"/>
                  <a:pt x="23928" y="12724"/>
                </a:cubicBezTo>
                <a:cubicBezTo>
                  <a:pt x="24162" y="12777"/>
                  <a:pt x="24387" y="12861"/>
                  <a:pt x="24591" y="12989"/>
                </a:cubicBezTo>
                <a:cubicBezTo>
                  <a:pt x="24696" y="13055"/>
                  <a:pt x="24788" y="13167"/>
                  <a:pt x="24915" y="13170"/>
                </a:cubicBezTo>
                <a:cubicBezTo>
                  <a:pt x="24918" y="13170"/>
                  <a:pt x="24920" y="13170"/>
                  <a:pt x="24923" y="13170"/>
                </a:cubicBezTo>
                <a:cubicBezTo>
                  <a:pt x="25030" y="13170"/>
                  <a:pt x="25141" y="13147"/>
                  <a:pt x="25241" y="13108"/>
                </a:cubicBezTo>
                <a:cubicBezTo>
                  <a:pt x="25716" y="12928"/>
                  <a:pt x="25988" y="12456"/>
                  <a:pt x="26075" y="11977"/>
                </a:cubicBezTo>
                <a:cubicBezTo>
                  <a:pt x="26127" y="11687"/>
                  <a:pt x="26128" y="11393"/>
                  <a:pt x="26127" y="11099"/>
                </a:cubicBezTo>
                <a:cubicBezTo>
                  <a:pt x="26126" y="10779"/>
                  <a:pt x="26124" y="10457"/>
                  <a:pt x="26123" y="10135"/>
                </a:cubicBezTo>
                <a:cubicBezTo>
                  <a:pt x="26121" y="9483"/>
                  <a:pt x="26118" y="8831"/>
                  <a:pt x="26116" y="8179"/>
                </a:cubicBezTo>
                <a:cubicBezTo>
                  <a:pt x="26112" y="6939"/>
                  <a:pt x="26107" y="5700"/>
                  <a:pt x="26102" y="4459"/>
                </a:cubicBezTo>
                <a:lnTo>
                  <a:pt x="26102" y="4459"/>
                </a:lnTo>
                <a:cubicBezTo>
                  <a:pt x="26105" y="4461"/>
                  <a:pt x="26107" y="4462"/>
                  <a:pt x="26109" y="4462"/>
                </a:cubicBezTo>
                <a:cubicBezTo>
                  <a:pt x="26174" y="4462"/>
                  <a:pt x="26046" y="3375"/>
                  <a:pt x="25375" y="3280"/>
                </a:cubicBezTo>
                <a:cubicBezTo>
                  <a:pt x="24338" y="3135"/>
                  <a:pt x="24244" y="1492"/>
                  <a:pt x="23438" y="803"/>
                </a:cubicBezTo>
                <a:cubicBezTo>
                  <a:pt x="23048" y="470"/>
                  <a:pt x="22597" y="206"/>
                  <a:pt x="22095" y="87"/>
                </a:cubicBezTo>
                <a:cubicBezTo>
                  <a:pt x="21837" y="25"/>
                  <a:pt x="21575" y="0"/>
                  <a:pt x="21312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5" name="Google Shape;1895;p85"/>
          <p:cNvSpPr/>
          <p:nvPr/>
        </p:nvSpPr>
        <p:spPr>
          <a:xfrm>
            <a:off x="-450899" y="3428735"/>
            <a:ext cx="2089708" cy="2096136"/>
          </a:xfrm>
          <a:custGeom>
            <a:rect b="b" l="l" r="r" t="t"/>
            <a:pathLst>
              <a:path extrusionOk="0" h="13045" w="13005">
                <a:moveTo>
                  <a:pt x="1922" y="1"/>
                </a:moveTo>
                <a:cubicBezTo>
                  <a:pt x="1849" y="1"/>
                  <a:pt x="1776" y="4"/>
                  <a:pt x="1703" y="11"/>
                </a:cubicBezTo>
                <a:cubicBezTo>
                  <a:pt x="1260" y="54"/>
                  <a:pt x="818" y="227"/>
                  <a:pt x="503" y="551"/>
                </a:cubicBezTo>
                <a:cubicBezTo>
                  <a:pt x="150" y="913"/>
                  <a:pt x="38" y="1411"/>
                  <a:pt x="20" y="1903"/>
                </a:cubicBezTo>
                <a:cubicBezTo>
                  <a:pt x="0" y="2484"/>
                  <a:pt x="46" y="3073"/>
                  <a:pt x="66" y="3654"/>
                </a:cubicBezTo>
                <a:cubicBezTo>
                  <a:pt x="86" y="4273"/>
                  <a:pt x="107" y="4891"/>
                  <a:pt x="127" y="5509"/>
                </a:cubicBezTo>
                <a:lnTo>
                  <a:pt x="374" y="12928"/>
                </a:lnTo>
                <a:cubicBezTo>
                  <a:pt x="376" y="12996"/>
                  <a:pt x="429" y="13044"/>
                  <a:pt x="492" y="13044"/>
                </a:cubicBezTo>
                <a:cubicBezTo>
                  <a:pt x="501" y="13044"/>
                  <a:pt x="511" y="13043"/>
                  <a:pt x="520" y="13041"/>
                </a:cubicBezTo>
                <a:cubicBezTo>
                  <a:pt x="1437" y="12830"/>
                  <a:pt x="2365" y="12670"/>
                  <a:pt x="3299" y="12564"/>
                </a:cubicBezTo>
                <a:cubicBezTo>
                  <a:pt x="4235" y="12458"/>
                  <a:pt x="5175" y="12406"/>
                  <a:pt x="6116" y="12406"/>
                </a:cubicBezTo>
                <a:cubicBezTo>
                  <a:pt x="6835" y="12406"/>
                  <a:pt x="7554" y="12436"/>
                  <a:pt x="8271" y="12496"/>
                </a:cubicBezTo>
                <a:cubicBezTo>
                  <a:pt x="8728" y="12533"/>
                  <a:pt x="9209" y="12577"/>
                  <a:pt x="9687" y="12577"/>
                </a:cubicBezTo>
                <a:cubicBezTo>
                  <a:pt x="10492" y="12577"/>
                  <a:pt x="11288" y="12454"/>
                  <a:pt x="11947" y="11977"/>
                </a:cubicBezTo>
                <a:lnTo>
                  <a:pt x="11947" y="11977"/>
                </a:lnTo>
                <a:cubicBezTo>
                  <a:pt x="11945" y="11988"/>
                  <a:pt x="11948" y="11993"/>
                  <a:pt x="11955" y="11993"/>
                </a:cubicBezTo>
                <a:cubicBezTo>
                  <a:pt x="12017" y="11993"/>
                  <a:pt x="12409" y="11534"/>
                  <a:pt x="12496" y="11300"/>
                </a:cubicBezTo>
                <a:cubicBezTo>
                  <a:pt x="12866" y="10319"/>
                  <a:pt x="13005" y="9208"/>
                  <a:pt x="12677" y="8195"/>
                </a:cubicBezTo>
                <a:cubicBezTo>
                  <a:pt x="12404" y="7349"/>
                  <a:pt x="11818" y="6569"/>
                  <a:pt x="11000" y="6188"/>
                </a:cubicBezTo>
                <a:cubicBezTo>
                  <a:pt x="10082" y="5759"/>
                  <a:pt x="9032" y="5924"/>
                  <a:pt x="8092" y="5581"/>
                </a:cubicBezTo>
                <a:cubicBezTo>
                  <a:pt x="7160" y="5240"/>
                  <a:pt x="6737" y="4324"/>
                  <a:pt x="6316" y="3499"/>
                </a:cubicBezTo>
                <a:cubicBezTo>
                  <a:pt x="5859" y="2602"/>
                  <a:pt x="5271" y="1802"/>
                  <a:pt x="4492" y="1159"/>
                </a:cubicBezTo>
                <a:cubicBezTo>
                  <a:pt x="3786" y="579"/>
                  <a:pt x="2870" y="1"/>
                  <a:pt x="1922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6" name="Google Shape;1896;p85"/>
          <p:cNvSpPr/>
          <p:nvPr/>
        </p:nvSpPr>
        <p:spPr>
          <a:xfrm>
            <a:off x="-317690" y="-239105"/>
            <a:ext cx="3916858" cy="1383980"/>
          </a:xfrm>
          <a:custGeom>
            <a:rect b="b" l="l" r="r" t="t"/>
            <a:pathLst>
              <a:path extrusionOk="0" h="8613" w="24376">
                <a:moveTo>
                  <a:pt x="1748" y="0"/>
                </a:moveTo>
                <a:cubicBezTo>
                  <a:pt x="1709" y="0"/>
                  <a:pt x="1669" y="2"/>
                  <a:pt x="1629" y="7"/>
                </a:cubicBezTo>
                <a:cubicBezTo>
                  <a:pt x="1391" y="38"/>
                  <a:pt x="1250" y="176"/>
                  <a:pt x="1187" y="347"/>
                </a:cubicBezTo>
                <a:cubicBezTo>
                  <a:pt x="1033" y="773"/>
                  <a:pt x="935" y="1218"/>
                  <a:pt x="819" y="1650"/>
                </a:cubicBezTo>
                <a:cubicBezTo>
                  <a:pt x="701" y="2092"/>
                  <a:pt x="590" y="2536"/>
                  <a:pt x="496" y="2983"/>
                </a:cubicBezTo>
                <a:cubicBezTo>
                  <a:pt x="126" y="4733"/>
                  <a:pt x="0" y="6549"/>
                  <a:pt x="659" y="8271"/>
                </a:cubicBezTo>
                <a:cubicBezTo>
                  <a:pt x="678" y="8321"/>
                  <a:pt x="733" y="8346"/>
                  <a:pt x="790" y="8346"/>
                </a:cubicBezTo>
                <a:cubicBezTo>
                  <a:pt x="835" y="8346"/>
                  <a:pt x="881" y="8329"/>
                  <a:pt x="910" y="8296"/>
                </a:cubicBezTo>
                <a:cubicBezTo>
                  <a:pt x="1048" y="8134"/>
                  <a:pt x="1206" y="7983"/>
                  <a:pt x="1385" y="7843"/>
                </a:cubicBezTo>
                <a:cubicBezTo>
                  <a:pt x="2101" y="7284"/>
                  <a:pt x="3087" y="6944"/>
                  <a:pt x="4095" y="6849"/>
                </a:cubicBezTo>
                <a:cubicBezTo>
                  <a:pt x="4314" y="6828"/>
                  <a:pt x="4534" y="6818"/>
                  <a:pt x="4754" y="6818"/>
                </a:cubicBezTo>
                <a:cubicBezTo>
                  <a:pt x="5730" y="6818"/>
                  <a:pt x="6704" y="7012"/>
                  <a:pt x="7586" y="7328"/>
                </a:cubicBezTo>
                <a:cubicBezTo>
                  <a:pt x="8653" y="7708"/>
                  <a:pt x="9622" y="8264"/>
                  <a:pt x="10770" y="8502"/>
                </a:cubicBezTo>
                <a:cubicBezTo>
                  <a:pt x="11110" y="8573"/>
                  <a:pt x="11460" y="8612"/>
                  <a:pt x="11804" y="8612"/>
                </a:cubicBezTo>
                <a:cubicBezTo>
                  <a:pt x="12445" y="8612"/>
                  <a:pt x="13071" y="8476"/>
                  <a:pt x="13597" y="8154"/>
                </a:cubicBezTo>
                <a:cubicBezTo>
                  <a:pt x="14183" y="7795"/>
                  <a:pt x="14557" y="7273"/>
                  <a:pt x="14873" y="6761"/>
                </a:cubicBezTo>
                <a:cubicBezTo>
                  <a:pt x="15208" y="6214"/>
                  <a:pt x="15488" y="5645"/>
                  <a:pt x="15900" y="5129"/>
                </a:cubicBezTo>
                <a:cubicBezTo>
                  <a:pt x="16333" y="4590"/>
                  <a:pt x="16925" y="4168"/>
                  <a:pt x="17743" y="4015"/>
                </a:cubicBezTo>
                <a:cubicBezTo>
                  <a:pt x="18117" y="3945"/>
                  <a:pt x="18497" y="3924"/>
                  <a:pt x="18879" y="3924"/>
                </a:cubicBezTo>
                <a:cubicBezTo>
                  <a:pt x="19431" y="3924"/>
                  <a:pt x="19988" y="3967"/>
                  <a:pt x="20538" y="3967"/>
                </a:cubicBezTo>
                <a:cubicBezTo>
                  <a:pt x="20675" y="3967"/>
                  <a:pt x="20811" y="3964"/>
                  <a:pt x="20947" y="3958"/>
                </a:cubicBezTo>
                <a:cubicBezTo>
                  <a:pt x="21449" y="3933"/>
                  <a:pt x="21952" y="3857"/>
                  <a:pt x="22403" y="3679"/>
                </a:cubicBezTo>
                <a:cubicBezTo>
                  <a:pt x="22808" y="3518"/>
                  <a:pt x="23157" y="3280"/>
                  <a:pt x="23433" y="3003"/>
                </a:cubicBezTo>
                <a:cubicBezTo>
                  <a:pt x="23951" y="2479"/>
                  <a:pt x="24196" y="1807"/>
                  <a:pt x="24066" y="1157"/>
                </a:cubicBezTo>
                <a:lnTo>
                  <a:pt x="24066" y="1157"/>
                </a:lnTo>
                <a:cubicBezTo>
                  <a:pt x="24067" y="1158"/>
                  <a:pt x="24069" y="1158"/>
                  <a:pt x="24071" y="1158"/>
                </a:cubicBezTo>
                <a:cubicBezTo>
                  <a:pt x="24093" y="1158"/>
                  <a:pt x="24117" y="1151"/>
                  <a:pt x="24142" y="1138"/>
                </a:cubicBezTo>
                <a:cubicBezTo>
                  <a:pt x="24292" y="1056"/>
                  <a:pt x="24376" y="935"/>
                  <a:pt x="24372" y="792"/>
                </a:cubicBezTo>
                <a:cubicBezTo>
                  <a:pt x="24363" y="440"/>
                  <a:pt x="23972" y="240"/>
                  <a:pt x="23550" y="217"/>
                </a:cubicBezTo>
                <a:cubicBezTo>
                  <a:pt x="23514" y="215"/>
                  <a:pt x="23478" y="215"/>
                  <a:pt x="23442" y="215"/>
                </a:cubicBezTo>
                <a:cubicBezTo>
                  <a:pt x="23211" y="215"/>
                  <a:pt x="22977" y="252"/>
                  <a:pt x="22750" y="280"/>
                </a:cubicBezTo>
                <a:cubicBezTo>
                  <a:pt x="22445" y="317"/>
                  <a:pt x="22139" y="351"/>
                  <a:pt x="21832" y="383"/>
                </a:cubicBezTo>
                <a:cubicBezTo>
                  <a:pt x="20628" y="507"/>
                  <a:pt x="19418" y="590"/>
                  <a:pt x="18207" y="648"/>
                </a:cubicBezTo>
                <a:cubicBezTo>
                  <a:pt x="15784" y="762"/>
                  <a:pt x="13357" y="774"/>
                  <a:pt x="10932" y="789"/>
                </a:cubicBezTo>
                <a:cubicBezTo>
                  <a:pt x="10568" y="791"/>
                  <a:pt x="10203" y="793"/>
                  <a:pt x="9838" y="793"/>
                </a:cubicBezTo>
                <a:cubicBezTo>
                  <a:pt x="7878" y="793"/>
                  <a:pt x="5909" y="743"/>
                  <a:pt x="3985" y="438"/>
                </a:cubicBezTo>
                <a:cubicBezTo>
                  <a:pt x="3423" y="348"/>
                  <a:pt x="2866" y="237"/>
                  <a:pt x="2318" y="100"/>
                </a:cubicBezTo>
                <a:cubicBezTo>
                  <a:pt x="2134" y="55"/>
                  <a:pt x="1943" y="0"/>
                  <a:pt x="1748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7" name="Google Shape;1897;p85"/>
          <p:cNvSpPr/>
          <p:nvPr/>
        </p:nvSpPr>
        <p:spPr>
          <a:xfrm>
            <a:off x="5829867" y="-831076"/>
            <a:ext cx="4345244" cy="3055586"/>
          </a:xfrm>
          <a:custGeom>
            <a:rect b="b" l="l" r="r" t="t"/>
            <a:pathLst>
              <a:path extrusionOk="0" h="19016" w="27042">
                <a:moveTo>
                  <a:pt x="5311" y="0"/>
                </a:moveTo>
                <a:cubicBezTo>
                  <a:pt x="5179" y="0"/>
                  <a:pt x="5075" y="178"/>
                  <a:pt x="5211" y="262"/>
                </a:cubicBezTo>
                <a:cubicBezTo>
                  <a:pt x="5431" y="399"/>
                  <a:pt x="5652" y="530"/>
                  <a:pt x="5876" y="657"/>
                </a:cubicBezTo>
                <a:cubicBezTo>
                  <a:pt x="3749" y="1565"/>
                  <a:pt x="1452" y="2798"/>
                  <a:pt x="713" y="5101"/>
                </a:cubicBezTo>
                <a:cubicBezTo>
                  <a:pt x="0" y="7321"/>
                  <a:pt x="1219" y="10007"/>
                  <a:pt x="3411" y="10856"/>
                </a:cubicBezTo>
                <a:cubicBezTo>
                  <a:pt x="3728" y="10979"/>
                  <a:pt x="4069" y="11058"/>
                  <a:pt x="4406" y="11058"/>
                </a:cubicBezTo>
                <a:cubicBezTo>
                  <a:pt x="4688" y="11058"/>
                  <a:pt x="4968" y="11003"/>
                  <a:pt x="5229" y="10871"/>
                </a:cubicBezTo>
                <a:cubicBezTo>
                  <a:pt x="5743" y="10614"/>
                  <a:pt x="6086" y="10140"/>
                  <a:pt x="6367" y="9654"/>
                </a:cubicBezTo>
                <a:cubicBezTo>
                  <a:pt x="6660" y="9147"/>
                  <a:pt x="6901" y="8604"/>
                  <a:pt x="7258" y="8138"/>
                </a:cubicBezTo>
                <a:cubicBezTo>
                  <a:pt x="7586" y="7709"/>
                  <a:pt x="8056" y="7408"/>
                  <a:pt x="8567" y="7243"/>
                </a:cubicBezTo>
                <a:cubicBezTo>
                  <a:pt x="8835" y="7156"/>
                  <a:pt x="9122" y="7107"/>
                  <a:pt x="9407" y="7107"/>
                </a:cubicBezTo>
                <a:cubicBezTo>
                  <a:pt x="9658" y="7107"/>
                  <a:pt x="9908" y="7145"/>
                  <a:pt x="10143" y="7227"/>
                </a:cubicBezTo>
                <a:cubicBezTo>
                  <a:pt x="10681" y="7416"/>
                  <a:pt x="11050" y="7824"/>
                  <a:pt x="11259" y="8347"/>
                </a:cubicBezTo>
                <a:cubicBezTo>
                  <a:pt x="11495" y="8938"/>
                  <a:pt x="11543" y="9582"/>
                  <a:pt x="11752" y="10181"/>
                </a:cubicBezTo>
                <a:cubicBezTo>
                  <a:pt x="11957" y="10769"/>
                  <a:pt x="12358" y="11405"/>
                  <a:pt x="12983" y="11603"/>
                </a:cubicBezTo>
                <a:cubicBezTo>
                  <a:pt x="13117" y="11646"/>
                  <a:pt x="13250" y="11665"/>
                  <a:pt x="13380" y="11665"/>
                </a:cubicBezTo>
                <a:cubicBezTo>
                  <a:pt x="13765" y="11665"/>
                  <a:pt x="14132" y="11502"/>
                  <a:pt x="14481" y="11319"/>
                </a:cubicBezTo>
                <a:cubicBezTo>
                  <a:pt x="14811" y="11146"/>
                  <a:pt x="15183" y="10926"/>
                  <a:pt x="15563" y="10926"/>
                </a:cubicBezTo>
                <a:cubicBezTo>
                  <a:pt x="15675" y="10926"/>
                  <a:pt x="15789" y="10946"/>
                  <a:pt x="15902" y="10992"/>
                </a:cubicBezTo>
                <a:cubicBezTo>
                  <a:pt x="16505" y="11236"/>
                  <a:pt x="16731" y="12009"/>
                  <a:pt x="16886" y="12576"/>
                </a:cubicBezTo>
                <a:cubicBezTo>
                  <a:pt x="17067" y="13246"/>
                  <a:pt x="17237" y="13920"/>
                  <a:pt x="17447" y="14583"/>
                </a:cubicBezTo>
                <a:cubicBezTo>
                  <a:pt x="17859" y="15878"/>
                  <a:pt x="18454" y="17143"/>
                  <a:pt x="19512" y="18032"/>
                </a:cubicBezTo>
                <a:cubicBezTo>
                  <a:pt x="20225" y="18631"/>
                  <a:pt x="21110" y="19015"/>
                  <a:pt x="22020" y="19015"/>
                </a:cubicBezTo>
                <a:cubicBezTo>
                  <a:pt x="22330" y="19015"/>
                  <a:pt x="22643" y="18971"/>
                  <a:pt x="22954" y="18875"/>
                </a:cubicBezTo>
                <a:cubicBezTo>
                  <a:pt x="24002" y="18552"/>
                  <a:pt x="24786" y="17702"/>
                  <a:pt x="25334" y="16784"/>
                </a:cubicBezTo>
                <a:cubicBezTo>
                  <a:pt x="25931" y="15784"/>
                  <a:pt x="26309" y="14669"/>
                  <a:pt x="26587" y="13543"/>
                </a:cubicBezTo>
                <a:cubicBezTo>
                  <a:pt x="26872" y="12393"/>
                  <a:pt x="27042" y="11178"/>
                  <a:pt x="26859" y="9998"/>
                </a:cubicBezTo>
                <a:cubicBezTo>
                  <a:pt x="26669" y="8763"/>
                  <a:pt x="26045" y="7686"/>
                  <a:pt x="25037" y="6940"/>
                </a:cubicBezTo>
                <a:cubicBezTo>
                  <a:pt x="23865" y="6071"/>
                  <a:pt x="22401" y="5638"/>
                  <a:pt x="21023" y="5219"/>
                </a:cubicBezTo>
                <a:cubicBezTo>
                  <a:pt x="19511" y="4758"/>
                  <a:pt x="17976" y="4376"/>
                  <a:pt x="16442" y="3995"/>
                </a:cubicBezTo>
                <a:cubicBezTo>
                  <a:pt x="13377" y="3236"/>
                  <a:pt x="10276" y="2484"/>
                  <a:pt x="7410" y="1122"/>
                </a:cubicBezTo>
                <a:cubicBezTo>
                  <a:pt x="7124" y="986"/>
                  <a:pt x="6842" y="844"/>
                  <a:pt x="6563" y="695"/>
                </a:cubicBezTo>
                <a:cubicBezTo>
                  <a:pt x="6622" y="671"/>
                  <a:pt x="6682" y="645"/>
                  <a:pt x="6742" y="621"/>
                </a:cubicBezTo>
                <a:cubicBezTo>
                  <a:pt x="6901" y="557"/>
                  <a:pt x="6828" y="333"/>
                  <a:pt x="6684" y="333"/>
                </a:cubicBezTo>
                <a:cubicBezTo>
                  <a:pt x="6666" y="333"/>
                  <a:pt x="6646" y="336"/>
                  <a:pt x="6625" y="345"/>
                </a:cubicBezTo>
                <a:cubicBezTo>
                  <a:pt x="6492" y="400"/>
                  <a:pt x="6358" y="454"/>
                  <a:pt x="6223" y="510"/>
                </a:cubicBezTo>
                <a:cubicBezTo>
                  <a:pt x="5943" y="355"/>
                  <a:pt x="5666" y="194"/>
                  <a:pt x="5394" y="25"/>
                </a:cubicBezTo>
                <a:cubicBezTo>
                  <a:pt x="5366" y="8"/>
                  <a:pt x="5338" y="0"/>
                  <a:pt x="5311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98" name="Google Shape;1898;p85"/>
          <p:cNvGrpSpPr/>
          <p:nvPr/>
        </p:nvGrpSpPr>
        <p:grpSpPr>
          <a:xfrm>
            <a:off x="1116830" y="990139"/>
            <a:ext cx="6909619" cy="3217654"/>
            <a:chOff x="3689050" y="919857"/>
            <a:chExt cx="1419425" cy="685950"/>
          </a:xfrm>
        </p:grpSpPr>
        <p:sp>
          <p:nvSpPr>
            <p:cNvPr id="1899" name="Google Shape;1899;p85"/>
            <p:cNvSpPr/>
            <p:nvPr/>
          </p:nvSpPr>
          <p:spPr>
            <a:xfrm>
              <a:off x="3945175" y="932332"/>
              <a:ext cx="912600" cy="143950"/>
            </a:xfrm>
            <a:custGeom>
              <a:rect b="b" l="l" r="r" t="t"/>
              <a:pathLst>
                <a:path extrusionOk="0" h="5758" w="36504">
                  <a:moveTo>
                    <a:pt x="18144" y="1"/>
                  </a:moveTo>
                  <a:cubicBezTo>
                    <a:pt x="17036" y="1634"/>
                    <a:pt x="15167" y="2647"/>
                    <a:pt x="13238" y="2647"/>
                  </a:cubicBezTo>
                  <a:cubicBezTo>
                    <a:pt x="12616" y="2647"/>
                    <a:pt x="11989" y="2542"/>
                    <a:pt x="11379" y="2319"/>
                  </a:cubicBezTo>
                  <a:cubicBezTo>
                    <a:pt x="9365" y="1581"/>
                    <a:pt x="7828" y="320"/>
                    <a:pt x="5593" y="191"/>
                  </a:cubicBezTo>
                  <a:cubicBezTo>
                    <a:pt x="5449" y="183"/>
                    <a:pt x="5300" y="178"/>
                    <a:pt x="5147" y="178"/>
                  </a:cubicBezTo>
                  <a:cubicBezTo>
                    <a:pt x="2960" y="178"/>
                    <a:pt x="0" y="1073"/>
                    <a:pt x="333" y="3758"/>
                  </a:cubicBezTo>
                  <a:cubicBezTo>
                    <a:pt x="340" y="3806"/>
                    <a:pt x="331" y="3848"/>
                    <a:pt x="315" y="3883"/>
                  </a:cubicBezTo>
                  <a:lnTo>
                    <a:pt x="993" y="3938"/>
                  </a:lnTo>
                  <a:cubicBezTo>
                    <a:pt x="1146" y="3384"/>
                    <a:pt x="1456" y="2883"/>
                    <a:pt x="2007" y="2472"/>
                  </a:cubicBezTo>
                  <a:cubicBezTo>
                    <a:pt x="2725" y="1941"/>
                    <a:pt x="3583" y="1727"/>
                    <a:pt x="4450" y="1727"/>
                  </a:cubicBezTo>
                  <a:cubicBezTo>
                    <a:pt x="4894" y="1727"/>
                    <a:pt x="5341" y="1783"/>
                    <a:pt x="5773" y="1881"/>
                  </a:cubicBezTo>
                  <a:cubicBezTo>
                    <a:pt x="7779" y="2336"/>
                    <a:pt x="9550" y="3481"/>
                    <a:pt x="11575" y="3897"/>
                  </a:cubicBezTo>
                  <a:cubicBezTo>
                    <a:pt x="12135" y="4012"/>
                    <a:pt x="12699" y="4074"/>
                    <a:pt x="13255" y="4074"/>
                  </a:cubicBezTo>
                  <a:cubicBezTo>
                    <a:pt x="14893" y="4074"/>
                    <a:pt x="16460" y="3538"/>
                    <a:pt x="17629" y="2251"/>
                  </a:cubicBezTo>
                  <a:cubicBezTo>
                    <a:pt x="17624" y="2245"/>
                    <a:pt x="17618" y="2243"/>
                    <a:pt x="17612" y="2239"/>
                  </a:cubicBezTo>
                  <a:cubicBezTo>
                    <a:pt x="17546" y="2178"/>
                    <a:pt x="17611" y="2069"/>
                    <a:pt x="17685" y="2069"/>
                  </a:cubicBezTo>
                  <a:cubicBezTo>
                    <a:pt x="17701" y="2069"/>
                    <a:pt x="17717" y="2074"/>
                    <a:pt x="17733" y="2086"/>
                  </a:cubicBezTo>
                  <a:cubicBezTo>
                    <a:pt x="19239" y="3237"/>
                    <a:pt x="20937" y="3852"/>
                    <a:pt x="22793" y="3852"/>
                  </a:cubicBezTo>
                  <a:cubicBezTo>
                    <a:pt x="23059" y="3852"/>
                    <a:pt x="23328" y="3839"/>
                    <a:pt x="23600" y="3814"/>
                  </a:cubicBezTo>
                  <a:cubicBezTo>
                    <a:pt x="25712" y="3617"/>
                    <a:pt x="27523" y="2689"/>
                    <a:pt x="29519" y="2088"/>
                  </a:cubicBezTo>
                  <a:cubicBezTo>
                    <a:pt x="30068" y="1923"/>
                    <a:pt x="30659" y="1810"/>
                    <a:pt x="31242" y="1810"/>
                  </a:cubicBezTo>
                  <a:cubicBezTo>
                    <a:pt x="31952" y="1810"/>
                    <a:pt x="32648" y="1978"/>
                    <a:pt x="33237" y="2426"/>
                  </a:cubicBezTo>
                  <a:cubicBezTo>
                    <a:pt x="34260" y="3201"/>
                    <a:pt x="34563" y="4547"/>
                    <a:pt x="34740" y="5758"/>
                  </a:cubicBezTo>
                  <a:cubicBezTo>
                    <a:pt x="35271" y="5233"/>
                    <a:pt x="35867" y="4776"/>
                    <a:pt x="36504" y="4388"/>
                  </a:cubicBezTo>
                  <a:lnTo>
                    <a:pt x="36202" y="3998"/>
                  </a:lnTo>
                  <a:cubicBezTo>
                    <a:pt x="36068" y="3998"/>
                    <a:pt x="35934" y="3919"/>
                    <a:pt x="35955" y="3758"/>
                  </a:cubicBezTo>
                  <a:cubicBezTo>
                    <a:pt x="36287" y="1073"/>
                    <a:pt x="33327" y="178"/>
                    <a:pt x="31142" y="178"/>
                  </a:cubicBezTo>
                  <a:cubicBezTo>
                    <a:pt x="30989" y="178"/>
                    <a:pt x="30840" y="183"/>
                    <a:pt x="30696" y="191"/>
                  </a:cubicBezTo>
                  <a:cubicBezTo>
                    <a:pt x="28460" y="320"/>
                    <a:pt x="26922" y="1581"/>
                    <a:pt x="24909" y="2319"/>
                  </a:cubicBezTo>
                  <a:cubicBezTo>
                    <a:pt x="24299" y="2542"/>
                    <a:pt x="23672" y="2647"/>
                    <a:pt x="23051" y="2647"/>
                  </a:cubicBezTo>
                  <a:cubicBezTo>
                    <a:pt x="21122" y="2647"/>
                    <a:pt x="19251" y="1634"/>
                    <a:pt x="18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85"/>
            <p:cNvSpPr/>
            <p:nvPr/>
          </p:nvSpPr>
          <p:spPr>
            <a:xfrm>
              <a:off x="3701525" y="974157"/>
              <a:ext cx="1029900" cy="620125"/>
            </a:xfrm>
            <a:custGeom>
              <a:rect b="b" l="l" r="r" t="t"/>
              <a:pathLst>
                <a:path extrusionOk="0" h="24805" w="41196">
                  <a:moveTo>
                    <a:pt x="3847" y="1"/>
                  </a:moveTo>
                  <a:cubicBezTo>
                    <a:pt x="2137" y="1"/>
                    <a:pt x="763" y="859"/>
                    <a:pt x="677" y="3336"/>
                  </a:cubicBezTo>
                  <a:cubicBezTo>
                    <a:pt x="613" y="5220"/>
                    <a:pt x="2550" y="9525"/>
                    <a:pt x="1" y="10579"/>
                  </a:cubicBezTo>
                  <a:cubicBezTo>
                    <a:pt x="3011" y="11967"/>
                    <a:pt x="594" y="15800"/>
                    <a:pt x="538" y="18000"/>
                  </a:cubicBezTo>
                  <a:cubicBezTo>
                    <a:pt x="478" y="20293"/>
                    <a:pt x="2067" y="21963"/>
                    <a:pt x="4339" y="22062"/>
                  </a:cubicBezTo>
                  <a:cubicBezTo>
                    <a:pt x="4416" y="22065"/>
                    <a:pt x="4492" y="22067"/>
                    <a:pt x="4568" y="22067"/>
                  </a:cubicBezTo>
                  <a:cubicBezTo>
                    <a:pt x="6475" y="22067"/>
                    <a:pt x="8130" y="21013"/>
                    <a:pt x="9855" y="20327"/>
                  </a:cubicBezTo>
                  <a:cubicBezTo>
                    <a:pt x="9870" y="20321"/>
                    <a:pt x="9884" y="20318"/>
                    <a:pt x="9897" y="20318"/>
                  </a:cubicBezTo>
                  <a:cubicBezTo>
                    <a:pt x="9969" y="20318"/>
                    <a:pt x="9999" y="20406"/>
                    <a:pt x="9975" y="20473"/>
                  </a:cubicBezTo>
                  <a:cubicBezTo>
                    <a:pt x="10009" y="20508"/>
                    <a:pt x="10035" y="20551"/>
                    <a:pt x="10039" y="20611"/>
                  </a:cubicBezTo>
                  <a:cubicBezTo>
                    <a:pt x="10252" y="22943"/>
                    <a:pt x="12007" y="24671"/>
                    <a:pt x="14359" y="24796"/>
                  </a:cubicBezTo>
                  <a:cubicBezTo>
                    <a:pt x="14475" y="24802"/>
                    <a:pt x="14590" y="24805"/>
                    <a:pt x="14705" y="24805"/>
                  </a:cubicBezTo>
                  <a:cubicBezTo>
                    <a:pt x="16578" y="24805"/>
                    <a:pt x="18354" y="24022"/>
                    <a:pt x="20081" y="23387"/>
                  </a:cubicBezTo>
                  <a:cubicBezTo>
                    <a:pt x="21335" y="22924"/>
                    <a:pt x="22685" y="22498"/>
                    <a:pt x="24038" y="22498"/>
                  </a:cubicBezTo>
                  <a:cubicBezTo>
                    <a:pt x="24447" y="22498"/>
                    <a:pt x="24856" y="22537"/>
                    <a:pt x="25262" y="22625"/>
                  </a:cubicBezTo>
                  <a:cubicBezTo>
                    <a:pt x="26320" y="22854"/>
                    <a:pt x="27557" y="23480"/>
                    <a:pt x="27889" y="24581"/>
                  </a:cubicBezTo>
                  <a:cubicBezTo>
                    <a:pt x="28223" y="23480"/>
                    <a:pt x="29460" y="22854"/>
                    <a:pt x="30517" y="22625"/>
                  </a:cubicBezTo>
                  <a:cubicBezTo>
                    <a:pt x="30924" y="22537"/>
                    <a:pt x="31332" y="22498"/>
                    <a:pt x="31741" y="22498"/>
                  </a:cubicBezTo>
                  <a:cubicBezTo>
                    <a:pt x="33094" y="22498"/>
                    <a:pt x="34445" y="22924"/>
                    <a:pt x="35698" y="23387"/>
                  </a:cubicBezTo>
                  <a:cubicBezTo>
                    <a:pt x="37422" y="24022"/>
                    <a:pt x="39197" y="24803"/>
                    <a:pt x="41066" y="24803"/>
                  </a:cubicBezTo>
                  <a:cubicBezTo>
                    <a:pt x="41109" y="24803"/>
                    <a:pt x="41153" y="24803"/>
                    <a:pt x="41196" y="24802"/>
                  </a:cubicBezTo>
                  <a:lnTo>
                    <a:pt x="41189" y="24209"/>
                  </a:lnTo>
                  <a:cubicBezTo>
                    <a:pt x="41152" y="24211"/>
                    <a:pt x="41115" y="24211"/>
                    <a:pt x="41077" y="24211"/>
                  </a:cubicBezTo>
                  <a:cubicBezTo>
                    <a:pt x="40614" y="24211"/>
                    <a:pt x="40111" y="24107"/>
                    <a:pt x="39568" y="23867"/>
                  </a:cubicBezTo>
                  <a:cubicBezTo>
                    <a:pt x="38792" y="23528"/>
                    <a:pt x="38112" y="23001"/>
                    <a:pt x="37352" y="22627"/>
                  </a:cubicBezTo>
                  <a:cubicBezTo>
                    <a:pt x="36364" y="22138"/>
                    <a:pt x="35299" y="21806"/>
                    <a:pt x="34214" y="21623"/>
                  </a:cubicBezTo>
                  <a:cubicBezTo>
                    <a:pt x="33591" y="21518"/>
                    <a:pt x="32969" y="21469"/>
                    <a:pt x="32350" y="21469"/>
                  </a:cubicBezTo>
                  <a:cubicBezTo>
                    <a:pt x="30774" y="21469"/>
                    <a:pt x="29218" y="21789"/>
                    <a:pt x="27714" y="22329"/>
                  </a:cubicBezTo>
                  <a:cubicBezTo>
                    <a:pt x="27705" y="22333"/>
                    <a:pt x="27696" y="22335"/>
                    <a:pt x="27687" y="22335"/>
                  </a:cubicBezTo>
                  <a:cubicBezTo>
                    <a:pt x="27663" y="22335"/>
                    <a:pt x="27642" y="22322"/>
                    <a:pt x="27629" y="22305"/>
                  </a:cubicBezTo>
                  <a:lnTo>
                    <a:pt x="27603" y="22334"/>
                  </a:lnTo>
                  <a:cubicBezTo>
                    <a:pt x="27656" y="22378"/>
                    <a:pt x="27710" y="22422"/>
                    <a:pt x="27760" y="22470"/>
                  </a:cubicBezTo>
                  <a:cubicBezTo>
                    <a:pt x="27879" y="22578"/>
                    <a:pt x="27768" y="22737"/>
                    <a:pt x="27642" y="22737"/>
                  </a:cubicBezTo>
                  <a:cubicBezTo>
                    <a:pt x="27606" y="22737"/>
                    <a:pt x="27570" y="22724"/>
                    <a:pt x="27537" y="22694"/>
                  </a:cubicBezTo>
                  <a:cubicBezTo>
                    <a:pt x="26519" y="21773"/>
                    <a:pt x="25347" y="21448"/>
                    <a:pt x="24107" y="21448"/>
                  </a:cubicBezTo>
                  <a:cubicBezTo>
                    <a:pt x="21397" y="21448"/>
                    <a:pt x="18367" y="23003"/>
                    <a:pt x="15932" y="23289"/>
                  </a:cubicBezTo>
                  <a:cubicBezTo>
                    <a:pt x="15723" y="23314"/>
                    <a:pt x="15519" y="23326"/>
                    <a:pt x="15320" y="23326"/>
                  </a:cubicBezTo>
                  <a:cubicBezTo>
                    <a:pt x="12671" y="23326"/>
                    <a:pt x="10863" y="21230"/>
                    <a:pt x="10185" y="18734"/>
                  </a:cubicBezTo>
                  <a:lnTo>
                    <a:pt x="10069" y="18766"/>
                  </a:lnTo>
                  <a:cubicBezTo>
                    <a:pt x="10081" y="18794"/>
                    <a:pt x="10079" y="18827"/>
                    <a:pt x="10053" y="18850"/>
                  </a:cubicBezTo>
                  <a:cubicBezTo>
                    <a:pt x="8921" y="19817"/>
                    <a:pt x="6790" y="20981"/>
                    <a:pt x="4952" y="20981"/>
                  </a:cubicBezTo>
                  <a:cubicBezTo>
                    <a:pt x="4112" y="20981"/>
                    <a:pt x="3333" y="20737"/>
                    <a:pt x="2739" y="20120"/>
                  </a:cubicBezTo>
                  <a:cubicBezTo>
                    <a:pt x="243" y="17529"/>
                    <a:pt x="4568" y="13482"/>
                    <a:pt x="1838" y="11034"/>
                  </a:cubicBezTo>
                  <a:lnTo>
                    <a:pt x="1838" y="11034"/>
                  </a:lnTo>
                  <a:cubicBezTo>
                    <a:pt x="1827" y="11038"/>
                    <a:pt x="1816" y="11040"/>
                    <a:pt x="1806" y="11040"/>
                  </a:cubicBezTo>
                  <a:cubicBezTo>
                    <a:pt x="1733" y="11040"/>
                    <a:pt x="1687" y="10950"/>
                    <a:pt x="1741" y="10891"/>
                  </a:cubicBezTo>
                  <a:cubicBezTo>
                    <a:pt x="1737" y="10809"/>
                    <a:pt x="1817" y="10732"/>
                    <a:pt x="1904" y="10732"/>
                  </a:cubicBezTo>
                  <a:cubicBezTo>
                    <a:pt x="1918" y="10732"/>
                    <a:pt x="1933" y="10734"/>
                    <a:pt x="1947" y="10738"/>
                  </a:cubicBezTo>
                  <a:cubicBezTo>
                    <a:pt x="4939" y="8501"/>
                    <a:pt x="196" y="4163"/>
                    <a:pt x="2832" y="2011"/>
                  </a:cubicBezTo>
                  <a:cubicBezTo>
                    <a:pt x="3326" y="1608"/>
                    <a:pt x="3893" y="1443"/>
                    <a:pt x="4496" y="1443"/>
                  </a:cubicBezTo>
                  <a:cubicBezTo>
                    <a:pt x="6603" y="1443"/>
                    <a:pt x="9147" y="3457"/>
                    <a:pt x="10538" y="4354"/>
                  </a:cubicBezTo>
                  <a:cubicBezTo>
                    <a:pt x="10582" y="4382"/>
                    <a:pt x="10600" y="4424"/>
                    <a:pt x="10600" y="4463"/>
                  </a:cubicBezTo>
                  <a:lnTo>
                    <a:pt x="10705" y="4449"/>
                  </a:lnTo>
                  <a:cubicBezTo>
                    <a:pt x="10594" y="3692"/>
                    <a:pt x="10550" y="2939"/>
                    <a:pt x="10739" y="2265"/>
                  </a:cubicBezTo>
                  <a:lnTo>
                    <a:pt x="10061" y="2209"/>
                  </a:lnTo>
                  <a:cubicBezTo>
                    <a:pt x="10019" y="2287"/>
                    <a:pt x="9926" y="2325"/>
                    <a:pt x="9832" y="2325"/>
                  </a:cubicBezTo>
                  <a:cubicBezTo>
                    <a:pt x="9764" y="2325"/>
                    <a:pt x="9695" y="2305"/>
                    <a:pt x="9645" y="2265"/>
                  </a:cubicBezTo>
                  <a:cubicBezTo>
                    <a:pt x="8242" y="1145"/>
                    <a:pt x="5821" y="1"/>
                    <a:pt x="38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85"/>
            <p:cNvSpPr/>
            <p:nvPr/>
          </p:nvSpPr>
          <p:spPr>
            <a:xfrm>
              <a:off x="4731250" y="974157"/>
              <a:ext cx="364750" cy="620075"/>
            </a:xfrm>
            <a:custGeom>
              <a:rect b="b" l="l" r="r" t="t"/>
              <a:pathLst>
                <a:path extrusionOk="0" h="24803" w="14590">
                  <a:moveTo>
                    <a:pt x="10745" y="1"/>
                  </a:moveTo>
                  <a:cubicBezTo>
                    <a:pt x="8771" y="1"/>
                    <a:pt x="6350" y="1145"/>
                    <a:pt x="4947" y="2265"/>
                  </a:cubicBezTo>
                  <a:cubicBezTo>
                    <a:pt x="4895" y="2304"/>
                    <a:pt x="4826" y="2325"/>
                    <a:pt x="4760" y="2325"/>
                  </a:cubicBezTo>
                  <a:lnTo>
                    <a:pt x="5062" y="2715"/>
                  </a:lnTo>
                  <a:cubicBezTo>
                    <a:pt x="5699" y="2328"/>
                    <a:pt x="6378" y="2008"/>
                    <a:pt x="7082" y="1757"/>
                  </a:cubicBezTo>
                  <a:cubicBezTo>
                    <a:pt x="7873" y="1474"/>
                    <a:pt x="8982" y="1106"/>
                    <a:pt x="9976" y="1106"/>
                  </a:cubicBezTo>
                  <a:cubicBezTo>
                    <a:pt x="10413" y="1106"/>
                    <a:pt x="10827" y="1177"/>
                    <a:pt x="11182" y="1358"/>
                  </a:cubicBezTo>
                  <a:cubicBezTo>
                    <a:pt x="12247" y="1898"/>
                    <a:pt x="12651" y="3163"/>
                    <a:pt x="12647" y="4280"/>
                  </a:cubicBezTo>
                  <a:cubicBezTo>
                    <a:pt x="12641" y="6296"/>
                    <a:pt x="11480" y="8423"/>
                    <a:pt x="12856" y="10245"/>
                  </a:cubicBezTo>
                  <a:cubicBezTo>
                    <a:pt x="12914" y="10318"/>
                    <a:pt x="12891" y="10392"/>
                    <a:pt x="12836" y="10436"/>
                  </a:cubicBezTo>
                  <a:lnTo>
                    <a:pt x="12852" y="10459"/>
                  </a:lnTo>
                  <a:cubicBezTo>
                    <a:pt x="12880" y="10436"/>
                    <a:pt x="12907" y="10416"/>
                    <a:pt x="12935" y="10397"/>
                  </a:cubicBezTo>
                  <a:cubicBezTo>
                    <a:pt x="12964" y="10377"/>
                    <a:pt x="12993" y="10369"/>
                    <a:pt x="13020" y="10369"/>
                  </a:cubicBezTo>
                  <a:cubicBezTo>
                    <a:pt x="13151" y="10369"/>
                    <a:pt x="13237" y="10577"/>
                    <a:pt x="13096" y="10674"/>
                  </a:cubicBezTo>
                  <a:cubicBezTo>
                    <a:pt x="9979" y="12831"/>
                    <a:pt x="14313" y="17215"/>
                    <a:pt x="11808" y="19785"/>
                  </a:cubicBezTo>
                  <a:cubicBezTo>
                    <a:pt x="11256" y="20352"/>
                    <a:pt x="10533" y="20576"/>
                    <a:pt x="9745" y="20576"/>
                  </a:cubicBezTo>
                  <a:cubicBezTo>
                    <a:pt x="7840" y="20576"/>
                    <a:pt x="5552" y="19265"/>
                    <a:pt x="4357" y="18293"/>
                  </a:cubicBezTo>
                  <a:lnTo>
                    <a:pt x="4299" y="18365"/>
                  </a:lnTo>
                  <a:cubicBezTo>
                    <a:pt x="4339" y="18400"/>
                    <a:pt x="4362" y="18455"/>
                    <a:pt x="4348" y="18522"/>
                  </a:cubicBezTo>
                  <a:cubicBezTo>
                    <a:pt x="3856" y="20820"/>
                    <a:pt x="2515" y="24108"/>
                    <a:pt x="0" y="24209"/>
                  </a:cubicBezTo>
                  <a:lnTo>
                    <a:pt x="7" y="24802"/>
                  </a:lnTo>
                  <a:cubicBezTo>
                    <a:pt x="82" y="24802"/>
                    <a:pt x="157" y="24800"/>
                    <a:pt x="231" y="24796"/>
                  </a:cubicBezTo>
                  <a:cubicBezTo>
                    <a:pt x="2584" y="24671"/>
                    <a:pt x="4339" y="22943"/>
                    <a:pt x="4551" y="20611"/>
                  </a:cubicBezTo>
                  <a:cubicBezTo>
                    <a:pt x="4556" y="20551"/>
                    <a:pt x="4583" y="20508"/>
                    <a:pt x="4615" y="20473"/>
                  </a:cubicBezTo>
                  <a:cubicBezTo>
                    <a:pt x="4592" y="20407"/>
                    <a:pt x="4622" y="20319"/>
                    <a:pt x="4693" y="20319"/>
                  </a:cubicBezTo>
                  <a:cubicBezTo>
                    <a:pt x="4706" y="20319"/>
                    <a:pt x="4721" y="20322"/>
                    <a:pt x="4736" y="20328"/>
                  </a:cubicBezTo>
                  <a:cubicBezTo>
                    <a:pt x="6461" y="21013"/>
                    <a:pt x="8116" y="22067"/>
                    <a:pt x="10022" y="22067"/>
                  </a:cubicBezTo>
                  <a:cubicBezTo>
                    <a:pt x="10098" y="22067"/>
                    <a:pt x="10175" y="22065"/>
                    <a:pt x="10252" y="22062"/>
                  </a:cubicBezTo>
                  <a:cubicBezTo>
                    <a:pt x="12524" y="21963"/>
                    <a:pt x="14112" y="20293"/>
                    <a:pt x="14053" y="18000"/>
                  </a:cubicBezTo>
                  <a:cubicBezTo>
                    <a:pt x="13997" y="15800"/>
                    <a:pt x="11580" y="11967"/>
                    <a:pt x="14590" y="10579"/>
                  </a:cubicBezTo>
                  <a:cubicBezTo>
                    <a:pt x="12044" y="9525"/>
                    <a:pt x="13979" y="5220"/>
                    <a:pt x="13914" y="3336"/>
                  </a:cubicBezTo>
                  <a:cubicBezTo>
                    <a:pt x="13829" y="859"/>
                    <a:pt x="12455" y="1"/>
                    <a:pt x="107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85"/>
            <p:cNvSpPr/>
            <p:nvPr/>
          </p:nvSpPr>
          <p:spPr>
            <a:xfrm>
              <a:off x="3689050" y="919857"/>
              <a:ext cx="1419425" cy="685950"/>
            </a:xfrm>
            <a:custGeom>
              <a:rect b="b" l="l" r="r" t="t"/>
              <a:pathLst>
                <a:path extrusionOk="0" h="27438" w="56777">
                  <a:moveTo>
                    <a:pt x="28389" y="500"/>
                  </a:moveTo>
                  <a:cubicBezTo>
                    <a:pt x="29496" y="2133"/>
                    <a:pt x="31368" y="3146"/>
                    <a:pt x="33296" y="3146"/>
                  </a:cubicBezTo>
                  <a:cubicBezTo>
                    <a:pt x="33917" y="3146"/>
                    <a:pt x="34544" y="3041"/>
                    <a:pt x="35154" y="2818"/>
                  </a:cubicBezTo>
                  <a:cubicBezTo>
                    <a:pt x="37167" y="2080"/>
                    <a:pt x="38706" y="819"/>
                    <a:pt x="40941" y="690"/>
                  </a:cubicBezTo>
                  <a:cubicBezTo>
                    <a:pt x="41085" y="682"/>
                    <a:pt x="41234" y="677"/>
                    <a:pt x="41387" y="677"/>
                  </a:cubicBezTo>
                  <a:cubicBezTo>
                    <a:pt x="43573" y="677"/>
                    <a:pt x="46532" y="1572"/>
                    <a:pt x="46200" y="4257"/>
                  </a:cubicBezTo>
                  <a:cubicBezTo>
                    <a:pt x="46179" y="4418"/>
                    <a:pt x="46313" y="4497"/>
                    <a:pt x="46447" y="4497"/>
                  </a:cubicBezTo>
                  <a:cubicBezTo>
                    <a:pt x="46514" y="4497"/>
                    <a:pt x="46583" y="4476"/>
                    <a:pt x="46633" y="4437"/>
                  </a:cubicBezTo>
                  <a:cubicBezTo>
                    <a:pt x="48037" y="3317"/>
                    <a:pt x="50458" y="2173"/>
                    <a:pt x="52433" y="2173"/>
                  </a:cubicBezTo>
                  <a:cubicBezTo>
                    <a:pt x="54143" y="2173"/>
                    <a:pt x="55517" y="3031"/>
                    <a:pt x="55602" y="5508"/>
                  </a:cubicBezTo>
                  <a:cubicBezTo>
                    <a:pt x="55667" y="7392"/>
                    <a:pt x="53731" y="11697"/>
                    <a:pt x="56278" y="12751"/>
                  </a:cubicBezTo>
                  <a:cubicBezTo>
                    <a:pt x="53268" y="14139"/>
                    <a:pt x="55685" y="17972"/>
                    <a:pt x="55741" y="20172"/>
                  </a:cubicBezTo>
                  <a:cubicBezTo>
                    <a:pt x="55800" y="22465"/>
                    <a:pt x="54212" y="24135"/>
                    <a:pt x="51940" y="24234"/>
                  </a:cubicBezTo>
                  <a:cubicBezTo>
                    <a:pt x="51863" y="24237"/>
                    <a:pt x="51786" y="24239"/>
                    <a:pt x="51710" y="24239"/>
                  </a:cubicBezTo>
                  <a:cubicBezTo>
                    <a:pt x="49804" y="24239"/>
                    <a:pt x="48149" y="23185"/>
                    <a:pt x="46424" y="22500"/>
                  </a:cubicBezTo>
                  <a:cubicBezTo>
                    <a:pt x="46409" y="22494"/>
                    <a:pt x="46394" y="22491"/>
                    <a:pt x="46381" y="22491"/>
                  </a:cubicBezTo>
                  <a:cubicBezTo>
                    <a:pt x="46310" y="22491"/>
                    <a:pt x="46280" y="22579"/>
                    <a:pt x="46303" y="22645"/>
                  </a:cubicBezTo>
                  <a:cubicBezTo>
                    <a:pt x="46271" y="22680"/>
                    <a:pt x="46244" y="22723"/>
                    <a:pt x="46239" y="22783"/>
                  </a:cubicBezTo>
                  <a:cubicBezTo>
                    <a:pt x="46027" y="25115"/>
                    <a:pt x="44272" y="26843"/>
                    <a:pt x="41919" y="26968"/>
                  </a:cubicBezTo>
                  <a:cubicBezTo>
                    <a:pt x="41845" y="26972"/>
                    <a:pt x="41770" y="26974"/>
                    <a:pt x="41695" y="26974"/>
                  </a:cubicBezTo>
                  <a:cubicBezTo>
                    <a:pt x="41652" y="26975"/>
                    <a:pt x="41609" y="26975"/>
                    <a:pt x="41565" y="26975"/>
                  </a:cubicBezTo>
                  <a:cubicBezTo>
                    <a:pt x="39698" y="26975"/>
                    <a:pt x="37922" y="26194"/>
                    <a:pt x="36197" y="25559"/>
                  </a:cubicBezTo>
                  <a:cubicBezTo>
                    <a:pt x="34943" y="25096"/>
                    <a:pt x="33593" y="24670"/>
                    <a:pt x="32239" y="24670"/>
                  </a:cubicBezTo>
                  <a:cubicBezTo>
                    <a:pt x="31831" y="24670"/>
                    <a:pt x="31423" y="24709"/>
                    <a:pt x="31016" y="24797"/>
                  </a:cubicBezTo>
                  <a:cubicBezTo>
                    <a:pt x="29959" y="25026"/>
                    <a:pt x="28722" y="25652"/>
                    <a:pt x="28389" y="26753"/>
                  </a:cubicBezTo>
                  <a:cubicBezTo>
                    <a:pt x="28056" y="25652"/>
                    <a:pt x="26819" y="25026"/>
                    <a:pt x="25761" y="24797"/>
                  </a:cubicBezTo>
                  <a:cubicBezTo>
                    <a:pt x="25355" y="24709"/>
                    <a:pt x="24947" y="24670"/>
                    <a:pt x="24539" y="24670"/>
                  </a:cubicBezTo>
                  <a:cubicBezTo>
                    <a:pt x="23185" y="24670"/>
                    <a:pt x="21834" y="25096"/>
                    <a:pt x="20580" y="25559"/>
                  </a:cubicBezTo>
                  <a:cubicBezTo>
                    <a:pt x="18853" y="26195"/>
                    <a:pt x="17077" y="26977"/>
                    <a:pt x="15205" y="26977"/>
                  </a:cubicBezTo>
                  <a:cubicBezTo>
                    <a:pt x="15090" y="26977"/>
                    <a:pt x="14974" y="26974"/>
                    <a:pt x="14858" y="26968"/>
                  </a:cubicBezTo>
                  <a:cubicBezTo>
                    <a:pt x="12506" y="26843"/>
                    <a:pt x="10751" y="25115"/>
                    <a:pt x="10538" y="22783"/>
                  </a:cubicBezTo>
                  <a:cubicBezTo>
                    <a:pt x="10534" y="22723"/>
                    <a:pt x="10508" y="22680"/>
                    <a:pt x="10474" y="22645"/>
                  </a:cubicBezTo>
                  <a:cubicBezTo>
                    <a:pt x="10498" y="22579"/>
                    <a:pt x="10468" y="22491"/>
                    <a:pt x="10397" y="22491"/>
                  </a:cubicBezTo>
                  <a:cubicBezTo>
                    <a:pt x="10384" y="22491"/>
                    <a:pt x="10370" y="22494"/>
                    <a:pt x="10355" y="22500"/>
                  </a:cubicBezTo>
                  <a:cubicBezTo>
                    <a:pt x="8629" y="23186"/>
                    <a:pt x="6974" y="24239"/>
                    <a:pt x="5067" y="24239"/>
                  </a:cubicBezTo>
                  <a:cubicBezTo>
                    <a:pt x="4991" y="24239"/>
                    <a:pt x="4915" y="24237"/>
                    <a:pt x="4838" y="24234"/>
                  </a:cubicBezTo>
                  <a:cubicBezTo>
                    <a:pt x="2566" y="24135"/>
                    <a:pt x="977" y="22465"/>
                    <a:pt x="1038" y="20172"/>
                  </a:cubicBezTo>
                  <a:cubicBezTo>
                    <a:pt x="1094" y="17972"/>
                    <a:pt x="3510" y="14140"/>
                    <a:pt x="500" y="12752"/>
                  </a:cubicBezTo>
                  <a:cubicBezTo>
                    <a:pt x="3049" y="11697"/>
                    <a:pt x="1112" y="7392"/>
                    <a:pt x="1176" y="5508"/>
                  </a:cubicBezTo>
                  <a:cubicBezTo>
                    <a:pt x="1262" y="3032"/>
                    <a:pt x="2636" y="2174"/>
                    <a:pt x="4345" y="2174"/>
                  </a:cubicBezTo>
                  <a:cubicBezTo>
                    <a:pt x="6319" y="2174"/>
                    <a:pt x="8741" y="3318"/>
                    <a:pt x="10144" y="4438"/>
                  </a:cubicBezTo>
                  <a:cubicBezTo>
                    <a:pt x="10194" y="4477"/>
                    <a:pt x="10262" y="4497"/>
                    <a:pt x="10331" y="4497"/>
                  </a:cubicBezTo>
                  <a:cubicBezTo>
                    <a:pt x="10425" y="4497"/>
                    <a:pt x="10518" y="4459"/>
                    <a:pt x="10560" y="4382"/>
                  </a:cubicBezTo>
                  <a:cubicBezTo>
                    <a:pt x="10576" y="4347"/>
                    <a:pt x="10585" y="4305"/>
                    <a:pt x="10578" y="4257"/>
                  </a:cubicBezTo>
                  <a:cubicBezTo>
                    <a:pt x="10245" y="1572"/>
                    <a:pt x="13205" y="677"/>
                    <a:pt x="15392" y="677"/>
                  </a:cubicBezTo>
                  <a:cubicBezTo>
                    <a:pt x="15545" y="677"/>
                    <a:pt x="15694" y="682"/>
                    <a:pt x="15838" y="690"/>
                  </a:cubicBezTo>
                  <a:cubicBezTo>
                    <a:pt x="18073" y="819"/>
                    <a:pt x="19610" y="2080"/>
                    <a:pt x="21624" y="2818"/>
                  </a:cubicBezTo>
                  <a:cubicBezTo>
                    <a:pt x="22234" y="3041"/>
                    <a:pt x="22861" y="3146"/>
                    <a:pt x="23483" y="3146"/>
                  </a:cubicBezTo>
                  <a:cubicBezTo>
                    <a:pt x="25412" y="3146"/>
                    <a:pt x="27281" y="2133"/>
                    <a:pt x="28389" y="500"/>
                  </a:cubicBezTo>
                  <a:close/>
                  <a:moveTo>
                    <a:pt x="28294" y="0"/>
                  </a:moveTo>
                  <a:cubicBezTo>
                    <a:pt x="28226" y="0"/>
                    <a:pt x="28159" y="31"/>
                    <a:pt x="28114" y="106"/>
                  </a:cubicBezTo>
                  <a:cubicBezTo>
                    <a:pt x="27161" y="1701"/>
                    <a:pt x="25402" y="2696"/>
                    <a:pt x="23548" y="2696"/>
                  </a:cubicBezTo>
                  <a:cubicBezTo>
                    <a:pt x="23394" y="2696"/>
                    <a:pt x="23239" y="2689"/>
                    <a:pt x="23083" y="2675"/>
                  </a:cubicBezTo>
                  <a:cubicBezTo>
                    <a:pt x="20994" y="2490"/>
                    <a:pt x="19361" y="842"/>
                    <a:pt x="17327" y="378"/>
                  </a:cubicBezTo>
                  <a:cubicBezTo>
                    <a:pt x="16784" y="254"/>
                    <a:pt x="16143" y="185"/>
                    <a:pt x="15469" y="185"/>
                  </a:cubicBezTo>
                  <a:cubicBezTo>
                    <a:pt x="12994" y="185"/>
                    <a:pt x="10087" y="1122"/>
                    <a:pt x="10045" y="3728"/>
                  </a:cubicBezTo>
                  <a:cubicBezTo>
                    <a:pt x="8582" y="2668"/>
                    <a:pt x="6380" y="1518"/>
                    <a:pt x="4422" y="1518"/>
                  </a:cubicBezTo>
                  <a:cubicBezTo>
                    <a:pt x="3581" y="1518"/>
                    <a:pt x="2784" y="1730"/>
                    <a:pt x="2111" y="2253"/>
                  </a:cubicBezTo>
                  <a:cubicBezTo>
                    <a:pt x="1081" y="3051"/>
                    <a:pt x="698" y="4420"/>
                    <a:pt x="691" y="5673"/>
                  </a:cubicBezTo>
                  <a:cubicBezTo>
                    <a:pt x="681" y="7579"/>
                    <a:pt x="2594" y="11588"/>
                    <a:pt x="146" y="12534"/>
                  </a:cubicBezTo>
                  <a:cubicBezTo>
                    <a:pt x="1" y="12592"/>
                    <a:pt x="13" y="12781"/>
                    <a:pt x="118" y="12836"/>
                  </a:cubicBezTo>
                  <a:cubicBezTo>
                    <a:pt x="54" y="12940"/>
                    <a:pt x="63" y="13077"/>
                    <a:pt x="206" y="13139"/>
                  </a:cubicBezTo>
                  <a:cubicBezTo>
                    <a:pt x="2693" y="14224"/>
                    <a:pt x="1063" y="17373"/>
                    <a:pt x="679" y="19193"/>
                  </a:cubicBezTo>
                  <a:cubicBezTo>
                    <a:pt x="379" y="20614"/>
                    <a:pt x="569" y="22158"/>
                    <a:pt x="1520" y="23306"/>
                  </a:cubicBezTo>
                  <a:cubicBezTo>
                    <a:pt x="2424" y="24397"/>
                    <a:pt x="3624" y="24818"/>
                    <a:pt x="4892" y="24818"/>
                  </a:cubicBezTo>
                  <a:cubicBezTo>
                    <a:pt x="6719" y="24818"/>
                    <a:pt x="8685" y="23944"/>
                    <a:pt x="10107" y="22940"/>
                  </a:cubicBezTo>
                  <a:cubicBezTo>
                    <a:pt x="10352" y="25745"/>
                    <a:pt x="12666" y="27438"/>
                    <a:pt x="15300" y="27438"/>
                  </a:cubicBezTo>
                  <a:cubicBezTo>
                    <a:pt x="15610" y="27438"/>
                    <a:pt x="15925" y="27414"/>
                    <a:pt x="16242" y="27366"/>
                  </a:cubicBezTo>
                  <a:cubicBezTo>
                    <a:pt x="18214" y="27071"/>
                    <a:pt x="19998" y="26095"/>
                    <a:pt x="21889" y="25515"/>
                  </a:cubicBezTo>
                  <a:cubicBezTo>
                    <a:pt x="22749" y="25251"/>
                    <a:pt x="23653" y="25046"/>
                    <a:pt x="24556" y="25046"/>
                  </a:cubicBezTo>
                  <a:cubicBezTo>
                    <a:pt x="24926" y="25046"/>
                    <a:pt x="25295" y="25081"/>
                    <a:pt x="25662" y="25159"/>
                  </a:cubicBezTo>
                  <a:cubicBezTo>
                    <a:pt x="26859" y="25413"/>
                    <a:pt x="27541" y="26074"/>
                    <a:pt x="28301" y="26962"/>
                  </a:cubicBezTo>
                  <a:cubicBezTo>
                    <a:pt x="28315" y="26979"/>
                    <a:pt x="28333" y="26987"/>
                    <a:pt x="28350" y="26987"/>
                  </a:cubicBezTo>
                  <a:cubicBezTo>
                    <a:pt x="28364" y="26987"/>
                    <a:pt x="28377" y="26982"/>
                    <a:pt x="28389" y="26974"/>
                  </a:cubicBezTo>
                  <a:cubicBezTo>
                    <a:pt x="28401" y="26982"/>
                    <a:pt x="28414" y="26987"/>
                    <a:pt x="28428" y="26987"/>
                  </a:cubicBezTo>
                  <a:cubicBezTo>
                    <a:pt x="28445" y="26987"/>
                    <a:pt x="28463" y="26979"/>
                    <a:pt x="28477" y="26962"/>
                  </a:cubicBezTo>
                  <a:cubicBezTo>
                    <a:pt x="29239" y="26074"/>
                    <a:pt x="29922" y="25413"/>
                    <a:pt x="31116" y="25159"/>
                  </a:cubicBezTo>
                  <a:cubicBezTo>
                    <a:pt x="31482" y="25081"/>
                    <a:pt x="31852" y="25046"/>
                    <a:pt x="32221" y="25046"/>
                  </a:cubicBezTo>
                  <a:cubicBezTo>
                    <a:pt x="33125" y="25046"/>
                    <a:pt x="34028" y="25251"/>
                    <a:pt x="34889" y="25515"/>
                  </a:cubicBezTo>
                  <a:cubicBezTo>
                    <a:pt x="36780" y="26095"/>
                    <a:pt x="38565" y="27071"/>
                    <a:pt x="40536" y="27366"/>
                  </a:cubicBezTo>
                  <a:cubicBezTo>
                    <a:pt x="40852" y="27414"/>
                    <a:pt x="41168" y="27438"/>
                    <a:pt x="41478" y="27438"/>
                  </a:cubicBezTo>
                  <a:cubicBezTo>
                    <a:pt x="44113" y="27438"/>
                    <a:pt x="46425" y="25745"/>
                    <a:pt x="46671" y="22940"/>
                  </a:cubicBezTo>
                  <a:cubicBezTo>
                    <a:pt x="48092" y="23944"/>
                    <a:pt x="50059" y="24818"/>
                    <a:pt x="51886" y="24818"/>
                  </a:cubicBezTo>
                  <a:cubicBezTo>
                    <a:pt x="53153" y="24818"/>
                    <a:pt x="54354" y="24397"/>
                    <a:pt x="55258" y="23306"/>
                  </a:cubicBezTo>
                  <a:cubicBezTo>
                    <a:pt x="56209" y="22157"/>
                    <a:pt x="56399" y="20614"/>
                    <a:pt x="56098" y="19193"/>
                  </a:cubicBezTo>
                  <a:cubicBezTo>
                    <a:pt x="55715" y="17373"/>
                    <a:pt x="54085" y="14224"/>
                    <a:pt x="56574" y="13139"/>
                  </a:cubicBezTo>
                  <a:cubicBezTo>
                    <a:pt x="56717" y="13077"/>
                    <a:pt x="56723" y="12940"/>
                    <a:pt x="56659" y="12836"/>
                  </a:cubicBezTo>
                  <a:cubicBezTo>
                    <a:pt x="56765" y="12781"/>
                    <a:pt x="56777" y="12592"/>
                    <a:pt x="56632" y="12534"/>
                  </a:cubicBezTo>
                  <a:cubicBezTo>
                    <a:pt x="54184" y="11588"/>
                    <a:pt x="56098" y="7579"/>
                    <a:pt x="56087" y="5673"/>
                  </a:cubicBezTo>
                  <a:cubicBezTo>
                    <a:pt x="56082" y="4420"/>
                    <a:pt x="55697" y="3052"/>
                    <a:pt x="54667" y="2253"/>
                  </a:cubicBezTo>
                  <a:cubicBezTo>
                    <a:pt x="53993" y="1730"/>
                    <a:pt x="53197" y="1518"/>
                    <a:pt x="52357" y="1518"/>
                  </a:cubicBezTo>
                  <a:cubicBezTo>
                    <a:pt x="50399" y="1518"/>
                    <a:pt x="48199" y="2668"/>
                    <a:pt x="46736" y="3728"/>
                  </a:cubicBezTo>
                  <a:cubicBezTo>
                    <a:pt x="46692" y="1122"/>
                    <a:pt x="43784" y="185"/>
                    <a:pt x="41310" y="185"/>
                  </a:cubicBezTo>
                  <a:cubicBezTo>
                    <a:pt x="40637" y="185"/>
                    <a:pt x="39996" y="254"/>
                    <a:pt x="39454" y="378"/>
                  </a:cubicBezTo>
                  <a:cubicBezTo>
                    <a:pt x="37417" y="842"/>
                    <a:pt x="35784" y="2490"/>
                    <a:pt x="33694" y="2675"/>
                  </a:cubicBezTo>
                  <a:cubicBezTo>
                    <a:pt x="33539" y="2689"/>
                    <a:pt x="33384" y="2696"/>
                    <a:pt x="33230" y="2696"/>
                  </a:cubicBezTo>
                  <a:cubicBezTo>
                    <a:pt x="31377" y="2696"/>
                    <a:pt x="29616" y="1701"/>
                    <a:pt x="28664" y="106"/>
                  </a:cubicBezTo>
                  <a:cubicBezTo>
                    <a:pt x="28619" y="31"/>
                    <a:pt x="28552" y="0"/>
                    <a:pt x="28485" y="0"/>
                  </a:cubicBezTo>
                  <a:cubicBezTo>
                    <a:pt x="28453" y="0"/>
                    <a:pt x="28420" y="7"/>
                    <a:pt x="28389" y="20"/>
                  </a:cubicBezTo>
                  <a:cubicBezTo>
                    <a:pt x="28359" y="7"/>
                    <a:pt x="28326" y="0"/>
                    <a:pt x="28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85"/>
            <p:cNvSpPr/>
            <p:nvPr/>
          </p:nvSpPr>
          <p:spPr>
            <a:xfrm>
              <a:off x="4836325" y="1233357"/>
              <a:ext cx="252775" cy="255225"/>
            </a:xfrm>
            <a:custGeom>
              <a:rect b="b" l="l" r="r" t="t"/>
              <a:pathLst>
                <a:path extrusionOk="0" h="10209" w="10111">
                  <a:moveTo>
                    <a:pt x="8816" y="1"/>
                  </a:moveTo>
                  <a:cubicBezTo>
                    <a:pt x="8790" y="1"/>
                    <a:pt x="8761" y="9"/>
                    <a:pt x="8732" y="29"/>
                  </a:cubicBezTo>
                  <a:cubicBezTo>
                    <a:pt x="8704" y="48"/>
                    <a:pt x="8677" y="68"/>
                    <a:pt x="8649" y="91"/>
                  </a:cubicBezTo>
                  <a:cubicBezTo>
                    <a:pt x="6589" y="1592"/>
                    <a:pt x="7764" y="4238"/>
                    <a:pt x="8046" y="6284"/>
                  </a:cubicBezTo>
                  <a:cubicBezTo>
                    <a:pt x="8162" y="7108"/>
                    <a:pt x="8146" y="7985"/>
                    <a:pt x="7718" y="8732"/>
                  </a:cubicBezTo>
                  <a:cubicBezTo>
                    <a:pt x="7255" y="9538"/>
                    <a:pt x="6452" y="9787"/>
                    <a:pt x="5614" y="9787"/>
                  </a:cubicBezTo>
                  <a:cubicBezTo>
                    <a:pt x="5258" y="9787"/>
                    <a:pt x="4895" y="9742"/>
                    <a:pt x="4550" y="9676"/>
                  </a:cubicBezTo>
                  <a:cubicBezTo>
                    <a:pt x="2953" y="9368"/>
                    <a:pt x="1475" y="8660"/>
                    <a:pt x="156" y="7720"/>
                  </a:cubicBezTo>
                  <a:cubicBezTo>
                    <a:pt x="143" y="7711"/>
                    <a:pt x="130" y="7707"/>
                    <a:pt x="117" y="7707"/>
                  </a:cubicBezTo>
                  <a:cubicBezTo>
                    <a:pt x="55" y="7707"/>
                    <a:pt x="0" y="7798"/>
                    <a:pt x="57" y="7847"/>
                  </a:cubicBezTo>
                  <a:cubicBezTo>
                    <a:pt x="90" y="7873"/>
                    <a:pt x="120" y="7901"/>
                    <a:pt x="154" y="7925"/>
                  </a:cubicBezTo>
                  <a:cubicBezTo>
                    <a:pt x="1349" y="8897"/>
                    <a:pt x="3637" y="10208"/>
                    <a:pt x="5542" y="10208"/>
                  </a:cubicBezTo>
                  <a:cubicBezTo>
                    <a:pt x="6330" y="10208"/>
                    <a:pt x="7053" y="9984"/>
                    <a:pt x="7605" y="9417"/>
                  </a:cubicBezTo>
                  <a:cubicBezTo>
                    <a:pt x="10110" y="6847"/>
                    <a:pt x="5776" y="2463"/>
                    <a:pt x="8893" y="306"/>
                  </a:cubicBezTo>
                  <a:cubicBezTo>
                    <a:pt x="9034" y="209"/>
                    <a:pt x="8947" y="1"/>
                    <a:pt x="88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85"/>
            <p:cNvSpPr/>
            <p:nvPr/>
          </p:nvSpPr>
          <p:spPr>
            <a:xfrm>
              <a:off x="3965250" y="975482"/>
              <a:ext cx="1096025" cy="260625"/>
            </a:xfrm>
            <a:custGeom>
              <a:rect b="b" l="l" r="r" t="t"/>
              <a:pathLst>
                <a:path extrusionOk="0" h="10425" w="43841">
                  <a:moveTo>
                    <a:pt x="3647" y="1"/>
                  </a:moveTo>
                  <a:cubicBezTo>
                    <a:pt x="2780" y="1"/>
                    <a:pt x="1922" y="215"/>
                    <a:pt x="1204" y="746"/>
                  </a:cubicBezTo>
                  <a:cubicBezTo>
                    <a:pt x="652" y="1157"/>
                    <a:pt x="343" y="1658"/>
                    <a:pt x="190" y="2212"/>
                  </a:cubicBezTo>
                  <a:cubicBezTo>
                    <a:pt x="1" y="2887"/>
                    <a:pt x="45" y="3639"/>
                    <a:pt x="156" y="4396"/>
                  </a:cubicBezTo>
                  <a:cubicBezTo>
                    <a:pt x="162" y="4444"/>
                    <a:pt x="170" y="4491"/>
                    <a:pt x="176" y="4539"/>
                  </a:cubicBezTo>
                  <a:cubicBezTo>
                    <a:pt x="184" y="4588"/>
                    <a:pt x="226" y="4611"/>
                    <a:pt x="269" y="4611"/>
                  </a:cubicBezTo>
                  <a:cubicBezTo>
                    <a:pt x="323" y="4611"/>
                    <a:pt x="380" y="4575"/>
                    <a:pt x="375" y="4512"/>
                  </a:cubicBezTo>
                  <a:cubicBezTo>
                    <a:pt x="271" y="3318"/>
                    <a:pt x="220" y="2046"/>
                    <a:pt x="1178" y="1173"/>
                  </a:cubicBezTo>
                  <a:cubicBezTo>
                    <a:pt x="1836" y="576"/>
                    <a:pt x="2782" y="328"/>
                    <a:pt x="3665" y="328"/>
                  </a:cubicBezTo>
                  <a:cubicBezTo>
                    <a:pt x="3765" y="328"/>
                    <a:pt x="3863" y="332"/>
                    <a:pt x="3961" y="338"/>
                  </a:cubicBezTo>
                  <a:cubicBezTo>
                    <a:pt x="5856" y="457"/>
                    <a:pt x="7558" y="1551"/>
                    <a:pt x="9331" y="2136"/>
                  </a:cubicBezTo>
                  <a:cubicBezTo>
                    <a:pt x="10347" y="2470"/>
                    <a:pt x="11453" y="2686"/>
                    <a:pt x="12534" y="2686"/>
                  </a:cubicBezTo>
                  <a:cubicBezTo>
                    <a:pt x="14243" y="2686"/>
                    <a:pt x="15890" y="2147"/>
                    <a:pt x="17018" y="686"/>
                  </a:cubicBezTo>
                  <a:cubicBezTo>
                    <a:pt x="18488" y="1908"/>
                    <a:pt x="20222" y="2412"/>
                    <a:pt x="22020" y="2412"/>
                  </a:cubicBezTo>
                  <a:cubicBezTo>
                    <a:pt x="23047" y="2412"/>
                    <a:pt x="24096" y="2248"/>
                    <a:pt x="25127" y="1958"/>
                  </a:cubicBezTo>
                  <a:cubicBezTo>
                    <a:pt x="26821" y="1483"/>
                    <a:pt x="28562" y="394"/>
                    <a:pt x="30355" y="394"/>
                  </a:cubicBezTo>
                  <a:cubicBezTo>
                    <a:pt x="30368" y="394"/>
                    <a:pt x="30381" y="394"/>
                    <a:pt x="30394" y="394"/>
                  </a:cubicBezTo>
                  <a:cubicBezTo>
                    <a:pt x="32736" y="418"/>
                    <a:pt x="33360" y="2355"/>
                    <a:pt x="33647" y="4285"/>
                  </a:cubicBezTo>
                  <a:cubicBezTo>
                    <a:pt x="33658" y="4367"/>
                    <a:pt x="33713" y="4402"/>
                    <a:pt x="33774" y="4402"/>
                  </a:cubicBezTo>
                  <a:cubicBezTo>
                    <a:pt x="33855" y="4402"/>
                    <a:pt x="33946" y="4339"/>
                    <a:pt x="33958" y="4241"/>
                  </a:cubicBezTo>
                  <a:cubicBezTo>
                    <a:pt x="35142" y="3315"/>
                    <a:pt x="36378" y="2512"/>
                    <a:pt x="37802" y="1997"/>
                  </a:cubicBezTo>
                  <a:cubicBezTo>
                    <a:pt x="38613" y="1704"/>
                    <a:pt x="39600" y="1390"/>
                    <a:pt x="40500" y="1390"/>
                  </a:cubicBezTo>
                  <a:cubicBezTo>
                    <a:pt x="41405" y="1390"/>
                    <a:pt x="42222" y="1708"/>
                    <a:pt x="42683" y="2688"/>
                  </a:cubicBezTo>
                  <a:cubicBezTo>
                    <a:pt x="43840" y="5154"/>
                    <a:pt x="41416" y="7993"/>
                    <a:pt x="43214" y="10355"/>
                  </a:cubicBezTo>
                  <a:cubicBezTo>
                    <a:pt x="43252" y="10404"/>
                    <a:pt x="43304" y="10425"/>
                    <a:pt x="43355" y="10425"/>
                  </a:cubicBezTo>
                  <a:cubicBezTo>
                    <a:pt x="43399" y="10425"/>
                    <a:pt x="43443" y="10409"/>
                    <a:pt x="43476" y="10383"/>
                  </a:cubicBezTo>
                  <a:cubicBezTo>
                    <a:pt x="43531" y="10339"/>
                    <a:pt x="43554" y="10265"/>
                    <a:pt x="43496" y="10192"/>
                  </a:cubicBezTo>
                  <a:cubicBezTo>
                    <a:pt x="42120" y="8370"/>
                    <a:pt x="43281" y="6243"/>
                    <a:pt x="43286" y="4227"/>
                  </a:cubicBezTo>
                  <a:cubicBezTo>
                    <a:pt x="43291" y="3110"/>
                    <a:pt x="42886" y="1845"/>
                    <a:pt x="41822" y="1305"/>
                  </a:cubicBezTo>
                  <a:cubicBezTo>
                    <a:pt x="41467" y="1124"/>
                    <a:pt x="41053" y="1053"/>
                    <a:pt x="40616" y="1053"/>
                  </a:cubicBezTo>
                  <a:cubicBezTo>
                    <a:pt x="39622" y="1053"/>
                    <a:pt x="38512" y="1421"/>
                    <a:pt x="37721" y="1704"/>
                  </a:cubicBezTo>
                  <a:cubicBezTo>
                    <a:pt x="37017" y="1955"/>
                    <a:pt x="36339" y="2275"/>
                    <a:pt x="35701" y="2662"/>
                  </a:cubicBezTo>
                  <a:cubicBezTo>
                    <a:pt x="35064" y="3050"/>
                    <a:pt x="34468" y="3507"/>
                    <a:pt x="33937" y="4031"/>
                  </a:cubicBezTo>
                  <a:cubicBezTo>
                    <a:pt x="33760" y="2821"/>
                    <a:pt x="33457" y="1475"/>
                    <a:pt x="32434" y="700"/>
                  </a:cubicBezTo>
                  <a:cubicBezTo>
                    <a:pt x="31845" y="252"/>
                    <a:pt x="31149" y="84"/>
                    <a:pt x="30439" y="84"/>
                  </a:cubicBezTo>
                  <a:cubicBezTo>
                    <a:pt x="29856" y="84"/>
                    <a:pt x="29265" y="197"/>
                    <a:pt x="28716" y="362"/>
                  </a:cubicBezTo>
                  <a:cubicBezTo>
                    <a:pt x="26720" y="963"/>
                    <a:pt x="24909" y="1891"/>
                    <a:pt x="22797" y="2088"/>
                  </a:cubicBezTo>
                  <a:cubicBezTo>
                    <a:pt x="22525" y="2113"/>
                    <a:pt x="22256" y="2126"/>
                    <a:pt x="21990" y="2126"/>
                  </a:cubicBezTo>
                  <a:cubicBezTo>
                    <a:pt x="20134" y="2126"/>
                    <a:pt x="18436" y="1511"/>
                    <a:pt x="16930" y="360"/>
                  </a:cubicBezTo>
                  <a:cubicBezTo>
                    <a:pt x="16914" y="348"/>
                    <a:pt x="16898" y="343"/>
                    <a:pt x="16882" y="343"/>
                  </a:cubicBezTo>
                  <a:cubicBezTo>
                    <a:pt x="16808" y="343"/>
                    <a:pt x="16744" y="452"/>
                    <a:pt x="16809" y="513"/>
                  </a:cubicBezTo>
                  <a:cubicBezTo>
                    <a:pt x="16815" y="517"/>
                    <a:pt x="16821" y="519"/>
                    <a:pt x="16825" y="524"/>
                  </a:cubicBezTo>
                  <a:cubicBezTo>
                    <a:pt x="15657" y="1812"/>
                    <a:pt x="14090" y="2348"/>
                    <a:pt x="12451" y="2348"/>
                  </a:cubicBezTo>
                  <a:cubicBezTo>
                    <a:pt x="11895" y="2348"/>
                    <a:pt x="11331" y="2286"/>
                    <a:pt x="10771" y="2171"/>
                  </a:cubicBezTo>
                  <a:cubicBezTo>
                    <a:pt x="8747" y="1754"/>
                    <a:pt x="6976" y="609"/>
                    <a:pt x="4970" y="155"/>
                  </a:cubicBezTo>
                  <a:cubicBezTo>
                    <a:pt x="4538" y="57"/>
                    <a:pt x="4091" y="1"/>
                    <a:pt x="36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85"/>
            <p:cNvSpPr/>
            <p:nvPr/>
          </p:nvSpPr>
          <p:spPr>
            <a:xfrm>
              <a:off x="3754275" y="983682"/>
              <a:ext cx="1307000" cy="585875"/>
            </a:xfrm>
            <a:custGeom>
              <a:rect b="b" l="l" r="r" t="t"/>
              <a:pathLst>
                <a:path extrusionOk="0" h="23435" w="52280">
                  <a:moveTo>
                    <a:pt x="12107" y="1"/>
                  </a:moveTo>
                  <a:cubicBezTo>
                    <a:pt x="11223" y="1"/>
                    <a:pt x="10275" y="247"/>
                    <a:pt x="9617" y="845"/>
                  </a:cubicBezTo>
                  <a:cubicBezTo>
                    <a:pt x="8659" y="1718"/>
                    <a:pt x="8710" y="2990"/>
                    <a:pt x="8814" y="4185"/>
                  </a:cubicBezTo>
                  <a:cubicBezTo>
                    <a:pt x="8819" y="4247"/>
                    <a:pt x="8762" y="4283"/>
                    <a:pt x="8708" y="4283"/>
                  </a:cubicBezTo>
                  <a:cubicBezTo>
                    <a:pt x="8665" y="4283"/>
                    <a:pt x="8623" y="4260"/>
                    <a:pt x="8615" y="4211"/>
                  </a:cubicBezTo>
                  <a:cubicBezTo>
                    <a:pt x="8609" y="4163"/>
                    <a:pt x="8601" y="4117"/>
                    <a:pt x="8595" y="4068"/>
                  </a:cubicBezTo>
                  <a:lnTo>
                    <a:pt x="8490" y="4082"/>
                  </a:lnTo>
                  <a:cubicBezTo>
                    <a:pt x="8490" y="4154"/>
                    <a:pt x="8435" y="4223"/>
                    <a:pt x="8361" y="4223"/>
                  </a:cubicBezTo>
                  <a:cubicBezTo>
                    <a:pt x="8340" y="4223"/>
                    <a:pt x="8318" y="4218"/>
                    <a:pt x="8295" y="4205"/>
                  </a:cubicBezTo>
                  <a:cubicBezTo>
                    <a:pt x="6844" y="3408"/>
                    <a:pt x="5446" y="2350"/>
                    <a:pt x="3891" y="1771"/>
                  </a:cubicBezTo>
                  <a:cubicBezTo>
                    <a:pt x="3415" y="1593"/>
                    <a:pt x="2858" y="1451"/>
                    <a:pt x="2316" y="1451"/>
                  </a:cubicBezTo>
                  <a:cubicBezTo>
                    <a:pt x="1911" y="1451"/>
                    <a:pt x="1514" y="1530"/>
                    <a:pt x="1165" y="1734"/>
                  </a:cubicBezTo>
                  <a:cubicBezTo>
                    <a:pt x="1" y="2416"/>
                    <a:pt x="301" y="3911"/>
                    <a:pt x="567" y="4978"/>
                  </a:cubicBezTo>
                  <a:cubicBezTo>
                    <a:pt x="1003" y="6726"/>
                    <a:pt x="1853" y="9305"/>
                    <a:pt x="12" y="10494"/>
                  </a:cubicBezTo>
                  <a:cubicBezTo>
                    <a:pt x="1827" y="12187"/>
                    <a:pt x="481" y="14736"/>
                    <a:pt x="213" y="16782"/>
                  </a:cubicBezTo>
                  <a:cubicBezTo>
                    <a:pt x="93" y="17712"/>
                    <a:pt x="158" y="18802"/>
                    <a:pt x="843" y="19524"/>
                  </a:cubicBezTo>
                  <a:cubicBezTo>
                    <a:pt x="1349" y="20060"/>
                    <a:pt x="2058" y="20230"/>
                    <a:pt x="2771" y="20230"/>
                  </a:cubicBezTo>
                  <a:cubicBezTo>
                    <a:pt x="3111" y="20230"/>
                    <a:pt x="3453" y="20191"/>
                    <a:pt x="3774" y="20134"/>
                  </a:cubicBezTo>
                  <a:cubicBezTo>
                    <a:pt x="5259" y="19870"/>
                    <a:pt x="6609" y="19180"/>
                    <a:pt x="7846" y="18342"/>
                  </a:cubicBezTo>
                  <a:cubicBezTo>
                    <a:pt x="7859" y="18333"/>
                    <a:pt x="7871" y="18330"/>
                    <a:pt x="7884" y="18330"/>
                  </a:cubicBezTo>
                  <a:cubicBezTo>
                    <a:pt x="7916" y="18330"/>
                    <a:pt x="7946" y="18354"/>
                    <a:pt x="7959" y="18386"/>
                  </a:cubicBezTo>
                  <a:lnTo>
                    <a:pt x="8075" y="18353"/>
                  </a:lnTo>
                  <a:cubicBezTo>
                    <a:pt x="8061" y="18307"/>
                    <a:pt x="8050" y="18261"/>
                    <a:pt x="8038" y="18215"/>
                  </a:cubicBezTo>
                  <a:cubicBezTo>
                    <a:pt x="8016" y="18129"/>
                    <a:pt x="8085" y="18073"/>
                    <a:pt x="8153" y="18073"/>
                  </a:cubicBezTo>
                  <a:cubicBezTo>
                    <a:pt x="8199" y="18073"/>
                    <a:pt x="8243" y="18098"/>
                    <a:pt x="8259" y="18155"/>
                  </a:cubicBezTo>
                  <a:cubicBezTo>
                    <a:pt x="8782" y="19944"/>
                    <a:pt x="9929" y="21866"/>
                    <a:pt x="11830" y="22431"/>
                  </a:cubicBezTo>
                  <a:cubicBezTo>
                    <a:pt x="12263" y="22560"/>
                    <a:pt x="12697" y="22614"/>
                    <a:pt x="13133" y="22614"/>
                  </a:cubicBezTo>
                  <a:cubicBezTo>
                    <a:pt x="14730" y="22614"/>
                    <a:pt x="16331" y="21886"/>
                    <a:pt x="17844" y="21484"/>
                  </a:cubicBezTo>
                  <a:cubicBezTo>
                    <a:pt x="19093" y="21153"/>
                    <a:pt x="20539" y="20822"/>
                    <a:pt x="21933" y="20822"/>
                  </a:cubicBezTo>
                  <a:cubicBezTo>
                    <a:pt x="23232" y="20822"/>
                    <a:pt x="24486" y="21109"/>
                    <a:pt x="25494" y="21953"/>
                  </a:cubicBezTo>
                  <a:lnTo>
                    <a:pt x="25519" y="21924"/>
                  </a:lnTo>
                  <a:cubicBezTo>
                    <a:pt x="25487" y="21884"/>
                    <a:pt x="25482" y="21815"/>
                    <a:pt x="25537" y="21789"/>
                  </a:cubicBezTo>
                  <a:cubicBezTo>
                    <a:pt x="26999" y="21079"/>
                    <a:pt x="28615" y="20738"/>
                    <a:pt x="30235" y="20738"/>
                  </a:cubicBezTo>
                  <a:cubicBezTo>
                    <a:pt x="31768" y="20738"/>
                    <a:pt x="33306" y="21043"/>
                    <a:pt x="34720" y="21628"/>
                  </a:cubicBezTo>
                  <a:cubicBezTo>
                    <a:pt x="36126" y="22211"/>
                    <a:pt x="37468" y="23435"/>
                    <a:pt x="38962" y="23435"/>
                  </a:cubicBezTo>
                  <a:cubicBezTo>
                    <a:pt x="39398" y="23435"/>
                    <a:pt x="39847" y="23330"/>
                    <a:pt x="40314" y="23075"/>
                  </a:cubicBezTo>
                  <a:cubicBezTo>
                    <a:pt x="42159" y="22069"/>
                    <a:pt x="42635" y="19919"/>
                    <a:pt x="43118" y="18055"/>
                  </a:cubicBezTo>
                  <a:cubicBezTo>
                    <a:pt x="43138" y="17976"/>
                    <a:pt x="43198" y="17941"/>
                    <a:pt x="43261" y="17941"/>
                  </a:cubicBezTo>
                  <a:cubicBezTo>
                    <a:pt x="43303" y="17941"/>
                    <a:pt x="43346" y="17957"/>
                    <a:pt x="43378" y="17985"/>
                  </a:cubicBezTo>
                  <a:lnTo>
                    <a:pt x="43436" y="17913"/>
                  </a:lnTo>
                  <a:cubicBezTo>
                    <a:pt x="43402" y="17888"/>
                    <a:pt x="43372" y="17860"/>
                    <a:pt x="43339" y="17834"/>
                  </a:cubicBezTo>
                  <a:cubicBezTo>
                    <a:pt x="43282" y="17785"/>
                    <a:pt x="43337" y="17694"/>
                    <a:pt x="43399" y="17694"/>
                  </a:cubicBezTo>
                  <a:cubicBezTo>
                    <a:pt x="43412" y="17694"/>
                    <a:pt x="43425" y="17698"/>
                    <a:pt x="43438" y="17707"/>
                  </a:cubicBezTo>
                  <a:cubicBezTo>
                    <a:pt x="44757" y="18647"/>
                    <a:pt x="46235" y="19355"/>
                    <a:pt x="47832" y="19663"/>
                  </a:cubicBezTo>
                  <a:cubicBezTo>
                    <a:pt x="48177" y="19729"/>
                    <a:pt x="48540" y="19774"/>
                    <a:pt x="48896" y="19774"/>
                  </a:cubicBezTo>
                  <a:cubicBezTo>
                    <a:pt x="49734" y="19774"/>
                    <a:pt x="50537" y="19525"/>
                    <a:pt x="51000" y="18719"/>
                  </a:cubicBezTo>
                  <a:cubicBezTo>
                    <a:pt x="51428" y="17973"/>
                    <a:pt x="51444" y="17095"/>
                    <a:pt x="51328" y="16271"/>
                  </a:cubicBezTo>
                  <a:cubicBezTo>
                    <a:pt x="51046" y="14225"/>
                    <a:pt x="49871" y="11579"/>
                    <a:pt x="51931" y="10078"/>
                  </a:cubicBezTo>
                  <a:lnTo>
                    <a:pt x="51915" y="10055"/>
                  </a:lnTo>
                  <a:cubicBezTo>
                    <a:pt x="51882" y="10081"/>
                    <a:pt x="51838" y="10097"/>
                    <a:pt x="51793" y="10097"/>
                  </a:cubicBezTo>
                  <a:cubicBezTo>
                    <a:pt x="51743" y="10097"/>
                    <a:pt x="51691" y="10077"/>
                    <a:pt x="51653" y="10028"/>
                  </a:cubicBezTo>
                  <a:cubicBezTo>
                    <a:pt x="49855" y="7666"/>
                    <a:pt x="52279" y="4826"/>
                    <a:pt x="51122" y="2360"/>
                  </a:cubicBezTo>
                  <a:cubicBezTo>
                    <a:pt x="50662" y="1381"/>
                    <a:pt x="49845" y="1062"/>
                    <a:pt x="48940" y="1062"/>
                  </a:cubicBezTo>
                  <a:cubicBezTo>
                    <a:pt x="48040" y="1062"/>
                    <a:pt x="47052" y="1377"/>
                    <a:pt x="46241" y="1670"/>
                  </a:cubicBezTo>
                  <a:cubicBezTo>
                    <a:pt x="44817" y="2185"/>
                    <a:pt x="43581" y="2988"/>
                    <a:pt x="42397" y="3914"/>
                  </a:cubicBezTo>
                  <a:cubicBezTo>
                    <a:pt x="42385" y="4012"/>
                    <a:pt x="42294" y="4075"/>
                    <a:pt x="42213" y="4075"/>
                  </a:cubicBezTo>
                  <a:cubicBezTo>
                    <a:pt x="42152" y="4075"/>
                    <a:pt x="42097" y="4040"/>
                    <a:pt x="42086" y="3958"/>
                  </a:cubicBezTo>
                  <a:cubicBezTo>
                    <a:pt x="41799" y="2028"/>
                    <a:pt x="41175" y="90"/>
                    <a:pt x="38833" y="67"/>
                  </a:cubicBezTo>
                  <a:cubicBezTo>
                    <a:pt x="38820" y="67"/>
                    <a:pt x="38807" y="67"/>
                    <a:pt x="38794" y="67"/>
                  </a:cubicBezTo>
                  <a:cubicBezTo>
                    <a:pt x="37002" y="67"/>
                    <a:pt x="35260" y="1156"/>
                    <a:pt x="33566" y="1630"/>
                  </a:cubicBezTo>
                  <a:cubicBezTo>
                    <a:pt x="32535" y="1920"/>
                    <a:pt x="31487" y="2085"/>
                    <a:pt x="30459" y="2085"/>
                  </a:cubicBezTo>
                  <a:cubicBezTo>
                    <a:pt x="28662" y="2085"/>
                    <a:pt x="26928" y="1580"/>
                    <a:pt x="25457" y="358"/>
                  </a:cubicBezTo>
                  <a:cubicBezTo>
                    <a:pt x="24329" y="1819"/>
                    <a:pt x="22682" y="2359"/>
                    <a:pt x="20972" y="2359"/>
                  </a:cubicBezTo>
                  <a:cubicBezTo>
                    <a:pt x="19891" y="2359"/>
                    <a:pt x="18785" y="2143"/>
                    <a:pt x="17770" y="1809"/>
                  </a:cubicBezTo>
                  <a:cubicBezTo>
                    <a:pt x="15997" y="1224"/>
                    <a:pt x="14295" y="129"/>
                    <a:pt x="12400" y="10"/>
                  </a:cubicBezTo>
                  <a:cubicBezTo>
                    <a:pt x="12304" y="4"/>
                    <a:pt x="12206" y="1"/>
                    <a:pt x="121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85"/>
            <p:cNvSpPr/>
            <p:nvPr/>
          </p:nvSpPr>
          <p:spPr>
            <a:xfrm>
              <a:off x="4391325" y="1432182"/>
              <a:ext cx="449000" cy="147275"/>
            </a:xfrm>
            <a:custGeom>
              <a:rect b="b" l="l" r="r" t="t"/>
              <a:pathLst>
                <a:path extrusionOk="0" h="5891" w="17960">
                  <a:moveTo>
                    <a:pt x="17779" y="1"/>
                  </a:moveTo>
                  <a:cubicBezTo>
                    <a:pt x="17716" y="1"/>
                    <a:pt x="17656" y="35"/>
                    <a:pt x="17636" y="115"/>
                  </a:cubicBezTo>
                  <a:cubicBezTo>
                    <a:pt x="17153" y="1979"/>
                    <a:pt x="16677" y="4129"/>
                    <a:pt x="14832" y="5135"/>
                  </a:cubicBezTo>
                  <a:cubicBezTo>
                    <a:pt x="14365" y="5390"/>
                    <a:pt x="13916" y="5495"/>
                    <a:pt x="13480" y="5495"/>
                  </a:cubicBezTo>
                  <a:cubicBezTo>
                    <a:pt x="11986" y="5495"/>
                    <a:pt x="10644" y="4271"/>
                    <a:pt x="9238" y="3688"/>
                  </a:cubicBezTo>
                  <a:cubicBezTo>
                    <a:pt x="7824" y="3103"/>
                    <a:pt x="6286" y="2798"/>
                    <a:pt x="4753" y="2798"/>
                  </a:cubicBezTo>
                  <a:cubicBezTo>
                    <a:pt x="3133" y="2798"/>
                    <a:pt x="1517" y="3139"/>
                    <a:pt x="56" y="3849"/>
                  </a:cubicBezTo>
                  <a:cubicBezTo>
                    <a:pt x="0" y="3875"/>
                    <a:pt x="5" y="3944"/>
                    <a:pt x="37" y="3984"/>
                  </a:cubicBezTo>
                  <a:cubicBezTo>
                    <a:pt x="51" y="4001"/>
                    <a:pt x="71" y="4014"/>
                    <a:pt x="95" y="4014"/>
                  </a:cubicBezTo>
                  <a:cubicBezTo>
                    <a:pt x="104" y="4014"/>
                    <a:pt x="113" y="4012"/>
                    <a:pt x="122" y="4008"/>
                  </a:cubicBezTo>
                  <a:cubicBezTo>
                    <a:pt x="1626" y="3468"/>
                    <a:pt x="3182" y="3148"/>
                    <a:pt x="4758" y="3148"/>
                  </a:cubicBezTo>
                  <a:cubicBezTo>
                    <a:pt x="5377" y="3148"/>
                    <a:pt x="5999" y="3197"/>
                    <a:pt x="6622" y="3302"/>
                  </a:cubicBezTo>
                  <a:cubicBezTo>
                    <a:pt x="7707" y="3485"/>
                    <a:pt x="8772" y="3817"/>
                    <a:pt x="9760" y="4306"/>
                  </a:cubicBezTo>
                  <a:cubicBezTo>
                    <a:pt x="10520" y="4680"/>
                    <a:pt x="11200" y="5207"/>
                    <a:pt x="11977" y="5546"/>
                  </a:cubicBezTo>
                  <a:cubicBezTo>
                    <a:pt x="12519" y="5786"/>
                    <a:pt x="13022" y="5890"/>
                    <a:pt x="13485" y="5890"/>
                  </a:cubicBezTo>
                  <a:cubicBezTo>
                    <a:pt x="13523" y="5890"/>
                    <a:pt x="13560" y="5890"/>
                    <a:pt x="13597" y="5888"/>
                  </a:cubicBezTo>
                  <a:cubicBezTo>
                    <a:pt x="16111" y="5787"/>
                    <a:pt x="17453" y="2499"/>
                    <a:pt x="17945" y="201"/>
                  </a:cubicBezTo>
                  <a:cubicBezTo>
                    <a:pt x="17959" y="134"/>
                    <a:pt x="17936" y="79"/>
                    <a:pt x="17896" y="44"/>
                  </a:cubicBezTo>
                  <a:cubicBezTo>
                    <a:pt x="17864" y="16"/>
                    <a:pt x="17821" y="1"/>
                    <a:pt x="177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85"/>
            <p:cNvSpPr/>
            <p:nvPr/>
          </p:nvSpPr>
          <p:spPr>
            <a:xfrm>
              <a:off x="3954650" y="1435482"/>
              <a:ext cx="443875" cy="121825"/>
            </a:xfrm>
            <a:custGeom>
              <a:rect b="b" l="l" r="r" t="t"/>
              <a:pathLst>
                <a:path extrusionOk="0" h="4873" w="17755">
                  <a:moveTo>
                    <a:pt x="138" y="1"/>
                  </a:moveTo>
                  <a:cubicBezTo>
                    <a:pt x="70" y="1"/>
                    <a:pt x="1" y="57"/>
                    <a:pt x="23" y="143"/>
                  </a:cubicBezTo>
                  <a:cubicBezTo>
                    <a:pt x="35" y="189"/>
                    <a:pt x="47" y="235"/>
                    <a:pt x="61" y="281"/>
                  </a:cubicBezTo>
                  <a:cubicBezTo>
                    <a:pt x="738" y="2777"/>
                    <a:pt x="2546" y="4873"/>
                    <a:pt x="5195" y="4873"/>
                  </a:cubicBezTo>
                  <a:cubicBezTo>
                    <a:pt x="5394" y="4873"/>
                    <a:pt x="5598" y="4861"/>
                    <a:pt x="5807" y="4836"/>
                  </a:cubicBezTo>
                  <a:cubicBezTo>
                    <a:pt x="8242" y="4550"/>
                    <a:pt x="11272" y="2995"/>
                    <a:pt x="13982" y="2995"/>
                  </a:cubicBezTo>
                  <a:cubicBezTo>
                    <a:pt x="15222" y="2995"/>
                    <a:pt x="16394" y="3320"/>
                    <a:pt x="17412" y="4241"/>
                  </a:cubicBezTo>
                  <a:cubicBezTo>
                    <a:pt x="17445" y="4271"/>
                    <a:pt x="17481" y="4284"/>
                    <a:pt x="17517" y="4284"/>
                  </a:cubicBezTo>
                  <a:cubicBezTo>
                    <a:pt x="17643" y="4284"/>
                    <a:pt x="17754" y="4125"/>
                    <a:pt x="17636" y="4017"/>
                  </a:cubicBezTo>
                  <a:cubicBezTo>
                    <a:pt x="17585" y="3969"/>
                    <a:pt x="17531" y="3925"/>
                    <a:pt x="17479" y="3881"/>
                  </a:cubicBezTo>
                  <a:cubicBezTo>
                    <a:pt x="16471" y="3037"/>
                    <a:pt x="15218" y="2749"/>
                    <a:pt x="13919" y="2749"/>
                  </a:cubicBezTo>
                  <a:cubicBezTo>
                    <a:pt x="12525" y="2749"/>
                    <a:pt x="11079" y="3081"/>
                    <a:pt x="9829" y="3412"/>
                  </a:cubicBezTo>
                  <a:cubicBezTo>
                    <a:pt x="8316" y="3814"/>
                    <a:pt x="6715" y="4542"/>
                    <a:pt x="5118" y="4542"/>
                  </a:cubicBezTo>
                  <a:cubicBezTo>
                    <a:pt x="4682" y="4542"/>
                    <a:pt x="4248" y="4488"/>
                    <a:pt x="3815" y="4359"/>
                  </a:cubicBezTo>
                  <a:cubicBezTo>
                    <a:pt x="1914" y="3793"/>
                    <a:pt x="767" y="1872"/>
                    <a:pt x="244" y="83"/>
                  </a:cubicBezTo>
                  <a:cubicBezTo>
                    <a:pt x="228" y="25"/>
                    <a:pt x="183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85"/>
            <p:cNvSpPr/>
            <p:nvPr/>
          </p:nvSpPr>
          <p:spPr>
            <a:xfrm>
              <a:off x="3706450" y="1010207"/>
              <a:ext cx="260125" cy="488475"/>
            </a:xfrm>
            <a:custGeom>
              <a:rect b="b" l="l" r="r" t="t"/>
              <a:pathLst>
                <a:path extrusionOk="0" h="19539" w="10405">
                  <a:moveTo>
                    <a:pt x="4298" y="0"/>
                  </a:moveTo>
                  <a:cubicBezTo>
                    <a:pt x="3696" y="0"/>
                    <a:pt x="3129" y="165"/>
                    <a:pt x="2635" y="568"/>
                  </a:cubicBezTo>
                  <a:cubicBezTo>
                    <a:pt x="0" y="2721"/>
                    <a:pt x="4742" y="7059"/>
                    <a:pt x="1750" y="9296"/>
                  </a:cubicBezTo>
                  <a:cubicBezTo>
                    <a:pt x="1736" y="9292"/>
                    <a:pt x="1721" y="9290"/>
                    <a:pt x="1707" y="9290"/>
                  </a:cubicBezTo>
                  <a:cubicBezTo>
                    <a:pt x="1620" y="9290"/>
                    <a:pt x="1540" y="9367"/>
                    <a:pt x="1544" y="9449"/>
                  </a:cubicBezTo>
                  <a:cubicBezTo>
                    <a:pt x="1490" y="9507"/>
                    <a:pt x="1536" y="9598"/>
                    <a:pt x="1609" y="9598"/>
                  </a:cubicBezTo>
                  <a:cubicBezTo>
                    <a:pt x="1619" y="9598"/>
                    <a:pt x="1630" y="9596"/>
                    <a:pt x="1641" y="9592"/>
                  </a:cubicBezTo>
                  <a:lnTo>
                    <a:pt x="1641" y="9592"/>
                  </a:lnTo>
                  <a:cubicBezTo>
                    <a:pt x="4371" y="12040"/>
                    <a:pt x="46" y="16087"/>
                    <a:pt x="2542" y="18678"/>
                  </a:cubicBezTo>
                  <a:cubicBezTo>
                    <a:pt x="3136" y="19295"/>
                    <a:pt x="3915" y="19538"/>
                    <a:pt x="4755" y="19538"/>
                  </a:cubicBezTo>
                  <a:cubicBezTo>
                    <a:pt x="6593" y="19538"/>
                    <a:pt x="8724" y="18374"/>
                    <a:pt x="9856" y="17408"/>
                  </a:cubicBezTo>
                  <a:cubicBezTo>
                    <a:pt x="9882" y="17384"/>
                    <a:pt x="9884" y="17352"/>
                    <a:pt x="9872" y="17324"/>
                  </a:cubicBezTo>
                  <a:cubicBezTo>
                    <a:pt x="9859" y="17293"/>
                    <a:pt x="9829" y="17268"/>
                    <a:pt x="9798" y="17268"/>
                  </a:cubicBezTo>
                  <a:cubicBezTo>
                    <a:pt x="9785" y="17268"/>
                    <a:pt x="9772" y="17272"/>
                    <a:pt x="9760" y="17281"/>
                  </a:cubicBezTo>
                  <a:cubicBezTo>
                    <a:pt x="8522" y="18119"/>
                    <a:pt x="7172" y="18809"/>
                    <a:pt x="5687" y="19072"/>
                  </a:cubicBezTo>
                  <a:cubicBezTo>
                    <a:pt x="5366" y="19129"/>
                    <a:pt x="5023" y="19169"/>
                    <a:pt x="4681" y="19169"/>
                  </a:cubicBezTo>
                  <a:cubicBezTo>
                    <a:pt x="3970" y="19169"/>
                    <a:pt x="3262" y="18998"/>
                    <a:pt x="2756" y="18463"/>
                  </a:cubicBezTo>
                  <a:cubicBezTo>
                    <a:pt x="2071" y="17740"/>
                    <a:pt x="2006" y="16650"/>
                    <a:pt x="2126" y="15720"/>
                  </a:cubicBezTo>
                  <a:cubicBezTo>
                    <a:pt x="2394" y="13674"/>
                    <a:pt x="3740" y="11125"/>
                    <a:pt x="1925" y="9433"/>
                  </a:cubicBezTo>
                  <a:cubicBezTo>
                    <a:pt x="3766" y="8244"/>
                    <a:pt x="2916" y="5665"/>
                    <a:pt x="2480" y="3917"/>
                  </a:cubicBezTo>
                  <a:cubicBezTo>
                    <a:pt x="2214" y="2850"/>
                    <a:pt x="1914" y="1355"/>
                    <a:pt x="3078" y="673"/>
                  </a:cubicBezTo>
                  <a:cubicBezTo>
                    <a:pt x="3426" y="469"/>
                    <a:pt x="3823" y="390"/>
                    <a:pt x="4229" y="390"/>
                  </a:cubicBezTo>
                  <a:cubicBezTo>
                    <a:pt x="4771" y="390"/>
                    <a:pt x="5328" y="532"/>
                    <a:pt x="5804" y="710"/>
                  </a:cubicBezTo>
                  <a:cubicBezTo>
                    <a:pt x="7359" y="1289"/>
                    <a:pt x="8757" y="2347"/>
                    <a:pt x="10208" y="3144"/>
                  </a:cubicBezTo>
                  <a:cubicBezTo>
                    <a:pt x="10231" y="3157"/>
                    <a:pt x="10253" y="3162"/>
                    <a:pt x="10274" y="3162"/>
                  </a:cubicBezTo>
                  <a:cubicBezTo>
                    <a:pt x="10348" y="3162"/>
                    <a:pt x="10404" y="3093"/>
                    <a:pt x="10404" y="3021"/>
                  </a:cubicBezTo>
                  <a:cubicBezTo>
                    <a:pt x="10404" y="2982"/>
                    <a:pt x="10385" y="2940"/>
                    <a:pt x="10341" y="2912"/>
                  </a:cubicBezTo>
                  <a:cubicBezTo>
                    <a:pt x="8950" y="2015"/>
                    <a:pt x="6406" y="0"/>
                    <a:pt x="4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09" name="Google Shape;1909;p85"/>
          <p:cNvSpPr txBox="1"/>
          <p:nvPr>
            <p:ph type="ctrTitle"/>
          </p:nvPr>
        </p:nvSpPr>
        <p:spPr>
          <a:xfrm flipH="1">
            <a:off x="3050275" y="3150850"/>
            <a:ext cx="3043500" cy="42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1910" name="Google Shape;1910;p85"/>
          <p:cNvSpPr txBox="1"/>
          <p:nvPr>
            <p:ph idx="1" type="subTitle"/>
          </p:nvPr>
        </p:nvSpPr>
        <p:spPr>
          <a:xfrm flipH="1">
            <a:off x="1698300" y="1796000"/>
            <a:ext cx="5747400" cy="135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indent="0" lvl="0" marL="0" marR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Gloria Hallelujah"/>
              <a:buNone/>
              <a:defRPr sz="23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1911" name="Google Shape;1911;p85"/>
          <p:cNvGrpSpPr/>
          <p:nvPr/>
        </p:nvGrpSpPr>
        <p:grpSpPr>
          <a:xfrm rot="899936">
            <a:off x="1146983" y="4620964"/>
            <a:ext cx="226551" cy="205209"/>
            <a:chOff x="1640475" y="1197075"/>
            <a:chExt cx="55475" cy="50250"/>
          </a:xfrm>
        </p:grpSpPr>
        <p:sp>
          <p:nvSpPr>
            <p:cNvPr id="1912" name="Google Shape;1912;p8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8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8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15" name="Google Shape;1915;p85"/>
          <p:cNvSpPr/>
          <p:nvPr/>
        </p:nvSpPr>
        <p:spPr>
          <a:xfrm flipH="1" rot="-1799742">
            <a:off x="364579" y="391309"/>
            <a:ext cx="434371" cy="10175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6" name="Google Shape;1916;p85"/>
          <p:cNvSpPr/>
          <p:nvPr/>
        </p:nvSpPr>
        <p:spPr>
          <a:xfrm flipH="1" rot="-9899901">
            <a:off x="5037735" y="4802269"/>
            <a:ext cx="545173" cy="12772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17" name="Google Shape;1917;p85"/>
          <p:cNvGrpSpPr/>
          <p:nvPr/>
        </p:nvGrpSpPr>
        <p:grpSpPr>
          <a:xfrm rot="-7199893">
            <a:off x="6496818" y="4744065"/>
            <a:ext cx="228603" cy="207088"/>
            <a:chOff x="1640475" y="1197075"/>
            <a:chExt cx="55475" cy="50250"/>
          </a:xfrm>
        </p:grpSpPr>
        <p:sp>
          <p:nvSpPr>
            <p:cNvPr id="1918" name="Google Shape;1918;p8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8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8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21" name="Google Shape;1921;p85"/>
          <p:cNvSpPr/>
          <p:nvPr/>
        </p:nvSpPr>
        <p:spPr>
          <a:xfrm flipH="1" rot="-143173">
            <a:off x="2774705" y="264946"/>
            <a:ext cx="970033" cy="22723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22" name="Google Shape;1922;p85"/>
          <p:cNvGrpSpPr/>
          <p:nvPr/>
        </p:nvGrpSpPr>
        <p:grpSpPr>
          <a:xfrm rot="-5400176">
            <a:off x="8462420" y="504765"/>
            <a:ext cx="324157" cy="293631"/>
            <a:chOff x="1640475" y="1197075"/>
            <a:chExt cx="55475" cy="50250"/>
          </a:xfrm>
        </p:grpSpPr>
        <p:sp>
          <p:nvSpPr>
            <p:cNvPr id="1923" name="Google Shape;1923;p8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8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8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6" name="Google Shape;1926;p85"/>
          <p:cNvGrpSpPr/>
          <p:nvPr/>
        </p:nvGrpSpPr>
        <p:grpSpPr>
          <a:xfrm rot="-9900030">
            <a:off x="667534" y="4625752"/>
            <a:ext cx="215932" cy="195605"/>
            <a:chOff x="1640475" y="1197075"/>
            <a:chExt cx="55475" cy="50250"/>
          </a:xfrm>
        </p:grpSpPr>
        <p:sp>
          <p:nvSpPr>
            <p:cNvPr id="1927" name="Google Shape;1927;p8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8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8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30" name="Google Shape;1930;p85"/>
          <p:cNvGrpSpPr/>
          <p:nvPr/>
        </p:nvGrpSpPr>
        <p:grpSpPr>
          <a:xfrm rot="-7200118">
            <a:off x="415533" y="1000416"/>
            <a:ext cx="332475" cy="301169"/>
            <a:chOff x="1640475" y="1197075"/>
            <a:chExt cx="55475" cy="50250"/>
          </a:xfrm>
        </p:grpSpPr>
        <p:sp>
          <p:nvSpPr>
            <p:cNvPr id="1931" name="Google Shape;1931;p8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8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8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34" name="Google Shape;1934;p85"/>
          <p:cNvSpPr/>
          <p:nvPr/>
        </p:nvSpPr>
        <p:spPr>
          <a:xfrm>
            <a:off x="8536325" y="4434061"/>
            <a:ext cx="609613" cy="95515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5" name="Google Shape;1935;p85"/>
          <p:cNvSpPr/>
          <p:nvPr/>
        </p:nvSpPr>
        <p:spPr>
          <a:xfrm rot="-1920372">
            <a:off x="-35598" y="3964576"/>
            <a:ext cx="988874" cy="900813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 1">
  <p:cSld name="CUSTOM_2_1">
    <p:spTree>
      <p:nvGrpSpPr>
        <p:cNvPr id="1936" name="Shape 19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7" name="Google Shape;1937;p86"/>
          <p:cNvSpPr txBox="1"/>
          <p:nvPr>
            <p:ph type="ctrTitle"/>
          </p:nvPr>
        </p:nvSpPr>
        <p:spPr>
          <a:xfrm flipH="1">
            <a:off x="5176498" y="3324697"/>
            <a:ext cx="2776500" cy="42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1938" name="Google Shape;1938;p86"/>
          <p:cNvSpPr txBox="1"/>
          <p:nvPr>
            <p:ph idx="1" type="subTitle"/>
          </p:nvPr>
        </p:nvSpPr>
        <p:spPr>
          <a:xfrm flipH="1">
            <a:off x="4771100" y="1171938"/>
            <a:ext cx="3587100" cy="1907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indent="0" lvl="0" marL="0" marR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Gloria Hallelujah"/>
              <a:buNone/>
              <a:defRPr sz="23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939" name="Google Shape;1939;p86"/>
          <p:cNvSpPr/>
          <p:nvPr/>
        </p:nvSpPr>
        <p:spPr>
          <a:xfrm flipH="1" rot="10800000">
            <a:off x="7304265" y="3447135"/>
            <a:ext cx="1985649" cy="2326869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0" name="Google Shape;1940;p86"/>
          <p:cNvSpPr/>
          <p:nvPr/>
        </p:nvSpPr>
        <p:spPr>
          <a:xfrm rot="10800000">
            <a:off x="5767795" y="-76801"/>
            <a:ext cx="3634529" cy="1998485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1" name="Google Shape;1941;p86"/>
          <p:cNvSpPr/>
          <p:nvPr/>
        </p:nvSpPr>
        <p:spPr>
          <a:xfrm flipH="1" rot="10800000">
            <a:off x="-288300" y="3753050"/>
            <a:ext cx="3133499" cy="2020960"/>
          </a:xfrm>
          <a:custGeom>
            <a:rect b="b" l="l" r="r" t="t"/>
            <a:pathLst>
              <a:path extrusionOk="0" h="11330" w="20526">
                <a:moveTo>
                  <a:pt x="12939" y="1"/>
                </a:moveTo>
                <a:cubicBezTo>
                  <a:pt x="11999" y="1"/>
                  <a:pt x="11086" y="167"/>
                  <a:pt x="10169" y="370"/>
                </a:cubicBezTo>
                <a:cubicBezTo>
                  <a:pt x="9691" y="476"/>
                  <a:pt x="9213" y="584"/>
                  <a:pt x="8731" y="667"/>
                </a:cubicBezTo>
                <a:cubicBezTo>
                  <a:pt x="8234" y="750"/>
                  <a:pt x="7732" y="802"/>
                  <a:pt x="7229" y="839"/>
                </a:cubicBezTo>
                <a:cubicBezTo>
                  <a:pt x="6231" y="913"/>
                  <a:pt x="5230" y="935"/>
                  <a:pt x="4235" y="1052"/>
                </a:cubicBezTo>
                <a:cubicBezTo>
                  <a:pt x="3806" y="1102"/>
                  <a:pt x="3380" y="1184"/>
                  <a:pt x="2951" y="1235"/>
                </a:cubicBezTo>
                <a:cubicBezTo>
                  <a:pt x="2746" y="1260"/>
                  <a:pt x="2537" y="1279"/>
                  <a:pt x="2328" y="1279"/>
                </a:cubicBezTo>
                <a:cubicBezTo>
                  <a:pt x="2138" y="1279"/>
                  <a:pt x="1948" y="1263"/>
                  <a:pt x="1762" y="1222"/>
                </a:cubicBezTo>
                <a:cubicBezTo>
                  <a:pt x="1578" y="1180"/>
                  <a:pt x="1402" y="1113"/>
                  <a:pt x="1242" y="1012"/>
                </a:cubicBezTo>
                <a:cubicBezTo>
                  <a:pt x="1161" y="960"/>
                  <a:pt x="1089" y="870"/>
                  <a:pt x="988" y="868"/>
                </a:cubicBezTo>
                <a:cubicBezTo>
                  <a:pt x="985" y="868"/>
                  <a:pt x="983" y="868"/>
                  <a:pt x="981" y="868"/>
                </a:cubicBezTo>
                <a:cubicBezTo>
                  <a:pt x="897" y="868"/>
                  <a:pt x="810" y="887"/>
                  <a:pt x="732" y="917"/>
                </a:cubicBezTo>
                <a:cubicBezTo>
                  <a:pt x="360" y="1060"/>
                  <a:pt x="147" y="1435"/>
                  <a:pt x="79" y="1816"/>
                </a:cubicBezTo>
                <a:cubicBezTo>
                  <a:pt x="38" y="2046"/>
                  <a:pt x="37" y="2279"/>
                  <a:pt x="38" y="2512"/>
                </a:cubicBezTo>
                <a:cubicBezTo>
                  <a:pt x="38" y="2767"/>
                  <a:pt x="39" y="3024"/>
                  <a:pt x="40" y="3279"/>
                </a:cubicBezTo>
                <a:cubicBezTo>
                  <a:pt x="42" y="3797"/>
                  <a:pt x="44" y="4315"/>
                  <a:pt x="46" y="4833"/>
                </a:cubicBezTo>
                <a:cubicBezTo>
                  <a:pt x="50" y="5817"/>
                  <a:pt x="54" y="6803"/>
                  <a:pt x="57" y="7787"/>
                </a:cubicBezTo>
                <a:cubicBezTo>
                  <a:pt x="55" y="7786"/>
                  <a:pt x="54" y="7785"/>
                  <a:pt x="52" y="7785"/>
                </a:cubicBezTo>
                <a:cubicBezTo>
                  <a:pt x="0" y="7785"/>
                  <a:pt x="101" y="8649"/>
                  <a:pt x="628" y="8724"/>
                </a:cubicBezTo>
                <a:cubicBezTo>
                  <a:pt x="1441" y="8840"/>
                  <a:pt x="1514" y="10145"/>
                  <a:pt x="2146" y="10693"/>
                </a:cubicBezTo>
                <a:cubicBezTo>
                  <a:pt x="2452" y="10957"/>
                  <a:pt x="2805" y="11167"/>
                  <a:pt x="3199" y="11261"/>
                </a:cubicBezTo>
                <a:cubicBezTo>
                  <a:pt x="3402" y="11310"/>
                  <a:pt x="3609" y="11330"/>
                  <a:pt x="3816" y="11330"/>
                </a:cubicBezTo>
                <a:cubicBezTo>
                  <a:pt x="4077" y="11330"/>
                  <a:pt x="4340" y="11298"/>
                  <a:pt x="4597" y="11251"/>
                </a:cubicBezTo>
                <a:cubicBezTo>
                  <a:pt x="5367" y="11113"/>
                  <a:pt x="6207" y="10865"/>
                  <a:pt x="6645" y="10152"/>
                </a:cubicBezTo>
                <a:cubicBezTo>
                  <a:pt x="6859" y="9801"/>
                  <a:pt x="6970" y="9395"/>
                  <a:pt x="7203" y="9055"/>
                </a:cubicBezTo>
                <a:cubicBezTo>
                  <a:pt x="7421" y="8736"/>
                  <a:pt x="7758" y="8532"/>
                  <a:pt x="8120" y="8419"/>
                </a:cubicBezTo>
                <a:cubicBezTo>
                  <a:pt x="8559" y="8282"/>
                  <a:pt x="9011" y="8265"/>
                  <a:pt x="9465" y="8265"/>
                </a:cubicBezTo>
                <a:cubicBezTo>
                  <a:pt x="9615" y="8265"/>
                  <a:pt x="9765" y="8267"/>
                  <a:pt x="9915" y="8267"/>
                </a:cubicBezTo>
                <a:cubicBezTo>
                  <a:pt x="10115" y="8267"/>
                  <a:pt x="10316" y="8264"/>
                  <a:pt x="10515" y="8248"/>
                </a:cubicBezTo>
                <a:cubicBezTo>
                  <a:pt x="10927" y="8216"/>
                  <a:pt x="11342" y="8132"/>
                  <a:pt x="11707" y="7927"/>
                </a:cubicBezTo>
                <a:cubicBezTo>
                  <a:pt x="12074" y="7718"/>
                  <a:pt x="12352" y="7394"/>
                  <a:pt x="12600" y="7055"/>
                </a:cubicBezTo>
                <a:cubicBezTo>
                  <a:pt x="13089" y="6385"/>
                  <a:pt x="13543" y="5673"/>
                  <a:pt x="14244" y="5207"/>
                </a:cubicBezTo>
                <a:cubicBezTo>
                  <a:pt x="14594" y="4972"/>
                  <a:pt x="14986" y="4825"/>
                  <a:pt x="15405" y="4792"/>
                </a:cubicBezTo>
                <a:cubicBezTo>
                  <a:pt x="15494" y="4785"/>
                  <a:pt x="15582" y="4782"/>
                  <a:pt x="15670" y="4782"/>
                </a:cubicBezTo>
                <a:cubicBezTo>
                  <a:pt x="16070" y="4782"/>
                  <a:pt x="16469" y="4843"/>
                  <a:pt x="16866" y="4877"/>
                </a:cubicBezTo>
                <a:cubicBezTo>
                  <a:pt x="17302" y="4915"/>
                  <a:pt x="17740" y="4933"/>
                  <a:pt x="18178" y="4933"/>
                </a:cubicBezTo>
                <a:cubicBezTo>
                  <a:pt x="18243" y="4933"/>
                  <a:pt x="18309" y="4933"/>
                  <a:pt x="18374" y="4932"/>
                </a:cubicBezTo>
                <a:cubicBezTo>
                  <a:pt x="18585" y="4929"/>
                  <a:pt x="18814" y="4941"/>
                  <a:pt x="19012" y="4857"/>
                </a:cubicBezTo>
                <a:cubicBezTo>
                  <a:pt x="19193" y="4780"/>
                  <a:pt x="19305" y="4623"/>
                  <a:pt x="19390" y="4450"/>
                </a:cubicBezTo>
                <a:cubicBezTo>
                  <a:pt x="19618" y="3989"/>
                  <a:pt x="19825" y="3515"/>
                  <a:pt x="20041" y="3049"/>
                </a:cubicBezTo>
                <a:cubicBezTo>
                  <a:pt x="20147" y="2821"/>
                  <a:pt x="20256" y="2595"/>
                  <a:pt x="20357" y="2365"/>
                </a:cubicBezTo>
                <a:cubicBezTo>
                  <a:pt x="20444" y="2165"/>
                  <a:pt x="20525" y="1951"/>
                  <a:pt x="20518" y="1728"/>
                </a:cubicBezTo>
                <a:cubicBezTo>
                  <a:pt x="20505" y="1297"/>
                  <a:pt x="20161" y="1008"/>
                  <a:pt x="19822" y="810"/>
                </a:cubicBezTo>
                <a:cubicBezTo>
                  <a:pt x="19463" y="601"/>
                  <a:pt x="19065" y="469"/>
                  <a:pt x="18660" y="392"/>
                </a:cubicBezTo>
                <a:cubicBezTo>
                  <a:pt x="17815" y="229"/>
                  <a:pt x="16950" y="272"/>
                  <a:pt x="16095" y="224"/>
                </a:cubicBezTo>
                <a:cubicBezTo>
                  <a:pt x="15084" y="168"/>
                  <a:pt x="14079" y="19"/>
                  <a:pt x="13065" y="2"/>
                </a:cubicBezTo>
                <a:cubicBezTo>
                  <a:pt x="13023" y="1"/>
                  <a:pt x="12981" y="1"/>
                  <a:pt x="12939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2" name="Google Shape;1942;p86"/>
          <p:cNvSpPr/>
          <p:nvPr/>
        </p:nvSpPr>
        <p:spPr>
          <a:xfrm rot="10800000">
            <a:off x="-582169" y="-470812"/>
            <a:ext cx="3721240" cy="1536322"/>
          </a:xfrm>
          <a:custGeom>
            <a:rect b="b" l="l" r="r" t="t"/>
            <a:pathLst>
              <a:path extrusionOk="0" h="8613" w="24376">
                <a:moveTo>
                  <a:pt x="12572" y="1"/>
                </a:moveTo>
                <a:cubicBezTo>
                  <a:pt x="11930" y="1"/>
                  <a:pt x="11305" y="137"/>
                  <a:pt x="10778" y="460"/>
                </a:cubicBezTo>
                <a:cubicBezTo>
                  <a:pt x="10193" y="818"/>
                  <a:pt x="9818" y="1341"/>
                  <a:pt x="9503" y="1852"/>
                </a:cubicBezTo>
                <a:cubicBezTo>
                  <a:pt x="9167" y="2398"/>
                  <a:pt x="8889" y="2969"/>
                  <a:pt x="8475" y="3485"/>
                </a:cubicBezTo>
                <a:cubicBezTo>
                  <a:pt x="8044" y="4023"/>
                  <a:pt x="7451" y="4445"/>
                  <a:pt x="6633" y="4599"/>
                </a:cubicBezTo>
                <a:cubicBezTo>
                  <a:pt x="6259" y="4669"/>
                  <a:pt x="5879" y="4690"/>
                  <a:pt x="5496" y="4690"/>
                </a:cubicBezTo>
                <a:cubicBezTo>
                  <a:pt x="4945" y="4690"/>
                  <a:pt x="4388" y="4646"/>
                  <a:pt x="3837" y="4646"/>
                </a:cubicBezTo>
                <a:cubicBezTo>
                  <a:pt x="3701" y="4646"/>
                  <a:pt x="3564" y="4649"/>
                  <a:pt x="3429" y="4656"/>
                </a:cubicBezTo>
                <a:cubicBezTo>
                  <a:pt x="2927" y="4680"/>
                  <a:pt x="2424" y="4755"/>
                  <a:pt x="1974" y="4934"/>
                </a:cubicBezTo>
                <a:cubicBezTo>
                  <a:pt x="1568" y="5095"/>
                  <a:pt x="1218" y="5332"/>
                  <a:pt x="943" y="5611"/>
                </a:cubicBezTo>
                <a:cubicBezTo>
                  <a:pt x="425" y="6133"/>
                  <a:pt x="179" y="6806"/>
                  <a:pt x="311" y="7456"/>
                </a:cubicBezTo>
                <a:cubicBezTo>
                  <a:pt x="309" y="7456"/>
                  <a:pt x="307" y="7456"/>
                  <a:pt x="305" y="7456"/>
                </a:cubicBezTo>
                <a:cubicBezTo>
                  <a:pt x="282" y="7456"/>
                  <a:pt x="258" y="7461"/>
                  <a:pt x="234" y="7475"/>
                </a:cubicBezTo>
                <a:cubicBezTo>
                  <a:pt x="83" y="7556"/>
                  <a:pt x="1" y="7677"/>
                  <a:pt x="4" y="7821"/>
                </a:cubicBezTo>
                <a:cubicBezTo>
                  <a:pt x="12" y="8172"/>
                  <a:pt x="404" y="8373"/>
                  <a:pt x="826" y="8396"/>
                </a:cubicBezTo>
                <a:cubicBezTo>
                  <a:pt x="860" y="8398"/>
                  <a:pt x="894" y="8399"/>
                  <a:pt x="929" y="8399"/>
                </a:cubicBezTo>
                <a:cubicBezTo>
                  <a:pt x="1162" y="8399"/>
                  <a:pt x="1397" y="8361"/>
                  <a:pt x="1626" y="8334"/>
                </a:cubicBezTo>
                <a:cubicBezTo>
                  <a:pt x="1931" y="8297"/>
                  <a:pt x="2238" y="8262"/>
                  <a:pt x="2544" y="8230"/>
                </a:cubicBezTo>
                <a:cubicBezTo>
                  <a:pt x="3747" y="8107"/>
                  <a:pt x="4958" y="8023"/>
                  <a:pt x="6170" y="7965"/>
                </a:cubicBezTo>
                <a:cubicBezTo>
                  <a:pt x="8591" y="7850"/>
                  <a:pt x="11019" y="7838"/>
                  <a:pt x="13445" y="7824"/>
                </a:cubicBezTo>
                <a:cubicBezTo>
                  <a:pt x="13813" y="7822"/>
                  <a:pt x="14182" y="7820"/>
                  <a:pt x="14552" y="7820"/>
                </a:cubicBezTo>
                <a:cubicBezTo>
                  <a:pt x="16507" y="7820"/>
                  <a:pt x="18472" y="7870"/>
                  <a:pt x="20390" y="8174"/>
                </a:cubicBezTo>
                <a:cubicBezTo>
                  <a:pt x="20952" y="8264"/>
                  <a:pt x="21511" y="8375"/>
                  <a:pt x="22057" y="8512"/>
                </a:cubicBezTo>
                <a:cubicBezTo>
                  <a:pt x="22240" y="8558"/>
                  <a:pt x="22430" y="8612"/>
                  <a:pt x="22625" y="8612"/>
                </a:cubicBezTo>
                <a:cubicBezTo>
                  <a:pt x="22665" y="8612"/>
                  <a:pt x="22706" y="8610"/>
                  <a:pt x="22747" y="8605"/>
                </a:cubicBezTo>
                <a:cubicBezTo>
                  <a:pt x="22986" y="8575"/>
                  <a:pt x="23126" y="8437"/>
                  <a:pt x="23188" y="8265"/>
                </a:cubicBezTo>
                <a:cubicBezTo>
                  <a:pt x="23342" y="7840"/>
                  <a:pt x="23440" y="7396"/>
                  <a:pt x="23556" y="6963"/>
                </a:cubicBezTo>
                <a:cubicBezTo>
                  <a:pt x="23675" y="6520"/>
                  <a:pt x="23785" y="6077"/>
                  <a:pt x="23879" y="5631"/>
                </a:cubicBezTo>
                <a:cubicBezTo>
                  <a:pt x="24251" y="3879"/>
                  <a:pt x="24375" y="2063"/>
                  <a:pt x="23717" y="343"/>
                </a:cubicBezTo>
                <a:cubicBezTo>
                  <a:pt x="23697" y="293"/>
                  <a:pt x="23642" y="267"/>
                  <a:pt x="23586" y="267"/>
                </a:cubicBezTo>
                <a:cubicBezTo>
                  <a:pt x="23541" y="267"/>
                  <a:pt x="23495" y="284"/>
                  <a:pt x="23467" y="317"/>
                </a:cubicBezTo>
                <a:cubicBezTo>
                  <a:pt x="23327" y="480"/>
                  <a:pt x="23169" y="631"/>
                  <a:pt x="22991" y="769"/>
                </a:cubicBezTo>
                <a:cubicBezTo>
                  <a:pt x="22274" y="1328"/>
                  <a:pt x="21289" y="1670"/>
                  <a:pt x="20281" y="1764"/>
                </a:cubicBezTo>
                <a:cubicBezTo>
                  <a:pt x="20062" y="1784"/>
                  <a:pt x="19841" y="1794"/>
                  <a:pt x="19620" y="1794"/>
                </a:cubicBezTo>
                <a:cubicBezTo>
                  <a:pt x="18644" y="1794"/>
                  <a:pt x="17671" y="1601"/>
                  <a:pt x="16789" y="1286"/>
                </a:cubicBezTo>
                <a:cubicBezTo>
                  <a:pt x="15722" y="905"/>
                  <a:pt x="14754" y="349"/>
                  <a:pt x="13607" y="110"/>
                </a:cubicBezTo>
                <a:cubicBezTo>
                  <a:pt x="13266" y="40"/>
                  <a:pt x="12917" y="1"/>
                  <a:pt x="12572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43" name="Google Shape;1943;p86"/>
          <p:cNvGrpSpPr/>
          <p:nvPr/>
        </p:nvGrpSpPr>
        <p:grpSpPr>
          <a:xfrm flipH="1" rot="6282408">
            <a:off x="8550732" y="1247401"/>
            <a:ext cx="221771" cy="200883"/>
            <a:chOff x="1640475" y="1197075"/>
            <a:chExt cx="55475" cy="50250"/>
          </a:xfrm>
        </p:grpSpPr>
        <p:sp>
          <p:nvSpPr>
            <p:cNvPr id="1944" name="Google Shape;1944;p8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8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8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7" name="Google Shape;1947;p86"/>
          <p:cNvGrpSpPr/>
          <p:nvPr/>
        </p:nvGrpSpPr>
        <p:grpSpPr>
          <a:xfrm flipH="1" rot="1058897">
            <a:off x="1580056" y="228600"/>
            <a:ext cx="215936" cy="195603"/>
            <a:chOff x="1640475" y="1197075"/>
            <a:chExt cx="55475" cy="50250"/>
          </a:xfrm>
        </p:grpSpPr>
        <p:sp>
          <p:nvSpPr>
            <p:cNvPr id="1948" name="Google Shape;1948;p8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8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8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51" name="Google Shape;1951;p86"/>
          <p:cNvSpPr/>
          <p:nvPr/>
        </p:nvSpPr>
        <p:spPr>
          <a:xfrm flipH="1" rot="8431516">
            <a:off x="3395658" y="4170446"/>
            <a:ext cx="529784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52" name="Google Shape;1952;p86"/>
          <p:cNvGrpSpPr/>
          <p:nvPr/>
        </p:nvGrpSpPr>
        <p:grpSpPr>
          <a:xfrm flipH="1" rot="-900000">
            <a:off x="544277" y="3921386"/>
            <a:ext cx="347165" cy="314462"/>
            <a:chOff x="1640475" y="1197075"/>
            <a:chExt cx="55475" cy="50250"/>
          </a:xfrm>
        </p:grpSpPr>
        <p:sp>
          <p:nvSpPr>
            <p:cNvPr id="1953" name="Google Shape;1953;p8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8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8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6" name="Google Shape;1956;p86"/>
          <p:cNvGrpSpPr/>
          <p:nvPr/>
        </p:nvGrpSpPr>
        <p:grpSpPr>
          <a:xfrm flipH="1" rot="-899970">
            <a:off x="8808559" y="3390166"/>
            <a:ext cx="215932" cy="195605"/>
            <a:chOff x="1640475" y="1197075"/>
            <a:chExt cx="55475" cy="50250"/>
          </a:xfrm>
        </p:grpSpPr>
        <p:sp>
          <p:nvSpPr>
            <p:cNvPr id="1957" name="Google Shape;1957;p8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8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8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60" name="Google Shape;1960;p86"/>
          <p:cNvSpPr/>
          <p:nvPr/>
        </p:nvSpPr>
        <p:spPr>
          <a:xfrm flipH="1" rot="-10799880">
            <a:off x="6525508" y="258994"/>
            <a:ext cx="529792" cy="12411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1" name="Google Shape;1961;p86"/>
          <p:cNvSpPr/>
          <p:nvPr/>
        </p:nvSpPr>
        <p:spPr>
          <a:xfrm flipH="1">
            <a:off x="3766739" y="438088"/>
            <a:ext cx="529811" cy="424916"/>
          </a:xfrm>
          <a:custGeom>
            <a:rect b="b" l="l" r="r" t="t"/>
            <a:pathLst>
              <a:path extrusionOk="0" h="7512" w="9366">
                <a:moveTo>
                  <a:pt x="1151" y="361"/>
                </a:moveTo>
                <a:cubicBezTo>
                  <a:pt x="1522" y="390"/>
                  <a:pt x="1902" y="410"/>
                  <a:pt x="2283" y="429"/>
                </a:cubicBezTo>
                <a:cubicBezTo>
                  <a:pt x="3044" y="488"/>
                  <a:pt x="3805" y="536"/>
                  <a:pt x="4556" y="605"/>
                </a:cubicBezTo>
                <a:cubicBezTo>
                  <a:pt x="5951" y="712"/>
                  <a:pt x="7346" y="858"/>
                  <a:pt x="8741" y="1044"/>
                </a:cubicBezTo>
                <a:cubicBezTo>
                  <a:pt x="8165" y="1746"/>
                  <a:pt x="7570" y="2419"/>
                  <a:pt x="6936" y="3063"/>
                </a:cubicBezTo>
                <a:lnTo>
                  <a:pt x="3639" y="1561"/>
                </a:lnTo>
                <a:cubicBezTo>
                  <a:pt x="3083" y="1307"/>
                  <a:pt x="2517" y="1053"/>
                  <a:pt x="1961" y="800"/>
                </a:cubicBezTo>
                <a:cubicBezTo>
                  <a:pt x="1639" y="653"/>
                  <a:pt x="1307" y="497"/>
                  <a:pt x="976" y="361"/>
                </a:cubicBezTo>
                <a:close/>
                <a:moveTo>
                  <a:pt x="605" y="819"/>
                </a:moveTo>
                <a:cubicBezTo>
                  <a:pt x="888" y="1044"/>
                  <a:pt x="1180" y="1258"/>
                  <a:pt x="1463" y="1473"/>
                </a:cubicBezTo>
                <a:lnTo>
                  <a:pt x="2839" y="2556"/>
                </a:lnTo>
                <a:lnTo>
                  <a:pt x="5434" y="4595"/>
                </a:lnTo>
                <a:cubicBezTo>
                  <a:pt x="5161" y="4770"/>
                  <a:pt x="4888" y="4956"/>
                  <a:pt x="4614" y="5151"/>
                </a:cubicBezTo>
                <a:cubicBezTo>
                  <a:pt x="4609" y="5150"/>
                  <a:pt x="4604" y="5149"/>
                  <a:pt x="4599" y="5149"/>
                </a:cubicBezTo>
                <a:cubicBezTo>
                  <a:pt x="4546" y="5149"/>
                  <a:pt x="4495" y="5195"/>
                  <a:pt x="4468" y="5248"/>
                </a:cubicBezTo>
                <a:cubicBezTo>
                  <a:pt x="4088" y="5512"/>
                  <a:pt x="3717" y="5785"/>
                  <a:pt x="3346" y="6058"/>
                </a:cubicBezTo>
                <a:cubicBezTo>
                  <a:pt x="2839" y="5102"/>
                  <a:pt x="2341" y="4146"/>
                  <a:pt x="1854" y="3190"/>
                </a:cubicBezTo>
                <a:lnTo>
                  <a:pt x="1034" y="1639"/>
                </a:lnTo>
                <a:cubicBezTo>
                  <a:pt x="888" y="1366"/>
                  <a:pt x="732" y="1102"/>
                  <a:pt x="605" y="819"/>
                </a:cubicBezTo>
                <a:close/>
                <a:moveTo>
                  <a:pt x="1434" y="995"/>
                </a:moveTo>
                <a:lnTo>
                  <a:pt x="1776" y="1151"/>
                </a:lnTo>
                <a:cubicBezTo>
                  <a:pt x="2332" y="1405"/>
                  <a:pt x="2897" y="1668"/>
                  <a:pt x="3454" y="1922"/>
                </a:cubicBezTo>
                <a:lnTo>
                  <a:pt x="6907" y="3483"/>
                </a:lnTo>
                <a:cubicBezTo>
                  <a:pt x="6917" y="3483"/>
                  <a:pt x="6926" y="3492"/>
                  <a:pt x="6946" y="3492"/>
                </a:cubicBezTo>
                <a:cubicBezTo>
                  <a:pt x="6936" y="3551"/>
                  <a:pt x="6936" y="3600"/>
                  <a:pt x="6936" y="3658"/>
                </a:cubicBezTo>
                <a:cubicBezTo>
                  <a:pt x="6917" y="3834"/>
                  <a:pt x="6907" y="4009"/>
                  <a:pt x="6897" y="4185"/>
                </a:cubicBezTo>
                <a:cubicBezTo>
                  <a:pt x="6868" y="4517"/>
                  <a:pt x="6848" y="4848"/>
                  <a:pt x="6829" y="5180"/>
                </a:cubicBezTo>
                <a:lnTo>
                  <a:pt x="6751" y="6273"/>
                </a:lnTo>
                <a:cubicBezTo>
                  <a:pt x="6644" y="6009"/>
                  <a:pt x="6536" y="5736"/>
                  <a:pt x="6439" y="5463"/>
                </a:cubicBezTo>
                <a:cubicBezTo>
                  <a:pt x="6341" y="5200"/>
                  <a:pt x="6214" y="4946"/>
                  <a:pt x="6078" y="4702"/>
                </a:cubicBezTo>
                <a:cubicBezTo>
                  <a:pt x="6009" y="4585"/>
                  <a:pt x="5873" y="4361"/>
                  <a:pt x="5717" y="4341"/>
                </a:cubicBezTo>
                <a:lnTo>
                  <a:pt x="3093" y="2292"/>
                </a:lnTo>
                <a:lnTo>
                  <a:pt x="1707" y="1219"/>
                </a:lnTo>
                <a:cubicBezTo>
                  <a:pt x="1610" y="1141"/>
                  <a:pt x="1522" y="1073"/>
                  <a:pt x="1434" y="995"/>
                </a:cubicBezTo>
                <a:close/>
                <a:moveTo>
                  <a:pt x="5668" y="4878"/>
                </a:moveTo>
                <a:lnTo>
                  <a:pt x="5697" y="4917"/>
                </a:lnTo>
                <a:cubicBezTo>
                  <a:pt x="5834" y="5151"/>
                  <a:pt x="5941" y="5395"/>
                  <a:pt x="6039" y="5648"/>
                </a:cubicBezTo>
                <a:cubicBezTo>
                  <a:pt x="6185" y="6029"/>
                  <a:pt x="6331" y="6419"/>
                  <a:pt x="6478" y="6799"/>
                </a:cubicBezTo>
                <a:cubicBezTo>
                  <a:pt x="6292" y="6634"/>
                  <a:pt x="6107" y="6468"/>
                  <a:pt x="5912" y="6302"/>
                </a:cubicBezTo>
                <a:cubicBezTo>
                  <a:pt x="5707" y="6117"/>
                  <a:pt x="5502" y="5921"/>
                  <a:pt x="5297" y="5717"/>
                </a:cubicBezTo>
                <a:cubicBezTo>
                  <a:pt x="5200" y="5619"/>
                  <a:pt x="5092" y="5512"/>
                  <a:pt x="4995" y="5404"/>
                </a:cubicBezTo>
                <a:cubicBezTo>
                  <a:pt x="4975" y="5395"/>
                  <a:pt x="4966" y="5375"/>
                  <a:pt x="4956" y="5365"/>
                </a:cubicBezTo>
                <a:cubicBezTo>
                  <a:pt x="5200" y="5200"/>
                  <a:pt x="5434" y="5034"/>
                  <a:pt x="5668" y="4878"/>
                </a:cubicBezTo>
                <a:close/>
                <a:moveTo>
                  <a:pt x="781" y="1"/>
                </a:moveTo>
                <a:cubicBezTo>
                  <a:pt x="615" y="1"/>
                  <a:pt x="449" y="9"/>
                  <a:pt x="283" y="19"/>
                </a:cubicBezTo>
                <a:cubicBezTo>
                  <a:pt x="267" y="13"/>
                  <a:pt x="250" y="10"/>
                  <a:pt x="234" y="10"/>
                </a:cubicBezTo>
                <a:cubicBezTo>
                  <a:pt x="202" y="10"/>
                  <a:pt x="169" y="23"/>
                  <a:pt x="137" y="49"/>
                </a:cubicBezTo>
                <a:lnTo>
                  <a:pt x="107" y="49"/>
                </a:lnTo>
                <a:cubicBezTo>
                  <a:pt x="29" y="68"/>
                  <a:pt x="0" y="156"/>
                  <a:pt x="39" y="224"/>
                </a:cubicBezTo>
                <a:cubicBezTo>
                  <a:pt x="39" y="234"/>
                  <a:pt x="49" y="253"/>
                  <a:pt x="59" y="263"/>
                </a:cubicBezTo>
                <a:cubicBezTo>
                  <a:pt x="49" y="302"/>
                  <a:pt x="59" y="351"/>
                  <a:pt x="98" y="380"/>
                </a:cubicBezTo>
                <a:cubicBezTo>
                  <a:pt x="146" y="839"/>
                  <a:pt x="410" y="1268"/>
                  <a:pt x="624" y="1678"/>
                </a:cubicBezTo>
                <a:lnTo>
                  <a:pt x="1434" y="3229"/>
                </a:lnTo>
                <a:cubicBezTo>
                  <a:pt x="1990" y="4292"/>
                  <a:pt x="2546" y="5346"/>
                  <a:pt x="3112" y="6409"/>
                </a:cubicBezTo>
                <a:cubicBezTo>
                  <a:pt x="3142" y="6482"/>
                  <a:pt x="3207" y="6521"/>
                  <a:pt x="3275" y="6521"/>
                </a:cubicBezTo>
                <a:cubicBezTo>
                  <a:pt x="3316" y="6521"/>
                  <a:pt x="3358" y="6507"/>
                  <a:pt x="3395" y="6477"/>
                </a:cubicBezTo>
                <a:cubicBezTo>
                  <a:pt x="3805" y="6175"/>
                  <a:pt x="4214" y="5882"/>
                  <a:pt x="4624" y="5590"/>
                </a:cubicBezTo>
                <a:lnTo>
                  <a:pt x="4702" y="5668"/>
                </a:lnTo>
                <a:cubicBezTo>
                  <a:pt x="4810" y="5775"/>
                  <a:pt x="4907" y="5882"/>
                  <a:pt x="5014" y="5980"/>
                </a:cubicBezTo>
                <a:cubicBezTo>
                  <a:pt x="5210" y="6185"/>
                  <a:pt x="5414" y="6370"/>
                  <a:pt x="5619" y="6556"/>
                </a:cubicBezTo>
                <a:cubicBezTo>
                  <a:pt x="5834" y="6741"/>
                  <a:pt x="6048" y="6926"/>
                  <a:pt x="6273" y="7102"/>
                </a:cubicBezTo>
                <a:cubicBezTo>
                  <a:pt x="6380" y="7190"/>
                  <a:pt x="6497" y="7277"/>
                  <a:pt x="6614" y="7355"/>
                </a:cubicBezTo>
                <a:cubicBezTo>
                  <a:pt x="6692" y="7434"/>
                  <a:pt x="6790" y="7482"/>
                  <a:pt x="6897" y="7512"/>
                </a:cubicBezTo>
                <a:cubicBezTo>
                  <a:pt x="6946" y="7512"/>
                  <a:pt x="6985" y="7482"/>
                  <a:pt x="6995" y="7434"/>
                </a:cubicBezTo>
                <a:lnTo>
                  <a:pt x="6995" y="7414"/>
                </a:lnTo>
                <a:cubicBezTo>
                  <a:pt x="7053" y="7385"/>
                  <a:pt x="7083" y="7326"/>
                  <a:pt x="7092" y="7268"/>
                </a:cubicBezTo>
                <a:cubicBezTo>
                  <a:pt x="7112" y="6575"/>
                  <a:pt x="7141" y="5882"/>
                  <a:pt x="7170" y="5180"/>
                </a:cubicBezTo>
                <a:cubicBezTo>
                  <a:pt x="7180" y="4839"/>
                  <a:pt x="7190" y="4487"/>
                  <a:pt x="7209" y="4146"/>
                </a:cubicBezTo>
                <a:cubicBezTo>
                  <a:pt x="7209" y="3970"/>
                  <a:pt x="7219" y="3795"/>
                  <a:pt x="7229" y="3619"/>
                </a:cubicBezTo>
                <a:cubicBezTo>
                  <a:pt x="7239" y="3531"/>
                  <a:pt x="7229" y="3453"/>
                  <a:pt x="7190" y="3375"/>
                </a:cubicBezTo>
                <a:cubicBezTo>
                  <a:pt x="7931" y="2624"/>
                  <a:pt x="8624" y="1834"/>
                  <a:pt x="9287" y="1014"/>
                </a:cubicBezTo>
                <a:cubicBezTo>
                  <a:pt x="9365" y="888"/>
                  <a:pt x="9297" y="712"/>
                  <a:pt x="9141" y="692"/>
                </a:cubicBezTo>
                <a:cubicBezTo>
                  <a:pt x="7639" y="497"/>
                  <a:pt x="6127" y="332"/>
                  <a:pt x="4614" y="205"/>
                </a:cubicBezTo>
                <a:cubicBezTo>
                  <a:pt x="3853" y="146"/>
                  <a:pt x="3093" y="97"/>
                  <a:pt x="2332" y="58"/>
                </a:cubicBezTo>
                <a:cubicBezTo>
                  <a:pt x="1951" y="39"/>
                  <a:pt x="1571" y="29"/>
                  <a:pt x="1190" y="19"/>
                </a:cubicBezTo>
                <a:cubicBezTo>
                  <a:pt x="1054" y="6"/>
                  <a:pt x="917" y="1"/>
                  <a:pt x="7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SECTION_HEADER_1">
    <p:spTree>
      <p:nvGrpSpPr>
        <p:cNvPr id="1962" name="Shape 1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3" name="Google Shape;1963;p87"/>
          <p:cNvSpPr/>
          <p:nvPr/>
        </p:nvSpPr>
        <p:spPr>
          <a:xfrm rot="10800000">
            <a:off x="-470007" y="-486251"/>
            <a:ext cx="4205930" cy="2291529"/>
          </a:xfrm>
          <a:custGeom>
            <a:rect b="b" l="l" r="r" t="t"/>
            <a:pathLst>
              <a:path extrusionOk="0" h="14261" w="26175">
                <a:moveTo>
                  <a:pt x="21312" y="0"/>
                </a:moveTo>
                <a:cubicBezTo>
                  <a:pt x="20977" y="0"/>
                  <a:pt x="20642" y="41"/>
                  <a:pt x="20313" y="99"/>
                </a:cubicBezTo>
                <a:cubicBezTo>
                  <a:pt x="19331" y="273"/>
                  <a:pt x="18260" y="586"/>
                  <a:pt x="17702" y="1484"/>
                </a:cubicBezTo>
                <a:cubicBezTo>
                  <a:pt x="17428" y="1925"/>
                  <a:pt x="17287" y="2436"/>
                  <a:pt x="16990" y="2864"/>
                </a:cubicBezTo>
                <a:cubicBezTo>
                  <a:pt x="16710" y="3266"/>
                  <a:pt x="16282" y="3522"/>
                  <a:pt x="15821" y="3664"/>
                </a:cubicBezTo>
                <a:cubicBezTo>
                  <a:pt x="15261" y="3837"/>
                  <a:pt x="14685" y="3858"/>
                  <a:pt x="14107" y="3858"/>
                </a:cubicBezTo>
                <a:cubicBezTo>
                  <a:pt x="13914" y="3858"/>
                  <a:pt x="13720" y="3856"/>
                  <a:pt x="13527" y="3856"/>
                </a:cubicBezTo>
                <a:cubicBezTo>
                  <a:pt x="13273" y="3856"/>
                  <a:pt x="13019" y="3860"/>
                  <a:pt x="12766" y="3880"/>
                </a:cubicBezTo>
                <a:cubicBezTo>
                  <a:pt x="12240" y="3921"/>
                  <a:pt x="11711" y="4025"/>
                  <a:pt x="11246" y="4285"/>
                </a:cubicBezTo>
                <a:cubicBezTo>
                  <a:pt x="10777" y="4547"/>
                  <a:pt x="10423" y="4956"/>
                  <a:pt x="10107" y="5381"/>
                </a:cubicBezTo>
                <a:cubicBezTo>
                  <a:pt x="9484" y="6224"/>
                  <a:pt x="8906" y="7121"/>
                  <a:pt x="8012" y="7708"/>
                </a:cubicBezTo>
                <a:cubicBezTo>
                  <a:pt x="7566" y="8003"/>
                  <a:pt x="7065" y="8190"/>
                  <a:pt x="6530" y="8231"/>
                </a:cubicBezTo>
                <a:cubicBezTo>
                  <a:pt x="6418" y="8239"/>
                  <a:pt x="6306" y="8243"/>
                  <a:pt x="6194" y="8243"/>
                </a:cubicBezTo>
                <a:cubicBezTo>
                  <a:pt x="5684" y="8243"/>
                  <a:pt x="5174" y="8166"/>
                  <a:pt x="4666" y="8122"/>
                </a:cubicBezTo>
                <a:cubicBezTo>
                  <a:pt x="4112" y="8075"/>
                  <a:pt x="3557" y="8052"/>
                  <a:pt x="3001" y="8052"/>
                </a:cubicBezTo>
                <a:cubicBezTo>
                  <a:pt x="2916" y="8052"/>
                  <a:pt x="2830" y="8052"/>
                  <a:pt x="2744" y="8054"/>
                </a:cubicBezTo>
                <a:cubicBezTo>
                  <a:pt x="2475" y="8057"/>
                  <a:pt x="2183" y="8043"/>
                  <a:pt x="1931" y="8148"/>
                </a:cubicBezTo>
                <a:cubicBezTo>
                  <a:pt x="1700" y="8244"/>
                  <a:pt x="1557" y="8443"/>
                  <a:pt x="1448" y="8660"/>
                </a:cubicBezTo>
                <a:cubicBezTo>
                  <a:pt x="1157" y="9242"/>
                  <a:pt x="895" y="9837"/>
                  <a:pt x="618" y="10425"/>
                </a:cubicBezTo>
                <a:cubicBezTo>
                  <a:pt x="483" y="10711"/>
                  <a:pt x="344" y="10996"/>
                  <a:pt x="215" y="11284"/>
                </a:cubicBezTo>
                <a:cubicBezTo>
                  <a:pt x="103" y="11537"/>
                  <a:pt x="1" y="11806"/>
                  <a:pt x="9" y="12087"/>
                </a:cubicBezTo>
                <a:cubicBezTo>
                  <a:pt x="26" y="12628"/>
                  <a:pt x="464" y="12993"/>
                  <a:pt x="898" y="13242"/>
                </a:cubicBezTo>
                <a:cubicBezTo>
                  <a:pt x="1355" y="13506"/>
                  <a:pt x="1863" y="13671"/>
                  <a:pt x="2379" y="13769"/>
                </a:cubicBezTo>
                <a:cubicBezTo>
                  <a:pt x="3456" y="13974"/>
                  <a:pt x="4560" y="13920"/>
                  <a:pt x="5650" y="13980"/>
                </a:cubicBezTo>
                <a:cubicBezTo>
                  <a:pt x="6939" y="14051"/>
                  <a:pt x="8222" y="14239"/>
                  <a:pt x="9514" y="14259"/>
                </a:cubicBezTo>
                <a:cubicBezTo>
                  <a:pt x="9569" y="14260"/>
                  <a:pt x="9623" y="14261"/>
                  <a:pt x="9677" y="14261"/>
                </a:cubicBezTo>
                <a:cubicBezTo>
                  <a:pt x="10875" y="14261"/>
                  <a:pt x="12038" y="14052"/>
                  <a:pt x="13207" y="13797"/>
                </a:cubicBezTo>
                <a:cubicBezTo>
                  <a:pt x="13817" y="13663"/>
                  <a:pt x="14426" y="13526"/>
                  <a:pt x="15041" y="13424"/>
                </a:cubicBezTo>
                <a:cubicBezTo>
                  <a:pt x="15675" y="13317"/>
                  <a:pt x="16315" y="13253"/>
                  <a:pt x="16956" y="13206"/>
                </a:cubicBezTo>
                <a:cubicBezTo>
                  <a:pt x="18228" y="13113"/>
                  <a:pt x="19506" y="13085"/>
                  <a:pt x="20774" y="12938"/>
                </a:cubicBezTo>
                <a:cubicBezTo>
                  <a:pt x="21322" y="12875"/>
                  <a:pt x="21864" y="12773"/>
                  <a:pt x="22412" y="12707"/>
                </a:cubicBezTo>
                <a:cubicBezTo>
                  <a:pt x="22674" y="12676"/>
                  <a:pt x="22942" y="12652"/>
                  <a:pt x="23208" y="12652"/>
                </a:cubicBezTo>
                <a:cubicBezTo>
                  <a:pt x="23451" y="12652"/>
                  <a:pt x="23692" y="12672"/>
                  <a:pt x="23928" y="12724"/>
                </a:cubicBezTo>
                <a:cubicBezTo>
                  <a:pt x="24162" y="12777"/>
                  <a:pt x="24387" y="12861"/>
                  <a:pt x="24591" y="12989"/>
                </a:cubicBezTo>
                <a:cubicBezTo>
                  <a:pt x="24696" y="13055"/>
                  <a:pt x="24788" y="13167"/>
                  <a:pt x="24915" y="13170"/>
                </a:cubicBezTo>
                <a:cubicBezTo>
                  <a:pt x="24918" y="13170"/>
                  <a:pt x="24920" y="13170"/>
                  <a:pt x="24923" y="13170"/>
                </a:cubicBezTo>
                <a:cubicBezTo>
                  <a:pt x="25030" y="13170"/>
                  <a:pt x="25141" y="13147"/>
                  <a:pt x="25241" y="13108"/>
                </a:cubicBezTo>
                <a:cubicBezTo>
                  <a:pt x="25716" y="12928"/>
                  <a:pt x="25988" y="12456"/>
                  <a:pt x="26075" y="11977"/>
                </a:cubicBezTo>
                <a:cubicBezTo>
                  <a:pt x="26127" y="11687"/>
                  <a:pt x="26128" y="11393"/>
                  <a:pt x="26127" y="11099"/>
                </a:cubicBezTo>
                <a:cubicBezTo>
                  <a:pt x="26126" y="10779"/>
                  <a:pt x="26124" y="10457"/>
                  <a:pt x="26123" y="10135"/>
                </a:cubicBezTo>
                <a:cubicBezTo>
                  <a:pt x="26121" y="9483"/>
                  <a:pt x="26118" y="8831"/>
                  <a:pt x="26116" y="8179"/>
                </a:cubicBezTo>
                <a:cubicBezTo>
                  <a:pt x="26112" y="6939"/>
                  <a:pt x="26107" y="5700"/>
                  <a:pt x="26102" y="4459"/>
                </a:cubicBezTo>
                <a:lnTo>
                  <a:pt x="26102" y="4459"/>
                </a:lnTo>
                <a:cubicBezTo>
                  <a:pt x="26105" y="4461"/>
                  <a:pt x="26107" y="4462"/>
                  <a:pt x="26109" y="4462"/>
                </a:cubicBezTo>
                <a:cubicBezTo>
                  <a:pt x="26174" y="4462"/>
                  <a:pt x="26046" y="3375"/>
                  <a:pt x="25375" y="3280"/>
                </a:cubicBezTo>
                <a:cubicBezTo>
                  <a:pt x="24338" y="3135"/>
                  <a:pt x="24244" y="1492"/>
                  <a:pt x="23438" y="803"/>
                </a:cubicBezTo>
                <a:cubicBezTo>
                  <a:pt x="23048" y="470"/>
                  <a:pt x="22597" y="206"/>
                  <a:pt x="22095" y="87"/>
                </a:cubicBezTo>
                <a:cubicBezTo>
                  <a:pt x="21837" y="25"/>
                  <a:pt x="21575" y="0"/>
                  <a:pt x="21312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4" name="Google Shape;1964;p87"/>
          <p:cNvSpPr/>
          <p:nvPr/>
        </p:nvSpPr>
        <p:spPr>
          <a:xfrm rot="10800000">
            <a:off x="7300302" y="-415230"/>
            <a:ext cx="2089708" cy="2096136"/>
          </a:xfrm>
          <a:custGeom>
            <a:rect b="b" l="l" r="r" t="t"/>
            <a:pathLst>
              <a:path extrusionOk="0" h="13045" w="13005">
                <a:moveTo>
                  <a:pt x="1922" y="1"/>
                </a:moveTo>
                <a:cubicBezTo>
                  <a:pt x="1849" y="1"/>
                  <a:pt x="1776" y="4"/>
                  <a:pt x="1703" y="11"/>
                </a:cubicBezTo>
                <a:cubicBezTo>
                  <a:pt x="1260" y="54"/>
                  <a:pt x="818" y="227"/>
                  <a:pt x="503" y="551"/>
                </a:cubicBezTo>
                <a:cubicBezTo>
                  <a:pt x="150" y="913"/>
                  <a:pt x="38" y="1411"/>
                  <a:pt x="20" y="1903"/>
                </a:cubicBezTo>
                <a:cubicBezTo>
                  <a:pt x="0" y="2484"/>
                  <a:pt x="46" y="3073"/>
                  <a:pt x="66" y="3654"/>
                </a:cubicBezTo>
                <a:cubicBezTo>
                  <a:pt x="86" y="4273"/>
                  <a:pt x="107" y="4891"/>
                  <a:pt x="127" y="5509"/>
                </a:cubicBezTo>
                <a:lnTo>
                  <a:pt x="374" y="12928"/>
                </a:lnTo>
                <a:cubicBezTo>
                  <a:pt x="376" y="12996"/>
                  <a:pt x="429" y="13044"/>
                  <a:pt x="492" y="13044"/>
                </a:cubicBezTo>
                <a:cubicBezTo>
                  <a:pt x="501" y="13044"/>
                  <a:pt x="511" y="13043"/>
                  <a:pt x="520" y="13041"/>
                </a:cubicBezTo>
                <a:cubicBezTo>
                  <a:pt x="1437" y="12830"/>
                  <a:pt x="2365" y="12670"/>
                  <a:pt x="3299" y="12564"/>
                </a:cubicBezTo>
                <a:cubicBezTo>
                  <a:pt x="4235" y="12458"/>
                  <a:pt x="5175" y="12406"/>
                  <a:pt x="6116" y="12406"/>
                </a:cubicBezTo>
                <a:cubicBezTo>
                  <a:pt x="6835" y="12406"/>
                  <a:pt x="7554" y="12436"/>
                  <a:pt x="8271" y="12496"/>
                </a:cubicBezTo>
                <a:cubicBezTo>
                  <a:pt x="8728" y="12533"/>
                  <a:pt x="9209" y="12577"/>
                  <a:pt x="9687" y="12577"/>
                </a:cubicBezTo>
                <a:cubicBezTo>
                  <a:pt x="10492" y="12577"/>
                  <a:pt x="11288" y="12454"/>
                  <a:pt x="11947" y="11977"/>
                </a:cubicBezTo>
                <a:lnTo>
                  <a:pt x="11947" y="11977"/>
                </a:lnTo>
                <a:cubicBezTo>
                  <a:pt x="11945" y="11988"/>
                  <a:pt x="11948" y="11993"/>
                  <a:pt x="11955" y="11993"/>
                </a:cubicBezTo>
                <a:cubicBezTo>
                  <a:pt x="12017" y="11993"/>
                  <a:pt x="12409" y="11534"/>
                  <a:pt x="12496" y="11300"/>
                </a:cubicBezTo>
                <a:cubicBezTo>
                  <a:pt x="12866" y="10319"/>
                  <a:pt x="13005" y="9208"/>
                  <a:pt x="12677" y="8195"/>
                </a:cubicBezTo>
                <a:cubicBezTo>
                  <a:pt x="12404" y="7349"/>
                  <a:pt x="11818" y="6569"/>
                  <a:pt x="11000" y="6188"/>
                </a:cubicBezTo>
                <a:cubicBezTo>
                  <a:pt x="10082" y="5759"/>
                  <a:pt x="9032" y="5924"/>
                  <a:pt x="8092" y="5581"/>
                </a:cubicBezTo>
                <a:cubicBezTo>
                  <a:pt x="7160" y="5240"/>
                  <a:pt x="6737" y="4324"/>
                  <a:pt x="6316" y="3499"/>
                </a:cubicBezTo>
                <a:cubicBezTo>
                  <a:pt x="5859" y="2602"/>
                  <a:pt x="5271" y="1802"/>
                  <a:pt x="4492" y="1159"/>
                </a:cubicBezTo>
                <a:cubicBezTo>
                  <a:pt x="3786" y="579"/>
                  <a:pt x="2870" y="1"/>
                  <a:pt x="1922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5" name="Google Shape;1965;p87"/>
          <p:cNvSpPr/>
          <p:nvPr/>
        </p:nvSpPr>
        <p:spPr>
          <a:xfrm rot="10800000">
            <a:off x="5339943" y="3964766"/>
            <a:ext cx="3916858" cy="1383980"/>
          </a:xfrm>
          <a:custGeom>
            <a:rect b="b" l="l" r="r" t="t"/>
            <a:pathLst>
              <a:path extrusionOk="0" h="8613" w="24376">
                <a:moveTo>
                  <a:pt x="1748" y="0"/>
                </a:moveTo>
                <a:cubicBezTo>
                  <a:pt x="1709" y="0"/>
                  <a:pt x="1669" y="2"/>
                  <a:pt x="1629" y="7"/>
                </a:cubicBezTo>
                <a:cubicBezTo>
                  <a:pt x="1391" y="38"/>
                  <a:pt x="1250" y="176"/>
                  <a:pt x="1187" y="347"/>
                </a:cubicBezTo>
                <a:cubicBezTo>
                  <a:pt x="1033" y="773"/>
                  <a:pt x="935" y="1218"/>
                  <a:pt x="819" y="1650"/>
                </a:cubicBezTo>
                <a:cubicBezTo>
                  <a:pt x="701" y="2092"/>
                  <a:pt x="590" y="2536"/>
                  <a:pt x="496" y="2983"/>
                </a:cubicBezTo>
                <a:cubicBezTo>
                  <a:pt x="126" y="4733"/>
                  <a:pt x="0" y="6549"/>
                  <a:pt x="659" y="8271"/>
                </a:cubicBezTo>
                <a:cubicBezTo>
                  <a:pt x="678" y="8321"/>
                  <a:pt x="733" y="8346"/>
                  <a:pt x="790" y="8346"/>
                </a:cubicBezTo>
                <a:cubicBezTo>
                  <a:pt x="835" y="8346"/>
                  <a:pt x="881" y="8329"/>
                  <a:pt x="910" y="8296"/>
                </a:cubicBezTo>
                <a:cubicBezTo>
                  <a:pt x="1048" y="8134"/>
                  <a:pt x="1206" y="7983"/>
                  <a:pt x="1385" y="7843"/>
                </a:cubicBezTo>
                <a:cubicBezTo>
                  <a:pt x="2101" y="7284"/>
                  <a:pt x="3087" y="6944"/>
                  <a:pt x="4095" y="6849"/>
                </a:cubicBezTo>
                <a:cubicBezTo>
                  <a:pt x="4314" y="6828"/>
                  <a:pt x="4534" y="6818"/>
                  <a:pt x="4754" y="6818"/>
                </a:cubicBezTo>
                <a:cubicBezTo>
                  <a:pt x="5730" y="6818"/>
                  <a:pt x="6704" y="7012"/>
                  <a:pt x="7586" y="7328"/>
                </a:cubicBezTo>
                <a:cubicBezTo>
                  <a:pt x="8653" y="7708"/>
                  <a:pt x="9622" y="8264"/>
                  <a:pt x="10770" y="8502"/>
                </a:cubicBezTo>
                <a:cubicBezTo>
                  <a:pt x="11110" y="8573"/>
                  <a:pt x="11460" y="8612"/>
                  <a:pt x="11804" y="8612"/>
                </a:cubicBezTo>
                <a:cubicBezTo>
                  <a:pt x="12445" y="8612"/>
                  <a:pt x="13071" y="8476"/>
                  <a:pt x="13597" y="8154"/>
                </a:cubicBezTo>
                <a:cubicBezTo>
                  <a:pt x="14183" y="7795"/>
                  <a:pt x="14557" y="7273"/>
                  <a:pt x="14873" y="6761"/>
                </a:cubicBezTo>
                <a:cubicBezTo>
                  <a:pt x="15208" y="6214"/>
                  <a:pt x="15488" y="5645"/>
                  <a:pt x="15900" y="5129"/>
                </a:cubicBezTo>
                <a:cubicBezTo>
                  <a:pt x="16333" y="4590"/>
                  <a:pt x="16925" y="4168"/>
                  <a:pt x="17743" y="4015"/>
                </a:cubicBezTo>
                <a:cubicBezTo>
                  <a:pt x="18117" y="3945"/>
                  <a:pt x="18497" y="3924"/>
                  <a:pt x="18879" y="3924"/>
                </a:cubicBezTo>
                <a:cubicBezTo>
                  <a:pt x="19431" y="3924"/>
                  <a:pt x="19988" y="3967"/>
                  <a:pt x="20538" y="3967"/>
                </a:cubicBezTo>
                <a:cubicBezTo>
                  <a:pt x="20675" y="3967"/>
                  <a:pt x="20811" y="3964"/>
                  <a:pt x="20947" y="3958"/>
                </a:cubicBezTo>
                <a:cubicBezTo>
                  <a:pt x="21449" y="3933"/>
                  <a:pt x="21952" y="3857"/>
                  <a:pt x="22403" y="3679"/>
                </a:cubicBezTo>
                <a:cubicBezTo>
                  <a:pt x="22808" y="3518"/>
                  <a:pt x="23157" y="3280"/>
                  <a:pt x="23433" y="3003"/>
                </a:cubicBezTo>
                <a:cubicBezTo>
                  <a:pt x="23951" y="2479"/>
                  <a:pt x="24196" y="1807"/>
                  <a:pt x="24066" y="1157"/>
                </a:cubicBezTo>
                <a:lnTo>
                  <a:pt x="24066" y="1157"/>
                </a:lnTo>
                <a:cubicBezTo>
                  <a:pt x="24067" y="1158"/>
                  <a:pt x="24069" y="1158"/>
                  <a:pt x="24071" y="1158"/>
                </a:cubicBezTo>
                <a:cubicBezTo>
                  <a:pt x="24093" y="1158"/>
                  <a:pt x="24117" y="1151"/>
                  <a:pt x="24142" y="1138"/>
                </a:cubicBezTo>
                <a:cubicBezTo>
                  <a:pt x="24292" y="1056"/>
                  <a:pt x="24376" y="935"/>
                  <a:pt x="24372" y="792"/>
                </a:cubicBezTo>
                <a:cubicBezTo>
                  <a:pt x="24363" y="440"/>
                  <a:pt x="23972" y="240"/>
                  <a:pt x="23550" y="217"/>
                </a:cubicBezTo>
                <a:cubicBezTo>
                  <a:pt x="23514" y="215"/>
                  <a:pt x="23478" y="215"/>
                  <a:pt x="23442" y="215"/>
                </a:cubicBezTo>
                <a:cubicBezTo>
                  <a:pt x="23211" y="215"/>
                  <a:pt x="22977" y="252"/>
                  <a:pt x="22750" y="280"/>
                </a:cubicBezTo>
                <a:cubicBezTo>
                  <a:pt x="22445" y="317"/>
                  <a:pt x="22139" y="351"/>
                  <a:pt x="21832" y="383"/>
                </a:cubicBezTo>
                <a:cubicBezTo>
                  <a:pt x="20628" y="507"/>
                  <a:pt x="19418" y="590"/>
                  <a:pt x="18207" y="648"/>
                </a:cubicBezTo>
                <a:cubicBezTo>
                  <a:pt x="15784" y="762"/>
                  <a:pt x="13357" y="774"/>
                  <a:pt x="10932" y="789"/>
                </a:cubicBezTo>
                <a:cubicBezTo>
                  <a:pt x="10568" y="791"/>
                  <a:pt x="10203" y="793"/>
                  <a:pt x="9838" y="793"/>
                </a:cubicBezTo>
                <a:cubicBezTo>
                  <a:pt x="7878" y="793"/>
                  <a:pt x="5909" y="743"/>
                  <a:pt x="3985" y="438"/>
                </a:cubicBezTo>
                <a:cubicBezTo>
                  <a:pt x="3423" y="348"/>
                  <a:pt x="2866" y="237"/>
                  <a:pt x="2318" y="100"/>
                </a:cubicBezTo>
                <a:cubicBezTo>
                  <a:pt x="2134" y="55"/>
                  <a:pt x="1943" y="0"/>
                  <a:pt x="1748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6" name="Google Shape;1966;p87"/>
          <p:cNvSpPr/>
          <p:nvPr/>
        </p:nvSpPr>
        <p:spPr>
          <a:xfrm rot="10800000">
            <a:off x="-1235999" y="2885131"/>
            <a:ext cx="4345244" cy="3055586"/>
          </a:xfrm>
          <a:custGeom>
            <a:rect b="b" l="l" r="r" t="t"/>
            <a:pathLst>
              <a:path extrusionOk="0" h="19016" w="27042">
                <a:moveTo>
                  <a:pt x="5311" y="0"/>
                </a:moveTo>
                <a:cubicBezTo>
                  <a:pt x="5179" y="0"/>
                  <a:pt x="5075" y="178"/>
                  <a:pt x="5211" y="262"/>
                </a:cubicBezTo>
                <a:cubicBezTo>
                  <a:pt x="5431" y="399"/>
                  <a:pt x="5652" y="530"/>
                  <a:pt x="5876" y="657"/>
                </a:cubicBezTo>
                <a:cubicBezTo>
                  <a:pt x="3749" y="1565"/>
                  <a:pt x="1452" y="2798"/>
                  <a:pt x="713" y="5101"/>
                </a:cubicBezTo>
                <a:cubicBezTo>
                  <a:pt x="0" y="7321"/>
                  <a:pt x="1219" y="10007"/>
                  <a:pt x="3411" y="10856"/>
                </a:cubicBezTo>
                <a:cubicBezTo>
                  <a:pt x="3728" y="10979"/>
                  <a:pt x="4069" y="11058"/>
                  <a:pt x="4406" y="11058"/>
                </a:cubicBezTo>
                <a:cubicBezTo>
                  <a:pt x="4688" y="11058"/>
                  <a:pt x="4968" y="11003"/>
                  <a:pt x="5229" y="10871"/>
                </a:cubicBezTo>
                <a:cubicBezTo>
                  <a:pt x="5743" y="10614"/>
                  <a:pt x="6086" y="10140"/>
                  <a:pt x="6367" y="9654"/>
                </a:cubicBezTo>
                <a:cubicBezTo>
                  <a:pt x="6660" y="9147"/>
                  <a:pt x="6901" y="8604"/>
                  <a:pt x="7258" y="8138"/>
                </a:cubicBezTo>
                <a:cubicBezTo>
                  <a:pt x="7586" y="7709"/>
                  <a:pt x="8056" y="7408"/>
                  <a:pt x="8567" y="7243"/>
                </a:cubicBezTo>
                <a:cubicBezTo>
                  <a:pt x="8835" y="7156"/>
                  <a:pt x="9122" y="7107"/>
                  <a:pt x="9407" y="7107"/>
                </a:cubicBezTo>
                <a:cubicBezTo>
                  <a:pt x="9658" y="7107"/>
                  <a:pt x="9908" y="7145"/>
                  <a:pt x="10143" y="7227"/>
                </a:cubicBezTo>
                <a:cubicBezTo>
                  <a:pt x="10681" y="7416"/>
                  <a:pt x="11050" y="7824"/>
                  <a:pt x="11259" y="8347"/>
                </a:cubicBezTo>
                <a:cubicBezTo>
                  <a:pt x="11495" y="8938"/>
                  <a:pt x="11543" y="9582"/>
                  <a:pt x="11752" y="10181"/>
                </a:cubicBezTo>
                <a:cubicBezTo>
                  <a:pt x="11957" y="10769"/>
                  <a:pt x="12358" y="11405"/>
                  <a:pt x="12983" y="11603"/>
                </a:cubicBezTo>
                <a:cubicBezTo>
                  <a:pt x="13117" y="11646"/>
                  <a:pt x="13250" y="11665"/>
                  <a:pt x="13380" y="11665"/>
                </a:cubicBezTo>
                <a:cubicBezTo>
                  <a:pt x="13765" y="11665"/>
                  <a:pt x="14132" y="11502"/>
                  <a:pt x="14481" y="11319"/>
                </a:cubicBezTo>
                <a:cubicBezTo>
                  <a:pt x="14811" y="11146"/>
                  <a:pt x="15183" y="10926"/>
                  <a:pt x="15563" y="10926"/>
                </a:cubicBezTo>
                <a:cubicBezTo>
                  <a:pt x="15675" y="10926"/>
                  <a:pt x="15789" y="10946"/>
                  <a:pt x="15902" y="10992"/>
                </a:cubicBezTo>
                <a:cubicBezTo>
                  <a:pt x="16505" y="11236"/>
                  <a:pt x="16731" y="12009"/>
                  <a:pt x="16886" y="12576"/>
                </a:cubicBezTo>
                <a:cubicBezTo>
                  <a:pt x="17067" y="13246"/>
                  <a:pt x="17237" y="13920"/>
                  <a:pt x="17447" y="14583"/>
                </a:cubicBezTo>
                <a:cubicBezTo>
                  <a:pt x="17859" y="15878"/>
                  <a:pt x="18454" y="17143"/>
                  <a:pt x="19512" y="18032"/>
                </a:cubicBezTo>
                <a:cubicBezTo>
                  <a:pt x="20225" y="18631"/>
                  <a:pt x="21110" y="19015"/>
                  <a:pt x="22020" y="19015"/>
                </a:cubicBezTo>
                <a:cubicBezTo>
                  <a:pt x="22330" y="19015"/>
                  <a:pt x="22643" y="18971"/>
                  <a:pt x="22954" y="18875"/>
                </a:cubicBezTo>
                <a:cubicBezTo>
                  <a:pt x="24002" y="18552"/>
                  <a:pt x="24786" y="17702"/>
                  <a:pt x="25334" y="16784"/>
                </a:cubicBezTo>
                <a:cubicBezTo>
                  <a:pt x="25931" y="15784"/>
                  <a:pt x="26309" y="14669"/>
                  <a:pt x="26587" y="13543"/>
                </a:cubicBezTo>
                <a:cubicBezTo>
                  <a:pt x="26872" y="12393"/>
                  <a:pt x="27042" y="11178"/>
                  <a:pt x="26859" y="9998"/>
                </a:cubicBezTo>
                <a:cubicBezTo>
                  <a:pt x="26669" y="8763"/>
                  <a:pt x="26045" y="7686"/>
                  <a:pt x="25037" y="6940"/>
                </a:cubicBezTo>
                <a:cubicBezTo>
                  <a:pt x="23865" y="6071"/>
                  <a:pt x="22401" y="5638"/>
                  <a:pt x="21023" y="5219"/>
                </a:cubicBezTo>
                <a:cubicBezTo>
                  <a:pt x="19511" y="4758"/>
                  <a:pt x="17976" y="4376"/>
                  <a:pt x="16442" y="3995"/>
                </a:cubicBezTo>
                <a:cubicBezTo>
                  <a:pt x="13377" y="3236"/>
                  <a:pt x="10276" y="2484"/>
                  <a:pt x="7410" y="1122"/>
                </a:cubicBezTo>
                <a:cubicBezTo>
                  <a:pt x="7124" y="986"/>
                  <a:pt x="6842" y="844"/>
                  <a:pt x="6563" y="695"/>
                </a:cubicBezTo>
                <a:cubicBezTo>
                  <a:pt x="6622" y="671"/>
                  <a:pt x="6682" y="645"/>
                  <a:pt x="6742" y="621"/>
                </a:cubicBezTo>
                <a:cubicBezTo>
                  <a:pt x="6901" y="557"/>
                  <a:pt x="6828" y="333"/>
                  <a:pt x="6684" y="333"/>
                </a:cubicBezTo>
                <a:cubicBezTo>
                  <a:pt x="6666" y="333"/>
                  <a:pt x="6646" y="336"/>
                  <a:pt x="6625" y="345"/>
                </a:cubicBezTo>
                <a:cubicBezTo>
                  <a:pt x="6492" y="400"/>
                  <a:pt x="6358" y="454"/>
                  <a:pt x="6223" y="510"/>
                </a:cubicBezTo>
                <a:cubicBezTo>
                  <a:pt x="5943" y="355"/>
                  <a:pt x="5666" y="194"/>
                  <a:pt x="5394" y="25"/>
                </a:cubicBezTo>
                <a:cubicBezTo>
                  <a:pt x="5366" y="8"/>
                  <a:pt x="5338" y="0"/>
                  <a:pt x="5311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7" name="Google Shape;1967;p87"/>
          <p:cNvSpPr txBox="1"/>
          <p:nvPr>
            <p:ph type="title"/>
          </p:nvPr>
        </p:nvSpPr>
        <p:spPr>
          <a:xfrm>
            <a:off x="3225150" y="1000350"/>
            <a:ext cx="26937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968" name="Google Shape;1968;p87">
            <a:hlinkClick/>
          </p:cNvPr>
          <p:cNvSpPr txBox="1"/>
          <p:nvPr>
            <p:ph idx="1" type="subTitle"/>
          </p:nvPr>
        </p:nvSpPr>
        <p:spPr>
          <a:xfrm>
            <a:off x="3923100" y="3369800"/>
            <a:ext cx="1297800" cy="59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Gloria Hallelujah"/>
              <a:buNone/>
              <a:defRPr sz="20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9pPr>
          </a:lstStyle>
          <a:p/>
        </p:txBody>
      </p:sp>
      <p:sp>
        <p:nvSpPr>
          <p:cNvPr id="1969" name="Google Shape;1969;p87"/>
          <p:cNvSpPr txBox="1"/>
          <p:nvPr>
            <p:ph idx="2" type="subTitle"/>
          </p:nvPr>
        </p:nvSpPr>
        <p:spPr>
          <a:xfrm>
            <a:off x="3041400" y="2310025"/>
            <a:ext cx="3061200" cy="59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Raleway SemiBold"/>
              <a:buNone/>
              <a:defRPr sz="16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grpSp>
        <p:nvGrpSpPr>
          <p:cNvPr id="1970" name="Google Shape;1970;p87"/>
          <p:cNvGrpSpPr/>
          <p:nvPr/>
        </p:nvGrpSpPr>
        <p:grpSpPr>
          <a:xfrm rot="2699963">
            <a:off x="8381489" y="3848384"/>
            <a:ext cx="359745" cy="325872"/>
            <a:chOff x="1640475" y="1197075"/>
            <a:chExt cx="55475" cy="50250"/>
          </a:xfrm>
        </p:grpSpPr>
        <p:sp>
          <p:nvSpPr>
            <p:cNvPr id="1971" name="Google Shape;1971;p8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8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8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74" name="Google Shape;1974;p87"/>
          <p:cNvSpPr/>
          <p:nvPr/>
        </p:nvSpPr>
        <p:spPr>
          <a:xfrm flipH="1" rot="9000131">
            <a:off x="8344172" y="4740550"/>
            <a:ext cx="434381" cy="10175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5" name="Google Shape;1975;p87"/>
          <p:cNvSpPr/>
          <p:nvPr/>
        </p:nvSpPr>
        <p:spPr>
          <a:xfrm flipH="1" rot="-9899901">
            <a:off x="3552435" y="201919"/>
            <a:ext cx="545173" cy="12772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76" name="Google Shape;1976;p87"/>
          <p:cNvGrpSpPr/>
          <p:nvPr/>
        </p:nvGrpSpPr>
        <p:grpSpPr>
          <a:xfrm rot="900044">
            <a:off x="2322530" y="197808"/>
            <a:ext cx="228603" cy="207086"/>
            <a:chOff x="1640475" y="1197075"/>
            <a:chExt cx="55475" cy="50250"/>
          </a:xfrm>
        </p:grpSpPr>
        <p:sp>
          <p:nvSpPr>
            <p:cNvPr id="1977" name="Google Shape;1977;p8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8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8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80" name="Google Shape;1980;p87"/>
          <p:cNvSpPr/>
          <p:nvPr/>
        </p:nvSpPr>
        <p:spPr>
          <a:xfrm rot="1133433">
            <a:off x="5319131" y="4688796"/>
            <a:ext cx="970030" cy="22723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81" name="Google Shape;1981;p87"/>
          <p:cNvGrpSpPr/>
          <p:nvPr/>
        </p:nvGrpSpPr>
        <p:grpSpPr>
          <a:xfrm rot="-425803">
            <a:off x="271352" y="4437569"/>
            <a:ext cx="296718" cy="268774"/>
            <a:chOff x="1640475" y="1197075"/>
            <a:chExt cx="55475" cy="50250"/>
          </a:xfrm>
        </p:grpSpPr>
        <p:sp>
          <p:nvSpPr>
            <p:cNvPr id="1982" name="Google Shape;1982;p8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8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8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85" name="Google Shape;1985;p87"/>
          <p:cNvSpPr/>
          <p:nvPr/>
        </p:nvSpPr>
        <p:spPr>
          <a:xfrm rot="-2700202">
            <a:off x="-480512" y="2884702"/>
            <a:ext cx="1057332" cy="823806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86" name="Google Shape;1986;p87"/>
          <p:cNvGrpSpPr/>
          <p:nvPr/>
        </p:nvGrpSpPr>
        <p:grpSpPr>
          <a:xfrm rot="8627988">
            <a:off x="7778674" y="237617"/>
            <a:ext cx="243106" cy="220218"/>
            <a:chOff x="1640475" y="1197075"/>
            <a:chExt cx="55475" cy="50250"/>
          </a:xfrm>
        </p:grpSpPr>
        <p:sp>
          <p:nvSpPr>
            <p:cNvPr id="1987" name="Google Shape;1987;p8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8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8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90" name="Google Shape;1990;p87"/>
          <p:cNvSpPr/>
          <p:nvPr/>
        </p:nvSpPr>
        <p:spPr>
          <a:xfrm>
            <a:off x="0" y="292884"/>
            <a:ext cx="559644" cy="827407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2">
  <p:cSld name="SECTION_HEADER_1_1">
    <p:spTree>
      <p:nvGrpSpPr>
        <p:cNvPr id="1991" name="Shape 19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2" name="Google Shape;1992;p88"/>
          <p:cNvSpPr txBox="1"/>
          <p:nvPr>
            <p:ph type="title"/>
          </p:nvPr>
        </p:nvSpPr>
        <p:spPr>
          <a:xfrm>
            <a:off x="4461813" y="1249392"/>
            <a:ext cx="2402400" cy="50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993" name="Google Shape;1993;p88">
            <a:hlinkClick/>
          </p:cNvPr>
          <p:cNvSpPr txBox="1"/>
          <p:nvPr>
            <p:ph idx="1" type="subTitle"/>
          </p:nvPr>
        </p:nvSpPr>
        <p:spPr>
          <a:xfrm>
            <a:off x="3923100" y="3401625"/>
            <a:ext cx="1297800" cy="59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Gloria Hallelujah"/>
              <a:buNone/>
              <a:defRPr sz="20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9pPr>
          </a:lstStyle>
          <a:p/>
        </p:txBody>
      </p:sp>
      <p:sp>
        <p:nvSpPr>
          <p:cNvPr id="1994" name="Google Shape;1994;p88"/>
          <p:cNvSpPr txBox="1"/>
          <p:nvPr>
            <p:ph idx="2" type="subTitle"/>
          </p:nvPr>
        </p:nvSpPr>
        <p:spPr>
          <a:xfrm>
            <a:off x="4287150" y="2065492"/>
            <a:ext cx="2804400" cy="59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Raleway SemiBold"/>
              <a:buNone/>
              <a:defRPr sz="16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1995" name="Google Shape;1995;p88"/>
          <p:cNvSpPr txBox="1"/>
          <p:nvPr>
            <p:ph hasCustomPrompt="1" idx="3" type="title"/>
          </p:nvPr>
        </p:nvSpPr>
        <p:spPr>
          <a:xfrm>
            <a:off x="1635675" y="1249400"/>
            <a:ext cx="1926600" cy="132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96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996" name="Google Shape;1996;p88"/>
          <p:cNvSpPr/>
          <p:nvPr/>
        </p:nvSpPr>
        <p:spPr>
          <a:xfrm>
            <a:off x="7070064" y="-128785"/>
            <a:ext cx="2145942" cy="1053151"/>
          </a:xfrm>
          <a:custGeom>
            <a:rect b="b" l="l" r="r" t="t"/>
            <a:pathLst>
              <a:path extrusionOk="0" h="6456" w="13155">
                <a:moveTo>
                  <a:pt x="11275" y="1"/>
                </a:moveTo>
                <a:lnTo>
                  <a:pt x="11275" y="4"/>
                </a:lnTo>
                <a:lnTo>
                  <a:pt x="209" y="2"/>
                </a:lnTo>
                <a:cubicBezTo>
                  <a:pt x="185" y="57"/>
                  <a:pt x="164" y="111"/>
                  <a:pt x="145" y="167"/>
                </a:cubicBezTo>
                <a:cubicBezTo>
                  <a:pt x="138" y="184"/>
                  <a:pt x="132" y="203"/>
                  <a:pt x="127" y="221"/>
                </a:cubicBezTo>
                <a:cubicBezTo>
                  <a:pt x="59" y="429"/>
                  <a:pt x="18" y="643"/>
                  <a:pt x="6" y="860"/>
                </a:cubicBezTo>
                <a:cubicBezTo>
                  <a:pt x="0" y="984"/>
                  <a:pt x="3" y="1110"/>
                  <a:pt x="14" y="1233"/>
                </a:cubicBezTo>
                <a:cubicBezTo>
                  <a:pt x="16" y="1251"/>
                  <a:pt x="18" y="1270"/>
                  <a:pt x="20" y="1288"/>
                </a:cubicBezTo>
                <a:cubicBezTo>
                  <a:pt x="60" y="1638"/>
                  <a:pt x="172" y="1982"/>
                  <a:pt x="341" y="2300"/>
                </a:cubicBezTo>
                <a:cubicBezTo>
                  <a:pt x="351" y="2319"/>
                  <a:pt x="361" y="2337"/>
                  <a:pt x="371" y="2355"/>
                </a:cubicBezTo>
                <a:cubicBezTo>
                  <a:pt x="531" y="2642"/>
                  <a:pt x="740" y="2905"/>
                  <a:pt x="987" y="3134"/>
                </a:cubicBezTo>
                <a:cubicBezTo>
                  <a:pt x="1075" y="3217"/>
                  <a:pt x="1169" y="3295"/>
                  <a:pt x="1269" y="3368"/>
                </a:cubicBezTo>
                <a:cubicBezTo>
                  <a:pt x="1295" y="3387"/>
                  <a:pt x="1320" y="3405"/>
                  <a:pt x="1345" y="3422"/>
                </a:cubicBezTo>
                <a:cubicBezTo>
                  <a:pt x="1608" y="3604"/>
                  <a:pt x="1902" y="3745"/>
                  <a:pt x="2218" y="3827"/>
                </a:cubicBezTo>
                <a:cubicBezTo>
                  <a:pt x="2441" y="3883"/>
                  <a:pt x="2668" y="3908"/>
                  <a:pt x="2896" y="3908"/>
                </a:cubicBezTo>
                <a:cubicBezTo>
                  <a:pt x="3496" y="3908"/>
                  <a:pt x="4103" y="3734"/>
                  <a:pt x="4654" y="3501"/>
                </a:cubicBezTo>
                <a:cubicBezTo>
                  <a:pt x="4713" y="3476"/>
                  <a:pt x="4773" y="3450"/>
                  <a:pt x="4833" y="3424"/>
                </a:cubicBezTo>
                <a:cubicBezTo>
                  <a:pt x="4873" y="3406"/>
                  <a:pt x="4915" y="3387"/>
                  <a:pt x="4955" y="3369"/>
                </a:cubicBezTo>
                <a:cubicBezTo>
                  <a:pt x="5539" y="3105"/>
                  <a:pt x="6130" y="2820"/>
                  <a:pt x="6764" y="2820"/>
                </a:cubicBezTo>
                <a:cubicBezTo>
                  <a:pt x="6811" y="2820"/>
                  <a:pt x="6859" y="2822"/>
                  <a:pt x="6907" y="2825"/>
                </a:cubicBezTo>
                <a:cubicBezTo>
                  <a:pt x="7405" y="2860"/>
                  <a:pt x="7836" y="3071"/>
                  <a:pt x="8213" y="3369"/>
                </a:cubicBezTo>
                <a:cubicBezTo>
                  <a:pt x="8237" y="3387"/>
                  <a:pt x="8259" y="3405"/>
                  <a:pt x="8281" y="3424"/>
                </a:cubicBezTo>
                <a:cubicBezTo>
                  <a:pt x="8634" y="3715"/>
                  <a:pt x="8939" y="4078"/>
                  <a:pt x="9207" y="4436"/>
                </a:cubicBezTo>
                <a:cubicBezTo>
                  <a:pt x="9219" y="4454"/>
                  <a:pt x="9233" y="4472"/>
                  <a:pt x="9246" y="4490"/>
                </a:cubicBezTo>
                <a:cubicBezTo>
                  <a:pt x="9246" y="4490"/>
                  <a:pt x="9247" y="4490"/>
                  <a:pt x="9247" y="4491"/>
                </a:cubicBezTo>
                <a:cubicBezTo>
                  <a:pt x="9498" y="4831"/>
                  <a:pt x="9757" y="5189"/>
                  <a:pt x="10053" y="5504"/>
                </a:cubicBezTo>
                <a:cubicBezTo>
                  <a:pt x="10070" y="5523"/>
                  <a:pt x="10087" y="5541"/>
                  <a:pt x="10104" y="5559"/>
                </a:cubicBezTo>
                <a:cubicBezTo>
                  <a:pt x="10436" y="5901"/>
                  <a:pt x="10812" y="6189"/>
                  <a:pt x="11272" y="6342"/>
                </a:cubicBezTo>
                <a:cubicBezTo>
                  <a:pt x="11292" y="6348"/>
                  <a:pt x="11311" y="6355"/>
                  <a:pt x="11333" y="6361"/>
                </a:cubicBezTo>
                <a:cubicBezTo>
                  <a:pt x="11361" y="6370"/>
                  <a:pt x="11391" y="6378"/>
                  <a:pt x="11420" y="6386"/>
                </a:cubicBezTo>
                <a:cubicBezTo>
                  <a:pt x="11605" y="6434"/>
                  <a:pt x="11791" y="6456"/>
                  <a:pt x="11976" y="6456"/>
                </a:cubicBezTo>
                <a:cubicBezTo>
                  <a:pt x="12384" y="6456"/>
                  <a:pt x="12786" y="6349"/>
                  <a:pt x="13154" y="6177"/>
                </a:cubicBezTo>
                <a:lnTo>
                  <a:pt x="13154" y="5505"/>
                </a:lnTo>
                <a:lnTo>
                  <a:pt x="13154" y="4492"/>
                </a:lnTo>
                <a:lnTo>
                  <a:pt x="13154" y="3371"/>
                </a:lnTo>
                <a:lnTo>
                  <a:pt x="13155" y="2358"/>
                </a:lnTo>
                <a:lnTo>
                  <a:pt x="13155" y="1236"/>
                </a:lnTo>
                <a:lnTo>
                  <a:pt x="13155" y="221"/>
                </a:lnTo>
                <a:lnTo>
                  <a:pt x="13155" y="5"/>
                </a:lnTo>
                <a:lnTo>
                  <a:pt x="11334" y="4"/>
                </a:lnTo>
                <a:lnTo>
                  <a:pt x="11334" y="1"/>
                </a:lnTo>
                <a:close/>
              </a:path>
            </a:pathLst>
          </a:custGeom>
          <a:solidFill>
            <a:schemeClr val="dk2">
              <a:alpha val="4018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97" name="Google Shape;1997;p88"/>
          <p:cNvSpPr/>
          <p:nvPr/>
        </p:nvSpPr>
        <p:spPr>
          <a:xfrm>
            <a:off x="7237760" y="3032148"/>
            <a:ext cx="2387697" cy="2484758"/>
          </a:xfrm>
          <a:custGeom>
            <a:rect b="b" l="l" r="r" t="t"/>
            <a:pathLst>
              <a:path extrusionOk="0" h="15232" w="14637">
                <a:moveTo>
                  <a:pt x="11445" y="0"/>
                </a:moveTo>
                <a:cubicBezTo>
                  <a:pt x="11308" y="0"/>
                  <a:pt x="11172" y="12"/>
                  <a:pt x="11039" y="38"/>
                </a:cubicBezTo>
                <a:cubicBezTo>
                  <a:pt x="10644" y="116"/>
                  <a:pt x="10316" y="327"/>
                  <a:pt x="10145" y="596"/>
                </a:cubicBezTo>
                <a:cubicBezTo>
                  <a:pt x="9794" y="1152"/>
                  <a:pt x="10018" y="1791"/>
                  <a:pt x="9781" y="2367"/>
                </a:cubicBezTo>
                <a:cubicBezTo>
                  <a:pt x="9296" y="3551"/>
                  <a:pt x="6867" y="3019"/>
                  <a:pt x="6220" y="4123"/>
                </a:cubicBezTo>
                <a:cubicBezTo>
                  <a:pt x="6016" y="4474"/>
                  <a:pt x="6063" y="4867"/>
                  <a:pt x="6119" y="5237"/>
                </a:cubicBezTo>
                <a:cubicBezTo>
                  <a:pt x="6188" y="5684"/>
                  <a:pt x="6293" y="6128"/>
                  <a:pt x="6331" y="6578"/>
                </a:cubicBezTo>
                <a:cubicBezTo>
                  <a:pt x="6392" y="7292"/>
                  <a:pt x="6256" y="8099"/>
                  <a:pt x="5518" y="8624"/>
                </a:cubicBezTo>
                <a:cubicBezTo>
                  <a:pt x="4829" y="9115"/>
                  <a:pt x="3797" y="9174"/>
                  <a:pt x="2910" y="9343"/>
                </a:cubicBezTo>
                <a:cubicBezTo>
                  <a:pt x="2462" y="9427"/>
                  <a:pt x="2020" y="9543"/>
                  <a:pt x="1637" y="9735"/>
                </a:cubicBezTo>
                <a:cubicBezTo>
                  <a:pt x="1309" y="9901"/>
                  <a:pt x="1030" y="10112"/>
                  <a:pt x="810" y="10355"/>
                </a:cubicBezTo>
                <a:cubicBezTo>
                  <a:pt x="347" y="10864"/>
                  <a:pt x="157" y="11482"/>
                  <a:pt x="81" y="12082"/>
                </a:cubicBezTo>
                <a:cubicBezTo>
                  <a:pt x="1" y="12715"/>
                  <a:pt x="23" y="13379"/>
                  <a:pt x="158" y="14007"/>
                </a:cubicBezTo>
                <a:cubicBezTo>
                  <a:pt x="228" y="14329"/>
                  <a:pt x="371" y="14667"/>
                  <a:pt x="709" y="14896"/>
                </a:cubicBezTo>
                <a:cubicBezTo>
                  <a:pt x="1077" y="15146"/>
                  <a:pt x="1583" y="15204"/>
                  <a:pt x="2068" y="15214"/>
                </a:cubicBezTo>
                <a:cubicBezTo>
                  <a:pt x="2549" y="15226"/>
                  <a:pt x="3032" y="15229"/>
                  <a:pt x="3515" y="15229"/>
                </a:cubicBezTo>
                <a:cubicBezTo>
                  <a:pt x="4226" y="15229"/>
                  <a:pt x="4937" y="15222"/>
                  <a:pt x="5646" y="15222"/>
                </a:cubicBezTo>
                <a:cubicBezTo>
                  <a:pt x="5675" y="15222"/>
                  <a:pt x="5704" y="15222"/>
                  <a:pt x="5733" y="15222"/>
                </a:cubicBezTo>
                <a:lnTo>
                  <a:pt x="9469" y="15227"/>
                </a:lnTo>
                <a:cubicBezTo>
                  <a:pt x="10086" y="15228"/>
                  <a:pt x="10704" y="15228"/>
                  <a:pt x="11322" y="15229"/>
                </a:cubicBezTo>
                <a:cubicBezTo>
                  <a:pt x="11640" y="15230"/>
                  <a:pt x="11959" y="15231"/>
                  <a:pt x="12278" y="15231"/>
                </a:cubicBezTo>
                <a:cubicBezTo>
                  <a:pt x="12529" y="15231"/>
                  <a:pt x="12784" y="15225"/>
                  <a:pt x="13014" y="15145"/>
                </a:cubicBezTo>
                <a:cubicBezTo>
                  <a:pt x="13410" y="15008"/>
                  <a:pt x="13574" y="14685"/>
                  <a:pt x="13640" y="14388"/>
                </a:cubicBezTo>
                <a:cubicBezTo>
                  <a:pt x="13728" y="13988"/>
                  <a:pt x="13742" y="13577"/>
                  <a:pt x="13785" y="13173"/>
                </a:cubicBezTo>
                <a:cubicBezTo>
                  <a:pt x="13882" y="12264"/>
                  <a:pt x="13977" y="11357"/>
                  <a:pt x="14072" y="10449"/>
                </a:cubicBezTo>
                <a:cubicBezTo>
                  <a:pt x="14166" y="9541"/>
                  <a:pt x="14259" y="8633"/>
                  <a:pt x="14352" y="7724"/>
                </a:cubicBezTo>
                <a:cubicBezTo>
                  <a:pt x="14437" y="6875"/>
                  <a:pt x="14530" y="6026"/>
                  <a:pt x="14567" y="5174"/>
                </a:cubicBezTo>
                <a:cubicBezTo>
                  <a:pt x="14637" y="3541"/>
                  <a:pt x="14491" y="1869"/>
                  <a:pt x="13640" y="340"/>
                </a:cubicBezTo>
                <a:cubicBezTo>
                  <a:pt x="13611" y="289"/>
                  <a:pt x="13548" y="267"/>
                  <a:pt x="13488" y="267"/>
                </a:cubicBezTo>
                <a:cubicBezTo>
                  <a:pt x="13394" y="267"/>
                  <a:pt x="13305" y="319"/>
                  <a:pt x="13349" y="398"/>
                </a:cubicBezTo>
                <a:cubicBezTo>
                  <a:pt x="13385" y="461"/>
                  <a:pt x="13419" y="526"/>
                  <a:pt x="13452" y="589"/>
                </a:cubicBezTo>
                <a:cubicBezTo>
                  <a:pt x="13105" y="411"/>
                  <a:pt x="12738" y="253"/>
                  <a:pt x="12342" y="140"/>
                </a:cubicBezTo>
                <a:cubicBezTo>
                  <a:pt x="12060" y="59"/>
                  <a:pt x="11751" y="0"/>
                  <a:pt x="11445" y="0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98" name="Google Shape;1998;p88"/>
          <p:cNvSpPr/>
          <p:nvPr/>
        </p:nvSpPr>
        <p:spPr>
          <a:xfrm flipH="1" rot="10800000">
            <a:off x="-476125" y="3695300"/>
            <a:ext cx="4706555" cy="1587067"/>
          </a:xfrm>
          <a:custGeom>
            <a:rect b="b" l="l" r="r" t="t"/>
            <a:pathLst>
              <a:path extrusionOk="0" h="9729" w="28852">
                <a:moveTo>
                  <a:pt x="27909" y="1"/>
                </a:moveTo>
                <a:cubicBezTo>
                  <a:pt x="27641" y="1"/>
                  <a:pt x="27359" y="65"/>
                  <a:pt x="27138" y="117"/>
                </a:cubicBezTo>
                <a:cubicBezTo>
                  <a:pt x="26393" y="292"/>
                  <a:pt x="25642" y="438"/>
                  <a:pt x="24886" y="556"/>
                </a:cubicBezTo>
                <a:cubicBezTo>
                  <a:pt x="23384" y="791"/>
                  <a:pt x="21867" y="918"/>
                  <a:pt x="20347" y="969"/>
                </a:cubicBezTo>
                <a:cubicBezTo>
                  <a:pt x="19779" y="988"/>
                  <a:pt x="19211" y="997"/>
                  <a:pt x="18643" y="997"/>
                </a:cubicBezTo>
                <a:cubicBezTo>
                  <a:pt x="16156" y="997"/>
                  <a:pt x="13669" y="829"/>
                  <a:pt x="11190" y="628"/>
                </a:cubicBezTo>
                <a:cubicBezTo>
                  <a:pt x="9660" y="504"/>
                  <a:pt x="8132" y="368"/>
                  <a:pt x="6601" y="249"/>
                </a:cubicBezTo>
                <a:cubicBezTo>
                  <a:pt x="5839" y="189"/>
                  <a:pt x="5076" y="132"/>
                  <a:pt x="4312" y="87"/>
                </a:cubicBezTo>
                <a:cubicBezTo>
                  <a:pt x="4099" y="75"/>
                  <a:pt x="3881" y="64"/>
                  <a:pt x="3664" y="64"/>
                </a:cubicBezTo>
                <a:cubicBezTo>
                  <a:pt x="3221" y="64"/>
                  <a:pt x="2777" y="107"/>
                  <a:pt x="2362" y="261"/>
                </a:cubicBezTo>
                <a:cubicBezTo>
                  <a:pt x="1198" y="695"/>
                  <a:pt x="625" y="1959"/>
                  <a:pt x="327" y="3085"/>
                </a:cubicBezTo>
                <a:cubicBezTo>
                  <a:pt x="51" y="4125"/>
                  <a:pt x="0" y="5240"/>
                  <a:pt x="241" y="6293"/>
                </a:cubicBezTo>
                <a:cubicBezTo>
                  <a:pt x="475" y="7320"/>
                  <a:pt x="1013" y="8271"/>
                  <a:pt x="1861" y="8911"/>
                </a:cubicBezTo>
                <a:cubicBezTo>
                  <a:pt x="2297" y="9241"/>
                  <a:pt x="2827" y="9490"/>
                  <a:pt x="3378" y="9490"/>
                </a:cubicBezTo>
                <a:cubicBezTo>
                  <a:pt x="3472" y="9490"/>
                  <a:pt x="3567" y="9482"/>
                  <a:pt x="3662" y="9467"/>
                </a:cubicBezTo>
                <a:cubicBezTo>
                  <a:pt x="4312" y="9361"/>
                  <a:pt x="4799" y="8877"/>
                  <a:pt x="5302" y="8495"/>
                </a:cubicBezTo>
                <a:cubicBezTo>
                  <a:pt x="5837" y="8088"/>
                  <a:pt x="6442" y="7738"/>
                  <a:pt x="7106" y="7594"/>
                </a:cubicBezTo>
                <a:cubicBezTo>
                  <a:pt x="7279" y="7557"/>
                  <a:pt x="7450" y="7538"/>
                  <a:pt x="7618" y="7538"/>
                </a:cubicBezTo>
                <a:cubicBezTo>
                  <a:pt x="8095" y="7538"/>
                  <a:pt x="8551" y="7686"/>
                  <a:pt x="8965" y="7966"/>
                </a:cubicBezTo>
                <a:cubicBezTo>
                  <a:pt x="9884" y="8588"/>
                  <a:pt x="10692" y="9729"/>
                  <a:pt x="11891" y="9729"/>
                </a:cubicBezTo>
                <a:cubicBezTo>
                  <a:pt x="11980" y="9729"/>
                  <a:pt x="12071" y="9723"/>
                  <a:pt x="12164" y="9709"/>
                </a:cubicBezTo>
                <a:cubicBezTo>
                  <a:pt x="13260" y="9554"/>
                  <a:pt x="13511" y="8401"/>
                  <a:pt x="13804" y="7521"/>
                </a:cubicBezTo>
                <a:cubicBezTo>
                  <a:pt x="13945" y="7099"/>
                  <a:pt x="14127" y="6643"/>
                  <a:pt x="14504" y="6377"/>
                </a:cubicBezTo>
                <a:cubicBezTo>
                  <a:pt x="14738" y="6212"/>
                  <a:pt x="15003" y="6142"/>
                  <a:pt x="15276" y="6142"/>
                </a:cubicBezTo>
                <a:cubicBezTo>
                  <a:pt x="15402" y="6142"/>
                  <a:pt x="15530" y="6157"/>
                  <a:pt x="15656" y="6184"/>
                </a:cubicBezTo>
                <a:cubicBezTo>
                  <a:pt x="16572" y="6381"/>
                  <a:pt x="17354" y="6961"/>
                  <a:pt x="18244" y="7232"/>
                </a:cubicBezTo>
                <a:cubicBezTo>
                  <a:pt x="18502" y="7311"/>
                  <a:pt x="18774" y="7363"/>
                  <a:pt x="19044" y="7363"/>
                </a:cubicBezTo>
                <a:cubicBezTo>
                  <a:pt x="19207" y="7363"/>
                  <a:pt x="19369" y="7344"/>
                  <a:pt x="19529" y="7301"/>
                </a:cubicBezTo>
                <a:cubicBezTo>
                  <a:pt x="19978" y="7178"/>
                  <a:pt x="20331" y="6877"/>
                  <a:pt x="20595" y="6501"/>
                </a:cubicBezTo>
                <a:cubicBezTo>
                  <a:pt x="21130" y="5738"/>
                  <a:pt x="21292" y="4712"/>
                  <a:pt x="21999" y="4070"/>
                </a:cubicBezTo>
                <a:cubicBezTo>
                  <a:pt x="22362" y="3741"/>
                  <a:pt x="22807" y="3634"/>
                  <a:pt x="23269" y="3634"/>
                </a:cubicBezTo>
                <a:cubicBezTo>
                  <a:pt x="23739" y="3634"/>
                  <a:pt x="24227" y="3745"/>
                  <a:pt x="24664" y="3849"/>
                </a:cubicBezTo>
                <a:cubicBezTo>
                  <a:pt x="25227" y="3981"/>
                  <a:pt x="25851" y="4166"/>
                  <a:pt x="26455" y="4166"/>
                </a:cubicBezTo>
                <a:cubicBezTo>
                  <a:pt x="26763" y="4166"/>
                  <a:pt x="27066" y="4118"/>
                  <a:pt x="27353" y="3990"/>
                </a:cubicBezTo>
                <a:cubicBezTo>
                  <a:pt x="28400" y="3523"/>
                  <a:pt x="28496" y="2313"/>
                  <a:pt x="28400" y="1304"/>
                </a:cubicBezTo>
                <a:cubicBezTo>
                  <a:pt x="28773" y="1190"/>
                  <a:pt x="28851" y="712"/>
                  <a:pt x="28673" y="381"/>
                </a:cubicBezTo>
                <a:cubicBezTo>
                  <a:pt x="28515" y="88"/>
                  <a:pt x="28221" y="1"/>
                  <a:pt x="27909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99" name="Google Shape;1999;p88"/>
          <p:cNvSpPr/>
          <p:nvPr/>
        </p:nvSpPr>
        <p:spPr>
          <a:xfrm flipH="1" rot="10800000">
            <a:off x="-128825" y="-135269"/>
            <a:ext cx="3566130" cy="1460872"/>
          </a:xfrm>
          <a:custGeom>
            <a:rect b="b" l="l" r="r" t="t"/>
            <a:pathLst>
              <a:path extrusionOk="0" h="7088" w="21861">
                <a:moveTo>
                  <a:pt x="1470" y="1"/>
                </a:moveTo>
                <a:cubicBezTo>
                  <a:pt x="969" y="1"/>
                  <a:pt x="465" y="73"/>
                  <a:pt x="0" y="211"/>
                </a:cubicBezTo>
                <a:lnTo>
                  <a:pt x="0" y="7087"/>
                </a:lnTo>
                <a:lnTo>
                  <a:pt x="21860" y="7087"/>
                </a:lnTo>
                <a:cubicBezTo>
                  <a:pt x="21784" y="6987"/>
                  <a:pt x="21696" y="6892"/>
                  <a:pt x="21596" y="6806"/>
                </a:cubicBezTo>
                <a:cubicBezTo>
                  <a:pt x="21135" y="6406"/>
                  <a:pt x="20429" y="6167"/>
                  <a:pt x="19720" y="6167"/>
                </a:cubicBezTo>
                <a:cubicBezTo>
                  <a:pt x="19688" y="6167"/>
                  <a:pt x="19657" y="6168"/>
                  <a:pt x="19626" y="6169"/>
                </a:cubicBezTo>
                <a:cubicBezTo>
                  <a:pt x="19086" y="6184"/>
                  <a:pt x="18553" y="6331"/>
                  <a:pt x="18022" y="6331"/>
                </a:cubicBezTo>
                <a:cubicBezTo>
                  <a:pt x="17915" y="6331"/>
                  <a:pt x="17808" y="6325"/>
                  <a:pt x="17701" y="6311"/>
                </a:cubicBezTo>
                <a:cubicBezTo>
                  <a:pt x="17575" y="6294"/>
                  <a:pt x="17455" y="6267"/>
                  <a:pt x="17341" y="6232"/>
                </a:cubicBezTo>
                <a:cubicBezTo>
                  <a:pt x="17316" y="6223"/>
                  <a:pt x="17292" y="6216"/>
                  <a:pt x="17268" y="6207"/>
                </a:cubicBezTo>
                <a:cubicBezTo>
                  <a:pt x="16400" y="5904"/>
                  <a:pt x="15883" y="5118"/>
                  <a:pt x="15068" y="4680"/>
                </a:cubicBezTo>
                <a:cubicBezTo>
                  <a:pt x="14496" y="4373"/>
                  <a:pt x="13820" y="4258"/>
                  <a:pt x="13115" y="4258"/>
                </a:cubicBezTo>
                <a:cubicBezTo>
                  <a:pt x="12312" y="4258"/>
                  <a:pt x="11471" y="4408"/>
                  <a:pt x="10706" y="4596"/>
                </a:cubicBezTo>
                <a:cubicBezTo>
                  <a:pt x="10023" y="4765"/>
                  <a:pt x="9316" y="4959"/>
                  <a:pt x="8608" y="4959"/>
                </a:cubicBezTo>
                <a:cubicBezTo>
                  <a:pt x="8441" y="4959"/>
                  <a:pt x="8274" y="4948"/>
                  <a:pt x="8107" y="4924"/>
                </a:cubicBezTo>
                <a:cubicBezTo>
                  <a:pt x="6811" y="4733"/>
                  <a:pt x="5999" y="3788"/>
                  <a:pt x="5474" y="2893"/>
                </a:cubicBezTo>
                <a:cubicBezTo>
                  <a:pt x="4948" y="1997"/>
                  <a:pt x="4493" y="1003"/>
                  <a:pt x="3416" y="436"/>
                </a:cubicBezTo>
                <a:cubicBezTo>
                  <a:pt x="2851" y="140"/>
                  <a:pt x="2164" y="1"/>
                  <a:pt x="1470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0" name="Google Shape;2000;p88"/>
          <p:cNvSpPr/>
          <p:nvPr/>
        </p:nvSpPr>
        <p:spPr>
          <a:xfrm rot="10800000">
            <a:off x="7573482" y="3136804"/>
            <a:ext cx="12575" cy="4050"/>
          </a:xfrm>
          <a:custGeom>
            <a:rect b="b" l="l" r="r" t="t"/>
            <a:pathLst>
              <a:path extrusionOk="0" h="162" w="503">
                <a:moveTo>
                  <a:pt x="61" y="0"/>
                </a:moveTo>
                <a:cubicBezTo>
                  <a:pt x="37" y="0"/>
                  <a:pt x="16" y="17"/>
                  <a:pt x="9" y="40"/>
                </a:cubicBezTo>
                <a:cubicBezTo>
                  <a:pt x="1" y="70"/>
                  <a:pt x="18" y="101"/>
                  <a:pt x="47" y="110"/>
                </a:cubicBezTo>
                <a:cubicBezTo>
                  <a:pt x="170" y="145"/>
                  <a:pt x="298" y="162"/>
                  <a:pt x="429" y="162"/>
                </a:cubicBezTo>
                <a:lnTo>
                  <a:pt x="447" y="162"/>
                </a:lnTo>
                <a:cubicBezTo>
                  <a:pt x="478" y="162"/>
                  <a:pt x="503" y="136"/>
                  <a:pt x="502" y="105"/>
                </a:cubicBezTo>
                <a:cubicBezTo>
                  <a:pt x="502" y="78"/>
                  <a:pt x="483" y="50"/>
                  <a:pt x="454" y="50"/>
                </a:cubicBezTo>
                <a:cubicBezTo>
                  <a:pt x="451" y="50"/>
                  <a:pt x="449" y="50"/>
                  <a:pt x="446" y="51"/>
                </a:cubicBezTo>
                <a:cubicBezTo>
                  <a:pt x="442" y="51"/>
                  <a:pt x="438" y="51"/>
                  <a:pt x="435" y="51"/>
                </a:cubicBezTo>
                <a:cubicBezTo>
                  <a:pt x="312" y="51"/>
                  <a:pt x="192" y="35"/>
                  <a:pt x="78" y="3"/>
                </a:cubicBezTo>
                <a:cubicBezTo>
                  <a:pt x="72" y="1"/>
                  <a:pt x="67" y="0"/>
                  <a:pt x="6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1" name="Google Shape;2001;p88"/>
          <p:cNvSpPr/>
          <p:nvPr/>
        </p:nvSpPr>
        <p:spPr>
          <a:xfrm rot="10800000">
            <a:off x="7341532" y="3544979"/>
            <a:ext cx="10925" cy="8600"/>
          </a:xfrm>
          <a:custGeom>
            <a:rect b="b" l="l" r="r" t="t"/>
            <a:pathLst>
              <a:path extrusionOk="0" h="344" w="437">
                <a:moveTo>
                  <a:pt x="63" y="0"/>
                </a:moveTo>
                <a:cubicBezTo>
                  <a:pt x="45" y="0"/>
                  <a:pt x="28" y="9"/>
                  <a:pt x="17" y="25"/>
                </a:cubicBezTo>
                <a:cubicBezTo>
                  <a:pt x="0" y="49"/>
                  <a:pt x="6" y="85"/>
                  <a:pt x="32" y="102"/>
                </a:cubicBezTo>
                <a:cubicBezTo>
                  <a:pt x="137" y="173"/>
                  <a:pt x="240" y="250"/>
                  <a:pt x="340" y="332"/>
                </a:cubicBezTo>
                <a:cubicBezTo>
                  <a:pt x="350" y="340"/>
                  <a:pt x="362" y="343"/>
                  <a:pt x="375" y="343"/>
                </a:cubicBezTo>
                <a:cubicBezTo>
                  <a:pt x="391" y="343"/>
                  <a:pt x="407" y="337"/>
                  <a:pt x="418" y="323"/>
                </a:cubicBezTo>
                <a:cubicBezTo>
                  <a:pt x="437" y="299"/>
                  <a:pt x="434" y="264"/>
                  <a:pt x="410" y="245"/>
                </a:cubicBezTo>
                <a:cubicBezTo>
                  <a:pt x="308" y="162"/>
                  <a:pt x="202" y="83"/>
                  <a:pt x="94" y="10"/>
                </a:cubicBezTo>
                <a:cubicBezTo>
                  <a:pt x="84" y="4"/>
                  <a:pt x="74" y="0"/>
                  <a:pt x="6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2" name="Google Shape;2002;p88"/>
          <p:cNvSpPr/>
          <p:nvPr/>
        </p:nvSpPr>
        <p:spPr>
          <a:xfrm rot="10800000">
            <a:off x="7022857" y="2140429"/>
            <a:ext cx="738550" cy="540325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3" name="Google Shape;2003;p88"/>
          <p:cNvSpPr/>
          <p:nvPr/>
        </p:nvSpPr>
        <p:spPr>
          <a:xfrm rot="9893225">
            <a:off x="5566886" y="326831"/>
            <a:ext cx="605796" cy="14193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04" name="Google Shape;2004;p88"/>
          <p:cNvGrpSpPr/>
          <p:nvPr/>
        </p:nvGrpSpPr>
        <p:grpSpPr>
          <a:xfrm rot="5400000">
            <a:off x="895797" y="4078555"/>
            <a:ext cx="221772" cy="200884"/>
            <a:chOff x="1640475" y="1197075"/>
            <a:chExt cx="55475" cy="50250"/>
          </a:xfrm>
        </p:grpSpPr>
        <p:sp>
          <p:nvSpPr>
            <p:cNvPr id="2005" name="Google Shape;2005;p8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8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8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08" name="Google Shape;2008;p88"/>
          <p:cNvSpPr/>
          <p:nvPr/>
        </p:nvSpPr>
        <p:spPr>
          <a:xfrm rot="-834203">
            <a:off x="8546511" y="363435"/>
            <a:ext cx="993864" cy="1557213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09" name="Google Shape;2009;p88"/>
          <p:cNvGrpSpPr/>
          <p:nvPr/>
        </p:nvGrpSpPr>
        <p:grpSpPr>
          <a:xfrm rot="4654902">
            <a:off x="837054" y="307905"/>
            <a:ext cx="433642" cy="392824"/>
            <a:chOff x="1640475" y="1197075"/>
            <a:chExt cx="55475" cy="50250"/>
          </a:xfrm>
        </p:grpSpPr>
        <p:sp>
          <p:nvSpPr>
            <p:cNvPr id="2010" name="Google Shape;2010;p8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8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8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13" name="Google Shape;2013;p88"/>
          <p:cNvSpPr/>
          <p:nvPr/>
        </p:nvSpPr>
        <p:spPr>
          <a:xfrm rot="9299609">
            <a:off x="8459354" y="3703232"/>
            <a:ext cx="580163" cy="13591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14" name="Google Shape;2014;p88"/>
          <p:cNvGrpSpPr/>
          <p:nvPr/>
        </p:nvGrpSpPr>
        <p:grpSpPr>
          <a:xfrm rot="5400000">
            <a:off x="8214811" y="2120822"/>
            <a:ext cx="221772" cy="200884"/>
            <a:chOff x="1640475" y="1197075"/>
            <a:chExt cx="55475" cy="50250"/>
          </a:xfrm>
        </p:grpSpPr>
        <p:sp>
          <p:nvSpPr>
            <p:cNvPr id="2015" name="Google Shape;2015;p8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8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8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3">
  <p:cSld name="SECTION_HEADER_1_1_3">
    <p:spTree>
      <p:nvGrpSpPr>
        <p:cNvPr id="2018" name="Shape 20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9" name="Google Shape;2019;p89"/>
          <p:cNvSpPr txBox="1"/>
          <p:nvPr>
            <p:ph type="title"/>
          </p:nvPr>
        </p:nvSpPr>
        <p:spPr>
          <a:xfrm>
            <a:off x="2848650" y="1984588"/>
            <a:ext cx="3446700" cy="45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2020" name="Google Shape;2020;p89">
            <a:hlinkClick/>
          </p:cNvPr>
          <p:cNvSpPr txBox="1"/>
          <p:nvPr>
            <p:ph idx="1" type="subTitle"/>
          </p:nvPr>
        </p:nvSpPr>
        <p:spPr>
          <a:xfrm>
            <a:off x="3923100" y="3825325"/>
            <a:ext cx="1297800" cy="59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Gloria Hallelujah"/>
              <a:buNone/>
              <a:defRPr sz="20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9pPr>
          </a:lstStyle>
          <a:p/>
        </p:txBody>
      </p:sp>
      <p:sp>
        <p:nvSpPr>
          <p:cNvPr id="2021" name="Google Shape;2021;p89"/>
          <p:cNvSpPr txBox="1"/>
          <p:nvPr>
            <p:ph idx="2" type="subTitle"/>
          </p:nvPr>
        </p:nvSpPr>
        <p:spPr>
          <a:xfrm>
            <a:off x="3041400" y="2839138"/>
            <a:ext cx="3061200" cy="59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Raleway SemiBold"/>
              <a:buNone/>
              <a:defRPr sz="16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022" name="Google Shape;2022;p89"/>
          <p:cNvSpPr txBox="1"/>
          <p:nvPr>
            <p:ph hasCustomPrompt="1" idx="3" type="title"/>
          </p:nvPr>
        </p:nvSpPr>
        <p:spPr>
          <a:xfrm>
            <a:off x="3196050" y="540025"/>
            <a:ext cx="2751900" cy="1202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96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023" name="Google Shape;2023;p89"/>
          <p:cNvSpPr/>
          <p:nvPr/>
        </p:nvSpPr>
        <p:spPr>
          <a:xfrm flipH="1" rot="10800000">
            <a:off x="6216363" y="-495213"/>
            <a:ext cx="4205930" cy="2291529"/>
          </a:xfrm>
          <a:custGeom>
            <a:rect b="b" l="l" r="r" t="t"/>
            <a:pathLst>
              <a:path extrusionOk="0" h="14261" w="26175">
                <a:moveTo>
                  <a:pt x="21312" y="0"/>
                </a:moveTo>
                <a:cubicBezTo>
                  <a:pt x="20977" y="0"/>
                  <a:pt x="20642" y="41"/>
                  <a:pt x="20313" y="99"/>
                </a:cubicBezTo>
                <a:cubicBezTo>
                  <a:pt x="19331" y="273"/>
                  <a:pt x="18260" y="586"/>
                  <a:pt x="17702" y="1484"/>
                </a:cubicBezTo>
                <a:cubicBezTo>
                  <a:pt x="17428" y="1925"/>
                  <a:pt x="17287" y="2436"/>
                  <a:pt x="16990" y="2864"/>
                </a:cubicBezTo>
                <a:cubicBezTo>
                  <a:pt x="16710" y="3266"/>
                  <a:pt x="16282" y="3522"/>
                  <a:pt x="15821" y="3664"/>
                </a:cubicBezTo>
                <a:cubicBezTo>
                  <a:pt x="15261" y="3837"/>
                  <a:pt x="14685" y="3858"/>
                  <a:pt x="14107" y="3858"/>
                </a:cubicBezTo>
                <a:cubicBezTo>
                  <a:pt x="13914" y="3858"/>
                  <a:pt x="13720" y="3856"/>
                  <a:pt x="13527" y="3856"/>
                </a:cubicBezTo>
                <a:cubicBezTo>
                  <a:pt x="13273" y="3856"/>
                  <a:pt x="13019" y="3860"/>
                  <a:pt x="12766" y="3880"/>
                </a:cubicBezTo>
                <a:cubicBezTo>
                  <a:pt x="12240" y="3921"/>
                  <a:pt x="11711" y="4025"/>
                  <a:pt x="11246" y="4285"/>
                </a:cubicBezTo>
                <a:cubicBezTo>
                  <a:pt x="10777" y="4547"/>
                  <a:pt x="10423" y="4956"/>
                  <a:pt x="10107" y="5381"/>
                </a:cubicBezTo>
                <a:cubicBezTo>
                  <a:pt x="9484" y="6224"/>
                  <a:pt x="8906" y="7121"/>
                  <a:pt x="8012" y="7708"/>
                </a:cubicBezTo>
                <a:cubicBezTo>
                  <a:pt x="7566" y="8003"/>
                  <a:pt x="7065" y="8190"/>
                  <a:pt x="6530" y="8231"/>
                </a:cubicBezTo>
                <a:cubicBezTo>
                  <a:pt x="6418" y="8239"/>
                  <a:pt x="6306" y="8243"/>
                  <a:pt x="6194" y="8243"/>
                </a:cubicBezTo>
                <a:cubicBezTo>
                  <a:pt x="5684" y="8243"/>
                  <a:pt x="5174" y="8166"/>
                  <a:pt x="4666" y="8122"/>
                </a:cubicBezTo>
                <a:cubicBezTo>
                  <a:pt x="4112" y="8075"/>
                  <a:pt x="3557" y="8052"/>
                  <a:pt x="3001" y="8052"/>
                </a:cubicBezTo>
                <a:cubicBezTo>
                  <a:pt x="2916" y="8052"/>
                  <a:pt x="2830" y="8052"/>
                  <a:pt x="2744" y="8054"/>
                </a:cubicBezTo>
                <a:cubicBezTo>
                  <a:pt x="2475" y="8057"/>
                  <a:pt x="2183" y="8043"/>
                  <a:pt x="1931" y="8148"/>
                </a:cubicBezTo>
                <a:cubicBezTo>
                  <a:pt x="1700" y="8244"/>
                  <a:pt x="1557" y="8443"/>
                  <a:pt x="1448" y="8660"/>
                </a:cubicBezTo>
                <a:cubicBezTo>
                  <a:pt x="1157" y="9242"/>
                  <a:pt x="895" y="9837"/>
                  <a:pt x="618" y="10425"/>
                </a:cubicBezTo>
                <a:cubicBezTo>
                  <a:pt x="483" y="10711"/>
                  <a:pt x="344" y="10996"/>
                  <a:pt x="215" y="11284"/>
                </a:cubicBezTo>
                <a:cubicBezTo>
                  <a:pt x="103" y="11537"/>
                  <a:pt x="1" y="11806"/>
                  <a:pt x="9" y="12087"/>
                </a:cubicBezTo>
                <a:cubicBezTo>
                  <a:pt x="26" y="12628"/>
                  <a:pt x="464" y="12993"/>
                  <a:pt x="898" y="13242"/>
                </a:cubicBezTo>
                <a:cubicBezTo>
                  <a:pt x="1355" y="13506"/>
                  <a:pt x="1863" y="13671"/>
                  <a:pt x="2379" y="13769"/>
                </a:cubicBezTo>
                <a:cubicBezTo>
                  <a:pt x="3456" y="13974"/>
                  <a:pt x="4560" y="13920"/>
                  <a:pt x="5650" y="13980"/>
                </a:cubicBezTo>
                <a:cubicBezTo>
                  <a:pt x="6939" y="14051"/>
                  <a:pt x="8222" y="14239"/>
                  <a:pt x="9514" y="14259"/>
                </a:cubicBezTo>
                <a:cubicBezTo>
                  <a:pt x="9569" y="14260"/>
                  <a:pt x="9623" y="14261"/>
                  <a:pt x="9677" y="14261"/>
                </a:cubicBezTo>
                <a:cubicBezTo>
                  <a:pt x="10875" y="14261"/>
                  <a:pt x="12038" y="14052"/>
                  <a:pt x="13207" y="13797"/>
                </a:cubicBezTo>
                <a:cubicBezTo>
                  <a:pt x="13817" y="13663"/>
                  <a:pt x="14426" y="13526"/>
                  <a:pt x="15041" y="13424"/>
                </a:cubicBezTo>
                <a:cubicBezTo>
                  <a:pt x="15675" y="13317"/>
                  <a:pt x="16315" y="13253"/>
                  <a:pt x="16956" y="13206"/>
                </a:cubicBezTo>
                <a:cubicBezTo>
                  <a:pt x="18228" y="13113"/>
                  <a:pt x="19506" y="13085"/>
                  <a:pt x="20774" y="12938"/>
                </a:cubicBezTo>
                <a:cubicBezTo>
                  <a:pt x="21322" y="12875"/>
                  <a:pt x="21864" y="12773"/>
                  <a:pt x="22412" y="12707"/>
                </a:cubicBezTo>
                <a:cubicBezTo>
                  <a:pt x="22674" y="12676"/>
                  <a:pt x="22942" y="12652"/>
                  <a:pt x="23208" y="12652"/>
                </a:cubicBezTo>
                <a:cubicBezTo>
                  <a:pt x="23451" y="12652"/>
                  <a:pt x="23692" y="12672"/>
                  <a:pt x="23928" y="12724"/>
                </a:cubicBezTo>
                <a:cubicBezTo>
                  <a:pt x="24162" y="12777"/>
                  <a:pt x="24387" y="12861"/>
                  <a:pt x="24591" y="12989"/>
                </a:cubicBezTo>
                <a:cubicBezTo>
                  <a:pt x="24696" y="13055"/>
                  <a:pt x="24788" y="13167"/>
                  <a:pt x="24915" y="13170"/>
                </a:cubicBezTo>
                <a:cubicBezTo>
                  <a:pt x="24918" y="13170"/>
                  <a:pt x="24920" y="13170"/>
                  <a:pt x="24923" y="13170"/>
                </a:cubicBezTo>
                <a:cubicBezTo>
                  <a:pt x="25030" y="13170"/>
                  <a:pt x="25141" y="13147"/>
                  <a:pt x="25241" y="13108"/>
                </a:cubicBezTo>
                <a:cubicBezTo>
                  <a:pt x="25716" y="12928"/>
                  <a:pt x="25988" y="12456"/>
                  <a:pt x="26075" y="11977"/>
                </a:cubicBezTo>
                <a:cubicBezTo>
                  <a:pt x="26127" y="11687"/>
                  <a:pt x="26128" y="11393"/>
                  <a:pt x="26127" y="11099"/>
                </a:cubicBezTo>
                <a:cubicBezTo>
                  <a:pt x="26126" y="10779"/>
                  <a:pt x="26124" y="10457"/>
                  <a:pt x="26123" y="10135"/>
                </a:cubicBezTo>
                <a:cubicBezTo>
                  <a:pt x="26121" y="9483"/>
                  <a:pt x="26118" y="8831"/>
                  <a:pt x="26116" y="8179"/>
                </a:cubicBezTo>
                <a:cubicBezTo>
                  <a:pt x="26112" y="6939"/>
                  <a:pt x="26107" y="5700"/>
                  <a:pt x="26102" y="4459"/>
                </a:cubicBezTo>
                <a:lnTo>
                  <a:pt x="26102" y="4459"/>
                </a:lnTo>
                <a:cubicBezTo>
                  <a:pt x="26105" y="4461"/>
                  <a:pt x="26107" y="4462"/>
                  <a:pt x="26109" y="4462"/>
                </a:cubicBezTo>
                <a:cubicBezTo>
                  <a:pt x="26174" y="4462"/>
                  <a:pt x="26046" y="3375"/>
                  <a:pt x="25375" y="3280"/>
                </a:cubicBezTo>
                <a:cubicBezTo>
                  <a:pt x="24338" y="3135"/>
                  <a:pt x="24244" y="1492"/>
                  <a:pt x="23438" y="803"/>
                </a:cubicBezTo>
                <a:cubicBezTo>
                  <a:pt x="23048" y="470"/>
                  <a:pt x="22597" y="206"/>
                  <a:pt x="22095" y="87"/>
                </a:cubicBezTo>
                <a:cubicBezTo>
                  <a:pt x="21837" y="25"/>
                  <a:pt x="21575" y="0"/>
                  <a:pt x="21312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4" name="Google Shape;2024;p89"/>
          <p:cNvSpPr/>
          <p:nvPr/>
        </p:nvSpPr>
        <p:spPr>
          <a:xfrm>
            <a:off x="-244024" y="3401631"/>
            <a:ext cx="2089708" cy="2096136"/>
          </a:xfrm>
          <a:custGeom>
            <a:rect b="b" l="l" r="r" t="t"/>
            <a:pathLst>
              <a:path extrusionOk="0" h="13045" w="13005">
                <a:moveTo>
                  <a:pt x="1922" y="1"/>
                </a:moveTo>
                <a:cubicBezTo>
                  <a:pt x="1849" y="1"/>
                  <a:pt x="1776" y="4"/>
                  <a:pt x="1703" y="11"/>
                </a:cubicBezTo>
                <a:cubicBezTo>
                  <a:pt x="1260" y="54"/>
                  <a:pt x="818" y="227"/>
                  <a:pt x="503" y="551"/>
                </a:cubicBezTo>
                <a:cubicBezTo>
                  <a:pt x="150" y="913"/>
                  <a:pt x="38" y="1411"/>
                  <a:pt x="20" y="1903"/>
                </a:cubicBezTo>
                <a:cubicBezTo>
                  <a:pt x="0" y="2484"/>
                  <a:pt x="46" y="3073"/>
                  <a:pt x="66" y="3654"/>
                </a:cubicBezTo>
                <a:cubicBezTo>
                  <a:pt x="86" y="4273"/>
                  <a:pt x="107" y="4891"/>
                  <a:pt x="127" y="5509"/>
                </a:cubicBezTo>
                <a:lnTo>
                  <a:pt x="374" y="12928"/>
                </a:lnTo>
                <a:cubicBezTo>
                  <a:pt x="376" y="12996"/>
                  <a:pt x="429" y="13044"/>
                  <a:pt x="492" y="13044"/>
                </a:cubicBezTo>
                <a:cubicBezTo>
                  <a:pt x="501" y="13044"/>
                  <a:pt x="511" y="13043"/>
                  <a:pt x="520" y="13041"/>
                </a:cubicBezTo>
                <a:cubicBezTo>
                  <a:pt x="1437" y="12830"/>
                  <a:pt x="2365" y="12670"/>
                  <a:pt x="3299" y="12564"/>
                </a:cubicBezTo>
                <a:cubicBezTo>
                  <a:pt x="4235" y="12458"/>
                  <a:pt x="5175" y="12406"/>
                  <a:pt x="6116" y="12406"/>
                </a:cubicBezTo>
                <a:cubicBezTo>
                  <a:pt x="6835" y="12406"/>
                  <a:pt x="7554" y="12436"/>
                  <a:pt x="8271" y="12496"/>
                </a:cubicBezTo>
                <a:cubicBezTo>
                  <a:pt x="8728" y="12533"/>
                  <a:pt x="9209" y="12577"/>
                  <a:pt x="9687" y="12577"/>
                </a:cubicBezTo>
                <a:cubicBezTo>
                  <a:pt x="10492" y="12577"/>
                  <a:pt x="11288" y="12454"/>
                  <a:pt x="11947" y="11977"/>
                </a:cubicBezTo>
                <a:lnTo>
                  <a:pt x="11947" y="11977"/>
                </a:lnTo>
                <a:cubicBezTo>
                  <a:pt x="11945" y="11988"/>
                  <a:pt x="11948" y="11993"/>
                  <a:pt x="11955" y="11993"/>
                </a:cubicBezTo>
                <a:cubicBezTo>
                  <a:pt x="12017" y="11993"/>
                  <a:pt x="12409" y="11534"/>
                  <a:pt x="12496" y="11300"/>
                </a:cubicBezTo>
                <a:cubicBezTo>
                  <a:pt x="12866" y="10319"/>
                  <a:pt x="13005" y="9208"/>
                  <a:pt x="12677" y="8195"/>
                </a:cubicBezTo>
                <a:cubicBezTo>
                  <a:pt x="12404" y="7349"/>
                  <a:pt x="11818" y="6569"/>
                  <a:pt x="11000" y="6188"/>
                </a:cubicBezTo>
                <a:cubicBezTo>
                  <a:pt x="10082" y="5759"/>
                  <a:pt x="9032" y="5924"/>
                  <a:pt x="8092" y="5581"/>
                </a:cubicBezTo>
                <a:cubicBezTo>
                  <a:pt x="7160" y="5240"/>
                  <a:pt x="6737" y="4324"/>
                  <a:pt x="6316" y="3499"/>
                </a:cubicBezTo>
                <a:cubicBezTo>
                  <a:pt x="5859" y="2602"/>
                  <a:pt x="5271" y="1802"/>
                  <a:pt x="4492" y="1159"/>
                </a:cubicBezTo>
                <a:cubicBezTo>
                  <a:pt x="3786" y="579"/>
                  <a:pt x="2870" y="1"/>
                  <a:pt x="1922" y="1"/>
                </a:cubicBezTo>
                <a:close/>
              </a:path>
            </a:pathLst>
          </a:custGeom>
          <a:solidFill>
            <a:schemeClr val="dk2">
              <a:alpha val="4018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5" name="Google Shape;2025;p89"/>
          <p:cNvSpPr/>
          <p:nvPr/>
        </p:nvSpPr>
        <p:spPr>
          <a:xfrm rot="10800000">
            <a:off x="6036760" y="3964766"/>
            <a:ext cx="3916858" cy="1383980"/>
          </a:xfrm>
          <a:custGeom>
            <a:rect b="b" l="l" r="r" t="t"/>
            <a:pathLst>
              <a:path extrusionOk="0" h="8613" w="24376">
                <a:moveTo>
                  <a:pt x="1748" y="0"/>
                </a:moveTo>
                <a:cubicBezTo>
                  <a:pt x="1709" y="0"/>
                  <a:pt x="1669" y="2"/>
                  <a:pt x="1629" y="7"/>
                </a:cubicBezTo>
                <a:cubicBezTo>
                  <a:pt x="1391" y="38"/>
                  <a:pt x="1250" y="176"/>
                  <a:pt x="1187" y="347"/>
                </a:cubicBezTo>
                <a:cubicBezTo>
                  <a:pt x="1033" y="773"/>
                  <a:pt x="935" y="1218"/>
                  <a:pt x="819" y="1650"/>
                </a:cubicBezTo>
                <a:cubicBezTo>
                  <a:pt x="701" y="2092"/>
                  <a:pt x="590" y="2536"/>
                  <a:pt x="496" y="2983"/>
                </a:cubicBezTo>
                <a:cubicBezTo>
                  <a:pt x="126" y="4733"/>
                  <a:pt x="0" y="6549"/>
                  <a:pt x="659" y="8271"/>
                </a:cubicBezTo>
                <a:cubicBezTo>
                  <a:pt x="678" y="8321"/>
                  <a:pt x="733" y="8346"/>
                  <a:pt x="790" y="8346"/>
                </a:cubicBezTo>
                <a:cubicBezTo>
                  <a:pt x="835" y="8346"/>
                  <a:pt x="881" y="8329"/>
                  <a:pt x="910" y="8296"/>
                </a:cubicBezTo>
                <a:cubicBezTo>
                  <a:pt x="1048" y="8134"/>
                  <a:pt x="1206" y="7983"/>
                  <a:pt x="1385" y="7843"/>
                </a:cubicBezTo>
                <a:cubicBezTo>
                  <a:pt x="2101" y="7284"/>
                  <a:pt x="3087" y="6944"/>
                  <a:pt x="4095" y="6849"/>
                </a:cubicBezTo>
                <a:cubicBezTo>
                  <a:pt x="4314" y="6828"/>
                  <a:pt x="4534" y="6818"/>
                  <a:pt x="4754" y="6818"/>
                </a:cubicBezTo>
                <a:cubicBezTo>
                  <a:pt x="5730" y="6818"/>
                  <a:pt x="6704" y="7012"/>
                  <a:pt x="7586" y="7328"/>
                </a:cubicBezTo>
                <a:cubicBezTo>
                  <a:pt x="8653" y="7708"/>
                  <a:pt x="9622" y="8264"/>
                  <a:pt x="10770" y="8502"/>
                </a:cubicBezTo>
                <a:cubicBezTo>
                  <a:pt x="11110" y="8573"/>
                  <a:pt x="11460" y="8612"/>
                  <a:pt x="11804" y="8612"/>
                </a:cubicBezTo>
                <a:cubicBezTo>
                  <a:pt x="12445" y="8612"/>
                  <a:pt x="13071" y="8476"/>
                  <a:pt x="13597" y="8154"/>
                </a:cubicBezTo>
                <a:cubicBezTo>
                  <a:pt x="14183" y="7795"/>
                  <a:pt x="14557" y="7273"/>
                  <a:pt x="14873" y="6761"/>
                </a:cubicBezTo>
                <a:cubicBezTo>
                  <a:pt x="15208" y="6214"/>
                  <a:pt x="15488" y="5645"/>
                  <a:pt x="15900" y="5129"/>
                </a:cubicBezTo>
                <a:cubicBezTo>
                  <a:pt x="16333" y="4590"/>
                  <a:pt x="16925" y="4168"/>
                  <a:pt x="17743" y="4015"/>
                </a:cubicBezTo>
                <a:cubicBezTo>
                  <a:pt x="18117" y="3945"/>
                  <a:pt x="18497" y="3924"/>
                  <a:pt x="18879" y="3924"/>
                </a:cubicBezTo>
                <a:cubicBezTo>
                  <a:pt x="19431" y="3924"/>
                  <a:pt x="19988" y="3967"/>
                  <a:pt x="20538" y="3967"/>
                </a:cubicBezTo>
                <a:cubicBezTo>
                  <a:pt x="20675" y="3967"/>
                  <a:pt x="20811" y="3964"/>
                  <a:pt x="20947" y="3958"/>
                </a:cubicBezTo>
                <a:cubicBezTo>
                  <a:pt x="21449" y="3933"/>
                  <a:pt x="21952" y="3857"/>
                  <a:pt x="22403" y="3679"/>
                </a:cubicBezTo>
                <a:cubicBezTo>
                  <a:pt x="22808" y="3518"/>
                  <a:pt x="23157" y="3280"/>
                  <a:pt x="23433" y="3003"/>
                </a:cubicBezTo>
                <a:cubicBezTo>
                  <a:pt x="23951" y="2479"/>
                  <a:pt x="24196" y="1807"/>
                  <a:pt x="24066" y="1157"/>
                </a:cubicBezTo>
                <a:lnTo>
                  <a:pt x="24066" y="1157"/>
                </a:lnTo>
                <a:cubicBezTo>
                  <a:pt x="24067" y="1158"/>
                  <a:pt x="24069" y="1158"/>
                  <a:pt x="24071" y="1158"/>
                </a:cubicBezTo>
                <a:cubicBezTo>
                  <a:pt x="24093" y="1158"/>
                  <a:pt x="24117" y="1151"/>
                  <a:pt x="24142" y="1138"/>
                </a:cubicBezTo>
                <a:cubicBezTo>
                  <a:pt x="24292" y="1056"/>
                  <a:pt x="24376" y="935"/>
                  <a:pt x="24372" y="792"/>
                </a:cubicBezTo>
                <a:cubicBezTo>
                  <a:pt x="24363" y="440"/>
                  <a:pt x="23972" y="240"/>
                  <a:pt x="23550" y="217"/>
                </a:cubicBezTo>
                <a:cubicBezTo>
                  <a:pt x="23514" y="215"/>
                  <a:pt x="23478" y="215"/>
                  <a:pt x="23442" y="215"/>
                </a:cubicBezTo>
                <a:cubicBezTo>
                  <a:pt x="23211" y="215"/>
                  <a:pt x="22977" y="252"/>
                  <a:pt x="22750" y="280"/>
                </a:cubicBezTo>
                <a:cubicBezTo>
                  <a:pt x="22445" y="317"/>
                  <a:pt x="22139" y="351"/>
                  <a:pt x="21832" y="383"/>
                </a:cubicBezTo>
                <a:cubicBezTo>
                  <a:pt x="20628" y="507"/>
                  <a:pt x="19418" y="590"/>
                  <a:pt x="18207" y="648"/>
                </a:cubicBezTo>
                <a:cubicBezTo>
                  <a:pt x="15784" y="762"/>
                  <a:pt x="13357" y="774"/>
                  <a:pt x="10932" y="789"/>
                </a:cubicBezTo>
                <a:cubicBezTo>
                  <a:pt x="10568" y="791"/>
                  <a:pt x="10203" y="793"/>
                  <a:pt x="9838" y="793"/>
                </a:cubicBezTo>
                <a:cubicBezTo>
                  <a:pt x="7878" y="793"/>
                  <a:pt x="5909" y="743"/>
                  <a:pt x="3985" y="438"/>
                </a:cubicBezTo>
                <a:cubicBezTo>
                  <a:pt x="3423" y="348"/>
                  <a:pt x="2866" y="237"/>
                  <a:pt x="2318" y="100"/>
                </a:cubicBezTo>
                <a:cubicBezTo>
                  <a:pt x="2134" y="55"/>
                  <a:pt x="1943" y="0"/>
                  <a:pt x="1748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6" name="Google Shape;2026;p89"/>
          <p:cNvSpPr/>
          <p:nvPr/>
        </p:nvSpPr>
        <p:spPr>
          <a:xfrm flipH="1" rot="-1106655">
            <a:off x="-1741193" y="-924117"/>
            <a:ext cx="4345217" cy="3055567"/>
          </a:xfrm>
          <a:custGeom>
            <a:rect b="b" l="l" r="r" t="t"/>
            <a:pathLst>
              <a:path extrusionOk="0" h="19016" w="27042">
                <a:moveTo>
                  <a:pt x="5311" y="0"/>
                </a:moveTo>
                <a:cubicBezTo>
                  <a:pt x="5179" y="0"/>
                  <a:pt x="5075" y="178"/>
                  <a:pt x="5211" y="262"/>
                </a:cubicBezTo>
                <a:cubicBezTo>
                  <a:pt x="5431" y="399"/>
                  <a:pt x="5652" y="530"/>
                  <a:pt x="5876" y="657"/>
                </a:cubicBezTo>
                <a:cubicBezTo>
                  <a:pt x="3749" y="1565"/>
                  <a:pt x="1452" y="2798"/>
                  <a:pt x="713" y="5101"/>
                </a:cubicBezTo>
                <a:cubicBezTo>
                  <a:pt x="0" y="7321"/>
                  <a:pt x="1219" y="10007"/>
                  <a:pt x="3411" y="10856"/>
                </a:cubicBezTo>
                <a:cubicBezTo>
                  <a:pt x="3728" y="10979"/>
                  <a:pt x="4069" y="11058"/>
                  <a:pt x="4406" y="11058"/>
                </a:cubicBezTo>
                <a:cubicBezTo>
                  <a:pt x="4688" y="11058"/>
                  <a:pt x="4968" y="11003"/>
                  <a:pt x="5229" y="10871"/>
                </a:cubicBezTo>
                <a:cubicBezTo>
                  <a:pt x="5743" y="10614"/>
                  <a:pt x="6086" y="10140"/>
                  <a:pt x="6367" y="9654"/>
                </a:cubicBezTo>
                <a:cubicBezTo>
                  <a:pt x="6660" y="9147"/>
                  <a:pt x="6901" y="8604"/>
                  <a:pt x="7258" y="8138"/>
                </a:cubicBezTo>
                <a:cubicBezTo>
                  <a:pt x="7586" y="7709"/>
                  <a:pt x="8056" y="7408"/>
                  <a:pt x="8567" y="7243"/>
                </a:cubicBezTo>
                <a:cubicBezTo>
                  <a:pt x="8835" y="7156"/>
                  <a:pt x="9122" y="7107"/>
                  <a:pt x="9407" y="7107"/>
                </a:cubicBezTo>
                <a:cubicBezTo>
                  <a:pt x="9658" y="7107"/>
                  <a:pt x="9908" y="7145"/>
                  <a:pt x="10143" y="7227"/>
                </a:cubicBezTo>
                <a:cubicBezTo>
                  <a:pt x="10681" y="7416"/>
                  <a:pt x="11050" y="7824"/>
                  <a:pt x="11259" y="8347"/>
                </a:cubicBezTo>
                <a:cubicBezTo>
                  <a:pt x="11495" y="8938"/>
                  <a:pt x="11543" y="9582"/>
                  <a:pt x="11752" y="10181"/>
                </a:cubicBezTo>
                <a:cubicBezTo>
                  <a:pt x="11957" y="10769"/>
                  <a:pt x="12358" y="11405"/>
                  <a:pt x="12983" y="11603"/>
                </a:cubicBezTo>
                <a:cubicBezTo>
                  <a:pt x="13117" y="11646"/>
                  <a:pt x="13250" y="11665"/>
                  <a:pt x="13380" y="11665"/>
                </a:cubicBezTo>
                <a:cubicBezTo>
                  <a:pt x="13765" y="11665"/>
                  <a:pt x="14132" y="11502"/>
                  <a:pt x="14481" y="11319"/>
                </a:cubicBezTo>
                <a:cubicBezTo>
                  <a:pt x="14811" y="11146"/>
                  <a:pt x="15183" y="10926"/>
                  <a:pt x="15563" y="10926"/>
                </a:cubicBezTo>
                <a:cubicBezTo>
                  <a:pt x="15675" y="10926"/>
                  <a:pt x="15789" y="10946"/>
                  <a:pt x="15902" y="10992"/>
                </a:cubicBezTo>
                <a:cubicBezTo>
                  <a:pt x="16505" y="11236"/>
                  <a:pt x="16731" y="12009"/>
                  <a:pt x="16886" y="12576"/>
                </a:cubicBezTo>
                <a:cubicBezTo>
                  <a:pt x="17067" y="13246"/>
                  <a:pt x="17237" y="13920"/>
                  <a:pt x="17447" y="14583"/>
                </a:cubicBezTo>
                <a:cubicBezTo>
                  <a:pt x="17859" y="15878"/>
                  <a:pt x="18454" y="17143"/>
                  <a:pt x="19512" y="18032"/>
                </a:cubicBezTo>
                <a:cubicBezTo>
                  <a:pt x="20225" y="18631"/>
                  <a:pt x="21110" y="19015"/>
                  <a:pt x="22020" y="19015"/>
                </a:cubicBezTo>
                <a:cubicBezTo>
                  <a:pt x="22330" y="19015"/>
                  <a:pt x="22643" y="18971"/>
                  <a:pt x="22954" y="18875"/>
                </a:cubicBezTo>
                <a:cubicBezTo>
                  <a:pt x="24002" y="18552"/>
                  <a:pt x="24786" y="17702"/>
                  <a:pt x="25334" y="16784"/>
                </a:cubicBezTo>
                <a:cubicBezTo>
                  <a:pt x="25931" y="15784"/>
                  <a:pt x="26309" y="14669"/>
                  <a:pt x="26587" y="13543"/>
                </a:cubicBezTo>
                <a:cubicBezTo>
                  <a:pt x="26872" y="12393"/>
                  <a:pt x="27042" y="11178"/>
                  <a:pt x="26859" y="9998"/>
                </a:cubicBezTo>
                <a:cubicBezTo>
                  <a:pt x="26669" y="8763"/>
                  <a:pt x="26045" y="7686"/>
                  <a:pt x="25037" y="6940"/>
                </a:cubicBezTo>
                <a:cubicBezTo>
                  <a:pt x="23865" y="6071"/>
                  <a:pt x="22401" y="5638"/>
                  <a:pt x="21023" y="5219"/>
                </a:cubicBezTo>
                <a:cubicBezTo>
                  <a:pt x="19511" y="4758"/>
                  <a:pt x="17976" y="4376"/>
                  <a:pt x="16442" y="3995"/>
                </a:cubicBezTo>
                <a:cubicBezTo>
                  <a:pt x="13377" y="3236"/>
                  <a:pt x="10276" y="2484"/>
                  <a:pt x="7410" y="1122"/>
                </a:cubicBezTo>
                <a:cubicBezTo>
                  <a:pt x="7124" y="986"/>
                  <a:pt x="6842" y="844"/>
                  <a:pt x="6563" y="695"/>
                </a:cubicBezTo>
                <a:cubicBezTo>
                  <a:pt x="6622" y="671"/>
                  <a:pt x="6682" y="645"/>
                  <a:pt x="6742" y="621"/>
                </a:cubicBezTo>
                <a:cubicBezTo>
                  <a:pt x="6901" y="557"/>
                  <a:pt x="6828" y="333"/>
                  <a:pt x="6684" y="333"/>
                </a:cubicBezTo>
                <a:cubicBezTo>
                  <a:pt x="6666" y="333"/>
                  <a:pt x="6646" y="336"/>
                  <a:pt x="6625" y="345"/>
                </a:cubicBezTo>
                <a:cubicBezTo>
                  <a:pt x="6492" y="400"/>
                  <a:pt x="6358" y="454"/>
                  <a:pt x="6223" y="510"/>
                </a:cubicBezTo>
                <a:cubicBezTo>
                  <a:pt x="5943" y="355"/>
                  <a:pt x="5666" y="194"/>
                  <a:pt x="5394" y="25"/>
                </a:cubicBezTo>
                <a:cubicBezTo>
                  <a:pt x="5366" y="8"/>
                  <a:pt x="5338" y="0"/>
                  <a:pt x="5311" y="0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7" name="Google Shape;2027;p89"/>
          <p:cNvSpPr/>
          <p:nvPr/>
        </p:nvSpPr>
        <p:spPr>
          <a:xfrm flipH="1" rot="9000131">
            <a:off x="8344172" y="4740550"/>
            <a:ext cx="434381" cy="10175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8" name="Google Shape;2028;p89"/>
          <p:cNvSpPr/>
          <p:nvPr/>
        </p:nvSpPr>
        <p:spPr>
          <a:xfrm flipH="1" rot="-9899901">
            <a:off x="1737560" y="291519"/>
            <a:ext cx="545173" cy="12772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29" name="Google Shape;2029;p89"/>
          <p:cNvGrpSpPr/>
          <p:nvPr/>
        </p:nvGrpSpPr>
        <p:grpSpPr>
          <a:xfrm rot="900044">
            <a:off x="8343430" y="2439620"/>
            <a:ext cx="228603" cy="207086"/>
            <a:chOff x="1640475" y="1197075"/>
            <a:chExt cx="55475" cy="50250"/>
          </a:xfrm>
        </p:grpSpPr>
        <p:sp>
          <p:nvSpPr>
            <p:cNvPr id="2030" name="Google Shape;2030;p8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8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8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33" name="Google Shape;2033;p89"/>
          <p:cNvSpPr/>
          <p:nvPr/>
        </p:nvSpPr>
        <p:spPr>
          <a:xfrm rot="1133433">
            <a:off x="682181" y="4093383"/>
            <a:ext cx="970030" cy="22723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4" name="Google Shape;2034;p89"/>
          <p:cNvSpPr/>
          <p:nvPr/>
        </p:nvSpPr>
        <p:spPr>
          <a:xfrm rot="6434815">
            <a:off x="6414621" y="-91496"/>
            <a:ext cx="559646" cy="827411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35" name="Google Shape;2035;p89"/>
          <p:cNvGrpSpPr/>
          <p:nvPr/>
        </p:nvGrpSpPr>
        <p:grpSpPr>
          <a:xfrm rot="-10470744">
            <a:off x="6410236" y="860386"/>
            <a:ext cx="274444" cy="248605"/>
            <a:chOff x="1640475" y="1197075"/>
            <a:chExt cx="55475" cy="50250"/>
          </a:xfrm>
        </p:grpSpPr>
        <p:sp>
          <p:nvSpPr>
            <p:cNvPr id="2036" name="Google Shape;2036;p8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8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8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39" name="Google Shape;2039;p89"/>
          <p:cNvSpPr/>
          <p:nvPr/>
        </p:nvSpPr>
        <p:spPr>
          <a:xfrm flipH="1" rot="-3485199">
            <a:off x="8553503" y="1281933"/>
            <a:ext cx="434401" cy="10175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40" name="Google Shape;2040;p89"/>
          <p:cNvGrpSpPr/>
          <p:nvPr/>
        </p:nvGrpSpPr>
        <p:grpSpPr>
          <a:xfrm rot="7711333">
            <a:off x="720310" y="1410592"/>
            <a:ext cx="294397" cy="266683"/>
            <a:chOff x="1640475" y="1197075"/>
            <a:chExt cx="55475" cy="50250"/>
          </a:xfrm>
        </p:grpSpPr>
        <p:sp>
          <p:nvSpPr>
            <p:cNvPr id="2041" name="Google Shape;2041;p8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8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8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_5">
    <p:spTree>
      <p:nvGrpSpPr>
        <p:cNvPr id="2044" name="Shape 20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5" name="Google Shape;2045;p90"/>
          <p:cNvSpPr/>
          <p:nvPr/>
        </p:nvSpPr>
        <p:spPr>
          <a:xfrm>
            <a:off x="-148873" y="3525345"/>
            <a:ext cx="3825648" cy="1800343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6" name="Google Shape;2046;p90"/>
          <p:cNvSpPr/>
          <p:nvPr/>
        </p:nvSpPr>
        <p:spPr>
          <a:xfrm>
            <a:off x="-425898" y="-291775"/>
            <a:ext cx="3298272" cy="1820589"/>
          </a:xfrm>
          <a:custGeom>
            <a:rect b="b" l="l" r="r" t="t"/>
            <a:pathLst>
              <a:path extrusionOk="0" h="11330" w="20526">
                <a:moveTo>
                  <a:pt x="12939" y="1"/>
                </a:moveTo>
                <a:cubicBezTo>
                  <a:pt x="11999" y="1"/>
                  <a:pt x="11086" y="167"/>
                  <a:pt x="10169" y="370"/>
                </a:cubicBezTo>
                <a:cubicBezTo>
                  <a:pt x="9691" y="476"/>
                  <a:pt x="9213" y="584"/>
                  <a:pt x="8731" y="667"/>
                </a:cubicBezTo>
                <a:cubicBezTo>
                  <a:pt x="8234" y="750"/>
                  <a:pt x="7732" y="802"/>
                  <a:pt x="7229" y="839"/>
                </a:cubicBezTo>
                <a:cubicBezTo>
                  <a:pt x="6231" y="913"/>
                  <a:pt x="5230" y="935"/>
                  <a:pt x="4235" y="1052"/>
                </a:cubicBezTo>
                <a:cubicBezTo>
                  <a:pt x="3806" y="1102"/>
                  <a:pt x="3380" y="1184"/>
                  <a:pt x="2951" y="1235"/>
                </a:cubicBezTo>
                <a:cubicBezTo>
                  <a:pt x="2746" y="1260"/>
                  <a:pt x="2537" y="1279"/>
                  <a:pt x="2328" y="1279"/>
                </a:cubicBezTo>
                <a:cubicBezTo>
                  <a:pt x="2138" y="1279"/>
                  <a:pt x="1948" y="1263"/>
                  <a:pt x="1762" y="1222"/>
                </a:cubicBezTo>
                <a:cubicBezTo>
                  <a:pt x="1578" y="1180"/>
                  <a:pt x="1402" y="1113"/>
                  <a:pt x="1242" y="1012"/>
                </a:cubicBezTo>
                <a:cubicBezTo>
                  <a:pt x="1161" y="960"/>
                  <a:pt x="1089" y="870"/>
                  <a:pt x="988" y="868"/>
                </a:cubicBezTo>
                <a:cubicBezTo>
                  <a:pt x="985" y="868"/>
                  <a:pt x="983" y="868"/>
                  <a:pt x="981" y="868"/>
                </a:cubicBezTo>
                <a:cubicBezTo>
                  <a:pt x="897" y="868"/>
                  <a:pt x="810" y="887"/>
                  <a:pt x="732" y="917"/>
                </a:cubicBezTo>
                <a:cubicBezTo>
                  <a:pt x="360" y="1060"/>
                  <a:pt x="147" y="1435"/>
                  <a:pt x="79" y="1816"/>
                </a:cubicBezTo>
                <a:cubicBezTo>
                  <a:pt x="38" y="2046"/>
                  <a:pt x="37" y="2279"/>
                  <a:pt x="38" y="2512"/>
                </a:cubicBezTo>
                <a:cubicBezTo>
                  <a:pt x="38" y="2767"/>
                  <a:pt x="39" y="3024"/>
                  <a:pt x="40" y="3279"/>
                </a:cubicBezTo>
                <a:cubicBezTo>
                  <a:pt x="42" y="3797"/>
                  <a:pt x="44" y="4315"/>
                  <a:pt x="46" y="4833"/>
                </a:cubicBezTo>
                <a:cubicBezTo>
                  <a:pt x="50" y="5817"/>
                  <a:pt x="54" y="6803"/>
                  <a:pt x="57" y="7787"/>
                </a:cubicBezTo>
                <a:cubicBezTo>
                  <a:pt x="55" y="7786"/>
                  <a:pt x="54" y="7785"/>
                  <a:pt x="52" y="7785"/>
                </a:cubicBezTo>
                <a:cubicBezTo>
                  <a:pt x="0" y="7785"/>
                  <a:pt x="101" y="8649"/>
                  <a:pt x="628" y="8724"/>
                </a:cubicBezTo>
                <a:cubicBezTo>
                  <a:pt x="1441" y="8840"/>
                  <a:pt x="1514" y="10145"/>
                  <a:pt x="2146" y="10693"/>
                </a:cubicBezTo>
                <a:cubicBezTo>
                  <a:pt x="2452" y="10957"/>
                  <a:pt x="2805" y="11167"/>
                  <a:pt x="3199" y="11261"/>
                </a:cubicBezTo>
                <a:cubicBezTo>
                  <a:pt x="3402" y="11310"/>
                  <a:pt x="3609" y="11330"/>
                  <a:pt x="3816" y="11330"/>
                </a:cubicBezTo>
                <a:cubicBezTo>
                  <a:pt x="4077" y="11330"/>
                  <a:pt x="4340" y="11298"/>
                  <a:pt x="4597" y="11251"/>
                </a:cubicBezTo>
                <a:cubicBezTo>
                  <a:pt x="5367" y="11113"/>
                  <a:pt x="6207" y="10865"/>
                  <a:pt x="6645" y="10152"/>
                </a:cubicBezTo>
                <a:cubicBezTo>
                  <a:pt x="6859" y="9801"/>
                  <a:pt x="6970" y="9395"/>
                  <a:pt x="7203" y="9055"/>
                </a:cubicBezTo>
                <a:cubicBezTo>
                  <a:pt x="7421" y="8736"/>
                  <a:pt x="7758" y="8532"/>
                  <a:pt x="8120" y="8419"/>
                </a:cubicBezTo>
                <a:cubicBezTo>
                  <a:pt x="8559" y="8282"/>
                  <a:pt x="9011" y="8265"/>
                  <a:pt x="9465" y="8265"/>
                </a:cubicBezTo>
                <a:cubicBezTo>
                  <a:pt x="9615" y="8265"/>
                  <a:pt x="9765" y="8267"/>
                  <a:pt x="9915" y="8267"/>
                </a:cubicBezTo>
                <a:cubicBezTo>
                  <a:pt x="10115" y="8267"/>
                  <a:pt x="10316" y="8264"/>
                  <a:pt x="10515" y="8248"/>
                </a:cubicBezTo>
                <a:cubicBezTo>
                  <a:pt x="10927" y="8216"/>
                  <a:pt x="11342" y="8132"/>
                  <a:pt x="11707" y="7927"/>
                </a:cubicBezTo>
                <a:cubicBezTo>
                  <a:pt x="12074" y="7718"/>
                  <a:pt x="12352" y="7394"/>
                  <a:pt x="12600" y="7055"/>
                </a:cubicBezTo>
                <a:cubicBezTo>
                  <a:pt x="13089" y="6385"/>
                  <a:pt x="13543" y="5673"/>
                  <a:pt x="14244" y="5207"/>
                </a:cubicBezTo>
                <a:cubicBezTo>
                  <a:pt x="14594" y="4972"/>
                  <a:pt x="14986" y="4825"/>
                  <a:pt x="15405" y="4792"/>
                </a:cubicBezTo>
                <a:cubicBezTo>
                  <a:pt x="15494" y="4785"/>
                  <a:pt x="15582" y="4782"/>
                  <a:pt x="15670" y="4782"/>
                </a:cubicBezTo>
                <a:cubicBezTo>
                  <a:pt x="16070" y="4782"/>
                  <a:pt x="16469" y="4843"/>
                  <a:pt x="16866" y="4877"/>
                </a:cubicBezTo>
                <a:cubicBezTo>
                  <a:pt x="17302" y="4915"/>
                  <a:pt x="17740" y="4933"/>
                  <a:pt x="18178" y="4933"/>
                </a:cubicBezTo>
                <a:cubicBezTo>
                  <a:pt x="18243" y="4933"/>
                  <a:pt x="18309" y="4933"/>
                  <a:pt x="18374" y="4932"/>
                </a:cubicBezTo>
                <a:cubicBezTo>
                  <a:pt x="18585" y="4929"/>
                  <a:pt x="18814" y="4941"/>
                  <a:pt x="19012" y="4857"/>
                </a:cubicBezTo>
                <a:cubicBezTo>
                  <a:pt x="19193" y="4780"/>
                  <a:pt x="19305" y="4623"/>
                  <a:pt x="19390" y="4450"/>
                </a:cubicBezTo>
                <a:cubicBezTo>
                  <a:pt x="19618" y="3989"/>
                  <a:pt x="19825" y="3515"/>
                  <a:pt x="20041" y="3049"/>
                </a:cubicBezTo>
                <a:cubicBezTo>
                  <a:pt x="20147" y="2821"/>
                  <a:pt x="20256" y="2595"/>
                  <a:pt x="20357" y="2365"/>
                </a:cubicBezTo>
                <a:cubicBezTo>
                  <a:pt x="20444" y="2165"/>
                  <a:pt x="20525" y="1951"/>
                  <a:pt x="20518" y="1728"/>
                </a:cubicBezTo>
                <a:cubicBezTo>
                  <a:pt x="20505" y="1297"/>
                  <a:pt x="20161" y="1008"/>
                  <a:pt x="19822" y="810"/>
                </a:cubicBezTo>
                <a:cubicBezTo>
                  <a:pt x="19463" y="601"/>
                  <a:pt x="19065" y="469"/>
                  <a:pt x="18660" y="392"/>
                </a:cubicBezTo>
                <a:cubicBezTo>
                  <a:pt x="17815" y="229"/>
                  <a:pt x="16950" y="272"/>
                  <a:pt x="16095" y="224"/>
                </a:cubicBezTo>
                <a:cubicBezTo>
                  <a:pt x="15084" y="168"/>
                  <a:pt x="14079" y="19"/>
                  <a:pt x="13065" y="2"/>
                </a:cubicBezTo>
                <a:cubicBezTo>
                  <a:pt x="13023" y="1"/>
                  <a:pt x="12981" y="1"/>
                  <a:pt x="12939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7" name="Google Shape;2047;p90"/>
          <p:cNvSpPr/>
          <p:nvPr/>
        </p:nvSpPr>
        <p:spPr>
          <a:xfrm>
            <a:off x="7342677" y="-220591"/>
            <a:ext cx="2090062" cy="2096168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8" name="Google Shape;2048;p90"/>
          <p:cNvSpPr/>
          <p:nvPr/>
        </p:nvSpPr>
        <p:spPr>
          <a:xfrm>
            <a:off x="5382456" y="4159416"/>
            <a:ext cx="3916919" cy="1384001"/>
          </a:xfrm>
          <a:custGeom>
            <a:rect b="b" l="l" r="r" t="t"/>
            <a:pathLst>
              <a:path extrusionOk="0" h="8613" w="24376">
                <a:moveTo>
                  <a:pt x="12572" y="1"/>
                </a:moveTo>
                <a:cubicBezTo>
                  <a:pt x="11930" y="1"/>
                  <a:pt x="11305" y="137"/>
                  <a:pt x="10778" y="460"/>
                </a:cubicBezTo>
                <a:cubicBezTo>
                  <a:pt x="10193" y="818"/>
                  <a:pt x="9818" y="1341"/>
                  <a:pt x="9503" y="1852"/>
                </a:cubicBezTo>
                <a:cubicBezTo>
                  <a:pt x="9167" y="2398"/>
                  <a:pt x="8889" y="2969"/>
                  <a:pt x="8475" y="3485"/>
                </a:cubicBezTo>
                <a:cubicBezTo>
                  <a:pt x="8044" y="4023"/>
                  <a:pt x="7451" y="4445"/>
                  <a:pt x="6633" y="4599"/>
                </a:cubicBezTo>
                <a:cubicBezTo>
                  <a:pt x="6259" y="4669"/>
                  <a:pt x="5879" y="4690"/>
                  <a:pt x="5496" y="4690"/>
                </a:cubicBezTo>
                <a:cubicBezTo>
                  <a:pt x="4945" y="4690"/>
                  <a:pt x="4388" y="4646"/>
                  <a:pt x="3837" y="4646"/>
                </a:cubicBezTo>
                <a:cubicBezTo>
                  <a:pt x="3701" y="4646"/>
                  <a:pt x="3564" y="4649"/>
                  <a:pt x="3429" y="4656"/>
                </a:cubicBezTo>
                <a:cubicBezTo>
                  <a:pt x="2927" y="4680"/>
                  <a:pt x="2424" y="4755"/>
                  <a:pt x="1974" y="4934"/>
                </a:cubicBezTo>
                <a:cubicBezTo>
                  <a:pt x="1568" y="5095"/>
                  <a:pt x="1218" y="5332"/>
                  <a:pt x="943" y="5611"/>
                </a:cubicBezTo>
                <a:cubicBezTo>
                  <a:pt x="425" y="6133"/>
                  <a:pt x="179" y="6806"/>
                  <a:pt x="311" y="7456"/>
                </a:cubicBezTo>
                <a:cubicBezTo>
                  <a:pt x="309" y="7456"/>
                  <a:pt x="307" y="7456"/>
                  <a:pt x="305" y="7456"/>
                </a:cubicBezTo>
                <a:cubicBezTo>
                  <a:pt x="282" y="7456"/>
                  <a:pt x="258" y="7461"/>
                  <a:pt x="234" y="7475"/>
                </a:cubicBezTo>
                <a:cubicBezTo>
                  <a:pt x="83" y="7556"/>
                  <a:pt x="1" y="7677"/>
                  <a:pt x="4" y="7821"/>
                </a:cubicBezTo>
                <a:cubicBezTo>
                  <a:pt x="12" y="8172"/>
                  <a:pt x="404" y="8373"/>
                  <a:pt x="826" y="8396"/>
                </a:cubicBezTo>
                <a:cubicBezTo>
                  <a:pt x="860" y="8398"/>
                  <a:pt x="894" y="8399"/>
                  <a:pt x="929" y="8399"/>
                </a:cubicBezTo>
                <a:cubicBezTo>
                  <a:pt x="1162" y="8399"/>
                  <a:pt x="1397" y="8361"/>
                  <a:pt x="1626" y="8334"/>
                </a:cubicBezTo>
                <a:cubicBezTo>
                  <a:pt x="1931" y="8297"/>
                  <a:pt x="2238" y="8262"/>
                  <a:pt x="2544" y="8230"/>
                </a:cubicBezTo>
                <a:cubicBezTo>
                  <a:pt x="3747" y="8107"/>
                  <a:pt x="4958" y="8023"/>
                  <a:pt x="6170" y="7965"/>
                </a:cubicBezTo>
                <a:cubicBezTo>
                  <a:pt x="8591" y="7850"/>
                  <a:pt x="11019" y="7838"/>
                  <a:pt x="13445" y="7824"/>
                </a:cubicBezTo>
                <a:cubicBezTo>
                  <a:pt x="13813" y="7822"/>
                  <a:pt x="14182" y="7820"/>
                  <a:pt x="14552" y="7820"/>
                </a:cubicBezTo>
                <a:cubicBezTo>
                  <a:pt x="16507" y="7820"/>
                  <a:pt x="18472" y="7870"/>
                  <a:pt x="20390" y="8174"/>
                </a:cubicBezTo>
                <a:cubicBezTo>
                  <a:pt x="20952" y="8264"/>
                  <a:pt x="21511" y="8375"/>
                  <a:pt x="22057" y="8512"/>
                </a:cubicBezTo>
                <a:cubicBezTo>
                  <a:pt x="22240" y="8558"/>
                  <a:pt x="22430" y="8612"/>
                  <a:pt x="22625" y="8612"/>
                </a:cubicBezTo>
                <a:cubicBezTo>
                  <a:pt x="22665" y="8612"/>
                  <a:pt x="22706" y="8610"/>
                  <a:pt x="22747" y="8605"/>
                </a:cubicBezTo>
                <a:cubicBezTo>
                  <a:pt x="22986" y="8575"/>
                  <a:pt x="23126" y="8437"/>
                  <a:pt x="23188" y="8265"/>
                </a:cubicBezTo>
                <a:cubicBezTo>
                  <a:pt x="23342" y="7840"/>
                  <a:pt x="23440" y="7396"/>
                  <a:pt x="23556" y="6963"/>
                </a:cubicBezTo>
                <a:cubicBezTo>
                  <a:pt x="23675" y="6520"/>
                  <a:pt x="23785" y="6077"/>
                  <a:pt x="23879" y="5631"/>
                </a:cubicBezTo>
                <a:cubicBezTo>
                  <a:pt x="24251" y="3879"/>
                  <a:pt x="24375" y="2063"/>
                  <a:pt x="23717" y="343"/>
                </a:cubicBezTo>
                <a:cubicBezTo>
                  <a:pt x="23697" y="293"/>
                  <a:pt x="23642" y="267"/>
                  <a:pt x="23586" y="267"/>
                </a:cubicBezTo>
                <a:cubicBezTo>
                  <a:pt x="23541" y="267"/>
                  <a:pt x="23495" y="284"/>
                  <a:pt x="23467" y="317"/>
                </a:cubicBezTo>
                <a:cubicBezTo>
                  <a:pt x="23327" y="480"/>
                  <a:pt x="23169" y="631"/>
                  <a:pt x="22991" y="769"/>
                </a:cubicBezTo>
                <a:cubicBezTo>
                  <a:pt x="22274" y="1328"/>
                  <a:pt x="21289" y="1670"/>
                  <a:pt x="20281" y="1764"/>
                </a:cubicBezTo>
                <a:cubicBezTo>
                  <a:pt x="20062" y="1784"/>
                  <a:pt x="19841" y="1794"/>
                  <a:pt x="19620" y="1794"/>
                </a:cubicBezTo>
                <a:cubicBezTo>
                  <a:pt x="18644" y="1794"/>
                  <a:pt x="17671" y="1601"/>
                  <a:pt x="16789" y="1286"/>
                </a:cubicBezTo>
                <a:cubicBezTo>
                  <a:pt x="15722" y="905"/>
                  <a:pt x="14754" y="349"/>
                  <a:pt x="13607" y="110"/>
                </a:cubicBezTo>
                <a:cubicBezTo>
                  <a:pt x="13266" y="40"/>
                  <a:pt x="12917" y="1"/>
                  <a:pt x="12572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49" name="Google Shape;2049;p90"/>
          <p:cNvGrpSpPr/>
          <p:nvPr/>
        </p:nvGrpSpPr>
        <p:grpSpPr>
          <a:xfrm>
            <a:off x="1539904" y="862266"/>
            <a:ext cx="6063713" cy="3662083"/>
            <a:chOff x="5677150" y="460514"/>
            <a:chExt cx="675803" cy="826730"/>
          </a:xfrm>
        </p:grpSpPr>
        <p:sp>
          <p:nvSpPr>
            <p:cNvPr id="2050" name="Google Shape;2050;p90"/>
            <p:cNvSpPr/>
            <p:nvPr/>
          </p:nvSpPr>
          <p:spPr>
            <a:xfrm>
              <a:off x="5677150" y="460514"/>
              <a:ext cx="675803" cy="826730"/>
            </a:xfrm>
            <a:custGeom>
              <a:rect b="b" l="l" r="r" t="t"/>
              <a:pathLst>
                <a:path extrusionOk="0" h="15595" w="12748">
                  <a:moveTo>
                    <a:pt x="6151" y="195"/>
                  </a:moveTo>
                  <a:cubicBezTo>
                    <a:pt x="6218" y="195"/>
                    <a:pt x="6285" y="195"/>
                    <a:pt x="6352" y="195"/>
                  </a:cubicBezTo>
                  <a:cubicBezTo>
                    <a:pt x="8186" y="199"/>
                    <a:pt x="10024" y="201"/>
                    <a:pt x="11858" y="230"/>
                  </a:cubicBezTo>
                  <a:cubicBezTo>
                    <a:pt x="11845" y="240"/>
                    <a:pt x="11838" y="256"/>
                    <a:pt x="11838" y="278"/>
                  </a:cubicBezTo>
                  <a:cubicBezTo>
                    <a:pt x="11857" y="2636"/>
                    <a:pt x="11871" y="4995"/>
                    <a:pt x="11887" y="7353"/>
                  </a:cubicBezTo>
                  <a:cubicBezTo>
                    <a:pt x="11903" y="9687"/>
                    <a:pt x="11851" y="12033"/>
                    <a:pt x="11954" y="14364"/>
                  </a:cubicBezTo>
                  <a:cubicBezTo>
                    <a:pt x="10088" y="13366"/>
                    <a:pt x="8242" y="12312"/>
                    <a:pt x="6345" y="11377"/>
                  </a:cubicBezTo>
                  <a:cubicBezTo>
                    <a:pt x="6338" y="11374"/>
                    <a:pt x="6331" y="11372"/>
                    <a:pt x="6324" y="11372"/>
                  </a:cubicBezTo>
                  <a:cubicBezTo>
                    <a:pt x="6291" y="11372"/>
                    <a:pt x="6268" y="11406"/>
                    <a:pt x="6278" y="11434"/>
                  </a:cubicBezTo>
                  <a:cubicBezTo>
                    <a:pt x="6270" y="11434"/>
                    <a:pt x="6261" y="11437"/>
                    <a:pt x="6253" y="11440"/>
                  </a:cubicBezTo>
                  <a:cubicBezTo>
                    <a:pt x="4488" y="12273"/>
                    <a:pt x="2694" y="13048"/>
                    <a:pt x="921" y="13861"/>
                  </a:cubicBezTo>
                  <a:cubicBezTo>
                    <a:pt x="924" y="9315"/>
                    <a:pt x="924" y="4763"/>
                    <a:pt x="835" y="219"/>
                  </a:cubicBezTo>
                  <a:lnTo>
                    <a:pt x="835" y="219"/>
                  </a:lnTo>
                  <a:cubicBezTo>
                    <a:pt x="1127" y="221"/>
                    <a:pt x="1419" y="222"/>
                    <a:pt x="1712" y="222"/>
                  </a:cubicBezTo>
                  <a:cubicBezTo>
                    <a:pt x="3192" y="222"/>
                    <a:pt x="4672" y="195"/>
                    <a:pt x="6151" y="195"/>
                  </a:cubicBezTo>
                  <a:close/>
                  <a:moveTo>
                    <a:pt x="189" y="210"/>
                  </a:moveTo>
                  <a:cubicBezTo>
                    <a:pt x="381" y="213"/>
                    <a:pt x="572" y="216"/>
                    <a:pt x="765" y="218"/>
                  </a:cubicBezTo>
                  <a:cubicBezTo>
                    <a:pt x="712" y="4804"/>
                    <a:pt x="770" y="9396"/>
                    <a:pt x="810" y="13984"/>
                  </a:cubicBezTo>
                  <a:cubicBezTo>
                    <a:pt x="810" y="14024"/>
                    <a:pt x="845" y="14044"/>
                    <a:pt x="881" y="14044"/>
                  </a:cubicBezTo>
                  <a:cubicBezTo>
                    <a:pt x="916" y="14044"/>
                    <a:pt x="952" y="14024"/>
                    <a:pt x="952" y="13984"/>
                  </a:cubicBezTo>
                  <a:lnTo>
                    <a:pt x="952" y="13971"/>
                  </a:lnTo>
                  <a:cubicBezTo>
                    <a:pt x="2715" y="13211"/>
                    <a:pt x="4535" y="12371"/>
                    <a:pt x="6322" y="11545"/>
                  </a:cubicBezTo>
                  <a:cubicBezTo>
                    <a:pt x="6351" y="11532"/>
                    <a:pt x="6356" y="11508"/>
                    <a:pt x="6348" y="11486"/>
                  </a:cubicBezTo>
                  <a:lnTo>
                    <a:pt x="6348" y="11486"/>
                  </a:lnTo>
                  <a:cubicBezTo>
                    <a:pt x="8163" y="12536"/>
                    <a:pt x="10044" y="13482"/>
                    <a:pt x="11891" y="14472"/>
                  </a:cubicBezTo>
                  <a:cubicBezTo>
                    <a:pt x="11901" y="14477"/>
                    <a:pt x="11910" y="14479"/>
                    <a:pt x="11919" y="14479"/>
                  </a:cubicBezTo>
                  <a:cubicBezTo>
                    <a:pt x="11938" y="14479"/>
                    <a:pt x="11955" y="14470"/>
                    <a:pt x="11967" y="14456"/>
                  </a:cubicBezTo>
                  <a:cubicBezTo>
                    <a:pt x="11974" y="14463"/>
                    <a:pt x="11984" y="14467"/>
                    <a:pt x="11994" y="14467"/>
                  </a:cubicBezTo>
                  <a:cubicBezTo>
                    <a:pt x="12013" y="14467"/>
                    <a:pt x="12031" y="14454"/>
                    <a:pt x="12032" y="14429"/>
                  </a:cubicBezTo>
                  <a:cubicBezTo>
                    <a:pt x="12108" y="12076"/>
                    <a:pt x="12027" y="9708"/>
                    <a:pt x="12014" y="7353"/>
                  </a:cubicBezTo>
                  <a:cubicBezTo>
                    <a:pt x="12001" y="4995"/>
                    <a:pt x="11984" y="2635"/>
                    <a:pt x="11974" y="278"/>
                  </a:cubicBezTo>
                  <a:cubicBezTo>
                    <a:pt x="11974" y="257"/>
                    <a:pt x="11966" y="242"/>
                    <a:pt x="11955" y="231"/>
                  </a:cubicBezTo>
                  <a:lnTo>
                    <a:pt x="11955" y="231"/>
                  </a:lnTo>
                  <a:cubicBezTo>
                    <a:pt x="12129" y="234"/>
                    <a:pt x="12303" y="236"/>
                    <a:pt x="12477" y="239"/>
                  </a:cubicBezTo>
                  <a:cubicBezTo>
                    <a:pt x="12539" y="2733"/>
                    <a:pt x="12582" y="5227"/>
                    <a:pt x="12558" y="7721"/>
                  </a:cubicBezTo>
                  <a:cubicBezTo>
                    <a:pt x="12546" y="8949"/>
                    <a:pt x="12545" y="10177"/>
                    <a:pt x="12542" y="11406"/>
                  </a:cubicBezTo>
                  <a:cubicBezTo>
                    <a:pt x="12537" y="12659"/>
                    <a:pt x="12458" y="13942"/>
                    <a:pt x="12556" y="15193"/>
                  </a:cubicBezTo>
                  <a:cubicBezTo>
                    <a:pt x="12553" y="15197"/>
                    <a:pt x="12550" y="15202"/>
                    <a:pt x="12548" y="15207"/>
                  </a:cubicBezTo>
                  <a:cubicBezTo>
                    <a:pt x="12531" y="15248"/>
                    <a:pt x="12544" y="15296"/>
                    <a:pt x="12544" y="15338"/>
                  </a:cubicBezTo>
                  <a:cubicBezTo>
                    <a:pt x="12544" y="15374"/>
                    <a:pt x="12539" y="15409"/>
                    <a:pt x="12535" y="15442"/>
                  </a:cubicBezTo>
                  <a:cubicBezTo>
                    <a:pt x="11424" y="14918"/>
                    <a:pt x="10314" y="14392"/>
                    <a:pt x="9213" y="13848"/>
                  </a:cubicBezTo>
                  <a:cubicBezTo>
                    <a:pt x="8673" y="13582"/>
                    <a:pt x="8134" y="13312"/>
                    <a:pt x="7596" y="13039"/>
                  </a:cubicBezTo>
                  <a:cubicBezTo>
                    <a:pt x="7186" y="12831"/>
                    <a:pt x="6723" y="12518"/>
                    <a:pt x="6251" y="12493"/>
                  </a:cubicBezTo>
                  <a:cubicBezTo>
                    <a:pt x="6250" y="12493"/>
                    <a:pt x="6249" y="12493"/>
                    <a:pt x="6249" y="12493"/>
                  </a:cubicBezTo>
                  <a:cubicBezTo>
                    <a:pt x="6238" y="12493"/>
                    <a:pt x="6231" y="12498"/>
                    <a:pt x="6226" y="12505"/>
                  </a:cubicBezTo>
                  <a:cubicBezTo>
                    <a:pt x="6218" y="12503"/>
                    <a:pt x="6210" y="12502"/>
                    <a:pt x="6201" y="12502"/>
                  </a:cubicBezTo>
                  <a:cubicBezTo>
                    <a:pt x="6190" y="12502"/>
                    <a:pt x="6177" y="12504"/>
                    <a:pt x="6165" y="12511"/>
                  </a:cubicBezTo>
                  <a:cubicBezTo>
                    <a:pt x="4198" y="13498"/>
                    <a:pt x="2163" y="14274"/>
                    <a:pt x="132" y="15113"/>
                  </a:cubicBezTo>
                  <a:lnTo>
                    <a:pt x="131" y="15113"/>
                  </a:lnTo>
                  <a:cubicBezTo>
                    <a:pt x="198" y="13891"/>
                    <a:pt x="165" y="12657"/>
                    <a:pt x="169" y="11434"/>
                  </a:cubicBezTo>
                  <a:cubicBezTo>
                    <a:pt x="172" y="10188"/>
                    <a:pt x="170" y="8942"/>
                    <a:pt x="176" y="7698"/>
                  </a:cubicBezTo>
                  <a:cubicBezTo>
                    <a:pt x="189" y="5207"/>
                    <a:pt x="189" y="2715"/>
                    <a:pt x="192" y="225"/>
                  </a:cubicBezTo>
                  <a:cubicBezTo>
                    <a:pt x="192" y="220"/>
                    <a:pt x="190" y="216"/>
                    <a:pt x="189" y="210"/>
                  </a:cubicBezTo>
                  <a:close/>
                  <a:moveTo>
                    <a:pt x="4658" y="1"/>
                  </a:moveTo>
                  <a:cubicBezTo>
                    <a:pt x="3153" y="1"/>
                    <a:pt x="1649" y="26"/>
                    <a:pt x="148" y="95"/>
                  </a:cubicBezTo>
                  <a:cubicBezTo>
                    <a:pt x="110" y="98"/>
                    <a:pt x="91" y="130"/>
                    <a:pt x="94" y="160"/>
                  </a:cubicBezTo>
                  <a:cubicBezTo>
                    <a:pt x="68" y="169"/>
                    <a:pt x="47" y="190"/>
                    <a:pt x="47" y="226"/>
                  </a:cubicBezTo>
                  <a:cubicBezTo>
                    <a:pt x="44" y="2716"/>
                    <a:pt x="36" y="5207"/>
                    <a:pt x="42" y="7698"/>
                  </a:cubicBezTo>
                  <a:cubicBezTo>
                    <a:pt x="45" y="8917"/>
                    <a:pt x="39" y="10136"/>
                    <a:pt x="39" y="11355"/>
                  </a:cubicBezTo>
                  <a:cubicBezTo>
                    <a:pt x="39" y="12623"/>
                    <a:pt x="1" y="13904"/>
                    <a:pt x="68" y="15170"/>
                  </a:cubicBezTo>
                  <a:cubicBezTo>
                    <a:pt x="69" y="15189"/>
                    <a:pt x="84" y="15199"/>
                    <a:pt x="99" y="15199"/>
                  </a:cubicBezTo>
                  <a:cubicBezTo>
                    <a:pt x="101" y="15199"/>
                    <a:pt x="104" y="15199"/>
                    <a:pt x="106" y="15198"/>
                  </a:cubicBezTo>
                  <a:cubicBezTo>
                    <a:pt x="114" y="15210"/>
                    <a:pt x="127" y="15220"/>
                    <a:pt x="144" y="15220"/>
                  </a:cubicBezTo>
                  <a:cubicBezTo>
                    <a:pt x="149" y="15220"/>
                    <a:pt x="155" y="15219"/>
                    <a:pt x="161" y="15217"/>
                  </a:cubicBezTo>
                  <a:cubicBezTo>
                    <a:pt x="2256" y="14587"/>
                    <a:pt x="4297" y="13628"/>
                    <a:pt x="6248" y="12653"/>
                  </a:cubicBezTo>
                  <a:cubicBezTo>
                    <a:pt x="6277" y="12639"/>
                    <a:pt x="6289" y="12613"/>
                    <a:pt x="6289" y="12590"/>
                  </a:cubicBezTo>
                  <a:cubicBezTo>
                    <a:pt x="6734" y="12822"/>
                    <a:pt x="7210" y="13014"/>
                    <a:pt x="7658" y="13244"/>
                  </a:cubicBezTo>
                  <a:cubicBezTo>
                    <a:pt x="8195" y="13520"/>
                    <a:pt x="8733" y="13791"/>
                    <a:pt x="9272" y="14059"/>
                  </a:cubicBezTo>
                  <a:cubicBezTo>
                    <a:pt x="10328" y="14583"/>
                    <a:pt x="11389" y="15096"/>
                    <a:pt x="12460" y="15586"/>
                  </a:cubicBezTo>
                  <a:cubicBezTo>
                    <a:pt x="12473" y="15592"/>
                    <a:pt x="12485" y="15594"/>
                    <a:pt x="12496" y="15594"/>
                  </a:cubicBezTo>
                  <a:cubicBezTo>
                    <a:pt x="12531" y="15594"/>
                    <a:pt x="12561" y="15570"/>
                    <a:pt x="12575" y="15541"/>
                  </a:cubicBezTo>
                  <a:cubicBezTo>
                    <a:pt x="12579" y="15542"/>
                    <a:pt x="12583" y="15543"/>
                    <a:pt x="12587" y="15543"/>
                  </a:cubicBezTo>
                  <a:cubicBezTo>
                    <a:pt x="12602" y="15543"/>
                    <a:pt x="12615" y="15536"/>
                    <a:pt x="12624" y="15516"/>
                  </a:cubicBezTo>
                  <a:cubicBezTo>
                    <a:pt x="12648" y="15465"/>
                    <a:pt x="12662" y="15413"/>
                    <a:pt x="12671" y="15356"/>
                  </a:cubicBezTo>
                  <a:cubicBezTo>
                    <a:pt x="12679" y="15302"/>
                    <a:pt x="12690" y="15241"/>
                    <a:pt x="12658" y="15193"/>
                  </a:cubicBezTo>
                  <a:cubicBezTo>
                    <a:pt x="12655" y="15188"/>
                    <a:pt x="12650" y="15182"/>
                    <a:pt x="12646" y="15179"/>
                  </a:cubicBezTo>
                  <a:cubicBezTo>
                    <a:pt x="12748" y="13959"/>
                    <a:pt x="12679" y="12709"/>
                    <a:pt x="12684" y="11486"/>
                  </a:cubicBezTo>
                  <a:cubicBezTo>
                    <a:pt x="12687" y="10231"/>
                    <a:pt x="12697" y="8976"/>
                    <a:pt x="12690" y="7721"/>
                  </a:cubicBezTo>
                  <a:cubicBezTo>
                    <a:pt x="12676" y="5223"/>
                    <a:pt x="12739" y="2724"/>
                    <a:pt x="12648" y="226"/>
                  </a:cubicBezTo>
                  <a:cubicBezTo>
                    <a:pt x="12647" y="189"/>
                    <a:pt x="12626" y="165"/>
                    <a:pt x="12600" y="153"/>
                  </a:cubicBezTo>
                  <a:cubicBezTo>
                    <a:pt x="12592" y="137"/>
                    <a:pt x="12577" y="124"/>
                    <a:pt x="12552" y="124"/>
                  </a:cubicBezTo>
                  <a:cubicBezTo>
                    <a:pt x="9927" y="77"/>
                    <a:pt x="7291" y="1"/>
                    <a:pt x="46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90"/>
            <p:cNvSpPr/>
            <p:nvPr/>
          </p:nvSpPr>
          <p:spPr>
            <a:xfrm>
              <a:off x="5684148" y="471647"/>
              <a:ext cx="660059" cy="807486"/>
            </a:xfrm>
            <a:custGeom>
              <a:rect b="b" l="l" r="r" t="t"/>
              <a:pathLst>
                <a:path extrusionOk="0" h="15232" w="12451">
                  <a:moveTo>
                    <a:pt x="58" y="0"/>
                  </a:moveTo>
                  <a:cubicBezTo>
                    <a:pt x="58" y="7"/>
                    <a:pt x="60" y="10"/>
                    <a:pt x="60" y="16"/>
                  </a:cubicBezTo>
                  <a:cubicBezTo>
                    <a:pt x="57" y="2506"/>
                    <a:pt x="58" y="4997"/>
                    <a:pt x="45" y="7488"/>
                  </a:cubicBezTo>
                  <a:cubicBezTo>
                    <a:pt x="39" y="8732"/>
                    <a:pt x="40" y="9978"/>
                    <a:pt x="37" y="11224"/>
                  </a:cubicBezTo>
                  <a:cubicBezTo>
                    <a:pt x="33" y="12447"/>
                    <a:pt x="66" y="13681"/>
                    <a:pt x="0" y="14903"/>
                  </a:cubicBezTo>
                  <a:cubicBezTo>
                    <a:pt x="2031" y="14064"/>
                    <a:pt x="4066" y="13288"/>
                    <a:pt x="6034" y="12301"/>
                  </a:cubicBezTo>
                  <a:cubicBezTo>
                    <a:pt x="6046" y="12294"/>
                    <a:pt x="6058" y="12292"/>
                    <a:pt x="6070" y="12292"/>
                  </a:cubicBezTo>
                  <a:cubicBezTo>
                    <a:pt x="6078" y="12292"/>
                    <a:pt x="6086" y="12293"/>
                    <a:pt x="6094" y="12295"/>
                  </a:cubicBezTo>
                  <a:cubicBezTo>
                    <a:pt x="6099" y="12288"/>
                    <a:pt x="6106" y="12283"/>
                    <a:pt x="6117" y="12283"/>
                  </a:cubicBezTo>
                  <a:cubicBezTo>
                    <a:pt x="6117" y="12283"/>
                    <a:pt x="6118" y="12283"/>
                    <a:pt x="6119" y="12283"/>
                  </a:cubicBezTo>
                  <a:cubicBezTo>
                    <a:pt x="6591" y="12308"/>
                    <a:pt x="7054" y="12621"/>
                    <a:pt x="7466" y="12829"/>
                  </a:cubicBezTo>
                  <a:cubicBezTo>
                    <a:pt x="8003" y="13102"/>
                    <a:pt x="8541" y="13372"/>
                    <a:pt x="9081" y="13639"/>
                  </a:cubicBezTo>
                  <a:cubicBezTo>
                    <a:pt x="10182" y="14183"/>
                    <a:pt x="11292" y="14708"/>
                    <a:pt x="12403" y="15232"/>
                  </a:cubicBezTo>
                  <a:cubicBezTo>
                    <a:pt x="12407" y="15199"/>
                    <a:pt x="12412" y="15165"/>
                    <a:pt x="12412" y="15129"/>
                  </a:cubicBezTo>
                  <a:cubicBezTo>
                    <a:pt x="12412" y="15086"/>
                    <a:pt x="12399" y="15039"/>
                    <a:pt x="12416" y="14997"/>
                  </a:cubicBezTo>
                  <a:cubicBezTo>
                    <a:pt x="12418" y="14992"/>
                    <a:pt x="12421" y="14987"/>
                    <a:pt x="12424" y="14983"/>
                  </a:cubicBezTo>
                  <a:cubicBezTo>
                    <a:pt x="12327" y="13732"/>
                    <a:pt x="12405" y="12449"/>
                    <a:pt x="12410" y="11196"/>
                  </a:cubicBezTo>
                  <a:cubicBezTo>
                    <a:pt x="12413" y="9967"/>
                    <a:pt x="12414" y="8739"/>
                    <a:pt x="12426" y="7511"/>
                  </a:cubicBezTo>
                  <a:cubicBezTo>
                    <a:pt x="12450" y="5017"/>
                    <a:pt x="12407" y="2523"/>
                    <a:pt x="12345" y="29"/>
                  </a:cubicBezTo>
                  <a:cubicBezTo>
                    <a:pt x="12171" y="26"/>
                    <a:pt x="11997" y="24"/>
                    <a:pt x="11823" y="21"/>
                  </a:cubicBezTo>
                  <a:lnTo>
                    <a:pt x="11823" y="21"/>
                  </a:lnTo>
                  <a:cubicBezTo>
                    <a:pt x="11835" y="32"/>
                    <a:pt x="11842" y="47"/>
                    <a:pt x="11842" y="68"/>
                  </a:cubicBezTo>
                  <a:cubicBezTo>
                    <a:pt x="11852" y="2426"/>
                    <a:pt x="11869" y="4785"/>
                    <a:pt x="11882" y="7144"/>
                  </a:cubicBezTo>
                  <a:cubicBezTo>
                    <a:pt x="11896" y="9498"/>
                    <a:pt x="11976" y="11867"/>
                    <a:pt x="11900" y="14219"/>
                  </a:cubicBezTo>
                  <a:cubicBezTo>
                    <a:pt x="11899" y="14244"/>
                    <a:pt x="11881" y="14257"/>
                    <a:pt x="11863" y="14257"/>
                  </a:cubicBezTo>
                  <a:cubicBezTo>
                    <a:pt x="11853" y="14257"/>
                    <a:pt x="11843" y="14253"/>
                    <a:pt x="11835" y="14246"/>
                  </a:cubicBezTo>
                  <a:cubicBezTo>
                    <a:pt x="11823" y="14260"/>
                    <a:pt x="11807" y="14270"/>
                    <a:pt x="11788" y="14270"/>
                  </a:cubicBezTo>
                  <a:cubicBezTo>
                    <a:pt x="11779" y="14270"/>
                    <a:pt x="11769" y="14267"/>
                    <a:pt x="11759" y="14262"/>
                  </a:cubicBezTo>
                  <a:cubicBezTo>
                    <a:pt x="9912" y="13272"/>
                    <a:pt x="8031" y="12326"/>
                    <a:pt x="6217" y="11276"/>
                  </a:cubicBezTo>
                  <a:lnTo>
                    <a:pt x="6217" y="11276"/>
                  </a:lnTo>
                  <a:cubicBezTo>
                    <a:pt x="6224" y="11298"/>
                    <a:pt x="6219" y="11323"/>
                    <a:pt x="6191" y="11336"/>
                  </a:cubicBezTo>
                  <a:cubicBezTo>
                    <a:pt x="4403" y="12161"/>
                    <a:pt x="2583" y="13002"/>
                    <a:pt x="820" y="13761"/>
                  </a:cubicBezTo>
                  <a:lnTo>
                    <a:pt x="820" y="13774"/>
                  </a:lnTo>
                  <a:cubicBezTo>
                    <a:pt x="820" y="13814"/>
                    <a:pt x="784" y="13834"/>
                    <a:pt x="749" y="13834"/>
                  </a:cubicBezTo>
                  <a:cubicBezTo>
                    <a:pt x="713" y="13834"/>
                    <a:pt x="678" y="13814"/>
                    <a:pt x="678" y="13774"/>
                  </a:cubicBezTo>
                  <a:cubicBezTo>
                    <a:pt x="638" y="9186"/>
                    <a:pt x="580" y="4594"/>
                    <a:pt x="634" y="8"/>
                  </a:cubicBezTo>
                  <a:cubicBezTo>
                    <a:pt x="442" y="7"/>
                    <a:pt x="249" y="3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90"/>
            <p:cNvSpPr/>
            <p:nvPr/>
          </p:nvSpPr>
          <p:spPr>
            <a:xfrm>
              <a:off x="5721415" y="470851"/>
              <a:ext cx="589393" cy="751187"/>
            </a:xfrm>
            <a:custGeom>
              <a:rect b="b" l="l" r="r" t="t"/>
              <a:pathLst>
                <a:path extrusionOk="0" h="14170" w="11118">
                  <a:moveTo>
                    <a:pt x="5316" y="0"/>
                  </a:moveTo>
                  <a:cubicBezTo>
                    <a:pt x="3837" y="0"/>
                    <a:pt x="2357" y="27"/>
                    <a:pt x="877" y="27"/>
                  </a:cubicBezTo>
                  <a:cubicBezTo>
                    <a:pt x="584" y="27"/>
                    <a:pt x="292" y="26"/>
                    <a:pt x="0" y="24"/>
                  </a:cubicBezTo>
                  <a:lnTo>
                    <a:pt x="0" y="24"/>
                  </a:lnTo>
                  <a:cubicBezTo>
                    <a:pt x="89" y="4568"/>
                    <a:pt x="89" y="9120"/>
                    <a:pt x="86" y="13666"/>
                  </a:cubicBezTo>
                  <a:cubicBezTo>
                    <a:pt x="1859" y="12853"/>
                    <a:pt x="3653" y="12077"/>
                    <a:pt x="5418" y="11245"/>
                  </a:cubicBezTo>
                  <a:cubicBezTo>
                    <a:pt x="5426" y="11241"/>
                    <a:pt x="5435" y="11239"/>
                    <a:pt x="5443" y="11239"/>
                  </a:cubicBezTo>
                  <a:cubicBezTo>
                    <a:pt x="5433" y="11211"/>
                    <a:pt x="5456" y="11177"/>
                    <a:pt x="5489" y="11177"/>
                  </a:cubicBezTo>
                  <a:cubicBezTo>
                    <a:pt x="5496" y="11177"/>
                    <a:pt x="5503" y="11179"/>
                    <a:pt x="5510" y="11182"/>
                  </a:cubicBezTo>
                  <a:cubicBezTo>
                    <a:pt x="7407" y="12117"/>
                    <a:pt x="9253" y="13171"/>
                    <a:pt x="11118" y="14169"/>
                  </a:cubicBezTo>
                  <a:cubicBezTo>
                    <a:pt x="11016" y="11838"/>
                    <a:pt x="11067" y="9492"/>
                    <a:pt x="11051" y="7158"/>
                  </a:cubicBezTo>
                  <a:cubicBezTo>
                    <a:pt x="11035" y="4800"/>
                    <a:pt x="11022" y="2441"/>
                    <a:pt x="11003" y="83"/>
                  </a:cubicBezTo>
                  <a:cubicBezTo>
                    <a:pt x="11003" y="61"/>
                    <a:pt x="11010" y="45"/>
                    <a:pt x="11023" y="35"/>
                  </a:cubicBezTo>
                  <a:cubicBezTo>
                    <a:pt x="9189" y="6"/>
                    <a:pt x="7351" y="4"/>
                    <a:pt x="5517" y="0"/>
                  </a:cubicBezTo>
                  <a:cubicBezTo>
                    <a:pt x="5450" y="0"/>
                    <a:pt x="5383" y="0"/>
                    <a:pt x="53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53" name="Google Shape;2053;p90"/>
          <p:cNvSpPr txBox="1"/>
          <p:nvPr>
            <p:ph idx="1" type="subTitle"/>
          </p:nvPr>
        </p:nvSpPr>
        <p:spPr>
          <a:xfrm flipH="1">
            <a:off x="2649475" y="2513525"/>
            <a:ext cx="3845100" cy="869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loria Hallelujah"/>
              <a:buNone/>
              <a:defRPr sz="16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054" name="Google Shape;2054;p90"/>
          <p:cNvSpPr/>
          <p:nvPr/>
        </p:nvSpPr>
        <p:spPr>
          <a:xfrm>
            <a:off x="433397" y="3873365"/>
            <a:ext cx="559652" cy="537631"/>
          </a:xfrm>
          <a:custGeom>
            <a:rect b="b" l="l" r="r" t="t"/>
            <a:pathLst>
              <a:path extrusionOk="0" h="3786" w="3941">
                <a:moveTo>
                  <a:pt x="2590" y="410"/>
                </a:moveTo>
                <a:cubicBezTo>
                  <a:pt x="2599" y="410"/>
                  <a:pt x="2603" y="418"/>
                  <a:pt x="2606" y="432"/>
                </a:cubicBezTo>
                <a:cubicBezTo>
                  <a:pt x="2612" y="467"/>
                  <a:pt x="2609" y="510"/>
                  <a:pt x="2601" y="528"/>
                </a:cubicBezTo>
                <a:cubicBezTo>
                  <a:pt x="2592" y="547"/>
                  <a:pt x="2589" y="613"/>
                  <a:pt x="2594" y="677"/>
                </a:cubicBezTo>
                <a:cubicBezTo>
                  <a:pt x="2599" y="740"/>
                  <a:pt x="2591" y="856"/>
                  <a:pt x="2574" y="935"/>
                </a:cubicBezTo>
                <a:cubicBezTo>
                  <a:pt x="2558" y="1013"/>
                  <a:pt x="2555" y="1111"/>
                  <a:pt x="2567" y="1154"/>
                </a:cubicBezTo>
                <a:cubicBezTo>
                  <a:pt x="2590" y="1227"/>
                  <a:pt x="2599" y="1232"/>
                  <a:pt x="2755" y="1262"/>
                </a:cubicBezTo>
                <a:cubicBezTo>
                  <a:pt x="2846" y="1279"/>
                  <a:pt x="2956" y="1305"/>
                  <a:pt x="3003" y="1321"/>
                </a:cubicBezTo>
                <a:cubicBezTo>
                  <a:pt x="3049" y="1335"/>
                  <a:pt x="3174" y="1360"/>
                  <a:pt x="3279" y="1375"/>
                </a:cubicBezTo>
                <a:cubicBezTo>
                  <a:pt x="3533" y="1411"/>
                  <a:pt x="3610" y="1431"/>
                  <a:pt x="3598" y="1454"/>
                </a:cubicBezTo>
                <a:cubicBezTo>
                  <a:pt x="3593" y="1466"/>
                  <a:pt x="3377" y="1549"/>
                  <a:pt x="3120" y="1639"/>
                </a:cubicBezTo>
                <a:cubicBezTo>
                  <a:pt x="2601" y="1819"/>
                  <a:pt x="2539" y="1873"/>
                  <a:pt x="2695" y="2002"/>
                </a:cubicBezTo>
                <a:cubicBezTo>
                  <a:pt x="2742" y="2041"/>
                  <a:pt x="2909" y="2204"/>
                  <a:pt x="3069" y="2369"/>
                </a:cubicBezTo>
                <a:lnTo>
                  <a:pt x="3359" y="2666"/>
                </a:lnTo>
                <a:lnTo>
                  <a:pt x="3237" y="2646"/>
                </a:lnTo>
                <a:cubicBezTo>
                  <a:pt x="3170" y="2636"/>
                  <a:pt x="2955" y="2593"/>
                  <a:pt x="2758" y="2550"/>
                </a:cubicBezTo>
                <a:cubicBezTo>
                  <a:pt x="2592" y="2515"/>
                  <a:pt x="2484" y="2498"/>
                  <a:pt x="2423" y="2498"/>
                </a:cubicBezTo>
                <a:cubicBezTo>
                  <a:pt x="2392" y="2498"/>
                  <a:pt x="2373" y="2502"/>
                  <a:pt x="2364" y="2511"/>
                </a:cubicBezTo>
                <a:cubicBezTo>
                  <a:pt x="2345" y="2532"/>
                  <a:pt x="2330" y="2622"/>
                  <a:pt x="2331" y="2713"/>
                </a:cubicBezTo>
                <a:cubicBezTo>
                  <a:pt x="2332" y="2803"/>
                  <a:pt x="2323" y="2954"/>
                  <a:pt x="2309" y="3050"/>
                </a:cubicBezTo>
                <a:cubicBezTo>
                  <a:pt x="2295" y="3145"/>
                  <a:pt x="2289" y="3245"/>
                  <a:pt x="2294" y="3270"/>
                </a:cubicBezTo>
                <a:cubicBezTo>
                  <a:pt x="2300" y="3297"/>
                  <a:pt x="2297" y="3309"/>
                  <a:pt x="2290" y="3309"/>
                </a:cubicBezTo>
                <a:cubicBezTo>
                  <a:pt x="2276" y="3309"/>
                  <a:pt x="2243" y="3265"/>
                  <a:pt x="2216" y="3199"/>
                </a:cubicBezTo>
                <a:cubicBezTo>
                  <a:pt x="2196" y="3147"/>
                  <a:pt x="2135" y="3007"/>
                  <a:pt x="2082" y="2891"/>
                </a:cubicBezTo>
                <a:cubicBezTo>
                  <a:pt x="2030" y="2774"/>
                  <a:pt x="1974" y="2644"/>
                  <a:pt x="1961" y="2606"/>
                </a:cubicBezTo>
                <a:cubicBezTo>
                  <a:pt x="1941" y="2548"/>
                  <a:pt x="1920" y="2534"/>
                  <a:pt x="1854" y="2532"/>
                </a:cubicBezTo>
                <a:cubicBezTo>
                  <a:pt x="1853" y="2532"/>
                  <a:pt x="1853" y="2532"/>
                  <a:pt x="1853" y="2532"/>
                </a:cubicBezTo>
                <a:cubicBezTo>
                  <a:pt x="1777" y="2532"/>
                  <a:pt x="1468" y="2664"/>
                  <a:pt x="1272" y="2783"/>
                </a:cubicBezTo>
                <a:cubicBezTo>
                  <a:pt x="1229" y="2809"/>
                  <a:pt x="1147" y="2851"/>
                  <a:pt x="1092" y="2876"/>
                </a:cubicBezTo>
                <a:lnTo>
                  <a:pt x="992" y="2922"/>
                </a:lnTo>
                <a:lnTo>
                  <a:pt x="1194" y="2531"/>
                </a:lnTo>
                <a:cubicBezTo>
                  <a:pt x="1347" y="2231"/>
                  <a:pt x="1391" y="2125"/>
                  <a:pt x="1381" y="2077"/>
                </a:cubicBezTo>
                <a:cubicBezTo>
                  <a:pt x="1368" y="2025"/>
                  <a:pt x="1317" y="1996"/>
                  <a:pt x="1044" y="1880"/>
                </a:cubicBezTo>
                <a:cubicBezTo>
                  <a:pt x="866" y="1804"/>
                  <a:pt x="659" y="1728"/>
                  <a:pt x="581" y="1706"/>
                </a:cubicBezTo>
                <a:cubicBezTo>
                  <a:pt x="501" y="1685"/>
                  <a:pt x="442" y="1665"/>
                  <a:pt x="444" y="1659"/>
                </a:cubicBezTo>
                <a:cubicBezTo>
                  <a:pt x="447" y="1654"/>
                  <a:pt x="521" y="1645"/>
                  <a:pt x="614" y="1640"/>
                </a:cubicBezTo>
                <a:cubicBezTo>
                  <a:pt x="705" y="1635"/>
                  <a:pt x="829" y="1620"/>
                  <a:pt x="896" y="1607"/>
                </a:cubicBezTo>
                <a:cubicBezTo>
                  <a:pt x="960" y="1595"/>
                  <a:pt x="1127" y="1580"/>
                  <a:pt x="1264" y="1575"/>
                </a:cubicBezTo>
                <a:cubicBezTo>
                  <a:pt x="1550" y="1564"/>
                  <a:pt x="1602" y="1522"/>
                  <a:pt x="1540" y="1348"/>
                </a:cubicBezTo>
                <a:cubicBezTo>
                  <a:pt x="1517" y="1285"/>
                  <a:pt x="1481" y="1150"/>
                  <a:pt x="1459" y="1046"/>
                </a:cubicBezTo>
                <a:cubicBezTo>
                  <a:pt x="1436" y="942"/>
                  <a:pt x="1405" y="815"/>
                  <a:pt x="1389" y="762"/>
                </a:cubicBezTo>
                <a:cubicBezTo>
                  <a:pt x="1366" y="682"/>
                  <a:pt x="1362" y="642"/>
                  <a:pt x="1378" y="642"/>
                </a:cubicBezTo>
                <a:cubicBezTo>
                  <a:pt x="1392" y="642"/>
                  <a:pt x="1422" y="675"/>
                  <a:pt x="1466" y="740"/>
                </a:cubicBezTo>
                <a:cubicBezTo>
                  <a:pt x="1555" y="874"/>
                  <a:pt x="1817" y="1083"/>
                  <a:pt x="1904" y="1091"/>
                </a:cubicBezTo>
                <a:cubicBezTo>
                  <a:pt x="1905" y="1091"/>
                  <a:pt x="1906" y="1091"/>
                  <a:pt x="1907" y="1091"/>
                </a:cubicBezTo>
                <a:cubicBezTo>
                  <a:pt x="1934" y="1091"/>
                  <a:pt x="1978" y="1064"/>
                  <a:pt x="2004" y="1030"/>
                </a:cubicBezTo>
                <a:cubicBezTo>
                  <a:pt x="2033" y="995"/>
                  <a:pt x="2177" y="832"/>
                  <a:pt x="2326" y="667"/>
                </a:cubicBezTo>
                <a:cubicBezTo>
                  <a:pt x="2496" y="478"/>
                  <a:pt x="2563" y="410"/>
                  <a:pt x="2590" y="410"/>
                </a:cubicBezTo>
                <a:close/>
                <a:moveTo>
                  <a:pt x="2709" y="0"/>
                </a:moveTo>
                <a:cubicBezTo>
                  <a:pt x="2682" y="0"/>
                  <a:pt x="2652" y="9"/>
                  <a:pt x="2622" y="27"/>
                </a:cubicBezTo>
                <a:cubicBezTo>
                  <a:pt x="2580" y="52"/>
                  <a:pt x="2547" y="89"/>
                  <a:pt x="2550" y="107"/>
                </a:cubicBezTo>
                <a:cubicBezTo>
                  <a:pt x="2552" y="126"/>
                  <a:pt x="2468" y="241"/>
                  <a:pt x="2365" y="360"/>
                </a:cubicBezTo>
                <a:cubicBezTo>
                  <a:pt x="2262" y="480"/>
                  <a:pt x="2174" y="588"/>
                  <a:pt x="2171" y="597"/>
                </a:cubicBezTo>
                <a:cubicBezTo>
                  <a:pt x="2168" y="607"/>
                  <a:pt x="2146" y="631"/>
                  <a:pt x="2122" y="652"/>
                </a:cubicBezTo>
                <a:cubicBezTo>
                  <a:pt x="2098" y="672"/>
                  <a:pt x="2039" y="733"/>
                  <a:pt x="1989" y="790"/>
                </a:cubicBezTo>
                <a:cubicBezTo>
                  <a:pt x="1939" y="846"/>
                  <a:pt x="1914" y="869"/>
                  <a:pt x="1886" y="869"/>
                </a:cubicBezTo>
                <a:cubicBezTo>
                  <a:pt x="1868" y="869"/>
                  <a:pt x="1850" y="860"/>
                  <a:pt x="1824" y="844"/>
                </a:cubicBezTo>
                <a:cubicBezTo>
                  <a:pt x="1782" y="818"/>
                  <a:pt x="1694" y="726"/>
                  <a:pt x="1626" y="635"/>
                </a:cubicBezTo>
                <a:cubicBezTo>
                  <a:pt x="1442" y="390"/>
                  <a:pt x="1245" y="223"/>
                  <a:pt x="1149" y="223"/>
                </a:cubicBezTo>
                <a:cubicBezTo>
                  <a:pt x="1133" y="223"/>
                  <a:pt x="1120" y="228"/>
                  <a:pt x="1110" y="237"/>
                </a:cubicBezTo>
                <a:cubicBezTo>
                  <a:pt x="1064" y="282"/>
                  <a:pt x="1073" y="379"/>
                  <a:pt x="1140" y="584"/>
                </a:cubicBezTo>
                <a:cubicBezTo>
                  <a:pt x="1172" y="680"/>
                  <a:pt x="1214" y="830"/>
                  <a:pt x="1232" y="915"/>
                </a:cubicBezTo>
                <a:cubicBezTo>
                  <a:pt x="1250" y="1000"/>
                  <a:pt x="1281" y="1139"/>
                  <a:pt x="1299" y="1225"/>
                </a:cubicBezTo>
                <a:cubicBezTo>
                  <a:pt x="1320" y="1320"/>
                  <a:pt x="1320" y="1376"/>
                  <a:pt x="1298" y="1376"/>
                </a:cubicBezTo>
                <a:cubicBezTo>
                  <a:pt x="1298" y="1376"/>
                  <a:pt x="1298" y="1376"/>
                  <a:pt x="1297" y="1376"/>
                </a:cubicBezTo>
                <a:cubicBezTo>
                  <a:pt x="1292" y="1376"/>
                  <a:pt x="1286" y="1375"/>
                  <a:pt x="1277" y="1375"/>
                </a:cubicBezTo>
                <a:cubicBezTo>
                  <a:pt x="1133" y="1375"/>
                  <a:pt x="477" y="1451"/>
                  <a:pt x="286" y="1491"/>
                </a:cubicBezTo>
                <a:cubicBezTo>
                  <a:pt x="107" y="1529"/>
                  <a:pt x="61" y="1551"/>
                  <a:pt x="30" y="1616"/>
                </a:cubicBezTo>
                <a:cubicBezTo>
                  <a:pt x="0" y="1678"/>
                  <a:pt x="5" y="1706"/>
                  <a:pt x="52" y="1745"/>
                </a:cubicBezTo>
                <a:cubicBezTo>
                  <a:pt x="84" y="1772"/>
                  <a:pt x="151" y="1797"/>
                  <a:pt x="200" y="1800"/>
                </a:cubicBezTo>
                <a:cubicBezTo>
                  <a:pt x="291" y="1807"/>
                  <a:pt x="952" y="2025"/>
                  <a:pt x="1105" y="2098"/>
                </a:cubicBezTo>
                <a:lnTo>
                  <a:pt x="1188" y="2138"/>
                </a:lnTo>
                <a:lnTo>
                  <a:pt x="1040" y="2445"/>
                </a:lnTo>
                <a:cubicBezTo>
                  <a:pt x="957" y="2616"/>
                  <a:pt x="844" y="2808"/>
                  <a:pt x="785" y="2877"/>
                </a:cubicBezTo>
                <a:cubicBezTo>
                  <a:pt x="620" y="3073"/>
                  <a:pt x="575" y="3250"/>
                  <a:pt x="680" y="3302"/>
                </a:cubicBezTo>
                <a:cubicBezTo>
                  <a:pt x="682" y="3303"/>
                  <a:pt x="686" y="3304"/>
                  <a:pt x="690" y="3304"/>
                </a:cubicBezTo>
                <a:cubicBezTo>
                  <a:pt x="748" y="3304"/>
                  <a:pt x="952" y="3183"/>
                  <a:pt x="978" y="3130"/>
                </a:cubicBezTo>
                <a:cubicBezTo>
                  <a:pt x="987" y="3111"/>
                  <a:pt x="1002" y="3099"/>
                  <a:pt x="1016" y="3099"/>
                </a:cubicBezTo>
                <a:cubicBezTo>
                  <a:pt x="1018" y="3099"/>
                  <a:pt x="1021" y="3099"/>
                  <a:pt x="1024" y="3100"/>
                </a:cubicBezTo>
                <a:cubicBezTo>
                  <a:pt x="1025" y="3101"/>
                  <a:pt x="1026" y="3101"/>
                  <a:pt x="1027" y="3101"/>
                </a:cubicBezTo>
                <a:cubicBezTo>
                  <a:pt x="1069" y="3101"/>
                  <a:pt x="1386" y="2948"/>
                  <a:pt x="1674" y="2788"/>
                </a:cubicBezTo>
                <a:cubicBezTo>
                  <a:pt x="1726" y="2759"/>
                  <a:pt x="1765" y="2744"/>
                  <a:pt x="1793" y="2744"/>
                </a:cubicBezTo>
                <a:cubicBezTo>
                  <a:pt x="1831" y="2744"/>
                  <a:pt x="1852" y="2770"/>
                  <a:pt x="1864" y="2823"/>
                </a:cubicBezTo>
                <a:cubicBezTo>
                  <a:pt x="1887" y="2910"/>
                  <a:pt x="2191" y="3608"/>
                  <a:pt x="2250" y="3705"/>
                </a:cubicBezTo>
                <a:cubicBezTo>
                  <a:pt x="2289" y="3767"/>
                  <a:pt x="2314" y="3785"/>
                  <a:pt x="2366" y="3785"/>
                </a:cubicBezTo>
                <a:cubicBezTo>
                  <a:pt x="2368" y="3785"/>
                  <a:pt x="2369" y="3785"/>
                  <a:pt x="2371" y="3785"/>
                </a:cubicBezTo>
                <a:cubicBezTo>
                  <a:pt x="2463" y="3782"/>
                  <a:pt x="2481" y="3737"/>
                  <a:pt x="2476" y="3523"/>
                </a:cubicBezTo>
                <a:cubicBezTo>
                  <a:pt x="2473" y="3425"/>
                  <a:pt x="2482" y="3223"/>
                  <a:pt x="2496" y="3073"/>
                </a:cubicBezTo>
                <a:cubicBezTo>
                  <a:pt x="2510" y="2923"/>
                  <a:pt x="2521" y="2777"/>
                  <a:pt x="2523" y="2747"/>
                </a:cubicBezTo>
                <a:cubicBezTo>
                  <a:pt x="2523" y="2725"/>
                  <a:pt x="2536" y="2714"/>
                  <a:pt x="2579" y="2714"/>
                </a:cubicBezTo>
                <a:cubicBezTo>
                  <a:pt x="2623" y="2714"/>
                  <a:pt x="2699" y="2726"/>
                  <a:pt x="2826" y="2750"/>
                </a:cubicBezTo>
                <a:cubicBezTo>
                  <a:pt x="2994" y="2781"/>
                  <a:pt x="3221" y="2830"/>
                  <a:pt x="3335" y="2859"/>
                </a:cubicBezTo>
                <a:cubicBezTo>
                  <a:pt x="3414" y="2879"/>
                  <a:pt x="3481" y="2888"/>
                  <a:pt x="3535" y="2888"/>
                </a:cubicBezTo>
                <a:cubicBezTo>
                  <a:pt x="3727" y="2888"/>
                  <a:pt x="3758" y="2772"/>
                  <a:pt x="3572" y="2602"/>
                </a:cubicBezTo>
                <a:cubicBezTo>
                  <a:pt x="3354" y="2405"/>
                  <a:pt x="2936" y="1957"/>
                  <a:pt x="2951" y="1937"/>
                </a:cubicBezTo>
                <a:cubicBezTo>
                  <a:pt x="2958" y="1927"/>
                  <a:pt x="3181" y="1835"/>
                  <a:pt x="3442" y="1735"/>
                </a:cubicBezTo>
                <a:cubicBezTo>
                  <a:pt x="3703" y="1634"/>
                  <a:pt x="3925" y="1538"/>
                  <a:pt x="3933" y="1522"/>
                </a:cubicBezTo>
                <a:cubicBezTo>
                  <a:pt x="3940" y="1507"/>
                  <a:pt x="3936" y="1464"/>
                  <a:pt x="3923" y="1430"/>
                </a:cubicBezTo>
                <a:cubicBezTo>
                  <a:pt x="3893" y="1347"/>
                  <a:pt x="3653" y="1255"/>
                  <a:pt x="3292" y="1189"/>
                </a:cubicBezTo>
                <a:cubicBezTo>
                  <a:pt x="3144" y="1161"/>
                  <a:pt x="2965" y="1125"/>
                  <a:pt x="2887" y="1106"/>
                </a:cubicBezTo>
                <a:lnTo>
                  <a:pt x="2747" y="1072"/>
                </a:lnTo>
                <a:lnTo>
                  <a:pt x="2767" y="875"/>
                </a:lnTo>
                <a:cubicBezTo>
                  <a:pt x="2778" y="768"/>
                  <a:pt x="2787" y="604"/>
                  <a:pt x="2787" y="514"/>
                </a:cubicBezTo>
                <a:cubicBezTo>
                  <a:pt x="2789" y="425"/>
                  <a:pt x="2795" y="347"/>
                  <a:pt x="2803" y="345"/>
                </a:cubicBezTo>
                <a:cubicBezTo>
                  <a:pt x="2828" y="336"/>
                  <a:pt x="2836" y="101"/>
                  <a:pt x="2812" y="62"/>
                </a:cubicBezTo>
                <a:cubicBezTo>
                  <a:pt x="2787" y="21"/>
                  <a:pt x="2751" y="0"/>
                  <a:pt x="270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  <p:grpSp>
        <p:nvGrpSpPr>
          <p:cNvPr id="2055" name="Google Shape;2055;p90"/>
          <p:cNvGrpSpPr/>
          <p:nvPr/>
        </p:nvGrpSpPr>
        <p:grpSpPr>
          <a:xfrm>
            <a:off x="8028956" y="4262978"/>
            <a:ext cx="394966" cy="325088"/>
            <a:chOff x="6815683" y="2849752"/>
            <a:chExt cx="186975" cy="153895"/>
          </a:xfrm>
        </p:grpSpPr>
        <p:sp>
          <p:nvSpPr>
            <p:cNvPr id="2056" name="Google Shape;2056;p90"/>
            <p:cNvSpPr/>
            <p:nvPr/>
          </p:nvSpPr>
          <p:spPr>
            <a:xfrm>
              <a:off x="6822044" y="2861043"/>
              <a:ext cx="172556" cy="131365"/>
            </a:xfrm>
            <a:custGeom>
              <a:rect b="b" l="l" r="r" t="t"/>
              <a:pathLst>
                <a:path extrusionOk="0" h="2478" w="3255">
                  <a:moveTo>
                    <a:pt x="1618" y="0"/>
                  </a:moveTo>
                  <a:cubicBezTo>
                    <a:pt x="1601" y="0"/>
                    <a:pt x="1578" y="4"/>
                    <a:pt x="1546" y="13"/>
                  </a:cubicBezTo>
                  <a:cubicBezTo>
                    <a:pt x="1346" y="66"/>
                    <a:pt x="1211" y="447"/>
                    <a:pt x="1130" y="664"/>
                  </a:cubicBezTo>
                  <a:cubicBezTo>
                    <a:pt x="1153" y="691"/>
                    <a:pt x="1138" y="741"/>
                    <a:pt x="1100" y="756"/>
                  </a:cubicBezTo>
                  <a:lnTo>
                    <a:pt x="1101" y="759"/>
                  </a:lnTo>
                  <a:cubicBezTo>
                    <a:pt x="1081" y="762"/>
                    <a:pt x="1061" y="763"/>
                    <a:pt x="1041" y="766"/>
                  </a:cubicBezTo>
                  <a:cubicBezTo>
                    <a:pt x="1017" y="773"/>
                    <a:pt x="993" y="779"/>
                    <a:pt x="969" y="786"/>
                  </a:cubicBezTo>
                  <a:cubicBezTo>
                    <a:pt x="964" y="789"/>
                    <a:pt x="958" y="791"/>
                    <a:pt x="953" y="791"/>
                  </a:cubicBezTo>
                  <a:cubicBezTo>
                    <a:pt x="944" y="791"/>
                    <a:pt x="935" y="786"/>
                    <a:pt x="929" y="778"/>
                  </a:cubicBezTo>
                  <a:cubicBezTo>
                    <a:pt x="811" y="787"/>
                    <a:pt x="694" y="788"/>
                    <a:pt x="576" y="789"/>
                  </a:cubicBezTo>
                  <a:cubicBezTo>
                    <a:pt x="574" y="789"/>
                    <a:pt x="572" y="789"/>
                    <a:pt x="569" y="789"/>
                  </a:cubicBezTo>
                  <a:cubicBezTo>
                    <a:pt x="520" y="789"/>
                    <a:pt x="433" y="779"/>
                    <a:pt x="348" y="779"/>
                  </a:cubicBezTo>
                  <a:cubicBezTo>
                    <a:pt x="255" y="779"/>
                    <a:pt x="164" y="791"/>
                    <a:pt x="127" y="840"/>
                  </a:cubicBezTo>
                  <a:cubicBezTo>
                    <a:pt x="0" y="1010"/>
                    <a:pt x="768" y="1374"/>
                    <a:pt x="889" y="1439"/>
                  </a:cubicBezTo>
                  <a:cubicBezTo>
                    <a:pt x="898" y="1445"/>
                    <a:pt x="905" y="1451"/>
                    <a:pt x="911" y="1458"/>
                  </a:cubicBezTo>
                  <a:cubicBezTo>
                    <a:pt x="932" y="1464"/>
                    <a:pt x="949" y="1483"/>
                    <a:pt x="940" y="1509"/>
                  </a:cubicBezTo>
                  <a:cubicBezTo>
                    <a:pt x="887" y="1667"/>
                    <a:pt x="837" y="1826"/>
                    <a:pt x="797" y="1989"/>
                  </a:cubicBezTo>
                  <a:cubicBezTo>
                    <a:pt x="777" y="2073"/>
                    <a:pt x="761" y="2157"/>
                    <a:pt x="751" y="2244"/>
                  </a:cubicBezTo>
                  <a:cubicBezTo>
                    <a:pt x="739" y="2338"/>
                    <a:pt x="693" y="2446"/>
                    <a:pt x="790" y="2474"/>
                  </a:cubicBezTo>
                  <a:cubicBezTo>
                    <a:pt x="798" y="2476"/>
                    <a:pt x="806" y="2477"/>
                    <a:pt x="815" y="2477"/>
                  </a:cubicBezTo>
                  <a:cubicBezTo>
                    <a:pt x="943" y="2477"/>
                    <a:pt x="1158" y="2240"/>
                    <a:pt x="1251" y="2158"/>
                  </a:cubicBezTo>
                  <a:cubicBezTo>
                    <a:pt x="1369" y="2056"/>
                    <a:pt x="1478" y="1947"/>
                    <a:pt x="1590" y="1840"/>
                  </a:cubicBezTo>
                  <a:cubicBezTo>
                    <a:pt x="1607" y="1824"/>
                    <a:pt x="1625" y="1817"/>
                    <a:pt x="1642" y="1817"/>
                  </a:cubicBezTo>
                  <a:cubicBezTo>
                    <a:pt x="1675" y="1817"/>
                    <a:pt x="1706" y="1842"/>
                    <a:pt x="1717" y="1873"/>
                  </a:cubicBezTo>
                  <a:cubicBezTo>
                    <a:pt x="1996" y="2112"/>
                    <a:pt x="2307" y="2289"/>
                    <a:pt x="2658" y="2391"/>
                  </a:cubicBezTo>
                  <a:cubicBezTo>
                    <a:pt x="2643" y="2234"/>
                    <a:pt x="2618" y="2080"/>
                    <a:pt x="2573" y="1928"/>
                  </a:cubicBezTo>
                  <a:cubicBezTo>
                    <a:pt x="2525" y="1760"/>
                    <a:pt x="2432" y="1607"/>
                    <a:pt x="2392" y="1438"/>
                  </a:cubicBezTo>
                  <a:cubicBezTo>
                    <a:pt x="2384" y="1403"/>
                    <a:pt x="2409" y="1369"/>
                    <a:pt x="2440" y="1359"/>
                  </a:cubicBezTo>
                  <a:cubicBezTo>
                    <a:pt x="2440" y="1342"/>
                    <a:pt x="2449" y="1325"/>
                    <a:pt x="2469" y="1313"/>
                  </a:cubicBezTo>
                  <a:cubicBezTo>
                    <a:pt x="2566" y="1251"/>
                    <a:pt x="3254" y="784"/>
                    <a:pt x="3174" y="661"/>
                  </a:cubicBezTo>
                  <a:cubicBezTo>
                    <a:pt x="3156" y="633"/>
                    <a:pt x="3089" y="624"/>
                    <a:pt x="3008" y="624"/>
                  </a:cubicBezTo>
                  <a:cubicBezTo>
                    <a:pt x="2877" y="624"/>
                    <a:pt x="2710" y="647"/>
                    <a:pt x="2652" y="651"/>
                  </a:cubicBezTo>
                  <a:cubicBezTo>
                    <a:pt x="2482" y="663"/>
                    <a:pt x="2314" y="691"/>
                    <a:pt x="2145" y="695"/>
                  </a:cubicBezTo>
                  <a:cubicBezTo>
                    <a:pt x="2144" y="695"/>
                    <a:pt x="2143" y="695"/>
                    <a:pt x="2141" y="695"/>
                  </a:cubicBezTo>
                  <a:cubicBezTo>
                    <a:pt x="2106" y="695"/>
                    <a:pt x="2084" y="670"/>
                    <a:pt x="2076" y="641"/>
                  </a:cubicBezTo>
                  <a:cubicBezTo>
                    <a:pt x="2062" y="637"/>
                    <a:pt x="2049" y="631"/>
                    <a:pt x="2041" y="618"/>
                  </a:cubicBezTo>
                  <a:cubicBezTo>
                    <a:pt x="1967" y="512"/>
                    <a:pt x="1928" y="388"/>
                    <a:pt x="1860" y="278"/>
                  </a:cubicBezTo>
                  <a:cubicBezTo>
                    <a:pt x="1821" y="214"/>
                    <a:pt x="1777" y="151"/>
                    <a:pt x="1730" y="94"/>
                  </a:cubicBezTo>
                  <a:cubicBezTo>
                    <a:pt x="1678" y="31"/>
                    <a:pt x="1665" y="0"/>
                    <a:pt x="16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90"/>
            <p:cNvSpPr/>
            <p:nvPr/>
          </p:nvSpPr>
          <p:spPr>
            <a:xfrm>
              <a:off x="6815683" y="2849752"/>
              <a:ext cx="186975" cy="153895"/>
            </a:xfrm>
            <a:custGeom>
              <a:rect b="b" l="l" r="r" t="t"/>
              <a:pathLst>
                <a:path extrusionOk="0" h="2903" w="3527">
                  <a:moveTo>
                    <a:pt x="1738" y="213"/>
                  </a:moveTo>
                  <a:cubicBezTo>
                    <a:pt x="1785" y="213"/>
                    <a:pt x="1798" y="244"/>
                    <a:pt x="1850" y="307"/>
                  </a:cubicBezTo>
                  <a:cubicBezTo>
                    <a:pt x="1897" y="365"/>
                    <a:pt x="1941" y="427"/>
                    <a:pt x="1980" y="491"/>
                  </a:cubicBezTo>
                  <a:cubicBezTo>
                    <a:pt x="2048" y="601"/>
                    <a:pt x="2087" y="725"/>
                    <a:pt x="2161" y="831"/>
                  </a:cubicBezTo>
                  <a:cubicBezTo>
                    <a:pt x="2169" y="844"/>
                    <a:pt x="2182" y="850"/>
                    <a:pt x="2196" y="854"/>
                  </a:cubicBezTo>
                  <a:cubicBezTo>
                    <a:pt x="2204" y="883"/>
                    <a:pt x="2226" y="908"/>
                    <a:pt x="2261" y="908"/>
                  </a:cubicBezTo>
                  <a:cubicBezTo>
                    <a:pt x="2263" y="908"/>
                    <a:pt x="2264" y="908"/>
                    <a:pt x="2265" y="908"/>
                  </a:cubicBezTo>
                  <a:cubicBezTo>
                    <a:pt x="2434" y="904"/>
                    <a:pt x="2602" y="876"/>
                    <a:pt x="2772" y="864"/>
                  </a:cubicBezTo>
                  <a:cubicBezTo>
                    <a:pt x="2830" y="860"/>
                    <a:pt x="2997" y="837"/>
                    <a:pt x="3128" y="837"/>
                  </a:cubicBezTo>
                  <a:cubicBezTo>
                    <a:pt x="3209" y="837"/>
                    <a:pt x="3276" y="846"/>
                    <a:pt x="3294" y="874"/>
                  </a:cubicBezTo>
                  <a:cubicBezTo>
                    <a:pt x="3374" y="997"/>
                    <a:pt x="2686" y="1464"/>
                    <a:pt x="2589" y="1526"/>
                  </a:cubicBezTo>
                  <a:cubicBezTo>
                    <a:pt x="2569" y="1538"/>
                    <a:pt x="2560" y="1555"/>
                    <a:pt x="2560" y="1572"/>
                  </a:cubicBezTo>
                  <a:cubicBezTo>
                    <a:pt x="2529" y="1582"/>
                    <a:pt x="2504" y="1616"/>
                    <a:pt x="2512" y="1651"/>
                  </a:cubicBezTo>
                  <a:cubicBezTo>
                    <a:pt x="2552" y="1820"/>
                    <a:pt x="2645" y="1974"/>
                    <a:pt x="2693" y="2141"/>
                  </a:cubicBezTo>
                  <a:cubicBezTo>
                    <a:pt x="2738" y="2293"/>
                    <a:pt x="2763" y="2447"/>
                    <a:pt x="2778" y="2604"/>
                  </a:cubicBezTo>
                  <a:cubicBezTo>
                    <a:pt x="2427" y="2502"/>
                    <a:pt x="2116" y="2325"/>
                    <a:pt x="1837" y="2086"/>
                  </a:cubicBezTo>
                  <a:cubicBezTo>
                    <a:pt x="1826" y="2055"/>
                    <a:pt x="1795" y="2030"/>
                    <a:pt x="1762" y="2030"/>
                  </a:cubicBezTo>
                  <a:cubicBezTo>
                    <a:pt x="1745" y="2030"/>
                    <a:pt x="1727" y="2037"/>
                    <a:pt x="1710" y="2053"/>
                  </a:cubicBezTo>
                  <a:cubicBezTo>
                    <a:pt x="1599" y="2160"/>
                    <a:pt x="1489" y="2269"/>
                    <a:pt x="1371" y="2371"/>
                  </a:cubicBezTo>
                  <a:cubicBezTo>
                    <a:pt x="1278" y="2453"/>
                    <a:pt x="1062" y="2691"/>
                    <a:pt x="935" y="2691"/>
                  </a:cubicBezTo>
                  <a:cubicBezTo>
                    <a:pt x="926" y="2691"/>
                    <a:pt x="918" y="2690"/>
                    <a:pt x="910" y="2688"/>
                  </a:cubicBezTo>
                  <a:cubicBezTo>
                    <a:pt x="813" y="2659"/>
                    <a:pt x="859" y="2551"/>
                    <a:pt x="871" y="2457"/>
                  </a:cubicBezTo>
                  <a:cubicBezTo>
                    <a:pt x="881" y="2370"/>
                    <a:pt x="897" y="2286"/>
                    <a:pt x="917" y="2202"/>
                  </a:cubicBezTo>
                  <a:cubicBezTo>
                    <a:pt x="957" y="2039"/>
                    <a:pt x="1007" y="1880"/>
                    <a:pt x="1060" y="1722"/>
                  </a:cubicBezTo>
                  <a:cubicBezTo>
                    <a:pt x="1069" y="1696"/>
                    <a:pt x="1052" y="1677"/>
                    <a:pt x="1031" y="1671"/>
                  </a:cubicBezTo>
                  <a:cubicBezTo>
                    <a:pt x="1025" y="1664"/>
                    <a:pt x="1018" y="1658"/>
                    <a:pt x="1009" y="1652"/>
                  </a:cubicBezTo>
                  <a:cubicBezTo>
                    <a:pt x="888" y="1587"/>
                    <a:pt x="120" y="1223"/>
                    <a:pt x="247" y="1053"/>
                  </a:cubicBezTo>
                  <a:cubicBezTo>
                    <a:pt x="284" y="1004"/>
                    <a:pt x="375" y="992"/>
                    <a:pt x="468" y="992"/>
                  </a:cubicBezTo>
                  <a:cubicBezTo>
                    <a:pt x="553" y="992"/>
                    <a:pt x="640" y="1002"/>
                    <a:pt x="689" y="1002"/>
                  </a:cubicBezTo>
                  <a:cubicBezTo>
                    <a:pt x="692" y="1002"/>
                    <a:pt x="694" y="1002"/>
                    <a:pt x="696" y="1002"/>
                  </a:cubicBezTo>
                  <a:cubicBezTo>
                    <a:pt x="814" y="1001"/>
                    <a:pt x="931" y="1000"/>
                    <a:pt x="1049" y="991"/>
                  </a:cubicBezTo>
                  <a:cubicBezTo>
                    <a:pt x="1055" y="999"/>
                    <a:pt x="1064" y="1004"/>
                    <a:pt x="1073" y="1004"/>
                  </a:cubicBezTo>
                  <a:cubicBezTo>
                    <a:pt x="1078" y="1004"/>
                    <a:pt x="1084" y="1002"/>
                    <a:pt x="1089" y="999"/>
                  </a:cubicBezTo>
                  <a:cubicBezTo>
                    <a:pt x="1113" y="992"/>
                    <a:pt x="1137" y="986"/>
                    <a:pt x="1161" y="979"/>
                  </a:cubicBezTo>
                  <a:cubicBezTo>
                    <a:pt x="1181" y="976"/>
                    <a:pt x="1201" y="975"/>
                    <a:pt x="1221" y="972"/>
                  </a:cubicBezTo>
                  <a:lnTo>
                    <a:pt x="1220" y="969"/>
                  </a:lnTo>
                  <a:cubicBezTo>
                    <a:pt x="1258" y="954"/>
                    <a:pt x="1273" y="904"/>
                    <a:pt x="1250" y="877"/>
                  </a:cubicBezTo>
                  <a:cubicBezTo>
                    <a:pt x="1331" y="660"/>
                    <a:pt x="1466" y="279"/>
                    <a:pt x="1666" y="226"/>
                  </a:cubicBezTo>
                  <a:cubicBezTo>
                    <a:pt x="1698" y="217"/>
                    <a:pt x="1721" y="213"/>
                    <a:pt x="1738" y="213"/>
                  </a:cubicBezTo>
                  <a:close/>
                  <a:moveTo>
                    <a:pt x="1677" y="1"/>
                  </a:moveTo>
                  <a:cubicBezTo>
                    <a:pt x="1675" y="1"/>
                    <a:pt x="1673" y="1"/>
                    <a:pt x="1672" y="1"/>
                  </a:cubicBezTo>
                  <a:cubicBezTo>
                    <a:pt x="1521" y="5"/>
                    <a:pt x="1445" y="190"/>
                    <a:pt x="1383" y="303"/>
                  </a:cubicBezTo>
                  <a:cubicBezTo>
                    <a:pt x="1285" y="478"/>
                    <a:pt x="1207" y="663"/>
                    <a:pt x="1141" y="853"/>
                  </a:cubicBezTo>
                  <a:cubicBezTo>
                    <a:pt x="1005" y="836"/>
                    <a:pt x="861" y="828"/>
                    <a:pt x="719" y="828"/>
                  </a:cubicBezTo>
                  <a:cubicBezTo>
                    <a:pt x="608" y="828"/>
                    <a:pt x="498" y="833"/>
                    <a:pt x="393" y="843"/>
                  </a:cubicBezTo>
                  <a:cubicBezTo>
                    <a:pt x="265" y="854"/>
                    <a:pt x="101" y="898"/>
                    <a:pt x="55" y="1035"/>
                  </a:cubicBezTo>
                  <a:cubicBezTo>
                    <a:pt x="1" y="1201"/>
                    <a:pt x="159" y="1311"/>
                    <a:pt x="273" y="1398"/>
                  </a:cubicBezTo>
                  <a:cubicBezTo>
                    <a:pt x="473" y="1551"/>
                    <a:pt x="692" y="1686"/>
                    <a:pt x="926" y="1779"/>
                  </a:cubicBezTo>
                  <a:cubicBezTo>
                    <a:pt x="812" y="1978"/>
                    <a:pt x="746" y="2194"/>
                    <a:pt x="714" y="2425"/>
                  </a:cubicBezTo>
                  <a:cubicBezTo>
                    <a:pt x="697" y="2550"/>
                    <a:pt x="643" y="2776"/>
                    <a:pt x="766" y="2868"/>
                  </a:cubicBezTo>
                  <a:cubicBezTo>
                    <a:pt x="798" y="2893"/>
                    <a:pt x="832" y="2903"/>
                    <a:pt x="867" y="2903"/>
                  </a:cubicBezTo>
                  <a:cubicBezTo>
                    <a:pt x="984" y="2903"/>
                    <a:pt x="1106" y="2791"/>
                    <a:pt x="1185" y="2729"/>
                  </a:cubicBezTo>
                  <a:cubicBezTo>
                    <a:pt x="1395" y="2567"/>
                    <a:pt x="1596" y="2392"/>
                    <a:pt x="1780" y="2203"/>
                  </a:cubicBezTo>
                  <a:cubicBezTo>
                    <a:pt x="2077" y="2491"/>
                    <a:pt x="2442" y="2686"/>
                    <a:pt x="2843" y="2786"/>
                  </a:cubicBezTo>
                  <a:cubicBezTo>
                    <a:pt x="2850" y="2787"/>
                    <a:pt x="2856" y="2788"/>
                    <a:pt x="2862" y="2788"/>
                  </a:cubicBezTo>
                  <a:cubicBezTo>
                    <a:pt x="2905" y="2788"/>
                    <a:pt x="2946" y="2756"/>
                    <a:pt x="2944" y="2710"/>
                  </a:cubicBezTo>
                  <a:cubicBezTo>
                    <a:pt x="2928" y="2368"/>
                    <a:pt x="2872" y="1913"/>
                    <a:pt x="2652" y="1630"/>
                  </a:cubicBezTo>
                  <a:cubicBezTo>
                    <a:pt x="2863" y="1522"/>
                    <a:pt x="3059" y="1389"/>
                    <a:pt x="3233" y="1227"/>
                  </a:cubicBezTo>
                  <a:cubicBezTo>
                    <a:pt x="3329" y="1136"/>
                    <a:pt x="3526" y="977"/>
                    <a:pt x="3492" y="819"/>
                  </a:cubicBezTo>
                  <a:cubicBezTo>
                    <a:pt x="3466" y="697"/>
                    <a:pt x="3343" y="678"/>
                    <a:pt x="3230" y="678"/>
                  </a:cubicBezTo>
                  <a:cubicBezTo>
                    <a:pt x="3187" y="678"/>
                    <a:pt x="3145" y="681"/>
                    <a:pt x="3110" y="681"/>
                  </a:cubicBezTo>
                  <a:cubicBezTo>
                    <a:pt x="2833" y="686"/>
                    <a:pt x="2538" y="691"/>
                    <a:pt x="2267" y="755"/>
                  </a:cubicBezTo>
                  <a:cubicBezTo>
                    <a:pt x="2232" y="578"/>
                    <a:pt x="2121" y="412"/>
                    <a:pt x="2013" y="270"/>
                  </a:cubicBezTo>
                  <a:cubicBezTo>
                    <a:pt x="1935" y="167"/>
                    <a:pt x="1823" y="1"/>
                    <a:pt x="16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58" name="Google Shape;2058;p90"/>
          <p:cNvGrpSpPr/>
          <p:nvPr/>
        </p:nvGrpSpPr>
        <p:grpSpPr>
          <a:xfrm rot="-8100037">
            <a:off x="377992" y="990483"/>
            <a:ext cx="359745" cy="325869"/>
            <a:chOff x="1640475" y="1197075"/>
            <a:chExt cx="55475" cy="50250"/>
          </a:xfrm>
        </p:grpSpPr>
        <p:sp>
          <p:nvSpPr>
            <p:cNvPr id="2059" name="Google Shape;2059;p9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9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9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62" name="Google Shape;2062;p90"/>
          <p:cNvSpPr/>
          <p:nvPr/>
        </p:nvSpPr>
        <p:spPr>
          <a:xfrm flipH="1" rot="9000131">
            <a:off x="5085747" y="4796850"/>
            <a:ext cx="434381" cy="10175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63" name="Google Shape;2063;p90"/>
          <p:cNvGrpSpPr/>
          <p:nvPr/>
        </p:nvGrpSpPr>
        <p:grpSpPr>
          <a:xfrm rot="-5399917">
            <a:off x="8489168" y="3937169"/>
            <a:ext cx="228601" cy="207085"/>
            <a:chOff x="1640475" y="1197075"/>
            <a:chExt cx="55475" cy="50250"/>
          </a:xfrm>
        </p:grpSpPr>
        <p:sp>
          <p:nvSpPr>
            <p:cNvPr id="2064" name="Google Shape;2064;p9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9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9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67" name="Google Shape;2067;p90"/>
          <p:cNvGrpSpPr/>
          <p:nvPr/>
        </p:nvGrpSpPr>
        <p:grpSpPr>
          <a:xfrm rot="-3093441">
            <a:off x="1083129" y="4589721"/>
            <a:ext cx="296714" cy="268777"/>
            <a:chOff x="1640475" y="1197075"/>
            <a:chExt cx="55475" cy="50250"/>
          </a:xfrm>
        </p:grpSpPr>
        <p:sp>
          <p:nvSpPr>
            <p:cNvPr id="2068" name="Google Shape;2068;p9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9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9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71" name="Google Shape;2071;p90"/>
          <p:cNvSpPr/>
          <p:nvPr/>
        </p:nvSpPr>
        <p:spPr>
          <a:xfrm rot="5622773">
            <a:off x="8074813" y="1511033"/>
            <a:ext cx="1057311" cy="823824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2" name="Google Shape;2072;p90"/>
          <p:cNvSpPr/>
          <p:nvPr/>
        </p:nvSpPr>
        <p:spPr>
          <a:xfrm flipH="1" rot="-9039069">
            <a:off x="368821" y="216302"/>
            <a:ext cx="434387" cy="10175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73" name="Google Shape;2073;p90"/>
          <p:cNvGrpSpPr/>
          <p:nvPr/>
        </p:nvGrpSpPr>
        <p:grpSpPr>
          <a:xfrm rot="9899945">
            <a:off x="7791376" y="534461"/>
            <a:ext cx="215934" cy="195605"/>
            <a:chOff x="1640475" y="1197075"/>
            <a:chExt cx="55475" cy="50250"/>
          </a:xfrm>
        </p:grpSpPr>
        <p:sp>
          <p:nvSpPr>
            <p:cNvPr id="2074" name="Google Shape;2074;p9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9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9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77" name="Google Shape;2077;p90"/>
          <p:cNvSpPr/>
          <p:nvPr/>
        </p:nvSpPr>
        <p:spPr>
          <a:xfrm flipH="1" rot="-9899901">
            <a:off x="3598835" y="407494"/>
            <a:ext cx="545173" cy="12772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78" name="Google Shape;2078;p90"/>
          <p:cNvGrpSpPr/>
          <p:nvPr/>
        </p:nvGrpSpPr>
        <p:grpSpPr>
          <a:xfrm rot="9253860">
            <a:off x="1598068" y="239310"/>
            <a:ext cx="272677" cy="246999"/>
            <a:chOff x="1640475" y="1197075"/>
            <a:chExt cx="55475" cy="50250"/>
          </a:xfrm>
        </p:grpSpPr>
        <p:sp>
          <p:nvSpPr>
            <p:cNvPr id="2079" name="Google Shape;2079;p9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9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9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82" name="Google Shape;2082;p90"/>
          <p:cNvSpPr txBox="1"/>
          <p:nvPr>
            <p:ph type="ctrTitle"/>
          </p:nvPr>
        </p:nvSpPr>
        <p:spPr>
          <a:xfrm flipH="1">
            <a:off x="2270875" y="1057400"/>
            <a:ext cx="4602300" cy="142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600"/>
              <a:buNone/>
              <a:defRPr sz="9600"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2083" name="Google Shape;2083;p90"/>
          <p:cNvGrpSpPr/>
          <p:nvPr/>
        </p:nvGrpSpPr>
        <p:grpSpPr>
          <a:xfrm rot="1533267">
            <a:off x="8169499" y="354341"/>
            <a:ext cx="259193" cy="555838"/>
            <a:chOff x="2867487" y="2990073"/>
            <a:chExt cx="141189" cy="302795"/>
          </a:xfrm>
        </p:grpSpPr>
        <p:sp>
          <p:nvSpPr>
            <p:cNvPr id="2084" name="Google Shape;2084;p90"/>
            <p:cNvSpPr/>
            <p:nvPr/>
          </p:nvSpPr>
          <p:spPr>
            <a:xfrm>
              <a:off x="2884095" y="2999752"/>
              <a:ext cx="109700" cy="254958"/>
            </a:xfrm>
            <a:custGeom>
              <a:rect b="b" l="l" r="r" t="t"/>
              <a:pathLst>
                <a:path extrusionOk="0" h="13724" w="5905">
                  <a:moveTo>
                    <a:pt x="3588" y="1"/>
                  </a:moveTo>
                  <a:cubicBezTo>
                    <a:pt x="3305" y="1"/>
                    <a:pt x="3022" y="5"/>
                    <a:pt x="2736" y="14"/>
                  </a:cubicBezTo>
                  <a:cubicBezTo>
                    <a:pt x="2836" y="47"/>
                    <a:pt x="2902" y="180"/>
                    <a:pt x="2869" y="347"/>
                  </a:cubicBezTo>
                  <a:cubicBezTo>
                    <a:pt x="2135" y="3149"/>
                    <a:pt x="1168" y="5851"/>
                    <a:pt x="0" y="8520"/>
                  </a:cubicBezTo>
                  <a:cubicBezTo>
                    <a:pt x="343" y="8472"/>
                    <a:pt x="686" y="8450"/>
                    <a:pt x="1030" y="8450"/>
                  </a:cubicBezTo>
                  <a:cubicBezTo>
                    <a:pt x="1657" y="8450"/>
                    <a:pt x="2290" y="8524"/>
                    <a:pt x="2936" y="8653"/>
                  </a:cubicBezTo>
                  <a:cubicBezTo>
                    <a:pt x="3103" y="8687"/>
                    <a:pt x="3203" y="8887"/>
                    <a:pt x="3136" y="9020"/>
                  </a:cubicBezTo>
                  <a:cubicBezTo>
                    <a:pt x="2636" y="10555"/>
                    <a:pt x="2235" y="12122"/>
                    <a:pt x="1968" y="13723"/>
                  </a:cubicBezTo>
                  <a:cubicBezTo>
                    <a:pt x="3136" y="11555"/>
                    <a:pt x="4303" y="9387"/>
                    <a:pt x="5504" y="7219"/>
                  </a:cubicBezTo>
                  <a:cubicBezTo>
                    <a:pt x="4570" y="7219"/>
                    <a:pt x="3703" y="7052"/>
                    <a:pt x="2836" y="6818"/>
                  </a:cubicBezTo>
                  <a:cubicBezTo>
                    <a:pt x="2636" y="6752"/>
                    <a:pt x="2536" y="6518"/>
                    <a:pt x="2636" y="6351"/>
                  </a:cubicBezTo>
                  <a:cubicBezTo>
                    <a:pt x="3970" y="4383"/>
                    <a:pt x="5037" y="2282"/>
                    <a:pt x="5905" y="80"/>
                  </a:cubicBezTo>
                  <a:cubicBezTo>
                    <a:pt x="5123" y="32"/>
                    <a:pt x="4360" y="1"/>
                    <a:pt x="35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90"/>
            <p:cNvSpPr/>
            <p:nvPr/>
          </p:nvSpPr>
          <p:spPr>
            <a:xfrm>
              <a:off x="2867487" y="2990073"/>
              <a:ext cx="141189" cy="302795"/>
            </a:xfrm>
            <a:custGeom>
              <a:rect b="b" l="l" r="r" t="t"/>
              <a:pathLst>
                <a:path extrusionOk="0" h="16299" w="7600">
                  <a:moveTo>
                    <a:pt x="4482" y="522"/>
                  </a:moveTo>
                  <a:cubicBezTo>
                    <a:pt x="5254" y="522"/>
                    <a:pt x="6017" y="553"/>
                    <a:pt x="6799" y="601"/>
                  </a:cubicBezTo>
                  <a:cubicBezTo>
                    <a:pt x="5931" y="2803"/>
                    <a:pt x="4864" y="4904"/>
                    <a:pt x="3530" y="6872"/>
                  </a:cubicBezTo>
                  <a:cubicBezTo>
                    <a:pt x="3430" y="7039"/>
                    <a:pt x="3530" y="7273"/>
                    <a:pt x="3730" y="7339"/>
                  </a:cubicBezTo>
                  <a:cubicBezTo>
                    <a:pt x="4597" y="7606"/>
                    <a:pt x="5464" y="7740"/>
                    <a:pt x="6398" y="7740"/>
                  </a:cubicBezTo>
                  <a:cubicBezTo>
                    <a:pt x="5197" y="9908"/>
                    <a:pt x="4030" y="12076"/>
                    <a:pt x="2862" y="14244"/>
                  </a:cubicBezTo>
                  <a:cubicBezTo>
                    <a:pt x="3129" y="12677"/>
                    <a:pt x="3530" y="11109"/>
                    <a:pt x="4030" y="9541"/>
                  </a:cubicBezTo>
                  <a:cubicBezTo>
                    <a:pt x="4097" y="9408"/>
                    <a:pt x="3997" y="9208"/>
                    <a:pt x="3830" y="9174"/>
                  </a:cubicBezTo>
                  <a:cubicBezTo>
                    <a:pt x="3184" y="9045"/>
                    <a:pt x="2551" y="8971"/>
                    <a:pt x="1924" y="8971"/>
                  </a:cubicBezTo>
                  <a:cubicBezTo>
                    <a:pt x="1580" y="8971"/>
                    <a:pt x="1237" y="8993"/>
                    <a:pt x="894" y="9041"/>
                  </a:cubicBezTo>
                  <a:cubicBezTo>
                    <a:pt x="2062" y="6372"/>
                    <a:pt x="3029" y="3670"/>
                    <a:pt x="3763" y="868"/>
                  </a:cubicBezTo>
                  <a:cubicBezTo>
                    <a:pt x="3796" y="701"/>
                    <a:pt x="3730" y="601"/>
                    <a:pt x="3630" y="535"/>
                  </a:cubicBezTo>
                  <a:cubicBezTo>
                    <a:pt x="3916" y="526"/>
                    <a:pt x="4199" y="522"/>
                    <a:pt x="4482" y="522"/>
                  </a:cubicBezTo>
                  <a:close/>
                  <a:moveTo>
                    <a:pt x="5989" y="1"/>
                  </a:moveTo>
                  <a:cubicBezTo>
                    <a:pt x="5157" y="1"/>
                    <a:pt x="4319" y="45"/>
                    <a:pt x="3496" y="134"/>
                  </a:cubicBezTo>
                  <a:cubicBezTo>
                    <a:pt x="3296" y="134"/>
                    <a:pt x="3229" y="368"/>
                    <a:pt x="3363" y="468"/>
                  </a:cubicBezTo>
                  <a:cubicBezTo>
                    <a:pt x="3263" y="501"/>
                    <a:pt x="3196" y="568"/>
                    <a:pt x="3163" y="701"/>
                  </a:cubicBezTo>
                  <a:cubicBezTo>
                    <a:pt x="2395" y="3637"/>
                    <a:pt x="1395" y="6506"/>
                    <a:pt x="94" y="9241"/>
                  </a:cubicBezTo>
                  <a:cubicBezTo>
                    <a:pt x="0" y="9491"/>
                    <a:pt x="169" y="9711"/>
                    <a:pt x="410" y="9711"/>
                  </a:cubicBezTo>
                  <a:cubicBezTo>
                    <a:pt x="427" y="9711"/>
                    <a:pt x="444" y="9710"/>
                    <a:pt x="461" y="9708"/>
                  </a:cubicBezTo>
                  <a:cubicBezTo>
                    <a:pt x="944" y="9624"/>
                    <a:pt x="1420" y="9583"/>
                    <a:pt x="1895" y="9583"/>
                  </a:cubicBezTo>
                  <a:cubicBezTo>
                    <a:pt x="2370" y="9583"/>
                    <a:pt x="2846" y="9624"/>
                    <a:pt x="3329" y="9708"/>
                  </a:cubicBezTo>
                  <a:cubicBezTo>
                    <a:pt x="2696" y="11776"/>
                    <a:pt x="2229" y="13844"/>
                    <a:pt x="1995" y="15979"/>
                  </a:cubicBezTo>
                  <a:cubicBezTo>
                    <a:pt x="1975" y="16182"/>
                    <a:pt x="2140" y="16299"/>
                    <a:pt x="2302" y="16299"/>
                  </a:cubicBezTo>
                  <a:cubicBezTo>
                    <a:pt x="2407" y="16299"/>
                    <a:pt x="2510" y="16250"/>
                    <a:pt x="2562" y="16146"/>
                  </a:cubicBezTo>
                  <a:cubicBezTo>
                    <a:pt x="4063" y="13277"/>
                    <a:pt x="5598" y="10442"/>
                    <a:pt x="7166" y="7606"/>
                  </a:cubicBezTo>
                  <a:cubicBezTo>
                    <a:pt x="7299" y="7406"/>
                    <a:pt x="7132" y="7139"/>
                    <a:pt x="6899" y="7139"/>
                  </a:cubicBezTo>
                  <a:cubicBezTo>
                    <a:pt x="6806" y="7143"/>
                    <a:pt x="6713" y="7144"/>
                    <a:pt x="6622" y="7144"/>
                  </a:cubicBezTo>
                  <a:cubicBezTo>
                    <a:pt x="5826" y="7144"/>
                    <a:pt x="5075" y="7019"/>
                    <a:pt x="4297" y="6839"/>
                  </a:cubicBezTo>
                  <a:cubicBezTo>
                    <a:pt x="5598" y="4838"/>
                    <a:pt x="6699" y="2669"/>
                    <a:pt x="7532" y="401"/>
                  </a:cubicBezTo>
                  <a:cubicBezTo>
                    <a:pt x="7599" y="234"/>
                    <a:pt x="7432" y="34"/>
                    <a:pt x="7232" y="34"/>
                  </a:cubicBezTo>
                  <a:cubicBezTo>
                    <a:pt x="6821" y="12"/>
                    <a:pt x="6406" y="1"/>
                    <a:pt x="59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SECTION_HEADER_1_1_1">
    <p:spTree>
      <p:nvGrpSpPr>
        <p:cNvPr id="2086" name="Shape 20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7" name="Google Shape;2087;p91"/>
          <p:cNvSpPr/>
          <p:nvPr/>
        </p:nvSpPr>
        <p:spPr>
          <a:xfrm flipH="1" rot="10800000">
            <a:off x="6935925" y="4058099"/>
            <a:ext cx="2317193" cy="1250526"/>
          </a:xfrm>
          <a:custGeom>
            <a:rect b="b" l="l" r="r" t="t"/>
            <a:pathLst>
              <a:path extrusionOk="0" h="10129" w="23470">
                <a:moveTo>
                  <a:pt x="1" y="0"/>
                </a:moveTo>
                <a:cubicBezTo>
                  <a:pt x="82" y="144"/>
                  <a:pt x="177" y="279"/>
                  <a:pt x="285" y="404"/>
                </a:cubicBezTo>
                <a:cubicBezTo>
                  <a:pt x="779" y="975"/>
                  <a:pt x="1537" y="1316"/>
                  <a:pt x="2299" y="1316"/>
                </a:cubicBezTo>
                <a:cubicBezTo>
                  <a:pt x="2333" y="1316"/>
                  <a:pt x="2366" y="1315"/>
                  <a:pt x="2400" y="1314"/>
                </a:cubicBezTo>
                <a:cubicBezTo>
                  <a:pt x="2977" y="1291"/>
                  <a:pt x="3549" y="1082"/>
                  <a:pt x="4119" y="1082"/>
                </a:cubicBezTo>
                <a:cubicBezTo>
                  <a:pt x="4234" y="1082"/>
                  <a:pt x="4350" y="1091"/>
                  <a:pt x="4465" y="1111"/>
                </a:cubicBezTo>
                <a:cubicBezTo>
                  <a:pt x="4602" y="1136"/>
                  <a:pt x="4730" y="1174"/>
                  <a:pt x="4852" y="1224"/>
                </a:cubicBezTo>
                <a:cubicBezTo>
                  <a:pt x="4878" y="1235"/>
                  <a:pt x="4905" y="1246"/>
                  <a:pt x="4930" y="1259"/>
                </a:cubicBezTo>
                <a:lnTo>
                  <a:pt x="4931" y="1259"/>
                </a:lnTo>
                <a:cubicBezTo>
                  <a:pt x="5863" y="1693"/>
                  <a:pt x="6418" y="2816"/>
                  <a:pt x="7292" y="3441"/>
                </a:cubicBezTo>
                <a:cubicBezTo>
                  <a:pt x="7907" y="3879"/>
                  <a:pt x="8634" y="4045"/>
                  <a:pt x="9391" y="4045"/>
                </a:cubicBezTo>
                <a:cubicBezTo>
                  <a:pt x="10254" y="4045"/>
                  <a:pt x="11156" y="3830"/>
                  <a:pt x="11976" y="3561"/>
                </a:cubicBezTo>
                <a:cubicBezTo>
                  <a:pt x="12709" y="3320"/>
                  <a:pt x="13469" y="3042"/>
                  <a:pt x="14229" y="3042"/>
                </a:cubicBezTo>
                <a:cubicBezTo>
                  <a:pt x="14408" y="3042"/>
                  <a:pt x="14587" y="3058"/>
                  <a:pt x="14766" y="3093"/>
                </a:cubicBezTo>
                <a:cubicBezTo>
                  <a:pt x="16157" y="3366"/>
                  <a:pt x="17029" y="4715"/>
                  <a:pt x="17593" y="5995"/>
                </a:cubicBezTo>
                <a:cubicBezTo>
                  <a:pt x="18158" y="7275"/>
                  <a:pt x="18647" y="8696"/>
                  <a:pt x="19803" y="9505"/>
                </a:cubicBezTo>
                <a:cubicBezTo>
                  <a:pt x="20409" y="9930"/>
                  <a:pt x="21147" y="10129"/>
                  <a:pt x="21892" y="10129"/>
                </a:cubicBezTo>
                <a:cubicBezTo>
                  <a:pt x="22430" y="10129"/>
                  <a:pt x="22971" y="10026"/>
                  <a:pt x="23470" y="9829"/>
                </a:cubicBezTo>
                <a:lnTo>
                  <a:pt x="23470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8" name="Google Shape;2088;p91"/>
          <p:cNvSpPr/>
          <p:nvPr/>
        </p:nvSpPr>
        <p:spPr>
          <a:xfrm flipH="1" rot="10800000">
            <a:off x="5225150" y="-342765"/>
            <a:ext cx="4306686" cy="2199414"/>
          </a:xfrm>
          <a:custGeom>
            <a:rect b="b" l="l" r="r" t="t"/>
            <a:pathLst>
              <a:path extrusionOk="0" h="14262" w="20699">
                <a:moveTo>
                  <a:pt x="16853" y="1"/>
                </a:moveTo>
                <a:cubicBezTo>
                  <a:pt x="16589" y="1"/>
                  <a:pt x="16324" y="41"/>
                  <a:pt x="16064" y="100"/>
                </a:cubicBezTo>
                <a:cubicBezTo>
                  <a:pt x="15287" y="274"/>
                  <a:pt x="14440" y="586"/>
                  <a:pt x="13999" y="1484"/>
                </a:cubicBezTo>
                <a:cubicBezTo>
                  <a:pt x="13782" y="1925"/>
                  <a:pt x="13671" y="2437"/>
                  <a:pt x="13436" y="2864"/>
                </a:cubicBezTo>
                <a:cubicBezTo>
                  <a:pt x="13215" y="3266"/>
                  <a:pt x="12875" y="3522"/>
                  <a:pt x="12511" y="3665"/>
                </a:cubicBezTo>
                <a:cubicBezTo>
                  <a:pt x="12069" y="3837"/>
                  <a:pt x="11615" y="3859"/>
                  <a:pt x="11159" y="3859"/>
                </a:cubicBezTo>
                <a:cubicBezTo>
                  <a:pt x="11006" y="3859"/>
                  <a:pt x="10853" y="3856"/>
                  <a:pt x="10701" y="3856"/>
                </a:cubicBezTo>
                <a:cubicBezTo>
                  <a:pt x="10498" y="3856"/>
                  <a:pt x="10296" y="3860"/>
                  <a:pt x="10095" y="3880"/>
                </a:cubicBezTo>
                <a:cubicBezTo>
                  <a:pt x="9680" y="3920"/>
                  <a:pt x="9262" y="4026"/>
                  <a:pt x="8894" y="4285"/>
                </a:cubicBezTo>
                <a:cubicBezTo>
                  <a:pt x="8523" y="4548"/>
                  <a:pt x="8243" y="4955"/>
                  <a:pt x="7994" y="5382"/>
                </a:cubicBezTo>
                <a:cubicBezTo>
                  <a:pt x="7500" y="6225"/>
                  <a:pt x="7043" y="7121"/>
                  <a:pt x="6336" y="7709"/>
                </a:cubicBezTo>
                <a:cubicBezTo>
                  <a:pt x="5983" y="8002"/>
                  <a:pt x="5587" y="8190"/>
                  <a:pt x="5164" y="8231"/>
                </a:cubicBezTo>
                <a:cubicBezTo>
                  <a:pt x="5076" y="8240"/>
                  <a:pt x="4988" y="8243"/>
                  <a:pt x="4900" y="8243"/>
                </a:cubicBezTo>
                <a:cubicBezTo>
                  <a:pt x="4496" y="8243"/>
                  <a:pt x="4092" y="8166"/>
                  <a:pt x="3691" y="8123"/>
                </a:cubicBezTo>
                <a:cubicBezTo>
                  <a:pt x="3252" y="8076"/>
                  <a:pt x="2813" y="8052"/>
                  <a:pt x="2373" y="8052"/>
                </a:cubicBezTo>
                <a:cubicBezTo>
                  <a:pt x="2305" y="8052"/>
                  <a:pt x="2237" y="8053"/>
                  <a:pt x="2170" y="8054"/>
                </a:cubicBezTo>
                <a:cubicBezTo>
                  <a:pt x="1958" y="8057"/>
                  <a:pt x="1727" y="8043"/>
                  <a:pt x="1527" y="8149"/>
                </a:cubicBezTo>
                <a:cubicBezTo>
                  <a:pt x="1345" y="8245"/>
                  <a:pt x="1232" y="8443"/>
                  <a:pt x="1145" y="8661"/>
                </a:cubicBezTo>
                <a:cubicBezTo>
                  <a:pt x="915" y="9241"/>
                  <a:pt x="707" y="9837"/>
                  <a:pt x="489" y="10425"/>
                </a:cubicBezTo>
                <a:cubicBezTo>
                  <a:pt x="382" y="10712"/>
                  <a:pt x="273" y="10996"/>
                  <a:pt x="170" y="11285"/>
                </a:cubicBezTo>
                <a:cubicBezTo>
                  <a:pt x="82" y="11538"/>
                  <a:pt x="0" y="11807"/>
                  <a:pt x="8" y="12088"/>
                </a:cubicBezTo>
                <a:cubicBezTo>
                  <a:pt x="21" y="12629"/>
                  <a:pt x="368" y="12994"/>
                  <a:pt x="711" y="13243"/>
                </a:cubicBezTo>
                <a:cubicBezTo>
                  <a:pt x="1071" y="13507"/>
                  <a:pt x="1473" y="13671"/>
                  <a:pt x="1882" y="13769"/>
                </a:cubicBezTo>
                <a:cubicBezTo>
                  <a:pt x="2734" y="13974"/>
                  <a:pt x="3606" y="13920"/>
                  <a:pt x="4468" y="13980"/>
                </a:cubicBezTo>
                <a:cubicBezTo>
                  <a:pt x="5488" y="14051"/>
                  <a:pt x="6502" y="14240"/>
                  <a:pt x="7524" y="14260"/>
                </a:cubicBezTo>
                <a:cubicBezTo>
                  <a:pt x="7567" y="14261"/>
                  <a:pt x="7610" y="14261"/>
                  <a:pt x="7652" y="14261"/>
                </a:cubicBezTo>
                <a:cubicBezTo>
                  <a:pt x="8600" y="14261"/>
                  <a:pt x="9520" y="14052"/>
                  <a:pt x="10445" y="13797"/>
                </a:cubicBezTo>
                <a:cubicBezTo>
                  <a:pt x="10927" y="13664"/>
                  <a:pt x="11408" y="13527"/>
                  <a:pt x="11895" y="13424"/>
                </a:cubicBezTo>
                <a:cubicBezTo>
                  <a:pt x="12396" y="13318"/>
                  <a:pt x="12902" y="13253"/>
                  <a:pt x="13408" y="13207"/>
                </a:cubicBezTo>
                <a:cubicBezTo>
                  <a:pt x="14415" y="13113"/>
                  <a:pt x="15426" y="13086"/>
                  <a:pt x="16429" y="12939"/>
                </a:cubicBezTo>
                <a:cubicBezTo>
                  <a:pt x="16862" y="12876"/>
                  <a:pt x="17290" y="12772"/>
                  <a:pt x="17724" y="12708"/>
                </a:cubicBezTo>
                <a:cubicBezTo>
                  <a:pt x="17931" y="12676"/>
                  <a:pt x="18142" y="12652"/>
                  <a:pt x="18353" y="12652"/>
                </a:cubicBezTo>
                <a:cubicBezTo>
                  <a:pt x="18545" y="12652"/>
                  <a:pt x="18735" y="12672"/>
                  <a:pt x="18922" y="12725"/>
                </a:cubicBezTo>
                <a:cubicBezTo>
                  <a:pt x="19108" y="12778"/>
                  <a:pt x="19285" y="12862"/>
                  <a:pt x="19446" y="12990"/>
                </a:cubicBezTo>
                <a:cubicBezTo>
                  <a:pt x="19530" y="13055"/>
                  <a:pt x="19602" y="13168"/>
                  <a:pt x="19703" y="13170"/>
                </a:cubicBezTo>
                <a:cubicBezTo>
                  <a:pt x="19705" y="13170"/>
                  <a:pt x="19707" y="13170"/>
                  <a:pt x="19709" y="13170"/>
                </a:cubicBezTo>
                <a:cubicBezTo>
                  <a:pt x="19794" y="13170"/>
                  <a:pt x="19882" y="13147"/>
                  <a:pt x="19960" y="13109"/>
                </a:cubicBezTo>
                <a:cubicBezTo>
                  <a:pt x="20337" y="12928"/>
                  <a:pt x="20552" y="12457"/>
                  <a:pt x="20620" y="11978"/>
                </a:cubicBezTo>
                <a:cubicBezTo>
                  <a:pt x="20661" y="11688"/>
                  <a:pt x="20662" y="11393"/>
                  <a:pt x="20662" y="11100"/>
                </a:cubicBezTo>
                <a:cubicBezTo>
                  <a:pt x="20661" y="10779"/>
                  <a:pt x="20660" y="10457"/>
                  <a:pt x="20659" y="10136"/>
                </a:cubicBezTo>
                <a:cubicBezTo>
                  <a:pt x="20657" y="9484"/>
                  <a:pt x="20655" y="8832"/>
                  <a:pt x="20653" y="8180"/>
                </a:cubicBezTo>
                <a:cubicBezTo>
                  <a:pt x="20649" y="6940"/>
                  <a:pt x="20646" y="5700"/>
                  <a:pt x="20642" y="4459"/>
                </a:cubicBezTo>
                <a:lnTo>
                  <a:pt x="20642" y="4459"/>
                </a:lnTo>
                <a:cubicBezTo>
                  <a:pt x="20644" y="4461"/>
                  <a:pt x="20645" y="4462"/>
                  <a:pt x="20647" y="4462"/>
                </a:cubicBezTo>
                <a:cubicBezTo>
                  <a:pt x="20699" y="4462"/>
                  <a:pt x="20598" y="3375"/>
                  <a:pt x="20067" y="3281"/>
                </a:cubicBezTo>
                <a:cubicBezTo>
                  <a:pt x="19246" y="3135"/>
                  <a:pt x="19173" y="1493"/>
                  <a:pt x="18535" y="804"/>
                </a:cubicBezTo>
                <a:cubicBezTo>
                  <a:pt x="18227" y="470"/>
                  <a:pt x="17870" y="206"/>
                  <a:pt x="17474" y="87"/>
                </a:cubicBezTo>
                <a:cubicBezTo>
                  <a:pt x="17269" y="26"/>
                  <a:pt x="17062" y="1"/>
                  <a:pt x="16853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9" name="Google Shape;2089;p91"/>
          <p:cNvSpPr/>
          <p:nvPr/>
        </p:nvSpPr>
        <p:spPr>
          <a:xfrm flipH="1" rot="10800000">
            <a:off x="-825625" y="-394841"/>
            <a:ext cx="2695508" cy="2318767"/>
          </a:xfrm>
          <a:custGeom>
            <a:rect b="b" l="l" r="r" t="t"/>
            <a:pathLst>
              <a:path extrusionOk="0" h="13044" w="21506">
                <a:moveTo>
                  <a:pt x="3180" y="0"/>
                </a:moveTo>
                <a:cubicBezTo>
                  <a:pt x="3059" y="0"/>
                  <a:pt x="2939" y="4"/>
                  <a:pt x="2818" y="11"/>
                </a:cubicBezTo>
                <a:cubicBezTo>
                  <a:pt x="2085" y="54"/>
                  <a:pt x="1355" y="227"/>
                  <a:pt x="834" y="551"/>
                </a:cubicBezTo>
                <a:cubicBezTo>
                  <a:pt x="250" y="913"/>
                  <a:pt x="65" y="1411"/>
                  <a:pt x="36" y="1902"/>
                </a:cubicBezTo>
                <a:cubicBezTo>
                  <a:pt x="1" y="2484"/>
                  <a:pt x="77" y="3072"/>
                  <a:pt x="110" y="3654"/>
                </a:cubicBezTo>
                <a:cubicBezTo>
                  <a:pt x="143" y="4272"/>
                  <a:pt x="177" y="4890"/>
                  <a:pt x="211" y="5509"/>
                </a:cubicBezTo>
                <a:lnTo>
                  <a:pt x="619" y="12928"/>
                </a:lnTo>
                <a:cubicBezTo>
                  <a:pt x="622" y="12996"/>
                  <a:pt x="711" y="13044"/>
                  <a:pt x="816" y="13044"/>
                </a:cubicBezTo>
                <a:cubicBezTo>
                  <a:pt x="831" y="13044"/>
                  <a:pt x="847" y="13043"/>
                  <a:pt x="863" y="13041"/>
                </a:cubicBezTo>
                <a:cubicBezTo>
                  <a:pt x="2378" y="12830"/>
                  <a:pt x="3912" y="12669"/>
                  <a:pt x="5457" y="12564"/>
                </a:cubicBezTo>
                <a:cubicBezTo>
                  <a:pt x="7004" y="12457"/>
                  <a:pt x="8559" y="12406"/>
                  <a:pt x="10115" y="12406"/>
                </a:cubicBezTo>
                <a:cubicBezTo>
                  <a:pt x="11304" y="12406"/>
                  <a:pt x="12493" y="12436"/>
                  <a:pt x="13679" y="12495"/>
                </a:cubicBezTo>
                <a:cubicBezTo>
                  <a:pt x="14434" y="12533"/>
                  <a:pt x="15229" y="12576"/>
                  <a:pt x="16019" y="12576"/>
                </a:cubicBezTo>
                <a:cubicBezTo>
                  <a:pt x="17350" y="12576"/>
                  <a:pt x="18667" y="12454"/>
                  <a:pt x="19757" y="11976"/>
                </a:cubicBezTo>
                <a:lnTo>
                  <a:pt x="19757" y="11976"/>
                </a:lnTo>
                <a:cubicBezTo>
                  <a:pt x="19755" y="11987"/>
                  <a:pt x="19759" y="11992"/>
                  <a:pt x="19770" y="11992"/>
                </a:cubicBezTo>
                <a:cubicBezTo>
                  <a:pt x="19872" y="11992"/>
                  <a:pt x="20520" y="11533"/>
                  <a:pt x="20666" y="11300"/>
                </a:cubicBezTo>
                <a:cubicBezTo>
                  <a:pt x="21276" y="10319"/>
                  <a:pt x="21505" y="9208"/>
                  <a:pt x="20964" y="8195"/>
                </a:cubicBezTo>
                <a:cubicBezTo>
                  <a:pt x="20510" y="7349"/>
                  <a:pt x="19544" y="6569"/>
                  <a:pt x="18190" y="6187"/>
                </a:cubicBezTo>
                <a:cubicBezTo>
                  <a:pt x="16673" y="5759"/>
                  <a:pt x="14935" y="5923"/>
                  <a:pt x="13382" y="5580"/>
                </a:cubicBezTo>
                <a:cubicBezTo>
                  <a:pt x="11840" y="5240"/>
                  <a:pt x="11141" y="4324"/>
                  <a:pt x="10445" y="3499"/>
                </a:cubicBezTo>
                <a:cubicBezTo>
                  <a:pt x="9690" y="2603"/>
                  <a:pt x="8718" y="1801"/>
                  <a:pt x="7429" y="1159"/>
                </a:cubicBezTo>
                <a:cubicBezTo>
                  <a:pt x="6263" y="578"/>
                  <a:pt x="4748" y="0"/>
                  <a:pt x="3180" y="0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0" name="Google Shape;2090;p91"/>
          <p:cNvSpPr/>
          <p:nvPr/>
        </p:nvSpPr>
        <p:spPr>
          <a:xfrm flipH="1" rot="10800000">
            <a:off x="-212370" y="3873180"/>
            <a:ext cx="3940563" cy="1912570"/>
          </a:xfrm>
          <a:custGeom>
            <a:rect b="b" l="l" r="r" t="t"/>
            <a:pathLst>
              <a:path extrusionOk="0" h="11831" w="24376">
                <a:moveTo>
                  <a:pt x="1749" y="0"/>
                </a:moveTo>
                <a:cubicBezTo>
                  <a:pt x="1709" y="0"/>
                  <a:pt x="1669" y="3"/>
                  <a:pt x="1629" y="10"/>
                </a:cubicBezTo>
                <a:cubicBezTo>
                  <a:pt x="1391" y="51"/>
                  <a:pt x="1250" y="241"/>
                  <a:pt x="1188" y="476"/>
                </a:cubicBezTo>
                <a:cubicBezTo>
                  <a:pt x="1034" y="1062"/>
                  <a:pt x="936" y="1672"/>
                  <a:pt x="819" y="2266"/>
                </a:cubicBezTo>
                <a:cubicBezTo>
                  <a:pt x="701" y="2875"/>
                  <a:pt x="591" y="3483"/>
                  <a:pt x="497" y="4096"/>
                </a:cubicBezTo>
                <a:cubicBezTo>
                  <a:pt x="126" y="6503"/>
                  <a:pt x="1" y="8997"/>
                  <a:pt x="659" y="11362"/>
                </a:cubicBezTo>
                <a:cubicBezTo>
                  <a:pt x="678" y="11430"/>
                  <a:pt x="734" y="11465"/>
                  <a:pt x="790" y="11465"/>
                </a:cubicBezTo>
                <a:cubicBezTo>
                  <a:pt x="836" y="11465"/>
                  <a:pt x="882" y="11443"/>
                  <a:pt x="910" y="11396"/>
                </a:cubicBezTo>
                <a:cubicBezTo>
                  <a:pt x="1048" y="11173"/>
                  <a:pt x="1207" y="10966"/>
                  <a:pt x="1385" y="10775"/>
                </a:cubicBezTo>
                <a:cubicBezTo>
                  <a:pt x="2101" y="10007"/>
                  <a:pt x="3087" y="9538"/>
                  <a:pt x="4095" y="9409"/>
                </a:cubicBezTo>
                <a:cubicBezTo>
                  <a:pt x="4315" y="9380"/>
                  <a:pt x="4536" y="9367"/>
                  <a:pt x="4756" y="9367"/>
                </a:cubicBezTo>
                <a:cubicBezTo>
                  <a:pt x="5731" y="9367"/>
                  <a:pt x="6705" y="9633"/>
                  <a:pt x="7587" y="10066"/>
                </a:cubicBezTo>
                <a:cubicBezTo>
                  <a:pt x="8653" y="10589"/>
                  <a:pt x="9622" y="11353"/>
                  <a:pt x="10770" y="11680"/>
                </a:cubicBezTo>
                <a:cubicBezTo>
                  <a:pt x="11110" y="11777"/>
                  <a:pt x="11460" y="11831"/>
                  <a:pt x="11804" y="11831"/>
                </a:cubicBezTo>
                <a:cubicBezTo>
                  <a:pt x="12445" y="11831"/>
                  <a:pt x="13071" y="11645"/>
                  <a:pt x="13597" y="11201"/>
                </a:cubicBezTo>
                <a:cubicBezTo>
                  <a:pt x="14183" y="10708"/>
                  <a:pt x="14558" y="9990"/>
                  <a:pt x="14873" y="9287"/>
                </a:cubicBezTo>
                <a:cubicBezTo>
                  <a:pt x="15209" y="8537"/>
                  <a:pt x="15487" y="7753"/>
                  <a:pt x="15901" y="7045"/>
                </a:cubicBezTo>
                <a:cubicBezTo>
                  <a:pt x="16332" y="6305"/>
                  <a:pt x="16925" y="5724"/>
                  <a:pt x="17743" y="5514"/>
                </a:cubicBezTo>
                <a:cubicBezTo>
                  <a:pt x="18117" y="5418"/>
                  <a:pt x="18497" y="5390"/>
                  <a:pt x="18880" y="5390"/>
                </a:cubicBezTo>
                <a:cubicBezTo>
                  <a:pt x="19432" y="5390"/>
                  <a:pt x="19989" y="5449"/>
                  <a:pt x="20540" y="5449"/>
                </a:cubicBezTo>
                <a:cubicBezTo>
                  <a:pt x="20676" y="5449"/>
                  <a:pt x="20812" y="5445"/>
                  <a:pt x="20947" y="5436"/>
                </a:cubicBezTo>
                <a:cubicBezTo>
                  <a:pt x="21449" y="5403"/>
                  <a:pt x="21952" y="5299"/>
                  <a:pt x="22402" y="5053"/>
                </a:cubicBezTo>
                <a:cubicBezTo>
                  <a:pt x="22808" y="4832"/>
                  <a:pt x="23157" y="4506"/>
                  <a:pt x="23433" y="4124"/>
                </a:cubicBezTo>
                <a:cubicBezTo>
                  <a:pt x="23951" y="3405"/>
                  <a:pt x="24197" y="2481"/>
                  <a:pt x="24066" y="1589"/>
                </a:cubicBezTo>
                <a:lnTo>
                  <a:pt x="24066" y="1589"/>
                </a:lnTo>
                <a:cubicBezTo>
                  <a:pt x="24067" y="1589"/>
                  <a:pt x="24069" y="1589"/>
                  <a:pt x="24070" y="1589"/>
                </a:cubicBezTo>
                <a:cubicBezTo>
                  <a:pt x="24093" y="1589"/>
                  <a:pt x="24117" y="1581"/>
                  <a:pt x="24142" y="1563"/>
                </a:cubicBezTo>
                <a:cubicBezTo>
                  <a:pt x="24293" y="1450"/>
                  <a:pt x="24375" y="1284"/>
                  <a:pt x="24372" y="1087"/>
                </a:cubicBezTo>
                <a:cubicBezTo>
                  <a:pt x="24363" y="604"/>
                  <a:pt x="23972" y="329"/>
                  <a:pt x="23550" y="297"/>
                </a:cubicBezTo>
                <a:cubicBezTo>
                  <a:pt x="23516" y="295"/>
                  <a:pt x="23481" y="294"/>
                  <a:pt x="23447" y="294"/>
                </a:cubicBezTo>
                <a:cubicBezTo>
                  <a:pt x="23214" y="294"/>
                  <a:pt x="22979" y="345"/>
                  <a:pt x="22750" y="383"/>
                </a:cubicBezTo>
                <a:cubicBezTo>
                  <a:pt x="22445" y="434"/>
                  <a:pt x="22139" y="481"/>
                  <a:pt x="21832" y="525"/>
                </a:cubicBezTo>
                <a:cubicBezTo>
                  <a:pt x="20628" y="695"/>
                  <a:pt x="19418" y="810"/>
                  <a:pt x="18207" y="888"/>
                </a:cubicBezTo>
                <a:cubicBezTo>
                  <a:pt x="15785" y="1046"/>
                  <a:pt x="13357" y="1063"/>
                  <a:pt x="10931" y="1083"/>
                </a:cubicBezTo>
                <a:cubicBezTo>
                  <a:pt x="10571" y="1086"/>
                  <a:pt x="10211" y="1088"/>
                  <a:pt x="9850" y="1088"/>
                </a:cubicBezTo>
                <a:cubicBezTo>
                  <a:pt x="7886" y="1088"/>
                  <a:pt x="5913" y="1021"/>
                  <a:pt x="3986" y="601"/>
                </a:cubicBezTo>
                <a:cubicBezTo>
                  <a:pt x="3423" y="479"/>
                  <a:pt x="2865" y="326"/>
                  <a:pt x="2319" y="138"/>
                </a:cubicBezTo>
                <a:cubicBezTo>
                  <a:pt x="2135" y="75"/>
                  <a:pt x="1944" y="0"/>
                  <a:pt x="1749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1" name="Google Shape;2091;p91"/>
          <p:cNvSpPr txBox="1"/>
          <p:nvPr>
            <p:ph type="title"/>
          </p:nvPr>
        </p:nvSpPr>
        <p:spPr>
          <a:xfrm>
            <a:off x="2715675" y="758952"/>
            <a:ext cx="37125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2092" name="Google Shape;2092;p91"/>
          <p:cNvGrpSpPr/>
          <p:nvPr/>
        </p:nvGrpSpPr>
        <p:grpSpPr>
          <a:xfrm rot="-9900006">
            <a:off x="7397923" y="4623752"/>
            <a:ext cx="454166" cy="411416"/>
            <a:chOff x="1640475" y="1197075"/>
            <a:chExt cx="55475" cy="50250"/>
          </a:xfrm>
        </p:grpSpPr>
        <p:sp>
          <p:nvSpPr>
            <p:cNvPr id="2093" name="Google Shape;2093;p9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9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9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96" name="Google Shape;2096;p91"/>
          <p:cNvGrpSpPr/>
          <p:nvPr/>
        </p:nvGrpSpPr>
        <p:grpSpPr>
          <a:xfrm rot="10034023">
            <a:off x="204355" y="3167783"/>
            <a:ext cx="279616" cy="253294"/>
            <a:chOff x="1640475" y="1197075"/>
            <a:chExt cx="55475" cy="50250"/>
          </a:xfrm>
        </p:grpSpPr>
        <p:sp>
          <p:nvSpPr>
            <p:cNvPr id="2097" name="Google Shape;2097;p9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9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9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00" name="Google Shape;2100;p91"/>
          <p:cNvSpPr/>
          <p:nvPr/>
        </p:nvSpPr>
        <p:spPr>
          <a:xfrm flipH="1" rot="9113192">
            <a:off x="4846575" y="208112"/>
            <a:ext cx="695049" cy="16282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1" name="Google Shape;2101;p91"/>
          <p:cNvSpPr/>
          <p:nvPr/>
        </p:nvSpPr>
        <p:spPr>
          <a:xfrm flipH="1" rot="-10799883">
            <a:off x="316584" y="4664948"/>
            <a:ext cx="545177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02" name="Google Shape;2102;p91"/>
          <p:cNvGrpSpPr/>
          <p:nvPr/>
        </p:nvGrpSpPr>
        <p:grpSpPr>
          <a:xfrm rot="6324483">
            <a:off x="1105449" y="286808"/>
            <a:ext cx="197770" cy="213810"/>
            <a:chOff x="1640475" y="1197075"/>
            <a:chExt cx="55475" cy="50250"/>
          </a:xfrm>
        </p:grpSpPr>
        <p:sp>
          <p:nvSpPr>
            <p:cNvPr id="2103" name="Google Shape;2103;p9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9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9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06" name="Google Shape;2106;p91"/>
          <p:cNvSpPr/>
          <p:nvPr/>
        </p:nvSpPr>
        <p:spPr>
          <a:xfrm rot="10800000">
            <a:off x="6676775" y="-33387"/>
            <a:ext cx="1167574" cy="854200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7" name="Google Shape;2107;p91"/>
          <p:cNvSpPr/>
          <p:nvPr/>
        </p:nvSpPr>
        <p:spPr>
          <a:xfrm rot="-10431843">
            <a:off x="-54140" y="-118627"/>
            <a:ext cx="520982" cy="81628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08" name="Google Shape;2108;p91"/>
          <p:cNvGrpSpPr/>
          <p:nvPr/>
        </p:nvGrpSpPr>
        <p:grpSpPr>
          <a:xfrm rot="10034065">
            <a:off x="8591019" y="2090883"/>
            <a:ext cx="221762" cy="200885"/>
            <a:chOff x="1640475" y="1197075"/>
            <a:chExt cx="55475" cy="50250"/>
          </a:xfrm>
        </p:grpSpPr>
        <p:sp>
          <p:nvSpPr>
            <p:cNvPr id="2109" name="Google Shape;2109;p9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9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9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SECTION_HEADER_1_1_1_1">
    <p:spTree>
      <p:nvGrpSpPr>
        <p:cNvPr id="2112" name="Shape 2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3" name="Google Shape;2113;p92"/>
          <p:cNvSpPr/>
          <p:nvPr/>
        </p:nvSpPr>
        <p:spPr>
          <a:xfrm>
            <a:off x="5726076" y="4091973"/>
            <a:ext cx="3570338" cy="1157559"/>
          </a:xfrm>
          <a:custGeom>
            <a:rect b="b" l="l" r="r" t="t"/>
            <a:pathLst>
              <a:path extrusionOk="0" h="7088" w="21862">
                <a:moveTo>
                  <a:pt x="20392" y="0"/>
                </a:moveTo>
                <a:cubicBezTo>
                  <a:pt x="19697" y="0"/>
                  <a:pt x="19010" y="139"/>
                  <a:pt x="18446" y="437"/>
                </a:cubicBezTo>
                <a:cubicBezTo>
                  <a:pt x="17368" y="1003"/>
                  <a:pt x="16913" y="1997"/>
                  <a:pt x="16387" y="2893"/>
                </a:cubicBezTo>
                <a:cubicBezTo>
                  <a:pt x="15861" y="3789"/>
                  <a:pt x="15050" y="4733"/>
                  <a:pt x="13753" y="4924"/>
                </a:cubicBezTo>
                <a:cubicBezTo>
                  <a:pt x="13587" y="4948"/>
                  <a:pt x="13420" y="4959"/>
                  <a:pt x="13253" y="4959"/>
                </a:cubicBezTo>
                <a:cubicBezTo>
                  <a:pt x="12545" y="4959"/>
                  <a:pt x="11838" y="4765"/>
                  <a:pt x="11156" y="4596"/>
                </a:cubicBezTo>
                <a:cubicBezTo>
                  <a:pt x="10391" y="4408"/>
                  <a:pt x="9551" y="4258"/>
                  <a:pt x="8748" y="4258"/>
                </a:cubicBezTo>
                <a:cubicBezTo>
                  <a:pt x="8042" y="4258"/>
                  <a:pt x="7365" y="4373"/>
                  <a:pt x="6793" y="4680"/>
                </a:cubicBezTo>
                <a:cubicBezTo>
                  <a:pt x="5978" y="5117"/>
                  <a:pt x="5461" y="5904"/>
                  <a:pt x="4593" y="6207"/>
                </a:cubicBezTo>
                <a:cubicBezTo>
                  <a:pt x="4569" y="6215"/>
                  <a:pt x="4545" y="6224"/>
                  <a:pt x="4519" y="6231"/>
                </a:cubicBezTo>
                <a:cubicBezTo>
                  <a:pt x="4407" y="6267"/>
                  <a:pt x="4286" y="6293"/>
                  <a:pt x="4160" y="6310"/>
                </a:cubicBezTo>
                <a:cubicBezTo>
                  <a:pt x="4052" y="6325"/>
                  <a:pt x="3944" y="6331"/>
                  <a:pt x="3836" y="6331"/>
                </a:cubicBezTo>
                <a:cubicBezTo>
                  <a:pt x="3306" y="6331"/>
                  <a:pt x="2774" y="6185"/>
                  <a:pt x="2236" y="6169"/>
                </a:cubicBezTo>
                <a:cubicBezTo>
                  <a:pt x="2205" y="6168"/>
                  <a:pt x="2173" y="6167"/>
                  <a:pt x="2142" y="6167"/>
                </a:cubicBezTo>
                <a:cubicBezTo>
                  <a:pt x="1432" y="6167"/>
                  <a:pt x="726" y="6406"/>
                  <a:pt x="265" y="6805"/>
                </a:cubicBezTo>
                <a:cubicBezTo>
                  <a:pt x="165" y="6893"/>
                  <a:pt x="77" y="6988"/>
                  <a:pt x="1" y="7088"/>
                </a:cubicBezTo>
                <a:lnTo>
                  <a:pt x="21862" y="7088"/>
                </a:lnTo>
                <a:lnTo>
                  <a:pt x="21862" y="210"/>
                </a:lnTo>
                <a:cubicBezTo>
                  <a:pt x="21397" y="73"/>
                  <a:pt x="20892" y="0"/>
                  <a:pt x="20392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4" name="Google Shape;2114;p92"/>
          <p:cNvSpPr/>
          <p:nvPr/>
        </p:nvSpPr>
        <p:spPr>
          <a:xfrm>
            <a:off x="-59308" y="-102238"/>
            <a:ext cx="2148376" cy="1054346"/>
          </a:xfrm>
          <a:custGeom>
            <a:rect b="b" l="l" r="r" t="t"/>
            <a:pathLst>
              <a:path extrusionOk="0" h="6456" w="13155">
                <a:moveTo>
                  <a:pt x="1821" y="0"/>
                </a:moveTo>
                <a:lnTo>
                  <a:pt x="1821" y="3"/>
                </a:lnTo>
                <a:lnTo>
                  <a:pt x="0" y="4"/>
                </a:lnTo>
                <a:lnTo>
                  <a:pt x="0" y="222"/>
                </a:lnTo>
                <a:lnTo>
                  <a:pt x="0" y="1236"/>
                </a:lnTo>
                <a:lnTo>
                  <a:pt x="0" y="2358"/>
                </a:lnTo>
                <a:lnTo>
                  <a:pt x="1" y="3370"/>
                </a:lnTo>
                <a:lnTo>
                  <a:pt x="1" y="4493"/>
                </a:lnTo>
                <a:lnTo>
                  <a:pt x="1" y="5504"/>
                </a:lnTo>
                <a:lnTo>
                  <a:pt x="1" y="6178"/>
                </a:lnTo>
                <a:cubicBezTo>
                  <a:pt x="369" y="6349"/>
                  <a:pt x="770" y="6456"/>
                  <a:pt x="1177" y="6456"/>
                </a:cubicBezTo>
                <a:cubicBezTo>
                  <a:pt x="1363" y="6456"/>
                  <a:pt x="1550" y="6434"/>
                  <a:pt x="1736" y="6385"/>
                </a:cubicBezTo>
                <a:cubicBezTo>
                  <a:pt x="1764" y="6378"/>
                  <a:pt x="1794" y="6370"/>
                  <a:pt x="1822" y="6361"/>
                </a:cubicBezTo>
                <a:cubicBezTo>
                  <a:pt x="1843" y="6355"/>
                  <a:pt x="1862" y="6348"/>
                  <a:pt x="1882" y="6342"/>
                </a:cubicBezTo>
                <a:cubicBezTo>
                  <a:pt x="2342" y="6188"/>
                  <a:pt x="2719" y="5901"/>
                  <a:pt x="3050" y="5558"/>
                </a:cubicBezTo>
                <a:cubicBezTo>
                  <a:pt x="3068" y="5540"/>
                  <a:pt x="3085" y="5522"/>
                  <a:pt x="3102" y="5503"/>
                </a:cubicBezTo>
                <a:cubicBezTo>
                  <a:pt x="3398" y="5189"/>
                  <a:pt x="3657" y="4831"/>
                  <a:pt x="3908" y="4490"/>
                </a:cubicBezTo>
                <a:cubicBezTo>
                  <a:pt x="3908" y="4490"/>
                  <a:pt x="3909" y="4490"/>
                  <a:pt x="3909" y="4489"/>
                </a:cubicBezTo>
                <a:cubicBezTo>
                  <a:pt x="3923" y="4471"/>
                  <a:pt x="3936" y="4455"/>
                  <a:pt x="3949" y="4436"/>
                </a:cubicBezTo>
                <a:cubicBezTo>
                  <a:pt x="4217" y="4078"/>
                  <a:pt x="4522" y="3714"/>
                  <a:pt x="4875" y="3424"/>
                </a:cubicBezTo>
                <a:cubicBezTo>
                  <a:pt x="4897" y="3405"/>
                  <a:pt x="4919" y="3387"/>
                  <a:pt x="4942" y="3369"/>
                </a:cubicBezTo>
                <a:cubicBezTo>
                  <a:pt x="5319" y="3071"/>
                  <a:pt x="5750" y="2859"/>
                  <a:pt x="6248" y="2826"/>
                </a:cubicBezTo>
                <a:cubicBezTo>
                  <a:pt x="6296" y="2822"/>
                  <a:pt x="6344" y="2821"/>
                  <a:pt x="6391" y="2821"/>
                </a:cubicBezTo>
                <a:cubicBezTo>
                  <a:pt x="7025" y="2821"/>
                  <a:pt x="7616" y="3105"/>
                  <a:pt x="8200" y="3368"/>
                </a:cubicBezTo>
                <a:cubicBezTo>
                  <a:pt x="8240" y="3387"/>
                  <a:pt x="8281" y="3405"/>
                  <a:pt x="8323" y="3423"/>
                </a:cubicBezTo>
                <a:cubicBezTo>
                  <a:pt x="8382" y="3449"/>
                  <a:pt x="8442" y="3475"/>
                  <a:pt x="8501" y="3501"/>
                </a:cubicBezTo>
                <a:cubicBezTo>
                  <a:pt x="9052" y="3734"/>
                  <a:pt x="9659" y="3908"/>
                  <a:pt x="10259" y="3908"/>
                </a:cubicBezTo>
                <a:cubicBezTo>
                  <a:pt x="10487" y="3908"/>
                  <a:pt x="10715" y="3882"/>
                  <a:pt x="10937" y="3826"/>
                </a:cubicBezTo>
                <a:cubicBezTo>
                  <a:pt x="11253" y="3746"/>
                  <a:pt x="11547" y="3604"/>
                  <a:pt x="11810" y="3423"/>
                </a:cubicBezTo>
                <a:cubicBezTo>
                  <a:pt x="11835" y="3405"/>
                  <a:pt x="11861" y="3387"/>
                  <a:pt x="11886" y="3368"/>
                </a:cubicBezTo>
                <a:cubicBezTo>
                  <a:pt x="11986" y="3295"/>
                  <a:pt x="12081" y="3217"/>
                  <a:pt x="12169" y="3134"/>
                </a:cubicBezTo>
                <a:cubicBezTo>
                  <a:pt x="12416" y="2906"/>
                  <a:pt x="12624" y="2641"/>
                  <a:pt x="12783" y="2355"/>
                </a:cubicBezTo>
                <a:cubicBezTo>
                  <a:pt x="12794" y="2337"/>
                  <a:pt x="12805" y="2319"/>
                  <a:pt x="12814" y="2300"/>
                </a:cubicBezTo>
                <a:cubicBezTo>
                  <a:pt x="12983" y="1983"/>
                  <a:pt x="13095" y="1639"/>
                  <a:pt x="13135" y="1287"/>
                </a:cubicBezTo>
                <a:cubicBezTo>
                  <a:pt x="13137" y="1269"/>
                  <a:pt x="13139" y="1251"/>
                  <a:pt x="13141" y="1232"/>
                </a:cubicBezTo>
                <a:cubicBezTo>
                  <a:pt x="13152" y="1109"/>
                  <a:pt x="13155" y="984"/>
                  <a:pt x="13149" y="860"/>
                </a:cubicBezTo>
                <a:cubicBezTo>
                  <a:pt x="13137" y="644"/>
                  <a:pt x="13096" y="428"/>
                  <a:pt x="13028" y="222"/>
                </a:cubicBezTo>
                <a:cubicBezTo>
                  <a:pt x="13023" y="204"/>
                  <a:pt x="13017" y="185"/>
                  <a:pt x="13010" y="167"/>
                </a:cubicBezTo>
                <a:cubicBezTo>
                  <a:pt x="12991" y="111"/>
                  <a:pt x="12969" y="56"/>
                  <a:pt x="12946" y="1"/>
                </a:cubicBezTo>
                <a:lnTo>
                  <a:pt x="1880" y="3"/>
                </a:lnTo>
                <a:lnTo>
                  <a:pt x="1880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5" name="Google Shape;2115;p92"/>
          <p:cNvSpPr/>
          <p:nvPr/>
        </p:nvSpPr>
        <p:spPr>
          <a:xfrm>
            <a:off x="4901501" y="-265225"/>
            <a:ext cx="4711729" cy="1588867"/>
          </a:xfrm>
          <a:custGeom>
            <a:rect b="b" l="l" r="r" t="t"/>
            <a:pathLst>
              <a:path extrusionOk="0" h="9729" w="28851">
                <a:moveTo>
                  <a:pt x="943" y="0"/>
                </a:moveTo>
                <a:cubicBezTo>
                  <a:pt x="631" y="0"/>
                  <a:pt x="337" y="87"/>
                  <a:pt x="179" y="380"/>
                </a:cubicBezTo>
                <a:cubicBezTo>
                  <a:pt x="1" y="711"/>
                  <a:pt x="78" y="1189"/>
                  <a:pt x="451" y="1303"/>
                </a:cubicBezTo>
                <a:cubicBezTo>
                  <a:pt x="355" y="2313"/>
                  <a:pt x="452" y="3522"/>
                  <a:pt x="1499" y="3989"/>
                </a:cubicBezTo>
                <a:cubicBezTo>
                  <a:pt x="1785" y="4117"/>
                  <a:pt x="2088" y="4165"/>
                  <a:pt x="2396" y="4165"/>
                </a:cubicBezTo>
                <a:cubicBezTo>
                  <a:pt x="3000" y="4165"/>
                  <a:pt x="3625" y="3981"/>
                  <a:pt x="4188" y="3848"/>
                </a:cubicBezTo>
                <a:cubicBezTo>
                  <a:pt x="4624" y="3745"/>
                  <a:pt x="5112" y="3633"/>
                  <a:pt x="5582" y="3633"/>
                </a:cubicBezTo>
                <a:cubicBezTo>
                  <a:pt x="6044" y="3633"/>
                  <a:pt x="6489" y="3741"/>
                  <a:pt x="6852" y="4069"/>
                </a:cubicBezTo>
                <a:cubicBezTo>
                  <a:pt x="7560" y="4711"/>
                  <a:pt x="7722" y="5737"/>
                  <a:pt x="8257" y="6500"/>
                </a:cubicBezTo>
                <a:cubicBezTo>
                  <a:pt x="8521" y="6876"/>
                  <a:pt x="8874" y="7178"/>
                  <a:pt x="9322" y="7300"/>
                </a:cubicBezTo>
                <a:cubicBezTo>
                  <a:pt x="9482" y="7344"/>
                  <a:pt x="9645" y="7363"/>
                  <a:pt x="9808" y="7363"/>
                </a:cubicBezTo>
                <a:cubicBezTo>
                  <a:pt x="10078" y="7363"/>
                  <a:pt x="10348" y="7310"/>
                  <a:pt x="10606" y="7231"/>
                </a:cubicBezTo>
                <a:cubicBezTo>
                  <a:pt x="11498" y="6959"/>
                  <a:pt x="12280" y="6380"/>
                  <a:pt x="13194" y="6184"/>
                </a:cubicBezTo>
                <a:cubicBezTo>
                  <a:pt x="13322" y="6156"/>
                  <a:pt x="13450" y="6141"/>
                  <a:pt x="13577" y="6141"/>
                </a:cubicBezTo>
                <a:cubicBezTo>
                  <a:pt x="13849" y="6141"/>
                  <a:pt x="14113" y="6211"/>
                  <a:pt x="14347" y="6376"/>
                </a:cubicBezTo>
                <a:cubicBezTo>
                  <a:pt x="14724" y="6643"/>
                  <a:pt x="14907" y="7097"/>
                  <a:pt x="15047" y="7521"/>
                </a:cubicBezTo>
                <a:cubicBezTo>
                  <a:pt x="15341" y="8400"/>
                  <a:pt x="15592" y="9554"/>
                  <a:pt x="16688" y="9709"/>
                </a:cubicBezTo>
                <a:cubicBezTo>
                  <a:pt x="16781" y="9722"/>
                  <a:pt x="16872" y="9728"/>
                  <a:pt x="16961" y="9728"/>
                </a:cubicBezTo>
                <a:cubicBezTo>
                  <a:pt x="18160" y="9728"/>
                  <a:pt x="18967" y="8588"/>
                  <a:pt x="19887" y="7966"/>
                </a:cubicBezTo>
                <a:cubicBezTo>
                  <a:pt x="20301" y="7685"/>
                  <a:pt x="20755" y="7537"/>
                  <a:pt x="21232" y="7537"/>
                </a:cubicBezTo>
                <a:cubicBezTo>
                  <a:pt x="21401" y="7537"/>
                  <a:pt x="21572" y="7556"/>
                  <a:pt x="21746" y="7593"/>
                </a:cubicBezTo>
                <a:cubicBezTo>
                  <a:pt x="22408" y="7736"/>
                  <a:pt x="23015" y="8087"/>
                  <a:pt x="23550" y="8494"/>
                </a:cubicBezTo>
                <a:cubicBezTo>
                  <a:pt x="24053" y="8876"/>
                  <a:pt x="24539" y="9361"/>
                  <a:pt x="25189" y="9466"/>
                </a:cubicBezTo>
                <a:cubicBezTo>
                  <a:pt x="25284" y="9481"/>
                  <a:pt x="25378" y="9489"/>
                  <a:pt x="25473" y="9489"/>
                </a:cubicBezTo>
                <a:cubicBezTo>
                  <a:pt x="26024" y="9489"/>
                  <a:pt x="26554" y="9240"/>
                  <a:pt x="26991" y="8910"/>
                </a:cubicBezTo>
                <a:cubicBezTo>
                  <a:pt x="27838" y="8271"/>
                  <a:pt x="28376" y="7319"/>
                  <a:pt x="28611" y="6292"/>
                </a:cubicBezTo>
                <a:cubicBezTo>
                  <a:pt x="28851" y="5239"/>
                  <a:pt x="28800" y="4124"/>
                  <a:pt x="28525" y="3084"/>
                </a:cubicBezTo>
                <a:cubicBezTo>
                  <a:pt x="28226" y="1958"/>
                  <a:pt x="27654" y="694"/>
                  <a:pt x="26488" y="261"/>
                </a:cubicBezTo>
                <a:cubicBezTo>
                  <a:pt x="26074" y="106"/>
                  <a:pt x="25631" y="64"/>
                  <a:pt x="25188" y="64"/>
                </a:cubicBezTo>
                <a:cubicBezTo>
                  <a:pt x="24971" y="64"/>
                  <a:pt x="24753" y="74"/>
                  <a:pt x="24540" y="86"/>
                </a:cubicBezTo>
                <a:cubicBezTo>
                  <a:pt x="23776" y="131"/>
                  <a:pt x="23013" y="188"/>
                  <a:pt x="22250" y="248"/>
                </a:cubicBezTo>
                <a:cubicBezTo>
                  <a:pt x="20720" y="367"/>
                  <a:pt x="19190" y="503"/>
                  <a:pt x="17661" y="628"/>
                </a:cubicBezTo>
                <a:cubicBezTo>
                  <a:pt x="15187" y="828"/>
                  <a:pt x="12704" y="996"/>
                  <a:pt x="10221" y="996"/>
                </a:cubicBezTo>
                <a:cubicBezTo>
                  <a:pt x="9649" y="996"/>
                  <a:pt x="9077" y="987"/>
                  <a:pt x="8505" y="967"/>
                </a:cubicBezTo>
                <a:cubicBezTo>
                  <a:pt x="6985" y="916"/>
                  <a:pt x="5467" y="790"/>
                  <a:pt x="3966" y="555"/>
                </a:cubicBezTo>
                <a:cubicBezTo>
                  <a:pt x="3209" y="436"/>
                  <a:pt x="2459" y="290"/>
                  <a:pt x="1714" y="116"/>
                </a:cubicBezTo>
                <a:cubicBezTo>
                  <a:pt x="1493" y="64"/>
                  <a:pt x="1211" y="0"/>
                  <a:pt x="94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6" name="Google Shape;2116;p92"/>
          <p:cNvSpPr/>
          <p:nvPr/>
        </p:nvSpPr>
        <p:spPr>
          <a:xfrm>
            <a:off x="-469225" y="2180388"/>
            <a:ext cx="2390568" cy="3410945"/>
          </a:xfrm>
          <a:custGeom>
            <a:rect b="b" l="l" r="r" t="t"/>
            <a:pathLst>
              <a:path extrusionOk="0" h="20886" w="14638">
                <a:moveTo>
                  <a:pt x="3191" y="1"/>
                </a:moveTo>
                <a:cubicBezTo>
                  <a:pt x="2885" y="1"/>
                  <a:pt x="2576" y="81"/>
                  <a:pt x="2295" y="191"/>
                </a:cubicBezTo>
                <a:cubicBezTo>
                  <a:pt x="1899" y="349"/>
                  <a:pt x="1532" y="564"/>
                  <a:pt x="1185" y="809"/>
                </a:cubicBezTo>
                <a:cubicBezTo>
                  <a:pt x="1218" y="721"/>
                  <a:pt x="1252" y="633"/>
                  <a:pt x="1287" y="547"/>
                </a:cubicBezTo>
                <a:cubicBezTo>
                  <a:pt x="1332" y="438"/>
                  <a:pt x="1242" y="367"/>
                  <a:pt x="1149" y="367"/>
                </a:cubicBezTo>
                <a:cubicBezTo>
                  <a:pt x="1089" y="367"/>
                  <a:pt x="1027" y="397"/>
                  <a:pt x="998" y="467"/>
                </a:cubicBezTo>
                <a:cubicBezTo>
                  <a:pt x="147" y="2564"/>
                  <a:pt x="0" y="4857"/>
                  <a:pt x="71" y="7096"/>
                </a:cubicBezTo>
                <a:cubicBezTo>
                  <a:pt x="107" y="8264"/>
                  <a:pt x="200" y="9428"/>
                  <a:pt x="285" y="10592"/>
                </a:cubicBezTo>
                <a:cubicBezTo>
                  <a:pt x="378" y="11838"/>
                  <a:pt x="471" y="13083"/>
                  <a:pt x="565" y="14328"/>
                </a:cubicBezTo>
                <a:cubicBezTo>
                  <a:pt x="660" y="15573"/>
                  <a:pt x="755" y="16818"/>
                  <a:pt x="852" y="18063"/>
                </a:cubicBezTo>
                <a:cubicBezTo>
                  <a:pt x="895" y="18617"/>
                  <a:pt x="909" y="19183"/>
                  <a:pt x="997" y="19731"/>
                </a:cubicBezTo>
                <a:cubicBezTo>
                  <a:pt x="1063" y="20137"/>
                  <a:pt x="1227" y="20580"/>
                  <a:pt x="1623" y="20768"/>
                </a:cubicBezTo>
                <a:cubicBezTo>
                  <a:pt x="1853" y="20878"/>
                  <a:pt x="2108" y="20885"/>
                  <a:pt x="2359" y="20885"/>
                </a:cubicBezTo>
                <a:cubicBezTo>
                  <a:pt x="2678" y="20885"/>
                  <a:pt x="2997" y="20884"/>
                  <a:pt x="3315" y="20883"/>
                </a:cubicBezTo>
                <a:cubicBezTo>
                  <a:pt x="3934" y="20882"/>
                  <a:pt x="4551" y="20881"/>
                  <a:pt x="5168" y="20880"/>
                </a:cubicBezTo>
                <a:cubicBezTo>
                  <a:pt x="6413" y="20878"/>
                  <a:pt x="7658" y="20875"/>
                  <a:pt x="8904" y="20873"/>
                </a:cubicBezTo>
                <a:cubicBezTo>
                  <a:pt x="8946" y="20873"/>
                  <a:pt x="8987" y="20873"/>
                  <a:pt x="9029" y="20873"/>
                </a:cubicBezTo>
                <a:cubicBezTo>
                  <a:pt x="9733" y="20873"/>
                  <a:pt x="10440" y="20882"/>
                  <a:pt x="11147" y="20882"/>
                </a:cubicBezTo>
                <a:cubicBezTo>
                  <a:pt x="11621" y="20882"/>
                  <a:pt x="12096" y="20878"/>
                  <a:pt x="12569" y="20863"/>
                </a:cubicBezTo>
                <a:cubicBezTo>
                  <a:pt x="13054" y="20848"/>
                  <a:pt x="13560" y="20768"/>
                  <a:pt x="13928" y="20425"/>
                </a:cubicBezTo>
                <a:cubicBezTo>
                  <a:pt x="14266" y="20112"/>
                  <a:pt x="14409" y="19650"/>
                  <a:pt x="14479" y="19208"/>
                </a:cubicBezTo>
                <a:cubicBezTo>
                  <a:pt x="14615" y="18346"/>
                  <a:pt x="14637" y="17435"/>
                  <a:pt x="14556" y="16567"/>
                </a:cubicBezTo>
                <a:cubicBezTo>
                  <a:pt x="14480" y="15744"/>
                  <a:pt x="14290" y="14898"/>
                  <a:pt x="13827" y="14200"/>
                </a:cubicBezTo>
                <a:cubicBezTo>
                  <a:pt x="13606" y="13867"/>
                  <a:pt x="13329" y="13578"/>
                  <a:pt x="13000" y="13350"/>
                </a:cubicBezTo>
                <a:cubicBezTo>
                  <a:pt x="12618" y="13086"/>
                  <a:pt x="12175" y="12928"/>
                  <a:pt x="11727" y="12811"/>
                </a:cubicBezTo>
                <a:cubicBezTo>
                  <a:pt x="10841" y="12580"/>
                  <a:pt x="9808" y="12500"/>
                  <a:pt x="9119" y="11827"/>
                </a:cubicBezTo>
                <a:cubicBezTo>
                  <a:pt x="8381" y="11106"/>
                  <a:pt x="8246" y="10000"/>
                  <a:pt x="8306" y="9020"/>
                </a:cubicBezTo>
                <a:cubicBezTo>
                  <a:pt x="8344" y="8404"/>
                  <a:pt x="8449" y="7795"/>
                  <a:pt x="8518" y="7181"/>
                </a:cubicBezTo>
                <a:cubicBezTo>
                  <a:pt x="8574" y="6676"/>
                  <a:pt x="8621" y="6136"/>
                  <a:pt x="8417" y="5654"/>
                </a:cubicBezTo>
                <a:cubicBezTo>
                  <a:pt x="7771" y="4140"/>
                  <a:pt x="5341" y="4868"/>
                  <a:pt x="4856" y="3246"/>
                </a:cubicBezTo>
                <a:cubicBezTo>
                  <a:pt x="4619" y="2457"/>
                  <a:pt x="4843" y="1582"/>
                  <a:pt x="4492" y="818"/>
                </a:cubicBezTo>
                <a:cubicBezTo>
                  <a:pt x="4321" y="450"/>
                  <a:pt x="3993" y="161"/>
                  <a:pt x="3598" y="53"/>
                </a:cubicBezTo>
                <a:cubicBezTo>
                  <a:pt x="3465" y="17"/>
                  <a:pt x="3328" y="1"/>
                  <a:pt x="3191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7" name="Google Shape;2117;p92"/>
          <p:cNvSpPr txBox="1"/>
          <p:nvPr>
            <p:ph type="title"/>
          </p:nvPr>
        </p:nvSpPr>
        <p:spPr>
          <a:xfrm>
            <a:off x="3305550" y="758952"/>
            <a:ext cx="25329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2118" name="Google Shape;2118;p92"/>
          <p:cNvGrpSpPr/>
          <p:nvPr/>
        </p:nvGrpSpPr>
        <p:grpSpPr>
          <a:xfrm>
            <a:off x="8468128" y="4269006"/>
            <a:ext cx="334498" cy="303002"/>
            <a:chOff x="1640475" y="1197075"/>
            <a:chExt cx="55475" cy="50250"/>
          </a:xfrm>
        </p:grpSpPr>
        <p:sp>
          <p:nvSpPr>
            <p:cNvPr id="2119" name="Google Shape;2119;p9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9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9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22" name="Google Shape;2122;p92"/>
          <p:cNvGrpSpPr/>
          <p:nvPr/>
        </p:nvGrpSpPr>
        <p:grpSpPr>
          <a:xfrm rot="-900055">
            <a:off x="7309384" y="441644"/>
            <a:ext cx="215934" cy="195605"/>
            <a:chOff x="1640475" y="1197075"/>
            <a:chExt cx="55475" cy="50250"/>
          </a:xfrm>
        </p:grpSpPr>
        <p:sp>
          <p:nvSpPr>
            <p:cNvPr id="2123" name="Google Shape;2123;p9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9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9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26" name="Google Shape;2126;p92"/>
          <p:cNvSpPr/>
          <p:nvPr/>
        </p:nvSpPr>
        <p:spPr>
          <a:xfrm rot="-597364">
            <a:off x="8063728" y="362773"/>
            <a:ext cx="889045" cy="208282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27" name="Google Shape;2127;p92"/>
          <p:cNvGrpSpPr/>
          <p:nvPr/>
        </p:nvGrpSpPr>
        <p:grpSpPr>
          <a:xfrm rot="6300033">
            <a:off x="791192" y="4293414"/>
            <a:ext cx="244638" cy="221601"/>
            <a:chOff x="1640475" y="1197075"/>
            <a:chExt cx="55475" cy="50250"/>
          </a:xfrm>
        </p:grpSpPr>
        <p:sp>
          <p:nvSpPr>
            <p:cNvPr id="2128" name="Google Shape;2128;p9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9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9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31" name="Google Shape;2131;p92"/>
          <p:cNvGrpSpPr/>
          <p:nvPr/>
        </p:nvGrpSpPr>
        <p:grpSpPr>
          <a:xfrm rot="-5400136">
            <a:off x="965669" y="276383"/>
            <a:ext cx="420678" cy="381051"/>
            <a:chOff x="1640475" y="1197075"/>
            <a:chExt cx="55475" cy="50250"/>
          </a:xfrm>
        </p:grpSpPr>
        <p:sp>
          <p:nvSpPr>
            <p:cNvPr id="2132" name="Google Shape;2132;p9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9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9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35" name="Google Shape;2135;p92"/>
          <p:cNvSpPr/>
          <p:nvPr/>
        </p:nvSpPr>
        <p:spPr>
          <a:xfrm rot="899834">
            <a:off x="1279450" y="4731447"/>
            <a:ext cx="974747" cy="22837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6" name="Google Shape;2136;p92"/>
          <p:cNvSpPr/>
          <p:nvPr/>
        </p:nvSpPr>
        <p:spPr>
          <a:xfrm flipH="1" rot="-6300069">
            <a:off x="88991" y="506327"/>
            <a:ext cx="510483" cy="754763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7" name="Google Shape;2137;p92"/>
          <p:cNvSpPr/>
          <p:nvPr/>
        </p:nvSpPr>
        <p:spPr>
          <a:xfrm rot="6293788">
            <a:off x="7197469" y="4177421"/>
            <a:ext cx="959267" cy="701802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CUSTOM_1_1_1_1">
    <p:spTree>
      <p:nvGrpSpPr>
        <p:cNvPr id="2138" name="Shape 2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9" name="Google Shape;2139;p93"/>
          <p:cNvSpPr/>
          <p:nvPr/>
        </p:nvSpPr>
        <p:spPr>
          <a:xfrm flipH="1" rot="5087716">
            <a:off x="-252406" y="-643515"/>
            <a:ext cx="2616446" cy="2726737"/>
          </a:xfrm>
          <a:custGeom>
            <a:rect b="b" l="l" r="r" t="t"/>
            <a:pathLst>
              <a:path extrusionOk="0" h="17059" w="16369">
                <a:moveTo>
                  <a:pt x="10538" y="1"/>
                </a:moveTo>
                <a:cubicBezTo>
                  <a:pt x="9733" y="1"/>
                  <a:pt x="8932" y="153"/>
                  <a:pt x="8209" y="515"/>
                </a:cubicBezTo>
                <a:cubicBezTo>
                  <a:pt x="7233" y="1004"/>
                  <a:pt x="6396" y="1857"/>
                  <a:pt x="6084" y="2920"/>
                </a:cubicBezTo>
                <a:cubicBezTo>
                  <a:pt x="5733" y="4112"/>
                  <a:pt x="6127" y="5357"/>
                  <a:pt x="5884" y="6560"/>
                </a:cubicBezTo>
                <a:cubicBezTo>
                  <a:pt x="5644" y="7754"/>
                  <a:pt x="4612" y="8436"/>
                  <a:pt x="3688" y="9100"/>
                </a:cubicBezTo>
                <a:cubicBezTo>
                  <a:pt x="2685" y="9819"/>
                  <a:pt x="1822" y="10680"/>
                  <a:pt x="1187" y="11745"/>
                </a:cubicBezTo>
                <a:cubicBezTo>
                  <a:pt x="569" y="12782"/>
                  <a:pt x="0" y="14113"/>
                  <a:pt x="309" y="15339"/>
                </a:cubicBezTo>
                <a:cubicBezTo>
                  <a:pt x="443" y="15869"/>
                  <a:pt x="737" y="16372"/>
                  <a:pt x="1186" y="16695"/>
                </a:cubicBezTo>
                <a:cubicBezTo>
                  <a:pt x="1565" y="16966"/>
                  <a:pt x="2011" y="17058"/>
                  <a:pt x="2463" y="17058"/>
                </a:cubicBezTo>
                <a:cubicBezTo>
                  <a:pt x="2614" y="17058"/>
                  <a:pt x="2766" y="17048"/>
                  <a:pt x="2915" y="17031"/>
                </a:cubicBezTo>
                <a:cubicBezTo>
                  <a:pt x="3625" y="16948"/>
                  <a:pt x="4330" y="16784"/>
                  <a:pt x="5032" y="16653"/>
                </a:cubicBezTo>
                <a:cubicBezTo>
                  <a:pt x="5778" y="16514"/>
                  <a:pt x="6525" y="16374"/>
                  <a:pt x="7271" y="16235"/>
                </a:cubicBezTo>
                <a:cubicBezTo>
                  <a:pt x="10255" y="15678"/>
                  <a:pt x="13240" y="15122"/>
                  <a:pt x="16225" y="14565"/>
                </a:cubicBezTo>
                <a:cubicBezTo>
                  <a:pt x="16319" y="14547"/>
                  <a:pt x="16369" y="14453"/>
                  <a:pt x="16334" y="14366"/>
                </a:cubicBezTo>
                <a:cubicBezTo>
                  <a:pt x="15910" y="13292"/>
                  <a:pt x="15542" y="12197"/>
                  <a:pt x="15242" y="11083"/>
                </a:cubicBezTo>
                <a:cubicBezTo>
                  <a:pt x="14709" y="9114"/>
                  <a:pt x="14380" y="7098"/>
                  <a:pt x="14239" y="5065"/>
                </a:cubicBezTo>
                <a:cubicBezTo>
                  <a:pt x="14136" y="3556"/>
                  <a:pt x="14047" y="1835"/>
                  <a:pt x="12931" y="701"/>
                </a:cubicBezTo>
                <a:cubicBezTo>
                  <a:pt x="13074" y="700"/>
                  <a:pt x="12339" y="230"/>
                  <a:pt x="12009" y="160"/>
                </a:cubicBezTo>
                <a:cubicBezTo>
                  <a:pt x="11529" y="58"/>
                  <a:pt x="11033" y="1"/>
                  <a:pt x="10538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0" name="Google Shape;2140;p93"/>
          <p:cNvSpPr/>
          <p:nvPr/>
        </p:nvSpPr>
        <p:spPr>
          <a:xfrm flipH="1" rot="-5265980">
            <a:off x="7018910" y="494175"/>
            <a:ext cx="3277066" cy="1351051"/>
          </a:xfrm>
          <a:custGeom>
            <a:rect b="b" l="l" r="r" t="t"/>
            <a:pathLst>
              <a:path extrusionOk="0" h="7648" w="18551">
                <a:moveTo>
                  <a:pt x="8398" y="1"/>
                </a:moveTo>
                <a:cubicBezTo>
                  <a:pt x="8203" y="1"/>
                  <a:pt x="8005" y="44"/>
                  <a:pt x="7810" y="140"/>
                </a:cubicBezTo>
                <a:cubicBezTo>
                  <a:pt x="7272" y="403"/>
                  <a:pt x="6909" y="991"/>
                  <a:pt x="6614" y="1543"/>
                </a:cubicBezTo>
                <a:cubicBezTo>
                  <a:pt x="6307" y="2117"/>
                  <a:pt x="6031" y="2729"/>
                  <a:pt x="5562" y="3157"/>
                </a:cubicBezTo>
                <a:cubicBezTo>
                  <a:pt x="5343" y="3357"/>
                  <a:pt x="5078" y="3500"/>
                  <a:pt x="4796" y="3515"/>
                </a:cubicBezTo>
                <a:cubicBezTo>
                  <a:pt x="4779" y="3516"/>
                  <a:pt x="4761" y="3516"/>
                  <a:pt x="4744" y="3516"/>
                </a:cubicBezTo>
                <a:cubicBezTo>
                  <a:pt x="4475" y="3516"/>
                  <a:pt x="4218" y="3410"/>
                  <a:pt x="3979" y="3274"/>
                </a:cubicBezTo>
                <a:cubicBezTo>
                  <a:pt x="3615" y="3067"/>
                  <a:pt x="3265" y="2787"/>
                  <a:pt x="2878" y="2633"/>
                </a:cubicBezTo>
                <a:lnTo>
                  <a:pt x="2848" y="2622"/>
                </a:lnTo>
                <a:cubicBezTo>
                  <a:pt x="2713" y="2571"/>
                  <a:pt x="2573" y="2535"/>
                  <a:pt x="2426" y="2524"/>
                </a:cubicBezTo>
                <a:cubicBezTo>
                  <a:pt x="2397" y="2522"/>
                  <a:pt x="2367" y="2521"/>
                  <a:pt x="2338" y="2521"/>
                </a:cubicBezTo>
                <a:cubicBezTo>
                  <a:pt x="1819" y="2521"/>
                  <a:pt x="1364" y="2853"/>
                  <a:pt x="878" y="3039"/>
                </a:cubicBezTo>
                <a:cubicBezTo>
                  <a:pt x="860" y="2988"/>
                  <a:pt x="814" y="2962"/>
                  <a:pt x="771" y="2962"/>
                </a:cubicBezTo>
                <a:cubicBezTo>
                  <a:pt x="719" y="2962"/>
                  <a:pt x="671" y="2999"/>
                  <a:pt x="675" y="3075"/>
                </a:cubicBezTo>
                <a:cubicBezTo>
                  <a:pt x="676" y="3085"/>
                  <a:pt x="676" y="3095"/>
                  <a:pt x="677" y="3105"/>
                </a:cubicBezTo>
                <a:cubicBezTo>
                  <a:pt x="641" y="3115"/>
                  <a:pt x="663" y="3351"/>
                  <a:pt x="684" y="3351"/>
                </a:cubicBezTo>
                <a:cubicBezTo>
                  <a:pt x="684" y="3351"/>
                  <a:pt x="684" y="3351"/>
                  <a:pt x="684" y="3351"/>
                </a:cubicBezTo>
                <a:lnTo>
                  <a:pt x="684" y="3351"/>
                </a:lnTo>
                <a:cubicBezTo>
                  <a:pt x="700" y="4396"/>
                  <a:pt x="480" y="5438"/>
                  <a:pt x="40" y="6361"/>
                </a:cubicBezTo>
                <a:cubicBezTo>
                  <a:pt x="1" y="6444"/>
                  <a:pt x="42" y="6541"/>
                  <a:pt x="125" y="6547"/>
                </a:cubicBezTo>
                <a:cubicBezTo>
                  <a:pt x="520" y="6573"/>
                  <a:pt x="913" y="6601"/>
                  <a:pt x="1308" y="6628"/>
                </a:cubicBezTo>
                <a:cubicBezTo>
                  <a:pt x="2919" y="6739"/>
                  <a:pt x="4531" y="6851"/>
                  <a:pt x="6142" y="6962"/>
                </a:cubicBezTo>
                <a:cubicBezTo>
                  <a:pt x="7754" y="7074"/>
                  <a:pt x="9365" y="7184"/>
                  <a:pt x="10977" y="7295"/>
                </a:cubicBezTo>
                <a:cubicBezTo>
                  <a:pt x="12587" y="7407"/>
                  <a:pt x="14196" y="7526"/>
                  <a:pt x="15806" y="7629"/>
                </a:cubicBezTo>
                <a:cubicBezTo>
                  <a:pt x="15970" y="7639"/>
                  <a:pt x="16139" y="7648"/>
                  <a:pt x="16308" y="7648"/>
                </a:cubicBezTo>
                <a:cubicBezTo>
                  <a:pt x="16770" y="7648"/>
                  <a:pt x="17238" y="7584"/>
                  <a:pt x="17642" y="7319"/>
                </a:cubicBezTo>
                <a:cubicBezTo>
                  <a:pt x="18126" y="7004"/>
                  <a:pt x="18405" y="6441"/>
                  <a:pt x="18479" y="5822"/>
                </a:cubicBezTo>
                <a:cubicBezTo>
                  <a:pt x="18551" y="5210"/>
                  <a:pt x="18426" y="4561"/>
                  <a:pt x="18155" y="4033"/>
                </a:cubicBezTo>
                <a:cubicBezTo>
                  <a:pt x="18001" y="3734"/>
                  <a:pt x="17799" y="3450"/>
                  <a:pt x="17538" y="3266"/>
                </a:cubicBezTo>
                <a:cubicBezTo>
                  <a:pt x="17335" y="3121"/>
                  <a:pt x="17111" y="3062"/>
                  <a:pt x="16880" y="3062"/>
                </a:cubicBezTo>
                <a:cubicBezTo>
                  <a:pt x="16779" y="3062"/>
                  <a:pt x="16677" y="3073"/>
                  <a:pt x="16575" y="3094"/>
                </a:cubicBezTo>
                <a:cubicBezTo>
                  <a:pt x="16223" y="3166"/>
                  <a:pt x="15888" y="3319"/>
                  <a:pt x="15537" y="3397"/>
                </a:cubicBezTo>
                <a:cubicBezTo>
                  <a:pt x="15268" y="3457"/>
                  <a:pt x="14994" y="3485"/>
                  <a:pt x="14721" y="3485"/>
                </a:cubicBezTo>
                <a:cubicBezTo>
                  <a:pt x="14673" y="3485"/>
                  <a:pt x="14624" y="3484"/>
                  <a:pt x="14575" y="3482"/>
                </a:cubicBezTo>
                <a:cubicBezTo>
                  <a:pt x="13922" y="3460"/>
                  <a:pt x="13281" y="3278"/>
                  <a:pt x="12679" y="2996"/>
                </a:cubicBezTo>
                <a:cubicBezTo>
                  <a:pt x="12065" y="2707"/>
                  <a:pt x="11491" y="2306"/>
                  <a:pt x="10973" y="1835"/>
                </a:cubicBezTo>
                <a:cubicBezTo>
                  <a:pt x="10470" y="1378"/>
                  <a:pt x="10039" y="821"/>
                  <a:pt x="9498" y="418"/>
                </a:cubicBezTo>
                <a:cubicBezTo>
                  <a:pt x="9163" y="167"/>
                  <a:pt x="8785" y="1"/>
                  <a:pt x="8398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1" name="Google Shape;2141;p93"/>
          <p:cNvSpPr/>
          <p:nvPr/>
        </p:nvSpPr>
        <p:spPr>
          <a:xfrm rot="10800000">
            <a:off x="-60451" y="4081566"/>
            <a:ext cx="4326430" cy="1166958"/>
          </a:xfrm>
          <a:custGeom>
            <a:rect b="b" l="l" r="r" t="t"/>
            <a:pathLst>
              <a:path extrusionOk="0" h="6923" w="25667">
                <a:moveTo>
                  <a:pt x="95" y="1"/>
                </a:moveTo>
                <a:lnTo>
                  <a:pt x="95" y="1"/>
                </a:lnTo>
                <a:cubicBezTo>
                  <a:pt x="3" y="325"/>
                  <a:pt x="0" y="652"/>
                  <a:pt x="124" y="980"/>
                </a:cubicBezTo>
                <a:cubicBezTo>
                  <a:pt x="169" y="1098"/>
                  <a:pt x="231" y="1215"/>
                  <a:pt x="310" y="1328"/>
                </a:cubicBezTo>
                <a:cubicBezTo>
                  <a:pt x="324" y="1349"/>
                  <a:pt x="339" y="1369"/>
                  <a:pt x="355" y="1389"/>
                </a:cubicBezTo>
                <a:cubicBezTo>
                  <a:pt x="699" y="1846"/>
                  <a:pt x="1304" y="2249"/>
                  <a:pt x="2067" y="2533"/>
                </a:cubicBezTo>
                <a:cubicBezTo>
                  <a:pt x="2123" y="2554"/>
                  <a:pt x="2182" y="2574"/>
                  <a:pt x="2240" y="2594"/>
                </a:cubicBezTo>
                <a:cubicBezTo>
                  <a:pt x="2505" y="2684"/>
                  <a:pt x="2788" y="2761"/>
                  <a:pt x="3082" y="2820"/>
                </a:cubicBezTo>
                <a:cubicBezTo>
                  <a:pt x="3121" y="2828"/>
                  <a:pt x="3160" y="2836"/>
                  <a:pt x="3199" y="2843"/>
                </a:cubicBezTo>
                <a:cubicBezTo>
                  <a:pt x="3235" y="2848"/>
                  <a:pt x="3269" y="2855"/>
                  <a:pt x="3304" y="2861"/>
                </a:cubicBezTo>
                <a:cubicBezTo>
                  <a:pt x="4479" y="3062"/>
                  <a:pt x="5837" y="3029"/>
                  <a:pt x="6823" y="3420"/>
                </a:cubicBezTo>
                <a:cubicBezTo>
                  <a:pt x="7054" y="3512"/>
                  <a:pt x="7246" y="3619"/>
                  <a:pt x="7410" y="3737"/>
                </a:cubicBezTo>
                <a:cubicBezTo>
                  <a:pt x="7438" y="3757"/>
                  <a:pt x="7465" y="3777"/>
                  <a:pt x="7492" y="3798"/>
                </a:cubicBezTo>
                <a:cubicBezTo>
                  <a:pt x="7907" y="4126"/>
                  <a:pt x="8126" y="4532"/>
                  <a:pt x="8351" y="4940"/>
                </a:cubicBezTo>
                <a:cubicBezTo>
                  <a:pt x="8363" y="4960"/>
                  <a:pt x="8375" y="4981"/>
                  <a:pt x="8386" y="5002"/>
                </a:cubicBezTo>
                <a:cubicBezTo>
                  <a:pt x="8613" y="5409"/>
                  <a:pt x="8857" y="5814"/>
                  <a:pt x="9326" y="6143"/>
                </a:cubicBezTo>
                <a:cubicBezTo>
                  <a:pt x="9338" y="6152"/>
                  <a:pt x="9350" y="6161"/>
                  <a:pt x="9363" y="6170"/>
                </a:cubicBezTo>
                <a:cubicBezTo>
                  <a:pt x="9381" y="6181"/>
                  <a:pt x="9399" y="6193"/>
                  <a:pt x="9417" y="6205"/>
                </a:cubicBezTo>
                <a:cubicBezTo>
                  <a:pt x="10107" y="6649"/>
                  <a:pt x="11200" y="6895"/>
                  <a:pt x="12290" y="6920"/>
                </a:cubicBezTo>
                <a:cubicBezTo>
                  <a:pt x="12359" y="6922"/>
                  <a:pt x="12429" y="6922"/>
                  <a:pt x="12498" y="6922"/>
                </a:cubicBezTo>
                <a:cubicBezTo>
                  <a:pt x="13546" y="6922"/>
                  <a:pt x="14580" y="6739"/>
                  <a:pt x="15482" y="6457"/>
                </a:cubicBezTo>
                <a:cubicBezTo>
                  <a:pt x="15733" y="6379"/>
                  <a:pt x="15977" y="6292"/>
                  <a:pt x="16221" y="6206"/>
                </a:cubicBezTo>
                <a:cubicBezTo>
                  <a:pt x="16279" y="6185"/>
                  <a:pt x="16336" y="6163"/>
                  <a:pt x="16394" y="6143"/>
                </a:cubicBezTo>
                <a:cubicBezTo>
                  <a:pt x="17021" y="5919"/>
                  <a:pt x="17650" y="5699"/>
                  <a:pt x="18381" y="5606"/>
                </a:cubicBezTo>
                <a:cubicBezTo>
                  <a:pt x="18666" y="5570"/>
                  <a:pt x="18954" y="5554"/>
                  <a:pt x="19242" y="5554"/>
                </a:cubicBezTo>
                <a:cubicBezTo>
                  <a:pt x="20278" y="5554"/>
                  <a:pt x="21323" y="5757"/>
                  <a:pt x="22324" y="5932"/>
                </a:cubicBezTo>
                <a:cubicBezTo>
                  <a:pt x="22780" y="6013"/>
                  <a:pt x="23253" y="6086"/>
                  <a:pt x="23731" y="6144"/>
                </a:cubicBezTo>
                <a:cubicBezTo>
                  <a:pt x="23920" y="6169"/>
                  <a:pt x="24110" y="6189"/>
                  <a:pt x="24302" y="6207"/>
                </a:cubicBezTo>
                <a:cubicBezTo>
                  <a:pt x="24756" y="6249"/>
                  <a:pt x="25213" y="6274"/>
                  <a:pt x="25664" y="6275"/>
                </a:cubicBezTo>
                <a:lnTo>
                  <a:pt x="25664" y="6144"/>
                </a:lnTo>
                <a:lnTo>
                  <a:pt x="25665" y="5003"/>
                </a:lnTo>
                <a:lnTo>
                  <a:pt x="25665" y="3738"/>
                </a:lnTo>
                <a:lnTo>
                  <a:pt x="25666" y="2596"/>
                </a:lnTo>
                <a:lnTo>
                  <a:pt x="25666" y="1331"/>
                </a:lnTo>
                <a:lnTo>
                  <a:pt x="25667" y="5"/>
                </a:lnTo>
                <a:lnTo>
                  <a:pt x="3200" y="2"/>
                </a:lnTo>
                <a:lnTo>
                  <a:pt x="3083" y="2"/>
                </a:lnTo>
                <a:lnTo>
                  <a:pt x="95" y="1"/>
                </a:ln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2" name="Google Shape;2142;p93"/>
          <p:cNvSpPr/>
          <p:nvPr/>
        </p:nvSpPr>
        <p:spPr>
          <a:xfrm flipH="1" rot="-163619">
            <a:off x="6300449" y="3399014"/>
            <a:ext cx="3289802" cy="2742855"/>
          </a:xfrm>
          <a:custGeom>
            <a:rect b="b" l="l" r="r" t="t"/>
            <a:pathLst>
              <a:path extrusionOk="0" h="17913" w="21485">
                <a:moveTo>
                  <a:pt x="16498" y="0"/>
                </a:moveTo>
                <a:cubicBezTo>
                  <a:pt x="16431" y="0"/>
                  <a:pt x="16363" y="2"/>
                  <a:pt x="16295" y="5"/>
                </a:cubicBezTo>
                <a:cubicBezTo>
                  <a:pt x="14773" y="76"/>
                  <a:pt x="13358" y="913"/>
                  <a:pt x="11838" y="913"/>
                </a:cubicBezTo>
                <a:cubicBezTo>
                  <a:pt x="11828" y="913"/>
                  <a:pt x="11819" y="913"/>
                  <a:pt x="11809" y="913"/>
                </a:cubicBezTo>
                <a:cubicBezTo>
                  <a:pt x="10328" y="903"/>
                  <a:pt x="8942" y="90"/>
                  <a:pt x="7502" y="90"/>
                </a:cubicBezTo>
                <a:cubicBezTo>
                  <a:pt x="7296" y="90"/>
                  <a:pt x="7089" y="106"/>
                  <a:pt x="6880" y="144"/>
                </a:cubicBezTo>
                <a:cubicBezTo>
                  <a:pt x="6031" y="300"/>
                  <a:pt x="5298" y="798"/>
                  <a:pt x="4738" y="1383"/>
                </a:cubicBezTo>
                <a:cubicBezTo>
                  <a:pt x="4125" y="2021"/>
                  <a:pt x="3678" y="2792"/>
                  <a:pt x="3546" y="3606"/>
                </a:cubicBezTo>
                <a:cubicBezTo>
                  <a:pt x="3331" y="4945"/>
                  <a:pt x="3958" y="6365"/>
                  <a:pt x="3330" y="7612"/>
                </a:cubicBezTo>
                <a:cubicBezTo>
                  <a:pt x="2843" y="8573"/>
                  <a:pt x="1725" y="9179"/>
                  <a:pt x="1025" y="10039"/>
                </a:cubicBezTo>
                <a:cubicBezTo>
                  <a:pt x="129" y="11143"/>
                  <a:pt x="1" y="12623"/>
                  <a:pt x="493" y="13871"/>
                </a:cubicBezTo>
                <a:cubicBezTo>
                  <a:pt x="985" y="15119"/>
                  <a:pt x="2039" y="16147"/>
                  <a:pt x="3280" y="16894"/>
                </a:cubicBezTo>
                <a:cubicBezTo>
                  <a:pt x="4303" y="17509"/>
                  <a:pt x="5501" y="17913"/>
                  <a:pt x="6745" y="17913"/>
                </a:cubicBezTo>
                <a:cubicBezTo>
                  <a:pt x="7100" y="17913"/>
                  <a:pt x="7459" y="17880"/>
                  <a:pt x="7819" y="17810"/>
                </a:cubicBezTo>
                <a:cubicBezTo>
                  <a:pt x="9799" y="17422"/>
                  <a:pt x="10027" y="16541"/>
                  <a:pt x="10831" y="15097"/>
                </a:cubicBezTo>
                <a:cubicBezTo>
                  <a:pt x="11709" y="13519"/>
                  <a:pt x="13719" y="12697"/>
                  <a:pt x="15584" y="12036"/>
                </a:cubicBezTo>
                <a:cubicBezTo>
                  <a:pt x="17450" y="11376"/>
                  <a:pt x="19474" y="10648"/>
                  <a:pt x="20504" y="9137"/>
                </a:cubicBezTo>
                <a:cubicBezTo>
                  <a:pt x="21026" y="8370"/>
                  <a:pt x="21230" y="7476"/>
                  <a:pt x="21324" y="6598"/>
                </a:cubicBezTo>
                <a:cubicBezTo>
                  <a:pt x="21484" y="5087"/>
                  <a:pt x="21327" y="3511"/>
                  <a:pt x="20489" y="2207"/>
                </a:cubicBezTo>
                <a:cubicBezTo>
                  <a:pt x="19684" y="953"/>
                  <a:pt x="18161" y="0"/>
                  <a:pt x="16498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3" name="Google Shape;2143;p93"/>
          <p:cNvSpPr txBox="1"/>
          <p:nvPr>
            <p:ph type="title"/>
          </p:nvPr>
        </p:nvSpPr>
        <p:spPr>
          <a:xfrm>
            <a:off x="3387900" y="758952"/>
            <a:ext cx="23682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2144" name="Google Shape;2144;p93"/>
          <p:cNvGrpSpPr/>
          <p:nvPr/>
        </p:nvGrpSpPr>
        <p:grpSpPr>
          <a:xfrm rot="-9900030">
            <a:off x="271409" y="845202"/>
            <a:ext cx="215932" cy="195605"/>
            <a:chOff x="1640475" y="1197075"/>
            <a:chExt cx="55475" cy="50250"/>
          </a:xfrm>
        </p:grpSpPr>
        <p:sp>
          <p:nvSpPr>
            <p:cNvPr id="2145" name="Google Shape;2145;p9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9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9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48" name="Google Shape;2148;p93"/>
          <p:cNvGrpSpPr/>
          <p:nvPr/>
        </p:nvGrpSpPr>
        <p:grpSpPr>
          <a:xfrm rot="6524430">
            <a:off x="349879" y="2378626"/>
            <a:ext cx="279618" cy="253294"/>
            <a:chOff x="1640475" y="1197075"/>
            <a:chExt cx="55475" cy="50250"/>
          </a:xfrm>
        </p:grpSpPr>
        <p:sp>
          <p:nvSpPr>
            <p:cNvPr id="2149" name="Google Shape;2149;p9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9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9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52" name="Google Shape;2152;p93"/>
          <p:cNvSpPr/>
          <p:nvPr/>
        </p:nvSpPr>
        <p:spPr>
          <a:xfrm flipH="1" rot="-2121718">
            <a:off x="6738637" y="226323"/>
            <a:ext cx="888103" cy="20804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3" name="Google Shape;2153;p93"/>
          <p:cNvSpPr/>
          <p:nvPr/>
        </p:nvSpPr>
        <p:spPr>
          <a:xfrm flipH="1" rot="-10799883">
            <a:off x="1288109" y="411773"/>
            <a:ext cx="545177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54" name="Google Shape;2154;p93"/>
          <p:cNvGrpSpPr/>
          <p:nvPr/>
        </p:nvGrpSpPr>
        <p:grpSpPr>
          <a:xfrm rot="6300012">
            <a:off x="8577095" y="3925450"/>
            <a:ext cx="290790" cy="263412"/>
            <a:chOff x="1640475" y="1197075"/>
            <a:chExt cx="55475" cy="50250"/>
          </a:xfrm>
        </p:grpSpPr>
        <p:sp>
          <p:nvSpPr>
            <p:cNvPr id="2155" name="Google Shape;2155;p9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9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9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58" name="Google Shape;2158;p93"/>
          <p:cNvSpPr/>
          <p:nvPr/>
        </p:nvSpPr>
        <p:spPr>
          <a:xfrm rot="10800000">
            <a:off x="5828025" y="4022950"/>
            <a:ext cx="1167574" cy="854200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9" name="Google Shape;2159;p93"/>
          <p:cNvSpPr/>
          <p:nvPr/>
        </p:nvSpPr>
        <p:spPr>
          <a:xfrm rot="-10431843">
            <a:off x="-54140" y="-118627"/>
            <a:ext cx="520982" cy="81628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SECTION_HEADER_1_1_1_1_1">
    <p:spTree>
      <p:nvGrpSpPr>
        <p:cNvPr id="2160" name="Shape 2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1" name="Google Shape;2161;p94"/>
          <p:cNvSpPr/>
          <p:nvPr/>
        </p:nvSpPr>
        <p:spPr>
          <a:xfrm>
            <a:off x="-252007" y="3576894"/>
            <a:ext cx="3903917" cy="1837176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2" name="Google Shape;2162;p94"/>
          <p:cNvSpPr/>
          <p:nvPr/>
        </p:nvSpPr>
        <p:spPr>
          <a:xfrm>
            <a:off x="-534698" y="-318300"/>
            <a:ext cx="3365751" cy="1857837"/>
          </a:xfrm>
          <a:custGeom>
            <a:rect b="b" l="l" r="r" t="t"/>
            <a:pathLst>
              <a:path extrusionOk="0" h="11330" w="20526">
                <a:moveTo>
                  <a:pt x="12939" y="1"/>
                </a:moveTo>
                <a:cubicBezTo>
                  <a:pt x="11999" y="1"/>
                  <a:pt x="11086" y="167"/>
                  <a:pt x="10169" y="370"/>
                </a:cubicBezTo>
                <a:cubicBezTo>
                  <a:pt x="9691" y="476"/>
                  <a:pt x="9213" y="584"/>
                  <a:pt x="8731" y="667"/>
                </a:cubicBezTo>
                <a:cubicBezTo>
                  <a:pt x="8234" y="750"/>
                  <a:pt x="7732" y="802"/>
                  <a:pt x="7229" y="839"/>
                </a:cubicBezTo>
                <a:cubicBezTo>
                  <a:pt x="6231" y="913"/>
                  <a:pt x="5230" y="935"/>
                  <a:pt x="4235" y="1052"/>
                </a:cubicBezTo>
                <a:cubicBezTo>
                  <a:pt x="3806" y="1102"/>
                  <a:pt x="3380" y="1184"/>
                  <a:pt x="2951" y="1235"/>
                </a:cubicBezTo>
                <a:cubicBezTo>
                  <a:pt x="2746" y="1260"/>
                  <a:pt x="2537" y="1279"/>
                  <a:pt x="2328" y="1279"/>
                </a:cubicBezTo>
                <a:cubicBezTo>
                  <a:pt x="2138" y="1279"/>
                  <a:pt x="1948" y="1263"/>
                  <a:pt x="1762" y="1222"/>
                </a:cubicBezTo>
                <a:cubicBezTo>
                  <a:pt x="1578" y="1180"/>
                  <a:pt x="1402" y="1113"/>
                  <a:pt x="1242" y="1012"/>
                </a:cubicBezTo>
                <a:cubicBezTo>
                  <a:pt x="1161" y="960"/>
                  <a:pt x="1089" y="870"/>
                  <a:pt x="988" y="868"/>
                </a:cubicBezTo>
                <a:cubicBezTo>
                  <a:pt x="985" y="868"/>
                  <a:pt x="983" y="868"/>
                  <a:pt x="981" y="868"/>
                </a:cubicBezTo>
                <a:cubicBezTo>
                  <a:pt x="897" y="868"/>
                  <a:pt x="810" y="887"/>
                  <a:pt x="732" y="917"/>
                </a:cubicBezTo>
                <a:cubicBezTo>
                  <a:pt x="360" y="1060"/>
                  <a:pt x="147" y="1435"/>
                  <a:pt x="79" y="1816"/>
                </a:cubicBezTo>
                <a:cubicBezTo>
                  <a:pt x="38" y="2046"/>
                  <a:pt x="37" y="2279"/>
                  <a:pt x="38" y="2512"/>
                </a:cubicBezTo>
                <a:cubicBezTo>
                  <a:pt x="38" y="2767"/>
                  <a:pt x="39" y="3024"/>
                  <a:pt x="40" y="3279"/>
                </a:cubicBezTo>
                <a:cubicBezTo>
                  <a:pt x="42" y="3797"/>
                  <a:pt x="44" y="4315"/>
                  <a:pt x="46" y="4833"/>
                </a:cubicBezTo>
                <a:cubicBezTo>
                  <a:pt x="50" y="5817"/>
                  <a:pt x="54" y="6803"/>
                  <a:pt x="57" y="7787"/>
                </a:cubicBezTo>
                <a:cubicBezTo>
                  <a:pt x="55" y="7786"/>
                  <a:pt x="54" y="7785"/>
                  <a:pt x="52" y="7785"/>
                </a:cubicBezTo>
                <a:cubicBezTo>
                  <a:pt x="0" y="7785"/>
                  <a:pt x="101" y="8649"/>
                  <a:pt x="628" y="8724"/>
                </a:cubicBezTo>
                <a:cubicBezTo>
                  <a:pt x="1441" y="8840"/>
                  <a:pt x="1514" y="10145"/>
                  <a:pt x="2146" y="10693"/>
                </a:cubicBezTo>
                <a:cubicBezTo>
                  <a:pt x="2452" y="10957"/>
                  <a:pt x="2805" y="11167"/>
                  <a:pt x="3199" y="11261"/>
                </a:cubicBezTo>
                <a:cubicBezTo>
                  <a:pt x="3402" y="11310"/>
                  <a:pt x="3609" y="11330"/>
                  <a:pt x="3816" y="11330"/>
                </a:cubicBezTo>
                <a:cubicBezTo>
                  <a:pt x="4077" y="11330"/>
                  <a:pt x="4340" y="11298"/>
                  <a:pt x="4597" y="11251"/>
                </a:cubicBezTo>
                <a:cubicBezTo>
                  <a:pt x="5367" y="11113"/>
                  <a:pt x="6207" y="10865"/>
                  <a:pt x="6645" y="10152"/>
                </a:cubicBezTo>
                <a:cubicBezTo>
                  <a:pt x="6859" y="9801"/>
                  <a:pt x="6970" y="9395"/>
                  <a:pt x="7203" y="9055"/>
                </a:cubicBezTo>
                <a:cubicBezTo>
                  <a:pt x="7421" y="8736"/>
                  <a:pt x="7758" y="8532"/>
                  <a:pt x="8120" y="8419"/>
                </a:cubicBezTo>
                <a:cubicBezTo>
                  <a:pt x="8559" y="8282"/>
                  <a:pt x="9011" y="8265"/>
                  <a:pt x="9465" y="8265"/>
                </a:cubicBezTo>
                <a:cubicBezTo>
                  <a:pt x="9615" y="8265"/>
                  <a:pt x="9765" y="8267"/>
                  <a:pt x="9915" y="8267"/>
                </a:cubicBezTo>
                <a:cubicBezTo>
                  <a:pt x="10115" y="8267"/>
                  <a:pt x="10316" y="8264"/>
                  <a:pt x="10515" y="8248"/>
                </a:cubicBezTo>
                <a:cubicBezTo>
                  <a:pt x="10927" y="8216"/>
                  <a:pt x="11342" y="8132"/>
                  <a:pt x="11707" y="7927"/>
                </a:cubicBezTo>
                <a:cubicBezTo>
                  <a:pt x="12074" y="7718"/>
                  <a:pt x="12352" y="7394"/>
                  <a:pt x="12600" y="7055"/>
                </a:cubicBezTo>
                <a:cubicBezTo>
                  <a:pt x="13089" y="6385"/>
                  <a:pt x="13543" y="5673"/>
                  <a:pt x="14244" y="5207"/>
                </a:cubicBezTo>
                <a:cubicBezTo>
                  <a:pt x="14594" y="4972"/>
                  <a:pt x="14986" y="4825"/>
                  <a:pt x="15405" y="4792"/>
                </a:cubicBezTo>
                <a:cubicBezTo>
                  <a:pt x="15494" y="4785"/>
                  <a:pt x="15582" y="4782"/>
                  <a:pt x="15670" y="4782"/>
                </a:cubicBezTo>
                <a:cubicBezTo>
                  <a:pt x="16070" y="4782"/>
                  <a:pt x="16469" y="4843"/>
                  <a:pt x="16866" y="4877"/>
                </a:cubicBezTo>
                <a:cubicBezTo>
                  <a:pt x="17302" y="4915"/>
                  <a:pt x="17740" y="4933"/>
                  <a:pt x="18178" y="4933"/>
                </a:cubicBezTo>
                <a:cubicBezTo>
                  <a:pt x="18243" y="4933"/>
                  <a:pt x="18309" y="4933"/>
                  <a:pt x="18374" y="4932"/>
                </a:cubicBezTo>
                <a:cubicBezTo>
                  <a:pt x="18585" y="4929"/>
                  <a:pt x="18814" y="4941"/>
                  <a:pt x="19012" y="4857"/>
                </a:cubicBezTo>
                <a:cubicBezTo>
                  <a:pt x="19193" y="4780"/>
                  <a:pt x="19305" y="4623"/>
                  <a:pt x="19390" y="4450"/>
                </a:cubicBezTo>
                <a:cubicBezTo>
                  <a:pt x="19618" y="3989"/>
                  <a:pt x="19825" y="3515"/>
                  <a:pt x="20041" y="3049"/>
                </a:cubicBezTo>
                <a:cubicBezTo>
                  <a:pt x="20147" y="2821"/>
                  <a:pt x="20256" y="2595"/>
                  <a:pt x="20357" y="2365"/>
                </a:cubicBezTo>
                <a:cubicBezTo>
                  <a:pt x="20444" y="2165"/>
                  <a:pt x="20525" y="1951"/>
                  <a:pt x="20518" y="1728"/>
                </a:cubicBezTo>
                <a:cubicBezTo>
                  <a:pt x="20505" y="1297"/>
                  <a:pt x="20161" y="1008"/>
                  <a:pt x="19822" y="810"/>
                </a:cubicBezTo>
                <a:cubicBezTo>
                  <a:pt x="19463" y="601"/>
                  <a:pt x="19065" y="469"/>
                  <a:pt x="18660" y="392"/>
                </a:cubicBezTo>
                <a:cubicBezTo>
                  <a:pt x="17815" y="229"/>
                  <a:pt x="16950" y="272"/>
                  <a:pt x="16095" y="224"/>
                </a:cubicBezTo>
                <a:cubicBezTo>
                  <a:pt x="15084" y="168"/>
                  <a:pt x="14079" y="19"/>
                  <a:pt x="13065" y="2"/>
                </a:cubicBezTo>
                <a:cubicBezTo>
                  <a:pt x="13023" y="1"/>
                  <a:pt x="12981" y="1"/>
                  <a:pt x="12939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3" name="Google Shape;2163;p94"/>
          <p:cNvSpPr/>
          <p:nvPr/>
        </p:nvSpPr>
        <p:spPr>
          <a:xfrm>
            <a:off x="7392777" y="-245660"/>
            <a:ext cx="2132823" cy="2139054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4" name="Google Shape;2164;p94"/>
          <p:cNvSpPr/>
          <p:nvPr/>
        </p:nvSpPr>
        <p:spPr>
          <a:xfrm>
            <a:off x="5392461" y="4223933"/>
            <a:ext cx="3997055" cy="1412317"/>
          </a:xfrm>
          <a:custGeom>
            <a:rect b="b" l="l" r="r" t="t"/>
            <a:pathLst>
              <a:path extrusionOk="0" h="8613" w="24376">
                <a:moveTo>
                  <a:pt x="12572" y="1"/>
                </a:moveTo>
                <a:cubicBezTo>
                  <a:pt x="11930" y="1"/>
                  <a:pt x="11305" y="137"/>
                  <a:pt x="10778" y="460"/>
                </a:cubicBezTo>
                <a:cubicBezTo>
                  <a:pt x="10193" y="818"/>
                  <a:pt x="9818" y="1341"/>
                  <a:pt x="9503" y="1852"/>
                </a:cubicBezTo>
                <a:cubicBezTo>
                  <a:pt x="9167" y="2398"/>
                  <a:pt x="8889" y="2969"/>
                  <a:pt x="8475" y="3485"/>
                </a:cubicBezTo>
                <a:cubicBezTo>
                  <a:pt x="8044" y="4023"/>
                  <a:pt x="7451" y="4445"/>
                  <a:pt x="6633" y="4599"/>
                </a:cubicBezTo>
                <a:cubicBezTo>
                  <a:pt x="6259" y="4669"/>
                  <a:pt x="5879" y="4690"/>
                  <a:pt x="5496" y="4690"/>
                </a:cubicBezTo>
                <a:cubicBezTo>
                  <a:pt x="4945" y="4690"/>
                  <a:pt x="4388" y="4646"/>
                  <a:pt x="3837" y="4646"/>
                </a:cubicBezTo>
                <a:cubicBezTo>
                  <a:pt x="3701" y="4646"/>
                  <a:pt x="3564" y="4649"/>
                  <a:pt x="3429" y="4656"/>
                </a:cubicBezTo>
                <a:cubicBezTo>
                  <a:pt x="2927" y="4680"/>
                  <a:pt x="2424" y="4755"/>
                  <a:pt x="1974" y="4934"/>
                </a:cubicBezTo>
                <a:cubicBezTo>
                  <a:pt x="1568" y="5095"/>
                  <a:pt x="1218" y="5332"/>
                  <a:pt x="943" y="5611"/>
                </a:cubicBezTo>
                <a:cubicBezTo>
                  <a:pt x="425" y="6133"/>
                  <a:pt x="179" y="6806"/>
                  <a:pt x="311" y="7456"/>
                </a:cubicBezTo>
                <a:cubicBezTo>
                  <a:pt x="309" y="7456"/>
                  <a:pt x="307" y="7456"/>
                  <a:pt x="305" y="7456"/>
                </a:cubicBezTo>
                <a:cubicBezTo>
                  <a:pt x="282" y="7456"/>
                  <a:pt x="258" y="7461"/>
                  <a:pt x="234" y="7475"/>
                </a:cubicBezTo>
                <a:cubicBezTo>
                  <a:pt x="83" y="7556"/>
                  <a:pt x="1" y="7677"/>
                  <a:pt x="4" y="7821"/>
                </a:cubicBezTo>
                <a:cubicBezTo>
                  <a:pt x="12" y="8172"/>
                  <a:pt x="404" y="8373"/>
                  <a:pt x="826" y="8396"/>
                </a:cubicBezTo>
                <a:cubicBezTo>
                  <a:pt x="860" y="8398"/>
                  <a:pt x="894" y="8399"/>
                  <a:pt x="929" y="8399"/>
                </a:cubicBezTo>
                <a:cubicBezTo>
                  <a:pt x="1162" y="8399"/>
                  <a:pt x="1397" y="8361"/>
                  <a:pt x="1626" y="8334"/>
                </a:cubicBezTo>
                <a:cubicBezTo>
                  <a:pt x="1931" y="8297"/>
                  <a:pt x="2238" y="8262"/>
                  <a:pt x="2544" y="8230"/>
                </a:cubicBezTo>
                <a:cubicBezTo>
                  <a:pt x="3747" y="8107"/>
                  <a:pt x="4958" y="8023"/>
                  <a:pt x="6170" y="7965"/>
                </a:cubicBezTo>
                <a:cubicBezTo>
                  <a:pt x="8591" y="7850"/>
                  <a:pt x="11019" y="7838"/>
                  <a:pt x="13445" y="7824"/>
                </a:cubicBezTo>
                <a:cubicBezTo>
                  <a:pt x="13813" y="7822"/>
                  <a:pt x="14182" y="7820"/>
                  <a:pt x="14552" y="7820"/>
                </a:cubicBezTo>
                <a:cubicBezTo>
                  <a:pt x="16507" y="7820"/>
                  <a:pt x="18472" y="7870"/>
                  <a:pt x="20390" y="8174"/>
                </a:cubicBezTo>
                <a:cubicBezTo>
                  <a:pt x="20952" y="8264"/>
                  <a:pt x="21511" y="8375"/>
                  <a:pt x="22057" y="8512"/>
                </a:cubicBezTo>
                <a:cubicBezTo>
                  <a:pt x="22240" y="8558"/>
                  <a:pt x="22430" y="8612"/>
                  <a:pt x="22625" y="8612"/>
                </a:cubicBezTo>
                <a:cubicBezTo>
                  <a:pt x="22665" y="8612"/>
                  <a:pt x="22706" y="8610"/>
                  <a:pt x="22747" y="8605"/>
                </a:cubicBezTo>
                <a:cubicBezTo>
                  <a:pt x="22986" y="8575"/>
                  <a:pt x="23126" y="8437"/>
                  <a:pt x="23188" y="8265"/>
                </a:cubicBezTo>
                <a:cubicBezTo>
                  <a:pt x="23342" y="7840"/>
                  <a:pt x="23440" y="7396"/>
                  <a:pt x="23556" y="6963"/>
                </a:cubicBezTo>
                <a:cubicBezTo>
                  <a:pt x="23675" y="6520"/>
                  <a:pt x="23785" y="6077"/>
                  <a:pt x="23879" y="5631"/>
                </a:cubicBezTo>
                <a:cubicBezTo>
                  <a:pt x="24251" y="3879"/>
                  <a:pt x="24375" y="2063"/>
                  <a:pt x="23717" y="343"/>
                </a:cubicBezTo>
                <a:cubicBezTo>
                  <a:pt x="23697" y="293"/>
                  <a:pt x="23642" y="267"/>
                  <a:pt x="23586" y="267"/>
                </a:cubicBezTo>
                <a:cubicBezTo>
                  <a:pt x="23541" y="267"/>
                  <a:pt x="23495" y="284"/>
                  <a:pt x="23467" y="317"/>
                </a:cubicBezTo>
                <a:cubicBezTo>
                  <a:pt x="23327" y="480"/>
                  <a:pt x="23169" y="631"/>
                  <a:pt x="22991" y="769"/>
                </a:cubicBezTo>
                <a:cubicBezTo>
                  <a:pt x="22274" y="1328"/>
                  <a:pt x="21289" y="1670"/>
                  <a:pt x="20281" y="1764"/>
                </a:cubicBezTo>
                <a:cubicBezTo>
                  <a:pt x="20062" y="1784"/>
                  <a:pt x="19841" y="1794"/>
                  <a:pt x="19620" y="1794"/>
                </a:cubicBezTo>
                <a:cubicBezTo>
                  <a:pt x="18644" y="1794"/>
                  <a:pt x="17671" y="1601"/>
                  <a:pt x="16789" y="1286"/>
                </a:cubicBezTo>
                <a:cubicBezTo>
                  <a:pt x="15722" y="905"/>
                  <a:pt x="14754" y="349"/>
                  <a:pt x="13607" y="110"/>
                </a:cubicBezTo>
                <a:cubicBezTo>
                  <a:pt x="13266" y="40"/>
                  <a:pt x="12917" y="1"/>
                  <a:pt x="12572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5" name="Google Shape;2165;p94"/>
          <p:cNvSpPr txBox="1"/>
          <p:nvPr>
            <p:ph type="title"/>
          </p:nvPr>
        </p:nvSpPr>
        <p:spPr>
          <a:xfrm>
            <a:off x="2887025" y="896532"/>
            <a:ext cx="3370500" cy="84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46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2166" name="Google Shape;2166;p94"/>
          <p:cNvGrpSpPr/>
          <p:nvPr/>
        </p:nvGrpSpPr>
        <p:grpSpPr>
          <a:xfrm rot="-6282408">
            <a:off x="776191" y="953710"/>
            <a:ext cx="221771" cy="200883"/>
            <a:chOff x="1640475" y="1197075"/>
            <a:chExt cx="55475" cy="50250"/>
          </a:xfrm>
        </p:grpSpPr>
        <p:sp>
          <p:nvSpPr>
            <p:cNvPr id="2167" name="Google Shape;2167;p9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9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9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70" name="Google Shape;2170;p94"/>
          <p:cNvGrpSpPr/>
          <p:nvPr/>
        </p:nvGrpSpPr>
        <p:grpSpPr>
          <a:xfrm rot="-3600037">
            <a:off x="8366841" y="366882"/>
            <a:ext cx="215935" cy="195604"/>
            <a:chOff x="1640475" y="1197075"/>
            <a:chExt cx="55475" cy="50250"/>
          </a:xfrm>
        </p:grpSpPr>
        <p:sp>
          <p:nvSpPr>
            <p:cNvPr id="2171" name="Google Shape;2171;p9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9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9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74" name="Google Shape;2174;p94"/>
          <p:cNvSpPr/>
          <p:nvPr/>
        </p:nvSpPr>
        <p:spPr>
          <a:xfrm rot="-8431516">
            <a:off x="991402" y="300030"/>
            <a:ext cx="529784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75" name="Google Shape;2175;p94"/>
          <p:cNvGrpSpPr/>
          <p:nvPr/>
        </p:nvGrpSpPr>
        <p:grpSpPr>
          <a:xfrm rot="900000">
            <a:off x="7711515" y="4595570"/>
            <a:ext cx="347165" cy="314462"/>
            <a:chOff x="1640475" y="1197075"/>
            <a:chExt cx="55475" cy="50250"/>
          </a:xfrm>
        </p:grpSpPr>
        <p:sp>
          <p:nvSpPr>
            <p:cNvPr id="2176" name="Google Shape;2176;p9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9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9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79" name="Google Shape;2179;p94"/>
          <p:cNvGrpSpPr/>
          <p:nvPr/>
        </p:nvGrpSpPr>
        <p:grpSpPr>
          <a:xfrm rot="899970">
            <a:off x="1517129" y="4372050"/>
            <a:ext cx="215932" cy="195605"/>
            <a:chOff x="1640475" y="1197075"/>
            <a:chExt cx="55475" cy="50250"/>
          </a:xfrm>
        </p:grpSpPr>
        <p:sp>
          <p:nvSpPr>
            <p:cNvPr id="2180" name="Google Shape;2180;p9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9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9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83" name="Google Shape;2183;p94"/>
          <p:cNvSpPr/>
          <p:nvPr/>
        </p:nvSpPr>
        <p:spPr>
          <a:xfrm rot="2510220">
            <a:off x="74986" y="2434051"/>
            <a:ext cx="1153753" cy="844089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4" name="Google Shape;2184;p94"/>
          <p:cNvSpPr/>
          <p:nvPr/>
        </p:nvSpPr>
        <p:spPr>
          <a:xfrm rot="10799880">
            <a:off x="6967220" y="4433428"/>
            <a:ext cx="529792" cy="12411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CUSTOM_8">
    <p:spTree>
      <p:nvGrpSpPr>
        <p:cNvPr id="2185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6" name="Google Shape;2186;p95"/>
          <p:cNvSpPr txBox="1"/>
          <p:nvPr>
            <p:ph type="title"/>
          </p:nvPr>
        </p:nvSpPr>
        <p:spPr>
          <a:xfrm>
            <a:off x="3310200" y="758950"/>
            <a:ext cx="25236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187" name="Google Shape;2187;p95"/>
          <p:cNvSpPr/>
          <p:nvPr/>
        </p:nvSpPr>
        <p:spPr>
          <a:xfrm rot="-5400000">
            <a:off x="-1633617" y="237263"/>
            <a:ext cx="3908878" cy="1656143"/>
          </a:xfrm>
          <a:custGeom>
            <a:rect b="b" l="l" r="r" t="t"/>
            <a:pathLst>
              <a:path extrusionOk="0" h="9729" w="28851">
                <a:moveTo>
                  <a:pt x="943" y="0"/>
                </a:moveTo>
                <a:cubicBezTo>
                  <a:pt x="631" y="0"/>
                  <a:pt x="337" y="87"/>
                  <a:pt x="179" y="380"/>
                </a:cubicBezTo>
                <a:cubicBezTo>
                  <a:pt x="1" y="711"/>
                  <a:pt x="78" y="1189"/>
                  <a:pt x="451" y="1303"/>
                </a:cubicBezTo>
                <a:cubicBezTo>
                  <a:pt x="355" y="2313"/>
                  <a:pt x="452" y="3522"/>
                  <a:pt x="1499" y="3989"/>
                </a:cubicBezTo>
                <a:cubicBezTo>
                  <a:pt x="1785" y="4117"/>
                  <a:pt x="2088" y="4165"/>
                  <a:pt x="2396" y="4165"/>
                </a:cubicBezTo>
                <a:cubicBezTo>
                  <a:pt x="3000" y="4165"/>
                  <a:pt x="3625" y="3981"/>
                  <a:pt x="4188" y="3848"/>
                </a:cubicBezTo>
                <a:cubicBezTo>
                  <a:pt x="4624" y="3745"/>
                  <a:pt x="5112" y="3633"/>
                  <a:pt x="5582" y="3633"/>
                </a:cubicBezTo>
                <a:cubicBezTo>
                  <a:pt x="6044" y="3633"/>
                  <a:pt x="6489" y="3741"/>
                  <a:pt x="6852" y="4069"/>
                </a:cubicBezTo>
                <a:cubicBezTo>
                  <a:pt x="7560" y="4711"/>
                  <a:pt x="7722" y="5737"/>
                  <a:pt x="8257" y="6500"/>
                </a:cubicBezTo>
                <a:cubicBezTo>
                  <a:pt x="8521" y="6876"/>
                  <a:pt x="8874" y="7178"/>
                  <a:pt x="9322" y="7300"/>
                </a:cubicBezTo>
                <a:cubicBezTo>
                  <a:pt x="9482" y="7344"/>
                  <a:pt x="9645" y="7363"/>
                  <a:pt x="9808" y="7363"/>
                </a:cubicBezTo>
                <a:cubicBezTo>
                  <a:pt x="10078" y="7363"/>
                  <a:pt x="10348" y="7310"/>
                  <a:pt x="10606" y="7231"/>
                </a:cubicBezTo>
                <a:cubicBezTo>
                  <a:pt x="11498" y="6959"/>
                  <a:pt x="12280" y="6380"/>
                  <a:pt x="13194" y="6184"/>
                </a:cubicBezTo>
                <a:cubicBezTo>
                  <a:pt x="13322" y="6156"/>
                  <a:pt x="13450" y="6141"/>
                  <a:pt x="13577" y="6141"/>
                </a:cubicBezTo>
                <a:cubicBezTo>
                  <a:pt x="13849" y="6141"/>
                  <a:pt x="14113" y="6211"/>
                  <a:pt x="14347" y="6376"/>
                </a:cubicBezTo>
                <a:cubicBezTo>
                  <a:pt x="14724" y="6643"/>
                  <a:pt x="14907" y="7097"/>
                  <a:pt x="15047" y="7521"/>
                </a:cubicBezTo>
                <a:cubicBezTo>
                  <a:pt x="15341" y="8400"/>
                  <a:pt x="15592" y="9554"/>
                  <a:pt x="16688" y="9709"/>
                </a:cubicBezTo>
                <a:cubicBezTo>
                  <a:pt x="16781" y="9722"/>
                  <a:pt x="16872" y="9728"/>
                  <a:pt x="16961" y="9728"/>
                </a:cubicBezTo>
                <a:cubicBezTo>
                  <a:pt x="18160" y="9728"/>
                  <a:pt x="18967" y="8588"/>
                  <a:pt x="19887" y="7966"/>
                </a:cubicBezTo>
                <a:cubicBezTo>
                  <a:pt x="20301" y="7685"/>
                  <a:pt x="20755" y="7537"/>
                  <a:pt x="21232" y="7537"/>
                </a:cubicBezTo>
                <a:cubicBezTo>
                  <a:pt x="21401" y="7537"/>
                  <a:pt x="21572" y="7556"/>
                  <a:pt x="21746" y="7593"/>
                </a:cubicBezTo>
                <a:cubicBezTo>
                  <a:pt x="22408" y="7736"/>
                  <a:pt x="23015" y="8087"/>
                  <a:pt x="23550" y="8494"/>
                </a:cubicBezTo>
                <a:cubicBezTo>
                  <a:pt x="24053" y="8876"/>
                  <a:pt x="24539" y="9361"/>
                  <a:pt x="25189" y="9466"/>
                </a:cubicBezTo>
                <a:cubicBezTo>
                  <a:pt x="25284" y="9481"/>
                  <a:pt x="25378" y="9489"/>
                  <a:pt x="25473" y="9489"/>
                </a:cubicBezTo>
                <a:cubicBezTo>
                  <a:pt x="26024" y="9489"/>
                  <a:pt x="26554" y="9240"/>
                  <a:pt x="26991" y="8910"/>
                </a:cubicBezTo>
                <a:cubicBezTo>
                  <a:pt x="27838" y="8271"/>
                  <a:pt x="28376" y="7319"/>
                  <a:pt x="28611" y="6292"/>
                </a:cubicBezTo>
                <a:cubicBezTo>
                  <a:pt x="28851" y="5239"/>
                  <a:pt x="28800" y="4124"/>
                  <a:pt x="28525" y="3084"/>
                </a:cubicBezTo>
                <a:cubicBezTo>
                  <a:pt x="28226" y="1958"/>
                  <a:pt x="27654" y="694"/>
                  <a:pt x="26488" y="261"/>
                </a:cubicBezTo>
                <a:cubicBezTo>
                  <a:pt x="26074" y="106"/>
                  <a:pt x="25631" y="64"/>
                  <a:pt x="25188" y="64"/>
                </a:cubicBezTo>
                <a:cubicBezTo>
                  <a:pt x="24971" y="64"/>
                  <a:pt x="24753" y="74"/>
                  <a:pt x="24540" y="86"/>
                </a:cubicBezTo>
                <a:cubicBezTo>
                  <a:pt x="23776" y="131"/>
                  <a:pt x="23013" y="188"/>
                  <a:pt x="22250" y="248"/>
                </a:cubicBezTo>
                <a:cubicBezTo>
                  <a:pt x="20720" y="367"/>
                  <a:pt x="19190" y="503"/>
                  <a:pt x="17661" y="628"/>
                </a:cubicBezTo>
                <a:cubicBezTo>
                  <a:pt x="15187" y="828"/>
                  <a:pt x="12704" y="996"/>
                  <a:pt x="10221" y="996"/>
                </a:cubicBezTo>
                <a:cubicBezTo>
                  <a:pt x="9649" y="996"/>
                  <a:pt x="9077" y="987"/>
                  <a:pt x="8505" y="967"/>
                </a:cubicBezTo>
                <a:cubicBezTo>
                  <a:pt x="6985" y="916"/>
                  <a:pt x="5467" y="790"/>
                  <a:pt x="3966" y="555"/>
                </a:cubicBezTo>
                <a:cubicBezTo>
                  <a:pt x="3209" y="436"/>
                  <a:pt x="2459" y="290"/>
                  <a:pt x="1714" y="116"/>
                </a:cubicBezTo>
                <a:cubicBezTo>
                  <a:pt x="1493" y="64"/>
                  <a:pt x="1211" y="0"/>
                  <a:pt x="94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8" name="Google Shape;2188;p95"/>
          <p:cNvSpPr/>
          <p:nvPr/>
        </p:nvSpPr>
        <p:spPr>
          <a:xfrm flipH="1" rot="10800000">
            <a:off x="5022526" y="-28552"/>
            <a:ext cx="4205593" cy="1363501"/>
          </a:xfrm>
          <a:custGeom>
            <a:rect b="b" l="l" r="r" t="t"/>
            <a:pathLst>
              <a:path extrusionOk="0" h="7088" w="21862">
                <a:moveTo>
                  <a:pt x="20392" y="0"/>
                </a:moveTo>
                <a:cubicBezTo>
                  <a:pt x="19697" y="0"/>
                  <a:pt x="19010" y="139"/>
                  <a:pt x="18446" y="437"/>
                </a:cubicBezTo>
                <a:cubicBezTo>
                  <a:pt x="17368" y="1003"/>
                  <a:pt x="16913" y="1997"/>
                  <a:pt x="16387" y="2893"/>
                </a:cubicBezTo>
                <a:cubicBezTo>
                  <a:pt x="15861" y="3789"/>
                  <a:pt x="15050" y="4733"/>
                  <a:pt x="13753" y="4924"/>
                </a:cubicBezTo>
                <a:cubicBezTo>
                  <a:pt x="13587" y="4948"/>
                  <a:pt x="13420" y="4959"/>
                  <a:pt x="13253" y="4959"/>
                </a:cubicBezTo>
                <a:cubicBezTo>
                  <a:pt x="12545" y="4959"/>
                  <a:pt x="11838" y="4765"/>
                  <a:pt x="11156" y="4596"/>
                </a:cubicBezTo>
                <a:cubicBezTo>
                  <a:pt x="10391" y="4408"/>
                  <a:pt x="9551" y="4258"/>
                  <a:pt x="8748" y="4258"/>
                </a:cubicBezTo>
                <a:cubicBezTo>
                  <a:pt x="8042" y="4258"/>
                  <a:pt x="7365" y="4373"/>
                  <a:pt x="6793" y="4680"/>
                </a:cubicBezTo>
                <a:cubicBezTo>
                  <a:pt x="5978" y="5117"/>
                  <a:pt x="5461" y="5904"/>
                  <a:pt x="4593" y="6207"/>
                </a:cubicBezTo>
                <a:cubicBezTo>
                  <a:pt x="4569" y="6215"/>
                  <a:pt x="4545" y="6224"/>
                  <a:pt x="4519" y="6231"/>
                </a:cubicBezTo>
                <a:cubicBezTo>
                  <a:pt x="4407" y="6267"/>
                  <a:pt x="4286" y="6293"/>
                  <a:pt x="4160" y="6310"/>
                </a:cubicBezTo>
                <a:cubicBezTo>
                  <a:pt x="4052" y="6325"/>
                  <a:pt x="3944" y="6331"/>
                  <a:pt x="3836" y="6331"/>
                </a:cubicBezTo>
                <a:cubicBezTo>
                  <a:pt x="3306" y="6331"/>
                  <a:pt x="2774" y="6185"/>
                  <a:pt x="2236" y="6169"/>
                </a:cubicBezTo>
                <a:cubicBezTo>
                  <a:pt x="2205" y="6168"/>
                  <a:pt x="2173" y="6167"/>
                  <a:pt x="2142" y="6167"/>
                </a:cubicBezTo>
                <a:cubicBezTo>
                  <a:pt x="1432" y="6167"/>
                  <a:pt x="726" y="6406"/>
                  <a:pt x="265" y="6805"/>
                </a:cubicBezTo>
                <a:cubicBezTo>
                  <a:pt x="165" y="6893"/>
                  <a:pt x="77" y="6988"/>
                  <a:pt x="1" y="7088"/>
                </a:cubicBezTo>
                <a:lnTo>
                  <a:pt x="21862" y="7088"/>
                </a:lnTo>
                <a:lnTo>
                  <a:pt x="21862" y="210"/>
                </a:lnTo>
                <a:cubicBezTo>
                  <a:pt x="21397" y="73"/>
                  <a:pt x="20892" y="0"/>
                  <a:pt x="20392" y="0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9" name="Google Shape;2189;p95"/>
          <p:cNvSpPr/>
          <p:nvPr/>
        </p:nvSpPr>
        <p:spPr>
          <a:xfrm flipH="1" rot="10800000">
            <a:off x="-232463" y="4025993"/>
            <a:ext cx="2767187" cy="1358003"/>
          </a:xfrm>
          <a:custGeom>
            <a:rect b="b" l="l" r="r" t="t"/>
            <a:pathLst>
              <a:path extrusionOk="0" h="6456" w="13155">
                <a:moveTo>
                  <a:pt x="1821" y="0"/>
                </a:moveTo>
                <a:lnTo>
                  <a:pt x="1821" y="3"/>
                </a:lnTo>
                <a:lnTo>
                  <a:pt x="0" y="4"/>
                </a:lnTo>
                <a:lnTo>
                  <a:pt x="0" y="222"/>
                </a:lnTo>
                <a:lnTo>
                  <a:pt x="0" y="1236"/>
                </a:lnTo>
                <a:lnTo>
                  <a:pt x="0" y="2358"/>
                </a:lnTo>
                <a:lnTo>
                  <a:pt x="1" y="3370"/>
                </a:lnTo>
                <a:lnTo>
                  <a:pt x="1" y="4493"/>
                </a:lnTo>
                <a:lnTo>
                  <a:pt x="1" y="5504"/>
                </a:lnTo>
                <a:lnTo>
                  <a:pt x="1" y="6178"/>
                </a:lnTo>
                <a:cubicBezTo>
                  <a:pt x="369" y="6349"/>
                  <a:pt x="770" y="6456"/>
                  <a:pt x="1177" y="6456"/>
                </a:cubicBezTo>
                <a:cubicBezTo>
                  <a:pt x="1363" y="6456"/>
                  <a:pt x="1550" y="6434"/>
                  <a:pt x="1736" y="6385"/>
                </a:cubicBezTo>
                <a:cubicBezTo>
                  <a:pt x="1764" y="6378"/>
                  <a:pt x="1794" y="6370"/>
                  <a:pt x="1822" y="6361"/>
                </a:cubicBezTo>
                <a:cubicBezTo>
                  <a:pt x="1843" y="6355"/>
                  <a:pt x="1862" y="6348"/>
                  <a:pt x="1882" y="6342"/>
                </a:cubicBezTo>
                <a:cubicBezTo>
                  <a:pt x="2342" y="6188"/>
                  <a:pt x="2719" y="5901"/>
                  <a:pt x="3050" y="5558"/>
                </a:cubicBezTo>
                <a:cubicBezTo>
                  <a:pt x="3068" y="5540"/>
                  <a:pt x="3085" y="5522"/>
                  <a:pt x="3102" y="5503"/>
                </a:cubicBezTo>
                <a:cubicBezTo>
                  <a:pt x="3398" y="5189"/>
                  <a:pt x="3657" y="4831"/>
                  <a:pt x="3908" y="4490"/>
                </a:cubicBezTo>
                <a:cubicBezTo>
                  <a:pt x="3908" y="4490"/>
                  <a:pt x="3909" y="4490"/>
                  <a:pt x="3909" y="4489"/>
                </a:cubicBezTo>
                <a:cubicBezTo>
                  <a:pt x="3923" y="4471"/>
                  <a:pt x="3936" y="4455"/>
                  <a:pt x="3949" y="4436"/>
                </a:cubicBezTo>
                <a:cubicBezTo>
                  <a:pt x="4217" y="4078"/>
                  <a:pt x="4522" y="3714"/>
                  <a:pt x="4875" y="3424"/>
                </a:cubicBezTo>
                <a:cubicBezTo>
                  <a:pt x="4897" y="3405"/>
                  <a:pt x="4919" y="3387"/>
                  <a:pt x="4942" y="3369"/>
                </a:cubicBezTo>
                <a:cubicBezTo>
                  <a:pt x="5319" y="3071"/>
                  <a:pt x="5750" y="2859"/>
                  <a:pt x="6248" y="2826"/>
                </a:cubicBezTo>
                <a:cubicBezTo>
                  <a:pt x="6296" y="2822"/>
                  <a:pt x="6344" y="2821"/>
                  <a:pt x="6391" y="2821"/>
                </a:cubicBezTo>
                <a:cubicBezTo>
                  <a:pt x="7025" y="2821"/>
                  <a:pt x="7616" y="3105"/>
                  <a:pt x="8200" y="3368"/>
                </a:cubicBezTo>
                <a:cubicBezTo>
                  <a:pt x="8240" y="3387"/>
                  <a:pt x="8281" y="3405"/>
                  <a:pt x="8323" y="3423"/>
                </a:cubicBezTo>
                <a:cubicBezTo>
                  <a:pt x="8382" y="3449"/>
                  <a:pt x="8442" y="3475"/>
                  <a:pt x="8501" y="3501"/>
                </a:cubicBezTo>
                <a:cubicBezTo>
                  <a:pt x="9052" y="3734"/>
                  <a:pt x="9659" y="3908"/>
                  <a:pt x="10259" y="3908"/>
                </a:cubicBezTo>
                <a:cubicBezTo>
                  <a:pt x="10487" y="3908"/>
                  <a:pt x="10715" y="3882"/>
                  <a:pt x="10937" y="3826"/>
                </a:cubicBezTo>
                <a:cubicBezTo>
                  <a:pt x="11253" y="3746"/>
                  <a:pt x="11547" y="3604"/>
                  <a:pt x="11810" y="3423"/>
                </a:cubicBezTo>
                <a:cubicBezTo>
                  <a:pt x="11835" y="3405"/>
                  <a:pt x="11861" y="3387"/>
                  <a:pt x="11886" y="3368"/>
                </a:cubicBezTo>
                <a:cubicBezTo>
                  <a:pt x="11986" y="3295"/>
                  <a:pt x="12081" y="3217"/>
                  <a:pt x="12169" y="3134"/>
                </a:cubicBezTo>
                <a:cubicBezTo>
                  <a:pt x="12416" y="2906"/>
                  <a:pt x="12624" y="2641"/>
                  <a:pt x="12783" y="2355"/>
                </a:cubicBezTo>
                <a:cubicBezTo>
                  <a:pt x="12794" y="2337"/>
                  <a:pt x="12805" y="2319"/>
                  <a:pt x="12814" y="2300"/>
                </a:cubicBezTo>
                <a:cubicBezTo>
                  <a:pt x="12983" y="1983"/>
                  <a:pt x="13095" y="1639"/>
                  <a:pt x="13135" y="1287"/>
                </a:cubicBezTo>
                <a:cubicBezTo>
                  <a:pt x="13137" y="1269"/>
                  <a:pt x="13139" y="1251"/>
                  <a:pt x="13141" y="1232"/>
                </a:cubicBezTo>
                <a:cubicBezTo>
                  <a:pt x="13152" y="1109"/>
                  <a:pt x="13155" y="984"/>
                  <a:pt x="13149" y="860"/>
                </a:cubicBezTo>
                <a:cubicBezTo>
                  <a:pt x="13137" y="644"/>
                  <a:pt x="13096" y="428"/>
                  <a:pt x="13028" y="222"/>
                </a:cubicBezTo>
                <a:cubicBezTo>
                  <a:pt x="13023" y="204"/>
                  <a:pt x="13017" y="185"/>
                  <a:pt x="13010" y="167"/>
                </a:cubicBezTo>
                <a:cubicBezTo>
                  <a:pt x="12991" y="111"/>
                  <a:pt x="12969" y="56"/>
                  <a:pt x="12946" y="1"/>
                </a:cubicBezTo>
                <a:lnTo>
                  <a:pt x="1880" y="3"/>
                </a:lnTo>
                <a:lnTo>
                  <a:pt x="1880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0" name="Google Shape;2190;p95"/>
          <p:cNvSpPr/>
          <p:nvPr/>
        </p:nvSpPr>
        <p:spPr>
          <a:xfrm flipH="1" rot="400492">
            <a:off x="7335215" y="1935465"/>
            <a:ext cx="2458871" cy="3508291"/>
          </a:xfrm>
          <a:custGeom>
            <a:rect b="b" l="l" r="r" t="t"/>
            <a:pathLst>
              <a:path extrusionOk="0" h="20886" w="14638">
                <a:moveTo>
                  <a:pt x="3191" y="1"/>
                </a:moveTo>
                <a:cubicBezTo>
                  <a:pt x="2885" y="1"/>
                  <a:pt x="2576" y="81"/>
                  <a:pt x="2295" y="191"/>
                </a:cubicBezTo>
                <a:cubicBezTo>
                  <a:pt x="1899" y="349"/>
                  <a:pt x="1532" y="564"/>
                  <a:pt x="1185" y="809"/>
                </a:cubicBezTo>
                <a:cubicBezTo>
                  <a:pt x="1218" y="721"/>
                  <a:pt x="1252" y="633"/>
                  <a:pt x="1287" y="547"/>
                </a:cubicBezTo>
                <a:cubicBezTo>
                  <a:pt x="1332" y="438"/>
                  <a:pt x="1242" y="367"/>
                  <a:pt x="1149" y="367"/>
                </a:cubicBezTo>
                <a:cubicBezTo>
                  <a:pt x="1089" y="367"/>
                  <a:pt x="1027" y="397"/>
                  <a:pt x="998" y="467"/>
                </a:cubicBezTo>
                <a:cubicBezTo>
                  <a:pt x="147" y="2564"/>
                  <a:pt x="0" y="4857"/>
                  <a:pt x="71" y="7096"/>
                </a:cubicBezTo>
                <a:cubicBezTo>
                  <a:pt x="107" y="8264"/>
                  <a:pt x="200" y="9428"/>
                  <a:pt x="285" y="10592"/>
                </a:cubicBezTo>
                <a:cubicBezTo>
                  <a:pt x="378" y="11838"/>
                  <a:pt x="471" y="13083"/>
                  <a:pt x="565" y="14328"/>
                </a:cubicBezTo>
                <a:cubicBezTo>
                  <a:pt x="660" y="15573"/>
                  <a:pt x="755" y="16818"/>
                  <a:pt x="852" y="18063"/>
                </a:cubicBezTo>
                <a:cubicBezTo>
                  <a:pt x="895" y="18617"/>
                  <a:pt x="909" y="19183"/>
                  <a:pt x="997" y="19731"/>
                </a:cubicBezTo>
                <a:cubicBezTo>
                  <a:pt x="1063" y="20137"/>
                  <a:pt x="1227" y="20580"/>
                  <a:pt x="1623" y="20768"/>
                </a:cubicBezTo>
                <a:cubicBezTo>
                  <a:pt x="1853" y="20878"/>
                  <a:pt x="2108" y="20885"/>
                  <a:pt x="2359" y="20885"/>
                </a:cubicBezTo>
                <a:cubicBezTo>
                  <a:pt x="2678" y="20885"/>
                  <a:pt x="2997" y="20884"/>
                  <a:pt x="3315" y="20883"/>
                </a:cubicBezTo>
                <a:cubicBezTo>
                  <a:pt x="3934" y="20882"/>
                  <a:pt x="4551" y="20881"/>
                  <a:pt x="5168" y="20880"/>
                </a:cubicBezTo>
                <a:cubicBezTo>
                  <a:pt x="6413" y="20878"/>
                  <a:pt x="7658" y="20875"/>
                  <a:pt x="8904" y="20873"/>
                </a:cubicBezTo>
                <a:cubicBezTo>
                  <a:pt x="8946" y="20873"/>
                  <a:pt x="8987" y="20873"/>
                  <a:pt x="9029" y="20873"/>
                </a:cubicBezTo>
                <a:cubicBezTo>
                  <a:pt x="9733" y="20873"/>
                  <a:pt x="10440" y="20882"/>
                  <a:pt x="11147" y="20882"/>
                </a:cubicBezTo>
                <a:cubicBezTo>
                  <a:pt x="11621" y="20882"/>
                  <a:pt x="12096" y="20878"/>
                  <a:pt x="12569" y="20863"/>
                </a:cubicBezTo>
                <a:cubicBezTo>
                  <a:pt x="13054" y="20848"/>
                  <a:pt x="13560" y="20768"/>
                  <a:pt x="13928" y="20425"/>
                </a:cubicBezTo>
                <a:cubicBezTo>
                  <a:pt x="14266" y="20112"/>
                  <a:pt x="14409" y="19650"/>
                  <a:pt x="14479" y="19208"/>
                </a:cubicBezTo>
                <a:cubicBezTo>
                  <a:pt x="14615" y="18346"/>
                  <a:pt x="14637" y="17435"/>
                  <a:pt x="14556" y="16567"/>
                </a:cubicBezTo>
                <a:cubicBezTo>
                  <a:pt x="14480" y="15744"/>
                  <a:pt x="14290" y="14898"/>
                  <a:pt x="13827" y="14200"/>
                </a:cubicBezTo>
                <a:cubicBezTo>
                  <a:pt x="13606" y="13867"/>
                  <a:pt x="13329" y="13578"/>
                  <a:pt x="13000" y="13350"/>
                </a:cubicBezTo>
                <a:cubicBezTo>
                  <a:pt x="12618" y="13086"/>
                  <a:pt x="12175" y="12928"/>
                  <a:pt x="11727" y="12811"/>
                </a:cubicBezTo>
                <a:cubicBezTo>
                  <a:pt x="10841" y="12580"/>
                  <a:pt x="9808" y="12500"/>
                  <a:pt x="9119" y="11827"/>
                </a:cubicBezTo>
                <a:cubicBezTo>
                  <a:pt x="8381" y="11106"/>
                  <a:pt x="8246" y="10000"/>
                  <a:pt x="8306" y="9020"/>
                </a:cubicBezTo>
                <a:cubicBezTo>
                  <a:pt x="8344" y="8404"/>
                  <a:pt x="8449" y="7795"/>
                  <a:pt x="8518" y="7181"/>
                </a:cubicBezTo>
                <a:cubicBezTo>
                  <a:pt x="8574" y="6676"/>
                  <a:pt x="8621" y="6136"/>
                  <a:pt x="8417" y="5654"/>
                </a:cubicBezTo>
                <a:cubicBezTo>
                  <a:pt x="7771" y="4140"/>
                  <a:pt x="5341" y="4868"/>
                  <a:pt x="4856" y="3246"/>
                </a:cubicBezTo>
                <a:cubicBezTo>
                  <a:pt x="4619" y="2457"/>
                  <a:pt x="4843" y="1582"/>
                  <a:pt x="4492" y="818"/>
                </a:cubicBezTo>
                <a:cubicBezTo>
                  <a:pt x="4321" y="450"/>
                  <a:pt x="3993" y="161"/>
                  <a:pt x="3598" y="53"/>
                </a:cubicBezTo>
                <a:cubicBezTo>
                  <a:pt x="3465" y="17"/>
                  <a:pt x="3328" y="1"/>
                  <a:pt x="3191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1" name="Google Shape;2191;p95"/>
          <p:cNvSpPr/>
          <p:nvPr/>
        </p:nvSpPr>
        <p:spPr>
          <a:xfrm rot="-8615811">
            <a:off x="999352" y="3424192"/>
            <a:ext cx="848090" cy="171654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2" name="Google Shape;2192;p95"/>
          <p:cNvSpPr/>
          <p:nvPr/>
        </p:nvSpPr>
        <p:spPr>
          <a:xfrm flipH="1" rot="9000285">
            <a:off x="6892495" y="-65377"/>
            <a:ext cx="970034" cy="22723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93" name="Google Shape;2193;p95"/>
          <p:cNvGrpSpPr/>
          <p:nvPr/>
        </p:nvGrpSpPr>
        <p:grpSpPr>
          <a:xfrm flipH="1" rot="-10799841">
            <a:off x="1031177" y="4742682"/>
            <a:ext cx="239902" cy="217311"/>
            <a:chOff x="1640475" y="1197075"/>
            <a:chExt cx="55475" cy="50250"/>
          </a:xfrm>
        </p:grpSpPr>
        <p:sp>
          <p:nvSpPr>
            <p:cNvPr id="2194" name="Google Shape;2194;p9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9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9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97" name="Google Shape;2197;p95"/>
          <p:cNvGrpSpPr/>
          <p:nvPr/>
        </p:nvGrpSpPr>
        <p:grpSpPr>
          <a:xfrm flipH="1" rot="6757014">
            <a:off x="7636965" y="3719799"/>
            <a:ext cx="527648" cy="477964"/>
            <a:chOff x="1640475" y="1197075"/>
            <a:chExt cx="55475" cy="50250"/>
          </a:xfrm>
        </p:grpSpPr>
        <p:sp>
          <p:nvSpPr>
            <p:cNvPr id="2198" name="Google Shape;2198;p9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9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9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01" name="Google Shape;2201;p95"/>
          <p:cNvSpPr/>
          <p:nvPr/>
        </p:nvSpPr>
        <p:spPr>
          <a:xfrm flipH="1" rot="9900139">
            <a:off x="1848350" y="-134980"/>
            <a:ext cx="492733" cy="728482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2" name="Google Shape;2202;p95"/>
          <p:cNvSpPr/>
          <p:nvPr/>
        </p:nvSpPr>
        <p:spPr>
          <a:xfrm flipH="1" rot="3511162">
            <a:off x="7430343" y="269341"/>
            <a:ext cx="738535" cy="540314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03" name="Google Shape;2203;p95"/>
          <p:cNvGrpSpPr/>
          <p:nvPr/>
        </p:nvGrpSpPr>
        <p:grpSpPr>
          <a:xfrm flipH="1" rot="10374925">
            <a:off x="778972" y="752635"/>
            <a:ext cx="359745" cy="325867"/>
            <a:chOff x="1640475" y="1197075"/>
            <a:chExt cx="55475" cy="50250"/>
          </a:xfrm>
        </p:grpSpPr>
        <p:sp>
          <p:nvSpPr>
            <p:cNvPr id="2204" name="Google Shape;2204;p9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9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9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5">
  <p:cSld name="CUSTOM_8_1">
    <p:spTree>
      <p:nvGrpSpPr>
        <p:cNvPr id="2207" name="Shape 2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8" name="Google Shape;2208;p96"/>
          <p:cNvSpPr txBox="1"/>
          <p:nvPr>
            <p:ph type="title"/>
          </p:nvPr>
        </p:nvSpPr>
        <p:spPr>
          <a:xfrm>
            <a:off x="3466850" y="758950"/>
            <a:ext cx="2210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209" name="Google Shape;2209;p96"/>
          <p:cNvSpPr/>
          <p:nvPr/>
        </p:nvSpPr>
        <p:spPr>
          <a:xfrm rot="6654579">
            <a:off x="6461750" y="-1049456"/>
            <a:ext cx="2549004" cy="2033548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dk2">
              <a:alpha val="4018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0" name="Google Shape;2210;p96"/>
          <p:cNvSpPr/>
          <p:nvPr/>
        </p:nvSpPr>
        <p:spPr>
          <a:xfrm>
            <a:off x="-209325" y="4063744"/>
            <a:ext cx="2549055" cy="1959992"/>
          </a:xfrm>
          <a:custGeom>
            <a:rect b="b" l="l" r="r" t="t"/>
            <a:pathLst>
              <a:path extrusionOk="0" h="12489" w="16243">
                <a:moveTo>
                  <a:pt x="3844" y="0"/>
                </a:moveTo>
                <a:cubicBezTo>
                  <a:pt x="3285" y="0"/>
                  <a:pt x="2723" y="148"/>
                  <a:pt x="2228" y="400"/>
                </a:cubicBezTo>
                <a:cubicBezTo>
                  <a:pt x="1280" y="883"/>
                  <a:pt x="590" y="1767"/>
                  <a:pt x="156" y="2720"/>
                </a:cubicBezTo>
                <a:cubicBezTo>
                  <a:pt x="49" y="2956"/>
                  <a:pt x="1" y="3596"/>
                  <a:pt x="54" y="3596"/>
                </a:cubicBezTo>
                <a:cubicBezTo>
                  <a:pt x="57" y="3596"/>
                  <a:pt x="61" y="3593"/>
                  <a:pt x="66" y="3588"/>
                </a:cubicBezTo>
                <a:cubicBezTo>
                  <a:pt x="269" y="4868"/>
                  <a:pt x="1355" y="5759"/>
                  <a:pt x="2294" y="6557"/>
                </a:cubicBezTo>
                <a:cubicBezTo>
                  <a:pt x="3560" y="7632"/>
                  <a:pt x="4723" y="8824"/>
                  <a:pt x="5756" y="10126"/>
                </a:cubicBezTo>
                <a:cubicBezTo>
                  <a:pt x="6340" y="10862"/>
                  <a:pt x="6881" y="11633"/>
                  <a:pt x="7379" y="12430"/>
                </a:cubicBezTo>
                <a:cubicBezTo>
                  <a:pt x="7403" y="12468"/>
                  <a:pt x="7442" y="12488"/>
                  <a:pt x="7481" y="12488"/>
                </a:cubicBezTo>
                <a:cubicBezTo>
                  <a:pt x="7510" y="12488"/>
                  <a:pt x="7539" y="12478"/>
                  <a:pt x="7563" y="12456"/>
                </a:cubicBezTo>
                <a:cubicBezTo>
                  <a:pt x="9372" y="10767"/>
                  <a:pt x="11182" y="9079"/>
                  <a:pt x="12991" y="7391"/>
                </a:cubicBezTo>
                <a:cubicBezTo>
                  <a:pt x="13444" y="6969"/>
                  <a:pt x="13897" y="6547"/>
                  <a:pt x="14348" y="6125"/>
                </a:cubicBezTo>
                <a:cubicBezTo>
                  <a:pt x="14774" y="5728"/>
                  <a:pt x="15224" y="5346"/>
                  <a:pt x="15621" y="4920"/>
                </a:cubicBezTo>
                <a:cubicBezTo>
                  <a:pt x="15956" y="4561"/>
                  <a:pt x="16230" y="4130"/>
                  <a:pt x="16237" y="3625"/>
                </a:cubicBezTo>
                <a:cubicBezTo>
                  <a:pt x="16243" y="3173"/>
                  <a:pt x="16055" y="2737"/>
                  <a:pt x="15772" y="2393"/>
                </a:cubicBezTo>
                <a:cubicBezTo>
                  <a:pt x="15118" y="1597"/>
                  <a:pt x="13969" y="1326"/>
                  <a:pt x="12990" y="1230"/>
                </a:cubicBezTo>
                <a:cubicBezTo>
                  <a:pt x="12782" y="1209"/>
                  <a:pt x="12575" y="1199"/>
                  <a:pt x="12369" y="1199"/>
                </a:cubicBezTo>
                <a:cubicBezTo>
                  <a:pt x="11579" y="1199"/>
                  <a:pt x="10805" y="1344"/>
                  <a:pt x="10046" y="1589"/>
                </a:cubicBezTo>
                <a:cubicBezTo>
                  <a:pt x="9458" y="1779"/>
                  <a:pt x="8842" y="1996"/>
                  <a:pt x="8230" y="1996"/>
                </a:cubicBezTo>
                <a:cubicBezTo>
                  <a:pt x="7924" y="1996"/>
                  <a:pt x="7618" y="1942"/>
                  <a:pt x="7317" y="1801"/>
                </a:cubicBezTo>
                <a:cubicBezTo>
                  <a:pt x="6411" y="1378"/>
                  <a:pt x="5786" y="517"/>
                  <a:pt x="4835" y="170"/>
                </a:cubicBezTo>
                <a:cubicBezTo>
                  <a:pt x="4516" y="54"/>
                  <a:pt x="4181" y="0"/>
                  <a:pt x="3844" y="0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1" name="Google Shape;2211;p96"/>
          <p:cNvSpPr/>
          <p:nvPr/>
        </p:nvSpPr>
        <p:spPr>
          <a:xfrm>
            <a:off x="7748525" y="1889849"/>
            <a:ext cx="1990571" cy="3627799"/>
          </a:xfrm>
          <a:custGeom>
            <a:rect b="b" l="l" r="r" t="t"/>
            <a:pathLst>
              <a:path extrusionOk="0" h="26119" w="14332">
                <a:moveTo>
                  <a:pt x="12104" y="0"/>
                </a:moveTo>
                <a:cubicBezTo>
                  <a:pt x="11836" y="0"/>
                  <a:pt x="11579" y="100"/>
                  <a:pt x="11338" y="207"/>
                </a:cubicBezTo>
                <a:cubicBezTo>
                  <a:pt x="11049" y="335"/>
                  <a:pt x="10764" y="475"/>
                  <a:pt x="10478" y="610"/>
                </a:cubicBezTo>
                <a:cubicBezTo>
                  <a:pt x="9890" y="885"/>
                  <a:pt x="9294" y="1149"/>
                  <a:pt x="8713" y="1440"/>
                </a:cubicBezTo>
                <a:cubicBezTo>
                  <a:pt x="8495" y="1549"/>
                  <a:pt x="8298" y="1691"/>
                  <a:pt x="8201" y="1922"/>
                </a:cubicBezTo>
                <a:cubicBezTo>
                  <a:pt x="8095" y="2174"/>
                  <a:pt x="8110" y="2467"/>
                  <a:pt x="8106" y="2735"/>
                </a:cubicBezTo>
                <a:cubicBezTo>
                  <a:pt x="8097" y="3377"/>
                  <a:pt x="8121" y="4019"/>
                  <a:pt x="8176" y="4658"/>
                </a:cubicBezTo>
                <a:cubicBezTo>
                  <a:pt x="8228" y="5277"/>
                  <a:pt x="8331" y="5899"/>
                  <a:pt x="8283" y="6521"/>
                </a:cubicBezTo>
                <a:cubicBezTo>
                  <a:pt x="8242" y="7056"/>
                  <a:pt x="8055" y="7556"/>
                  <a:pt x="7761" y="8004"/>
                </a:cubicBezTo>
                <a:cubicBezTo>
                  <a:pt x="7173" y="8897"/>
                  <a:pt x="6276" y="9476"/>
                  <a:pt x="5434" y="10099"/>
                </a:cubicBezTo>
                <a:cubicBezTo>
                  <a:pt x="5008" y="10415"/>
                  <a:pt x="4600" y="10769"/>
                  <a:pt x="4338" y="11238"/>
                </a:cubicBezTo>
                <a:cubicBezTo>
                  <a:pt x="4078" y="11703"/>
                  <a:pt x="3973" y="12231"/>
                  <a:pt x="3932" y="12758"/>
                </a:cubicBezTo>
                <a:cubicBezTo>
                  <a:pt x="3854" y="13776"/>
                  <a:pt x="4023" y="14819"/>
                  <a:pt x="3717" y="15812"/>
                </a:cubicBezTo>
                <a:cubicBezTo>
                  <a:pt x="3574" y="16273"/>
                  <a:pt x="3319" y="16702"/>
                  <a:pt x="2917" y="16981"/>
                </a:cubicBezTo>
                <a:cubicBezTo>
                  <a:pt x="2489" y="17279"/>
                  <a:pt x="1977" y="17419"/>
                  <a:pt x="1536" y="17694"/>
                </a:cubicBezTo>
                <a:cubicBezTo>
                  <a:pt x="639" y="18252"/>
                  <a:pt x="327" y="19323"/>
                  <a:pt x="152" y="20304"/>
                </a:cubicBezTo>
                <a:cubicBezTo>
                  <a:pt x="48" y="20891"/>
                  <a:pt x="1" y="21500"/>
                  <a:pt x="140" y="22087"/>
                </a:cubicBezTo>
                <a:cubicBezTo>
                  <a:pt x="259" y="22589"/>
                  <a:pt x="523" y="23040"/>
                  <a:pt x="855" y="23429"/>
                </a:cubicBezTo>
                <a:cubicBezTo>
                  <a:pt x="1544" y="24236"/>
                  <a:pt x="3187" y="24329"/>
                  <a:pt x="3333" y="25366"/>
                </a:cubicBezTo>
                <a:cubicBezTo>
                  <a:pt x="3413" y="25937"/>
                  <a:pt x="4213" y="26116"/>
                  <a:pt x="4450" y="26116"/>
                </a:cubicBezTo>
                <a:cubicBezTo>
                  <a:pt x="4499" y="26116"/>
                  <a:pt x="4524" y="26108"/>
                  <a:pt x="4512" y="26094"/>
                </a:cubicBezTo>
                <a:lnTo>
                  <a:pt x="4512" y="26094"/>
                </a:lnTo>
                <a:cubicBezTo>
                  <a:pt x="5752" y="26098"/>
                  <a:pt x="6992" y="26103"/>
                  <a:pt x="8231" y="26108"/>
                </a:cubicBezTo>
                <a:cubicBezTo>
                  <a:pt x="8884" y="26110"/>
                  <a:pt x="9536" y="26113"/>
                  <a:pt x="10188" y="26115"/>
                </a:cubicBezTo>
                <a:cubicBezTo>
                  <a:pt x="10509" y="26116"/>
                  <a:pt x="10831" y="26117"/>
                  <a:pt x="11153" y="26118"/>
                </a:cubicBezTo>
                <a:cubicBezTo>
                  <a:pt x="11181" y="26118"/>
                  <a:pt x="11210" y="26118"/>
                  <a:pt x="11238" y="26118"/>
                </a:cubicBezTo>
                <a:cubicBezTo>
                  <a:pt x="11502" y="26118"/>
                  <a:pt x="11768" y="26112"/>
                  <a:pt x="12030" y="26066"/>
                </a:cubicBezTo>
                <a:cubicBezTo>
                  <a:pt x="12510" y="25980"/>
                  <a:pt x="12981" y="25708"/>
                  <a:pt x="13161" y="25232"/>
                </a:cubicBezTo>
                <a:cubicBezTo>
                  <a:pt x="13200" y="25130"/>
                  <a:pt x="13224" y="25017"/>
                  <a:pt x="13222" y="24907"/>
                </a:cubicBezTo>
                <a:cubicBezTo>
                  <a:pt x="13220" y="24778"/>
                  <a:pt x="13107" y="24687"/>
                  <a:pt x="13042" y="24582"/>
                </a:cubicBezTo>
                <a:cubicBezTo>
                  <a:pt x="12914" y="24378"/>
                  <a:pt x="12829" y="24154"/>
                  <a:pt x="12777" y="23918"/>
                </a:cubicBezTo>
                <a:cubicBezTo>
                  <a:pt x="12667" y="23424"/>
                  <a:pt x="12700" y="22903"/>
                  <a:pt x="12760" y="22402"/>
                </a:cubicBezTo>
                <a:cubicBezTo>
                  <a:pt x="12825" y="21856"/>
                  <a:pt x="12928" y="21313"/>
                  <a:pt x="12991" y="20766"/>
                </a:cubicBezTo>
                <a:cubicBezTo>
                  <a:pt x="13138" y="19498"/>
                  <a:pt x="13165" y="18220"/>
                  <a:pt x="13259" y="16947"/>
                </a:cubicBezTo>
                <a:cubicBezTo>
                  <a:pt x="13306" y="16306"/>
                  <a:pt x="13371" y="15667"/>
                  <a:pt x="13476" y="15033"/>
                </a:cubicBezTo>
                <a:cubicBezTo>
                  <a:pt x="13580" y="14418"/>
                  <a:pt x="13717" y="13809"/>
                  <a:pt x="13850" y="13199"/>
                </a:cubicBezTo>
                <a:cubicBezTo>
                  <a:pt x="14117" y="11977"/>
                  <a:pt x="14332" y="10761"/>
                  <a:pt x="14312" y="9506"/>
                </a:cubicBezTo>
                <a:cubicBezTo>
                  <a:pt x="14292" y="8213"/>
                  <a:pt x="14104" y="6931"/>
                  <a:pt x="14032" y="5641"/>
                </a:cubicBezTo>
                <a:cubicBezTo>
                  <a:pt x="13973" y="4552"/>
                  <a:pt x="14026" y="3448"/>
                  <a:pt x="13821" y="2371"/>
                </a:cubicBezTo>
                <a:cubicBezTo>
                  <a:pt x="13723" y="1854"/>
                  <a:pt x="13559" y="1346"/>
                  <a:pt x="13296" y="889"/>
                </a:cubicBezTo>
                <a:cubicBezTo>
                  <a:pt x="13046" y="456"/>
                  <a:pt x="12681" y="18"/>
                  <a:pt x="12141" y="1"/>
                </a:cubicBezTo>
                <a:cubicBezTo>
                  <a:pt x="12128" y="1"/>
                  <a:pt x="12116" y="0"/>
                  <a:pt x="12104" y="0"/>
                </a:cubicBezTo>
                <a:close/>
              </a:path>
            </a:pathLst>
          </a:custGeom>
          <a:solidFill>
            <a:schemeClr val="l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2" name="Google Shape;2212;p96"/>
          <p:cNvSpPr/>
          <p:nvPr/>
        </p:nvSpPr>
        <p:spPr>
          <a:xfrm flipH="1" rot="-5400000">
            <a:off x="18085" y="-1542699"/>
            <a:ext cx="1951456" cy="3795063"/>
          </a:xfrm>
          <a:custGeom>
            <a:rect b="b" l="l" r="r" t="t"/>
            <a:pathLst>
              <a:path extrusionOk="0" h="24182" w="12435">
                <a:moveTo>
                  <a:pt x="7995" y="0"/>
                </a:moveTo>
                <a:cubicBezTo>
                  <a:pt x="6753" y="0"/>
                  <a:pt x="5507" y="123"/>
                  <a:pt x="4282" y="305"/>
                </a:cubicBezTo>
                <a:cubicBezTo>
                  <a:pt x="3647" y="400"/>
                  <a:pt x="3014" y="509"/>
                  <a:pt x="2384" y="629"/>
                </a:cubicBezTo>
                <a:cubicBezTo>
                  <a:pt x="1767" y="745"/>
                  <a:pt x="1135" y="843"/>
                  <a:pt x="528" y="997"/>
                </a:cubicBezTo>
                <a:cubicBezTo>
                  <a:pt x="284" y="1059"/>
                  <a:pt x="86" y="1199"/>
                  <a:pt x="44" y="1438"/>
                </a:cubicBezTo>
                <a:cubicBezTo>
                  <a:pt x="1" y="1675"/>
                  <a:pt x="98" y="1906"/>
                  <a:pt x="177" y="2128"/>
                </a:cubicBezTo>
                <a:cubicBezTo>
                  <a:pt x="371" y="2674"/>
                  <a:pt x="529" y="3231"/>
                  <a:pt x="657" y="3795"/>
                </a:cubicBezTo>
                <a:cubicBezTo>
                  <a:pt x="1173" y="6076"/>
                  <a:pt x="1176" y="8421"/>
                  <a:pt x="1157" y="10740"/>
                </a:cubicBezTo>
                <a:cubicBezTo>
                  <a:pt x="1137" y="13166"/>
                  <a:pt x="1119" y="15594"/>
                  <a:pt x="956" y="18015"/>
                </a:cubicBezTo>
                <a:cubicBezTo>
                  <a:pt x="873" y="19227"/>
                  <a:pt x="754" y="20438"/>
                  <a:pt x="578" y="21641"/>
                </a:cubicBezTo>
                <a:cubicBezTo>
                  <a:pt x="533" y="21947"/>
                  <a:pt x="484" y="22253"/>
                  <a:pt x="431" y="22559"/>
                </a:cubicBezTo>
                <a:cubicBezTo>
                  <a:pt x="386" y="22822"/>
                  <a:pt x="322" y="23092"/>
                  <a:pt x="343" y="23359"/>
                </a:cubicBezTo>
                <a:cubicBezTo>
                  <a:pt x="374" y="23781"/>
                  <a:pt x="660" y="24173"/>
                  <a:pt x="1161" y="24181"/>
                </a:cubicBezTo>
                <a:cubicBezTo>
                  <a:pt x="1165" y="24181"/>
                  <a:pt x="1169" y="24181"/>
                  <a:pt x="1173" y="24181"/>
                </a:cubicBezTo>
                <a:cubicBezTo>
                  <a:pt x="1371" y="24181"/>
                  <a:pt x="1540" y="24099"/>
                  <a:pt x="1654" y="23951"/>
                </a:cubicBezTo>
                <a:cubicBezTo>
                  <a:pt x="1675" y="23925"/>
                  <a:pt x="1683" y="23898"/>
                  <a:pt x="1682" y="23874"/>
                </a:cubicBezTo>
                <a:lnTo>
                  <a:pt x="1682" y="23874"/>
                </a:lnTo>
                <a:cubicBezTo>
                  <a:pt x="1847" y="23898"/>
                  <a:pt x="2014" y="23909"/>
                  <a:pt x="2180" y="23909"/>
                </a:cubicBezTo>
                <a:cubicBezTo>
                  <a:pt x="2943" y="23909"/>
                  <a:pt x="3699" y="23667"/>
                  <a:pt x="4311" y="23242"/>
                </a:cubicBezTo>
                <a:cubicBezTo>
                  <a:pt x="4708" y="22966"/>
                  <a:pt x="5045" y="22616"/>
                  <a:pt x="5275" y="22211"/>
                </a:cubicBezTo>
                <a:cubicBezTo>
                  <a:pt x="5529" y="21761"/>
                  <a:pt x="5637" y="21258"/>
                  <a:pt x="5672" y="20756"/>
                </a:cubicBezTo>
                <a:cubicBezTo>
                  <a:pt x="5745" y="19694"/>
                  <a:pt x="5474" y="18600"/>
                  <a:pt x="5753" y="17552"/>
                </a:cubicBezTo>
                <a:cubicBezTo>
                  <a:pt x="5970" y="16734"/>
                  <a:pt x="6573" y="16141"/>
                  <a:pt x="7340" y="15710"/>
                </a:cubicBezTo>
                <a:cubicBezTo>
                  <a:pt x="8075" y="15296"/>
                  <a:pt x="8888" y="15018"/>
                  <a:pt x="9665" y="14682"/>
                </a:cubicBezTo>
                <a:cubicBezTo>
                  <a:pt x="10395" y="14367"/>
                  <a:pt x="11138" y="13992"/>
                  <a:pt x="11650" y="13407"/>
                </a:cubicBezTo>
                <a:cubicBezTo>
                  <a:pt x="12358" y="12597"/>
                  <a:pt x="12435" y="11553"/>
                  <a:pt x="12147" y="10578"/>
                </a:cubicBezTo>
                <a:cubicBezTo>
                  <a:pt x="11808" y="9430"/>
                  <a:pt x="11016" y="8461"/>
                  <a:pt x="10472" y="7396"/>
                </a:cubicBezTo>
                <a:cubicBezTo>
                  <a:pt x="9923" y="6314"/>
                  <a:pt x="9632" y="5096"/>
                  <a:pt x="9791" y="3904"/>
                </a:cubicBezTo>
                <a:cubicBezTo>
                  <a:pt x="9926" y="2896"/>
                  <a:pt x="10412" y="1909"/>
                  <a:pt x="11209" y="1194"/>
                </a:cubicBezTo>
                <a:cubicBezTo>
                  <a:pt x="11406" y="1016"/>
                  <a:pt x="11621" y="858"/>
                  <a:pt x="11854" y="718"/>
                </a:cubicBezTo>
                <a:cubicBezTo>
                  <a:pt x="11960" y="654"/>
                  <a:pt x="11944" y="503"/>
                  <a:pt x="11818" y="468"/>
                </a:cubicBezTo>
                <a:cubicBezTo>
                  <a:pt x="10568" y="132"/>
                  <a:pt x="9284" y="0"/>
                  <a:pt x="7995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13" name="Google Shape;2213;p96"/>
          <p:cNvGrpSpPr/>
          <p:nvPr/>
        </p:nvGrpSpPr>
        <p:grpSpPr>
          <a:xfrm rot="8899877">
            <a:off x="1397588" y="496484"/>
            <a:ext cx="221770" cy="200882"/>
            <a:chOff x="1640475" y="1197075"/>
            <a:chExt cx="55475" cy="50250"/>
          </a:xfrm>
        </p:grpSpPr>
        <p:sp>
          <p:nvSpPr>
            <p:cNvPr id="2214" name="Google Shape;2214;p9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9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9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17" name="Google Shape;2217;p96"/>
          <p:cNvSpPr/>
          <p:nvPr/>
        </p:nvSpPr>
        <p:spPr>
          <a:xfrm rot="9965797">
            <a:off x="-406843" y="3256057"/>
            <a:ext cx="993864" cy="1557213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18" name="Google Shape;2218;p96"/>
          <p:cNvGrpSpPr/>
          <p:nvPr/>
        </p:nvGrpSpPr>
        <p:grpSpPr>
          <a:xfrm rot="-6145098">
            <a:off x="7891149" y="343612"/>
            <a:ext cx="433642" cy="392824"/>
            <a:chOff x="1640475" y="1197075"/>
            <a:chExt cx="55475" cy="50250"/>
          </a:xfrm>
        </p:grpSpPr>
        <p:sp>
          <p:nvSpPr>
            <p:cNvPr id="2219" name="Google Shape;2219;p9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9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9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22" name="Google Shape;2222;p96"/>
          <p:cNvSpPr/>
          <p:nvPr/>
        </p:nvSpPr>
        <p:spPr>
          <a:xfrm rot="-2081460">
            <a:off x="7872366" y="1665737"/>
            <a:ext cx="580167" cy="13591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23" name="Google Shape;2223;p96"/>
          <p:cNvGrpSpPr/>
          <p:nvPr/>
        </p:nvGrpSpPr>
        <p:grpSpPr>
          <a:xfrm>
            <a:off x="817938" y="1736757"/>
            <a:ext cx="294201" cy="266501"/>
            <a:chOff x="1640475" y="1197075"/>
            <a:chExt cx="55475" cy="50250"/>
          </a:xfrm>
        </p:grpSpPr>
        <p:sp>
          <p:nvSpPr>
            <p:cNvPr id="2224" name="Google Shape;2224;p9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9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9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6">
  <p:cSld name="CUSTOM_8_1_1">
    <p:spTree>
      <p:nvGrpSpPr>
        <p:cNvPr id="2227" name="Shape 2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8" name="Google Shape;2228;p97"/>
          <p:cNvSpPr txBox="1"/>
          <p:nvPr>
            <p:ph type="title"/>
          </p:nvPr>
        </p:nvSpPr>
        <p:spPr>
          <a:xfrm>
            <a:off x="2215950" y="758950"/>
            <a:ext cx="47121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229" name="Google Shape;2229;p97"/>
          <p:cNvSpPr/>
          <p:nvPr/>
        </p:nvSpPr>
        <p:spPr>
          <a:xfrm>
            <a:off x="5618526" y="-372150"/>
            <a:ext cx="3877467" cy="1370005"/>
          </a:xfrm>
          <a:custGeom>
            <a:rect b="b" l="l" r="r" t="t"/>
            <a:pathLst>
              <a:path extrusionOk="0" h="8613" w="24377">
                <a:moveTo>
                  <a:pt x="22626" y="1"/>
                </a:moveTo>
                <a:cubicBezTo>
                  <a:pt x="22431" y="1"/>
                  <a:pt x="22241" y="55"/>
                  <a:pt x="22058" y="101"/>
                </a:cubicBezTo>
                <a:cubicBezTo>
                  <a:pt x="21511" y="238"/>
                  <a:pt x="20953" y="349"/>
                  <a:pt x="20391" y="439"/>
                </a:cubicBezTo>
                <a:cubicBezTo>
                  <a:pt x="18472" y="743"/>
                  <a:pt x="16508" y="793"/>
                  <a:pt x="14552" y="793"/>
                </a:cubicBezTo>
                <a:cubicBezTo>
                  <a:pt x="14183" y="793"/>
                  <a:pt x="13813" y="791"/>
                  <a:pt x="13445" y="789"/>
                </a:cubicBezTo>
                <a:cubicBezTo>
                  <a:pt x="11020" y="775"/>
                  <a:pt x="8592" y="763"/>
                  <a:pt x="6170" y="648"/>
                </a:cubicBezTo>
                <a:cubicBezTo>
                  <a:pt x="4959" y="590"/>
                  <a:pt x="3748" y="506"/>
                  <a:pt x="2545" y="383"/>
                </a:cubicBezTo>
                <a:cubicBezTo>
                  <a:pt x="2238" y="351"/>
                  <a:pt x="1932" y="316"/>
                  <a:pt x="1627" y="279"/>
                </a:cubicBezTo>
                <a:cubicBezTo>
                  <a:pt x="1398" y="252"/>
                  <a:pt x="1163" y="215"/>
                  <a:pt x="930" y="215"/>
                </a:cubicBezTo>
                <a:cubicBezTo>
                  <a:pt x="895" y="215"/>
                  <a:pt x="861" y="215"/>
                  <a:pt x="827" y="217"/>
                </a:cubicBezTo>
                <a:cubicBezTo>
                  <a:pt x="405" y="240"/>
                  <a:pt x="13" y="441"/>
                  <a:pt x="5" y="792"/>
                </a:cubicBezTo>
                <a:cubicBezTo>
                  <a:pt x="1" y="936"/>
                  <a:pt x="84" y="1057"/>
                  <a:pt x="235" y="1138"/>
                </a:cubicBezTo>
                <a:cubicBezTo>
                  <a:pt x="259" y="1152"/>
                  <a:pt x="283" y="1157"/>
                  <a:pt x="305" y="1157"/>
                </a:cubicBezTo>
                <a:cubicBezTo>
                  <a:pt x="307" y="1157"/>
                  <a:pt x="309" y="1157"/>
                  <a:pt x="311" y="1157"/>
                </a:cubicBezTo>
                <a:lnTo>
                  <a:pt x="311" y="1157"/>
                </a:lnTo>
                <a:cubicBezTo>
                  <a:pt x="180" y="1807"/>
                  <a:pt x="426" y="2480"/>
                  <a:pt x="944" y="3003"/>
                </a:cubicBezTo>
                <a:cubicBezTo>
                  <a:pt x="1219" y="3281"/>
                  <a:pt x="1569" y="3518"/>
                  <a:pt x="1974" y="3679"/>
                </a:cubicBezTo>
                <a:cubicBezTo>
                  <a:pt x="2424" y="3858"/>
                  <a:pt x="2928" y="3933"/>
                  <a:pt x="3430" y="3957"/>
                </a:cubicBezTo>
                <a:cubicBezTo>
                  <a:pt x="3565" y="3964"/>
                  <a:pt x="3702" y="3967"/>
                  <a:pt x="3838" y="3967"/>
                </a:cubicBezTo>
                <a:cubicBezTo>
                  <a:pt x="4389" y="3967"/>
                  <a:pt x="4946" y="3924"/>
                  <a:pt x="5497" y="3924"/>
                </a:cubicBezTo>
                <a:cubicBezTo>
                  <a:pt x="5880" y="3924"/>
                  <a:pt x="6260" y="3944"/>
                  <a:pt x="6634" y="4014"/>
                </a:cubicBezTo>
                <a:cubicBezTo>
                  <a:pt x="7452" y="4167"/>
                  <a:pt x="8044" y="4590"/>
                  <a:pt x="8476" y="5128"/>
                </a:cubicBezTo>
                <a:cubicBezTo>
                  <a:pt x="8889" y="5644"/>
                  <a:pt x="9168" y="6215"/>
                  <a:pt x="9504" y="6761"/>
                </a:cubicBezTo>
                <a:cubicBezTo>
                  <a:pt x="9818" y="7272"/>
                  <a:pt x="10194" y="7795"/>
                  <a:pt x="10779" y="8153"/>
                </a:cubicBezTo>
                <a:cubicBezTo>
                  <a:pt x="11306" y="8477"/>
                  <a:pt x="11931" y="8612"/>
                  <a:pt x="12573" y="8612"/>
                </a:cubicBezTo>
                <a:cubicBezTo>
                  <a:pt x="12917" y="8612"/>
                  <a:pt x="13266" y="8573"/>
                  <a:pt x="13607" y="8503"/>
                </a:cubicBezTo>
                <a:cubicBezTo>
                  <a:pt x="14755" y="8264"/>
                  <a:pt x="15723" y="7708"/>
                  <a:pt x="16790" y="7327"/>
                </a:cubicBezTo>
                <a:cubicBezTo>
                  <a:pt x="17672" y="7012"/>
                  <a:pt x="18645" y="6819"/>
                  <a:pt x="19621" y="6819"/>
                </a:cubicBezTo>
                <a:cubicBezTo>
                  <a:pt x="19841" y="6819"/>
                  <a:pt x="20062" y="6829"/>
                  <a:pt x="20281" y="6849"/>
                </a:cubicBezTo>
                <a:cubicBezTo>
                  <a:pt x="21290" y="6943"/>
                  <a:pt x="22275" y="7285"/>
                  <a:pt x="22992" y="7844"/>
                </a:cubicBezTo>
                <a:cubicBezTo>
                  <a:pt x="23170" y="7982"/>
                  <a:pt x="23328" y="8133"/>
                  <a:pt x="23467" y="8296"/>
                </a:cubicBezTo>
                <a:cubicBezTo>
                  <a:pt x="23495" y="8329"/>
                  <a:pt x="23541" y="8346"/>
                  <a:pt x="23587" y="8346"/>
                </a:cubicBezTo>
                <a:cubicBezTo>
                  <a:pt x="23643" y="8346"/>
                  <a:pt x="23698" y="8320"/>
                  <a:pt x="23718" y="8271"/>
                </a:cubicBezTo>
                <a:cubicBezTo>
                  <a:pt x="24376" y="6550"/>
                  <a:pt x="24252" y="4734"/>
                  <a:pt x="23880" y="2982"/>
                </a:cubicBezTo>
                <a:cubicBezTo>
                  <a:pt x="23786" y="2536"/>
                  <a:pt x="23676" y="2093"/>
                  <a:pt x="23557" y="1650"/>
                </a:cubicBezTo>
                <a:cubicBezTo>
                  <a:pt x="23441" y="1217"/>
                  <a:pt x="23343" y="773"/>
                  <a:pt x="23189" y="348"/>
                </a:cubicBezTo>
                <a:cubicBezTo>
                  <a:pt x="23127" y="176"/>
                  <a:pt x="22987" y="38"/>
                  <a:pt x="22748" y="8"/>
                </a:cubicBezTo>
                <a:cubicBezTo>
                  <a:pt x="22707" y="3"/>
                  <a:pt x="22666" y="1"/>
                  <a:pt x="22626" y="1"/>
                </a:cubicBezTo>
                <a:close/>
              </a:path>
            </a:pathLst>
          </a:custGeom>
          <a:solidFill>
            <a:schemeClr val="dk2">
              <a:alpha val="4776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0" name="Google Shape;2230;p97"/>
          <p:cNvSpPr/>
          <p:nvPr/>
        </p:nvSpPr>
        <p:spPr>
          <a:xfrm flipH="1" rot="5400000">
            <a:off x="-477525" y="-353486"/>
            <a:ext cx="2068926" cy="2074970"/>
          </a:xfrm>
          <a:custGeom>
            <a:rect b="b" l="l" r="r" t="t"/>
            <a:pathLst>
              <a:path extrusionOk="0" h="13045" w="13007">
                <a:moveTo>
                  <a:pt x="11086" y="1"/>
                </a:moveTo>
                <a:cubicBezTo>
                  <a:pt x="10136" y="1"/>
                  <a:pt x="9220" y="578"/>
                  <a:pt x="8514" y="1160"/>
                </a:cubicBezTo>
                <a:cubicBezTo>
                  <a:pt x="7734" y="1801"/>
                  <a:pt x="7147" y="2603"/>
                  <a:pt x="6690" y="3499"/>
                </a:cubicBezTo>
                <a:cubicBezTo>
                  <a:pt x="6269" y="4325"/>
                  <a:pt x="5846" y="5241"/>
                  <a:pt x="4914" y="5581"/>
                </a:cubicBezTo>
                <a:cubicBezTo>
                  <a:pt x="3974" y="5923"/>
                  <a:pt x="2923" y="5759"/>
                  <a:pt x="2005" y="6187"/>
                </a:cubicBezTo>
                <a:cubicBezTo>
                  <a:pt x="1188" y="6570"/>
                  <a:pt x="602" y="7349"/>
                  <a:pt x="329" y="8196"/>
                </a:cubicBezTo>
                <a:cubicBezTo>
                  <a:pt x="1" y="9208"/>
                  <a:pt x="140" y="10320"/>
                  <a:pt x="509" y="11301"/>
                </a:cubicBezTo>
                <a:cubicBezTo>
                  <a:pt x="597" y="11534"/>
                  <a:pt x="989" y="11993"/>
                  <a:pt x="1051" y="11993"/>
                </a:cubicBezTo>
                <a:cubicBezTo>
                  <a:pt x="1057" y="11993"/>
                  <a:pt x="1060" y="11988"/>
                  <a:pt x="1059" y="11977"/>
                </a:cubicBezTo>
                <a:lnTo>
                  <a:pt x="1059" y="11977"/>
                </a:lnTo>
                <a:cubicBezTo>
                  <a:pt x="1717" y="12454"/>
                  <a:pt x="2513" y="12576"/>
                  <a:pt x="3318" y="12576"/>
                </a:cubicBezTo>
                <a:cubicBezTo>
                  <a:pt x="3796" y="12576"/>
                  <a:pt x="4277" y="12533"/>
                  <a:pt x="4735" y="12495"/>
                </a:cubicBezTo>
                <a:cubicBezTo>
                  <a:pt x="5450" y="12436"/>
                  <a:pt x="6168" y="12406"/>
                  <a:pt x="6885" y="12406"/>
                </a:cubicBezTo>
                <a:cubicBezTo>
                  <a:pt x="7827" y="12406"/>
                  <a:pt x="8769" y="12458"/>
                  <a:pt x="9706" y="12564"/>
                </a:cubicBezTo>
                <a:cubicBezTo>
                  <a:pt x="10641" y="12670"/>
                  <a:pt x="11568" y="12831"/>
                  <a:pt x="12485" y="13041"/>
                </a:cubicBezTo>
                <a:cubicBezTo>
                  <a:pt x="12495" y="13043"/>
                  <a:pt x="12505" y="13045"/>
                  <a:pt x="12515" y="13045"/>
                </a:cubicBezTo>
                <a:cubicBezTo>
                  <a:pt x="12578" y="13045"/>
                  <a:pt x="12630" y="12997"/>
                  <a:pt x="12632" y="12929"/>
                </a:cubicBezTo>
                <a:lnTo>
                  <a:pt x="12879" y="5509"/>
                </a:lnTo>
                <a:cubicBezTo>
                  <a:pt x="12900" y="4891"/>
                  <a:pt x="12920" y="4272"/>
                  <a:pt x="12940" y="3654"/>
                </a:cubicBezTo>
                <a:cubicBezTo>
                  <a:pt x="12960" y="3073"/>
                  <a:pt x="13006" y="2485"/>
                  <a:pt x="12985" y="1903"/>
                </a:cubicBezTo>
                <a:cubicBezTo>
                  <a:pt x="12967" y="1412"/>
                  <a:pt x="12856" y="914"/>
                  <a:pt x="12502" y="551"/>
                </a:cubicBezTo>
                <a:cubicBezTo>
                  <a:pt x="12188" y="228"/>
                  <a:pt x="11746" y="54"/>
                  <a:pt x="11303" y="11"/>
                </a:cubicBezTo>
                <a:cubicBezTo>
                  <a:pt x="11230" y="4"/>
                  <a:pt x="11158" y="1"/>
                  <a:pt x="11086" y="1"/>
                </a:cubicBezTo>
                <a:close/>
              </a:path>
            </a:pathLst>
          </a:custGeom>
          <a:solidFill>
            <a:schemeClr val="accent1">
              <a:alpha val="598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1" name="Google Shape;2231;p97"/>
          <p:cNvSpPr/>
          <p:nvPr/>
        </p:nvSpPr>
        <p:spPr>
          <a:xfrm flipH="1">
            <a:off x="5696165" y="4019619"/>
            <a:ext cx="4163302" cy="2268390"/>
          </a:xfrm>
          <a:custGeom>
            <a:rect b="b" l="l" r="r" t="t"/>
            <a:pathLst>
              <a:path extrusionOk="0" h="14261" w="26174">
                <a:moveTo>
                  <a:pt x="4863" y="0"/>
                </a:moveTo>
                <a:cubicBezTo>
                  <a:pt x="4600" y="0"/>
                  <a:pt x="4337" y="25"/>
                  <a:pt x="4079" y="86"/>
                </a:cubicBezTo>
                <a:cubicBezTo>
                  <a:pt x="3577" y="206"/>
                  <a:pt x="3127" y="469"/>
                  <a:pt x="2736" y="803"/>
                </a:cubicBezTo>
                <a:cubicBezTo>
                  <a:pt x="1930" y="1492"/>
                  <a:pt x="1836" y="3135"/>
                  <a:pt x="799" y="3280"/>
                </a:cubicBezTo>
                <a:cubicBezTo>
                  <a:pt x="128" y="3374"/>
                  <a:pt x="0" y="4462"/>
                  <a:pt x="66" y="4462"/>
                </a:cubicBezTo>
                <a:cubicBezTo>
                  <a:pt x="68" y="4462"/>
                  <a:pt x="70" y="4461"/>
                  <a:pt x="72" y="4459"/>
                </a:cubicBezTo>
                <a:lnTo>
                  <a:pt x="72" y="4459"/>
                </a:lnTo>
                <a:cubicBezTo>
                  <a:pt x="67" y="5698"/>
                  <a:pt x="63" y="6939"/>
                  <a:pt x="59" y="8179"/>
                </a:cubicBezTo>
                <a:cubicBezTo>
                  <a:pt x="56" y="8831"/>
                  <a:pt x="53" y="9483"/>
                  <a:pt x="51" y="10135"/>
                </a:cubicBezTo>
                <a:cubicBezTo>
                  <a:pt x="50" y="10457"/>
                  <a:pt x="49" y="10777"/>
                  <a:pt x="48" y="11099"/>
                </a:cubicBezTo>
                <a:cubicBezTo>
                  <a:pt x="47" y="11393"/>
                  <a:pt x="48" y="11687"/>
                  <a:pt x="100" y="11976"/>
                </a:cubicBezTo>
                <a:cubicBezTo>
                  <a:pt x="186" y="12456"/>
                  <a:pt x="458" y="12928"/>
                  <a:pt x="933" y="13108"/>
                </a:cubicBezTo>
                <a:cubicBezTo>
                  <a:pt x="1033" y="13146"/>
                  <a:pt x="1145" y="13169"/>
                  <a:pt x="1252" y="13169"/>
                </a:cubicBezTo>
                <a:cubicBezTo>
                  <a:pt x="1254" y="13169"/>
                  <a:pt x="1257" y="13169"/>
                  <a:pt x="1259" y="13169"/>
                </a:cubicBezTo>
                <a:cubicBezTo>
                  <a:pt x="1388" y="13167"/>
                  <a:pt x="1479" y="13054"/>
                  <a:pt x="1583" y="12989"/>
                </a:cubicBezTo>
                <a:cubicBezTo>
                  <a:pt x="1788" y="12861"/>
                  <a:pt x="2013" y="12777"/>
                  <a:pt x="2247" y="12724"/>
                </a:cubicBezTo>
                <a:cubicBezTo>
                  <a:pt x="2483" y="12671"/>
                  <a:pt x="2724" y="12651"/>
                  <a:pt x="2966" y="12651"/>
                </a:cubicBezTo>
                <a:cubicBezTo>
                  <a:pt x="3233" y="12651"/>
                  <a:pt x="3501" y="12676"/>
                  <a:pt x="3763" y="12707"/>
                </a:cubicBezTo>
                <a:cubicBezTo>
                  <a:pt x="4310" y="12772"/>
                  <a:pt x="4853" y="12875"/>
                  <a:pt x="5400" y="12938"/>
                </a:cubicBezTo>
                <a:cubicBezTo>
                  <a:pt x="6669" y="13085"/>
                  <a:pt x="7946" y="13111"/>
                  <a:pt x="9219" y="13205"/>
                </a:cubicBezTo>
                <a:cubicBezTo>
                  <a:pt x="9860" y="13253"/>
                  <a:pt x="10500" y="13317"/>
                  <a:pt x="11134" y="13424"/>
                </a:cubicBezTo>
                <a:cubicBezTo>
                  <a:pt x="11749" y="13526"/>
                  <a:pt x="12358" y="13663"/>
                  <a:pt x="12967" y="13796"/>
                </a:cubicBezTo>
                <a:cubicBezTo>
                  <a:pt x="14136" y="14051"/>
                  <a:pt x="15300" y="14261"/>
                  <a:pt x="16498" y="14261"/>
                </a:cubicBezTo>
                <a:cubicBezTo>
                  <a:pt x="16552" y="14261"/>
                  <a:pt x="16606" y="14260"/>
                  <a:pt x="16660" y="14259"/>
                </a:cubicBezTo>
                <a:cubicBezTo>
                  <a:pt x="17953" y="14238"/>
                  <a:pt x="19236" y="14050"/>
                  <a:pt x="20525" y="13980"/>
                </a:cubicBezTo>
                <a:cubicBezTo>
                  <a:pt x="21615" y="13919"/>
                  <a:pt x="22718" y="13973"/>
                  <a:pt x="23796" y="13769"/>
                </a:cubicBezTo>
                <a:cubicBezTo>
                  <a:pt x="24313" y="13670"/>
                  <a:pt x="24820" y="13506"/>
                  <a:pt x="25277" y="13242"/>
                </a:cubicBezTo>
                <a:cubicBezTo>
                  <a:pt x="25711" y="12992"/>
                  <a:pt x="26148" y="12628"/>
                  <a:pt x="26165" y="12087"/>
                </a:cubicBezTo>
                <a:cubicBezTo>
                  <a:pt x="26174" y="11806"/>
                  <a:pt x="26071" y="11536"/>
                  <a:pt x="25960" y="11284"/>
                </a:cubicBezTo>
                <a:cubicBezTo>
                  <a:pt x="25831" y="10995"/>
                  <a:pt x="25692" y="10711"/>
                  <a:pt x="25556" y="10424"/>
                </a:cubicBezTo>
                <a:cubicBezTo>
                  <a:pt x="25280" y="9836"/>
                  <a:pt x="25017" y="9241"/>
                  <a:pt x="24726" y="8660"/>
                </a:cubicBezTo>
                <a:cubicBezTo>
                  <a:pt x="24617" y="8443"/>
                  <a:pt x="24475" y="8244"/>
                  <a:pt x="24244" y="8148"/>
                </a:cubicBezTo>
                <a:cubicBezTo>
                  <a:pt x="23992" y="8043"/>
                  <a:pt x="23700" y="8056"/>
                  <a:pt x="23431" y="8053"/>
                </a:cubicBezTo>
                <a:cubicBezTo>
                  <a:pt x="23345" y="8052"/>
                  <a:pt x="23259" y="8052"/>
                  <a:pt x="23173" y="8052"/>
                </a:cubicBezTo>
                <a:cubicBezTo>
                  <a:pt x="22618" y="8052"/>
                  <a:pt x="22062" y="8075"/>
                  <a:pt x="21508" y="8122"/>
                </a:cubicBezTo>
                <a:cubicBezTo>
                  <a:pt x="20999" y="8165"/>
                  <a:pt x="20489" y="8243"/>
                  <a:pt x="19978" y="8243"/>
                </a:cubicBezTo>
                <a:cubicBezTo>
                  <a:pt x="19867" y="8243"/>
                  <a:pt x="19756" y="8239"/>
                  <a:pt x="19645" y="8231"/>
                </a:cubicBezTo>
                <a:cubicBezTo>
                  <a:pt x="19110" y="8189"/>
                  <a:pt x="18609" y="8002"/>
                  <a:pt x="18163" y="7708"/>
                </a:cubicBezTo>
                <a:cubicBezTo>
                  <a:pt x="17269" y="7121"/>
                  <a:pt x="16691" y="6224"/>
                  <a:pt x="16067" y="5381"/>
                </a:cubicBezTo>
                <a:cubicBezTo>
                  <a:pt x="15751" y="4955"/>
                  <a:pt x="15397" y="4546"/>
                  <a:pt x="14929" y="4285"/>
                </a:cubicBezTo>
                <a:cubicBezTo>
                  <a:pt x="14463" y="4025"/>
                  <a:pt x="13935" y="3920"/>
                  <a:pt x="13408" y="3879"/>
                </a:cubicBezTo>
                <a:cubicBezTo>
                  <a:pt x="13154" y="3860"/>
                  <a:pt x="12899" y="3855"/>
                  <a:pt x="12643" y="3855"/>
                </a:cubicBezTo>
                <a:cubicBezTo>
                  <a:pt x="12450" y="3855"/>
                  <a:pt x="12257" y="3858"/>
                  <a:pt x="12064" y="3858"/>
                </a:cubicBezTo>
                <a:cubicBezTo>
                  <a:pt x="11487" y="3858"/>
                  <a:pt x="10912" y="3836"/>
                  <a:pt x="10354" y="3664"/>
                </a:cubicBezTo>
                <a:cubicBezTo>
                  <a:pt x="9893" y="3522"/>
                  <a:pt x="9465" y="3265"/>
                  <a:pt x="9185" y="2863"/>
                </a:cubicBezTo>
                <a:cubicBezTo>
                  <a:pt x="8887" y="2436"/>
                  <a:pt x="8747" y="1924"/>
                  <a:pt x="8473" y="1483"/>
                </a:cubicBezTo>
                <a:cubicBezTo>
                  <a:pt x="7915" y="585"/>
                  <a:pt x="6844" y="273"/>
                  <a:pt x="5861" y="99"/>
                </a:cubicBezTo>
                <a:cubicBezTo>
                  <a:pt x="5533" y="41"/>
                  <a:pt x="5197" y="0"/>
                  <a:pt x="4863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2" name="Google Shape;2232;p97"/>
          <p:cNvSpPr/>
          <p:nvPr/>
        </p:nvSpPr>
        <p:spPr>
          <a:xfrm rot="2024276">
            <a:off x="8088495" y="595542"/>
            <a:ext cx="755189" cy="17692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33" name="Google Shape;2233;p97"/>
          <p:cNvGrpSpPr/>
          <p:nvPr/>
        </p:nvGrpSpPr>
        <p:grpSpPr>
          <a:xfrm>
            <a:off x="6928061" y="349247"/>
            <a:ext cx="221772" cy="200884"/>
            <a:chOff x="1640475" y="1197075"/>
            <a:chExt cx="55475" cy="50250"/>
          </a:xfrm>
        </p:grpSpPr>
        <p:sp>
          <p:nvSpPr>
            <p:cNvPr id="2234" name="Google Shape;2234;p9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9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9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7" name="Google Shape;2237;p97"/>
          <p:cNvGrpSpPr/>
          <p:nvPr/>
        </p:nvGrpSpPr>
        <p:grpSpPr>
          <a:xfrm rot="10468240">
            <a:off x="1666764" y="197950"/>
            <a:ext cx="221772" cy="200884"/>
            <a:chOff x="1640475" y="1197075"/>
            <a:chExt cx="55475" cy="50250"/>
          </a:xfrm>
        </p:grpSpPr>
        <p:sp>
          <p:nvSpPr>
            <p:cNvPr id="2238" name="Google Shape;2238;p9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9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9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41" name="Google Shape;2241;p97"/>
          <p:cNvGrpSpPr/>
          <p:nvPr/>
        </p:nvGrpSpPr>
        <p:grpSpPr>
          <a:xfrm rot="3155490">
            <a:off x="7186097" y="4770947"/>
            <a:ext cx="221774" cy="200886"/>
            <a:chOff x="1640475" y="1197075"/>
            <a:chExt cx="55475" cy="50250"/>
          </a:xfrm>
        </p:grpSpPr>
        <p:sp>
          <p:nvSpPr>
            <p:cNvPr id="2242" name="Google Shape;2242;p9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9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9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45" name="Google Shape;2245;p97"/>
          <p:cNvSpPr/>
          <p:nvPr/>
        </p:nvSpPr>
        <p:spPr>
          <a:xfrm flipH="1" rot="10800000">
            <a:off x="-59881" y="4256559"/>
            <a:ext cx="2299567" cy="1009729"/>
          </a:xfrm>
          <a:custGeom>
            <a:rect b="b" l="l" r="r" t="t"/>
            <a:pathLst>
              <a:path extrusionOk="0" h="6348" w="14457">
                <a:moveTo>
                  <a:pt x="0" y="1"/>
                </a:moveTo>
                <a:lnTo>
                  <a:pt x="0" y="6160"/>
                </a:lnTo>
                <a:cubicBezTo>
                  <a:pt x="307" y="6283"/>
                  <a:pt x="641" y="6348"/>
                  <a:pt x="972" y="6348"/>
                </a:cubicBezTo>
                <a:cubicBezTo>
                  <a:pt x="1431" y="6348"/>
                  <a:pt x="1886" y="6223"/>
                  <a:pt x="2259" y="5957"/>
                </a:cubicBezTo>
                <a:cubicBezTo>
                  <a:pt x="2971" y="5450"/>
                  <a:pt x="3272" y="4560"/>
                  <a:pt x="3620" y="3758"/>
                </a:cubicBezTo>
                <a:cubicBezTo>
                  <a:pt x="3967" y="2955"/>
                  <a:pt x="4504" y="2110"/>
                  <a:pt x="5362" y="1938"/>
                </a:cubicBezTo>
                <a:cubicBezTo>
                  <a:pt x="5472" y="1916"/>
                  <a:pt x="5582" y="1906"/>
                  <a:pt x="5692" y="1906"/>
                </a:cubicBezTo>
                <a:cubicBezTo>
                  <a:pt x="6160" y="1906"/>
                  <a:pt x="6628" y="2081"/>
                  <a:pt x="7080" y="2232"/>
                </a:cubicBezTo>
                <a:cubicBezTo>
                  <a:pt x="7585" y="2401"/>
                  <a:pt x="8141" y="2535"/>
                  <a:pt x="8672" y="2535"/>
                </a:cubicBezTo>
                <a:cubicBezTo>
                  <a:pt x="9138" y="2535"/>
                  <a:pt x="9586" y="2431"/>
                  <a:pt x="9965" y="2156"/>
                </a:cubicBezTo>
                <a:cubicBezTo>
                  <a:pt x="10504" y="1765"/>
                  <a:pt x="10846" y="1060"/>
                  <a:pt x="11419" y="789"/>
                </a:cubicBezTo>
                <a:lnTo>
                  <a:pt x="11420" y="789"/>
                </a:lnTo>
                <a:cubicBezTo>
                  <a:pt x="11436" y="781"/>
                  <a:pt x="11452" y="774"/>
                  <a:pt x="11469" y="767"/>
                </a:cubicBezTo>
                <a:cubicBezTo>
                  <a:pt x="11544" y="736"/>
                  <a:pt x="11623" y="712"/>
                  <a:pt x="11706" y="696"/>
                </a:cubicBezTo>
                <a:cubicBezTo>
                  <a:pt x="11777" y="683"/>
                  <a:pt x="11848" y="678"/>
                  <a:pt x="11919" y="678"/>
                </a:cubicBezTo>
                <a:cubicBezTo>
                  <a:pt x="12271" y="678"/>
                  <a:pt x="12623" y="809"/>
                  <a:pt x="12978" y="824"/>
                </a:cubicBezTo>
                <a:cubicBezTo>
                  <a:pt x="12999" y="824"/>
                  <a:pt x="13020" y="825"/>
                  <a:pt x="13041" y="825"/>
                </a:cubicBezTo>
                <a:cubicBezTo>
                  <a:pt x="13511" y="825"/>
                  <a:pt x="13977" y="611"/>
                  <a:pt x="14281" y="253"/>
                </a:cubicBezTo>
                <a:cubicBezTo>
                  <a:pt x="14348" y="175"/>
                  <a:pt x="14407" y="90"/>
                  <a:pt x="14457" y="1"/>
                </a:cubicBezTo>
                <a:close/>
              </a:path>
            </a:pathLst>
          </a:custGeom>
          <a:solidFill>
            <a:schemeClr val="l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6" name="Google Shape;2246;p97"/>
          <p:cNvSpPr/>
          <p:nvPr/>
        </p:nvSpPr>
        <p:spPr>
          <a:xfrm rot="-8833383">
            <a:off x="923277" y="4582056"/>
            <a:ext cx="1292676" cy="1177550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7">
  <p:cSld name="CUSTOM_9">
    <p:spTree>
      <p:nvGrpSpPr>
        <p:cNvPr id="2247" name="Shape 2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8" name="Google Shape;2248;p98"/>
          <p:cNvSpPr txBox="1"/>
          <p:nvPr>
            <p:ph type="title"/>
          </p:nvPr>
        </p:nvSpPr>
        <p:spPr>
          <a:xfrm>
            <a:off x="2163925" y="1534200"/>
            <a:ext cx="4816200" cy="207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45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249" name="Google Shape;2249;p98"/>
          <p:cNvSpPr/>
          <p:nvPr/>
        </p:nvSpPr>
        <p:spPr>
          <a:xfrm rot="10800000">
            <a:off x="6565889" y="-220667"/>
            <a:ext cx="3148337" cy="1297942"/>
          </a:xfrm>
          <a:custGeom>
            <a:rect b="b" l="l" r="r" t="t"/>
            <a:pathLst>
              <a:path extrusionOk="0" h="7648" w="18551">
                <a:moveTo>
                  <a:pt x="8398" y="1"/>
                </a:moveTo>
                <a:cubicBezTo>
                  <a:pt x="8203" y="1"/>
                  <a:pt x="8005" y="44"/>
                  <a:pt x="7810" y="140"/>
                </a:cubicBezTo>
                <a:cubicBezTo>
                  <a:pt x="7272" y="403"/>
                  <a:pt x="6909" y="991"/>
                  <a:pt x="6614" y="1543"/>
                </a:cubicBezTo>
                <a:cubicBezTo>
                  <a:pt x="6307" y="2117"/>
                  <a:pt x="6031" y="2729"/>
                  <a:pt x="5562" y="3157"/>
                </a:cubicBezTo>
                <a:cubicBezTo>
                  <a:pt x="5343" y="3357"/>
                  <a:pt x="5078" y="3500"/>
                  <a:pt x="4796" y="3515"/>
                </a:cubicBezTo>
                <a:cubicBezTo>
                  <a:pt x="4779" y="3516"/>
                  <a:pt x="4761" y="3516"/>
                  <a:pt x="4744" y="3516"/>
                </a:cubicBezTo>
                <a:cubicBezTo>
                  <a:pt x="4475" y="3516"/>
                  <a:pt x="4218" y="3410"/>
                  <a:pt x="3979" y="3274"/>
                </a:cubicBezTo>
                <a:cubicBezTo>
                  <a:pt x="3615" y="3067"/>
                  <a:pt x="3265" y="2787"/>
                  <a:pt x="2878" y="2633"/>
                </a:cubicBezTo>
                <a:lnTo>
                  <a:pt x="2848" y="2622"/>
                </a:lnTo>
                <a:cubicBezTo>
                  <a:pt x="2713" y="2571"/>
                  <a:pt x="2573" y="2535"/>
                  <a:pt x="2426" y="2524"/>
                </a:cubicBezTo>
                <a:cubicBezTo>
                  <a:pt x="2397" y="2522"/>
                  <a:pt x="2367" y="2521"/>
                  <a:pt x="2338" y="2521"/>
                </a:cubicBezTo>
                <a:cubicBezTo>
                  <a:pt x="1819" y="2521"/>
                  <a:pt x="1364" y="2853"/>
                  <a:pt x="878" y="3039"/>
                </a:cubicBezTo>
                <a:cubicBezTo>
                  <a:pt x="860" y="2988"/>
                  <a:pt x="814" y="2962"/>
                  <a:pt x="771" y="2962"/>
                </a:cubicBezTo>
                <a:cubicBezTo>
                  <a:pt x="719" y="2962"/>
                  <a:pt x="671" y="2999"/>
                  <a:pt x="675" y="3075"/>
                </a:cubicBezTo>
                <a:cubicBezTo>
                  <a:pt x="676" y="3085"/>
                  <a:pt x="676" y="3095"/>
                  <a:pt x="677" y="3105"/>
                </a:cubicBezTo>
                <a:cubicBezTo>
                  <a:pt x="641" y="3115"/>
                  <a:pt x="663" y="3351"/>
                  <a:pt x="684" y="3351"/>
                </a:cubicBezTo>
                <a:cubicBezTo>
                  <a:pt x="684" y="3351"/>
                  <a:pt x="684" y="3351"/>
                  <a:pt x="684" y="3351"/>
                </a:cubicBezTo>
                <a:lnTo>
                  <a:pt x="684" y="3351"/>
                </a:lnTo>
                <a:cubicBezTo>
                  <a:pt x="700" y="4396"/>
                  <a:pt x="480" y="5438"/>
                  <a:pt x="40" y="6361"/>
                </a:cubicBezTo>
                <a:cubicBezTo>
                  <a:pt x="1" y="6444"/>
                  <a:pt x="42" y="6541"/>
                  <a:pt x="125" y="6547"/>
                </a:cubicBezTo>
                <a:cubicBezTo>
                  <a:pt x="520" y="6573"/>
                  <a:pt x="913" y="6601"/>
                  <a:pt x="1308" y="6628"/>
                </a:cubicBezTo>
                <a:cubicBezTo>
                  <a:pt x="2919" y="6739"/>
                  <a:pt x="4531" y="6851"/>
                  <a:pt x="6142" y="6962"/>
                </a:cubicBezTo>
                <a:cubicBezTo>
                  <a:pt x="7754" y="7074"/>
                  <a:pt x="9365" y="7184"/>
                  <a:pt x="10977" y="7295"/>
                </a:cubicBezTo>
                <a:cubicBezTo>
                  <a:pt x="12587" y="7407"/>
                  <a:pt x="14196" y="7526"/>
                  <a:pt x="15806" y="7629"/>
                </a:cubicBezTo>
                <a:cubicBezTo>
                  <a:pt x="15970" y="7639"/>
                  <a:pt x="16139" y="7648"/>
                  <a:pt x="16308" y="7648"/>
                </a:cubicBezTo>
                <a:cubicBezTo>
                  <a:pt x="16770" y="7648"/>
                  <a:pt x="17238" y="7584"/>
                  <a:pt x="17642" y="7319"/>
                </a:cubicBezTo>
                <a:cubicBezTo>
                  <a:pt x="18126" y="7004"/>
                  <a:pt x="18405" y="6441"/>
                  <a:pt x="18479" y="5822"/>
                </a:cubicBezTo>
                <a:cubicBezTo>
                  <a:pt x="18551" y="5210"/>
                  <a:pt x="18426" y="4561"/>
                  <a:pt x="18155" y="4033"/>
                </a:cubicBezTo>
                <a:cubicBezTo>
                  <a:pt x="18001" y="3734"/>
                  <a:pt x="17799" y="3450"/>
                  <a:pt x="17538" y="3266"/>
                </a:cubicBezTo>
                <a:cubicBezTo>
                  <a:pt x="17335" y="3121"/>
                  <a:pt x="17111" y="3062"/>
                  <a:pt x="16880" y="3062"/>
                </a:cubicBezTo>
                <a:cubicBezTo>
                  <a:pt x="16779" y="3062"/>
                  <a:pt x="16677" y="3073"/>
                  <a:pt x="16575" y="3094"/>
                </a:cubicBezTo>
                <a:cubicBezTo>
                  <a:pt x="16223" y="3166"/>
                  <a:pt x="15888" y="3319"/>
                  <a:pt x="15537" y="3397"/>
                </a:cubicBezTo>
                <a:cubicBezTo>
                  <a:pt x="15268" y="3457"/>
                  <a:pt x="14994" y="3485"/>
                  <a:pt x="14721" y="3485"/>
                </a:cubicBezTo>
                <a:cubicBezTo>
                  <a:pt x="14673" y="3485"/>
                  <a:pt x="14624" y="3484"/>
                  <a:pt x="14575" y="3482"/>
                </a:cubicBezTo>
                <a:cubicBezTo>
                  <a:pt x="13922" y="3460"/>
                  <a:pt x="13281" y="3278"/>
                  <a:pt x="12679" y="2996"/>
                </a:cubicBezTo>
                <a:cubicBezTo>
                  <a:pt x="12065" y="2707"/>
                  <a:pt x="11491" y="2306"/>
                  <a:pt x="10973" y="1835"/>
                </a:cubicBezTo>
                <a:cubicBezTo>
                  <a:pt x="10470" y="1378"/>
                  <a:pt x="10039" y="821"/>
                  <a:pt x="9498" y="418"/>
                </a:cubicBezTo>
                <a:cubicBezTo>
                  <a:pt x="9163" y="167"/>
                  <a:pt x="8785" y="1"/>
                  <a:pt x="8398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0" name="Google Shape;2250;p98"/>
          <p:cNvSpPr/>
          <p:nvPr/>
        </p:nvSpPr>
        <p:spPr>
          <a:xfrm rot="9503466">
            <a:off x="-899308" y="-1515064"/>
            <a:ext cx="3425755" cy="2856204"/>
          </a:xfrm>
          <a:custGeom>
            <a:rect b="b" l="l" r="r" t="t"/>
            <a:pathLst>
              <a:path extrusionOk="0" h="17913" w="21485">
                <a:moveTo>
                  <a:pt x="16498" y="0"/>
                </a:moveTo>
                <a:cubicBezTo>
                  <a:pt x="16431" y="0"/>
                  <a:pt x="16363" y="2"/>
                  <a:pt x="16295" y="5"/>
                </a:cubicBezTo>
                <a:cubicBezTo>
                  <a:pt x="14773" y="76"/>
                  <a:pt x="13358" y="913"/>
                  <a:pt x="11838" y="913"/>
                </a:cubicBezTo>
                <a:cubicBezTo>
                  <a:pt x="11828" y="913"/>
                  <a:pt x="11819" y="913"/>
                  <a:pt x="11809" y="913"/>
                </a:cubicBezTo>
                <a:cubicBezTo>
                  <a:pt x="10328" y="903"/>
                  <a:pt x="8942" y="90"/>
                  <a:pt x="7502" y="90"/>
                </a:cubicBezTo>
                <a:cubicBezTo>
                  <a:pt x="7296" y="90"/>
                  <a:pt x="7089" y="106"/>
                  <a:pt x="6880" y="144"/>
                </a:cubicBezTo>
                <a:cubicBezTo>
                  <a:pt x="6031" y="300"/>
                  <a:pt x="5298" y="798"/>
                  <a:pt x="4738" y="1383"/>
                </a:cubicBezTo>
                <a:cubicBezTo>
                  <a:pt x="4125" y="2021"/>
                  <a:pt x="3678" y="2792"/>
                  <a:pt x="3546" y="3606"/>
                </a:cubicBezTo>
                <a:cubicBezTo>
                  <a:pt x="3331" y="4945"/>
                  <a:pt x="3958" y="6365"/>
                  <a:pt x="3330" y="7612"/>
                </a:cubicBezTo>
                <a:cubicBezTo>
                  <a:pt x="2843" y="8573"/>
                  <a:pt x="1725" y="9179"/>
                  <a:pt x="1025" y="10039"/>
                </a:cubicBezTo>
                <a:cubicBezTo>
                  <a:pt x="129" y="11143"/>
                  <a:pt x="1" y="12623"/>
                  <a:pt x="493" y="13871"/>
                </a:cubicBezTo>
                <a:cubicBezTo>
                  <a:pt x="985" y="15119"/>
                  <a:pt x="2039" y="16147"/>
                  <a:pt x="3280" y="16894"/>
                </a:cubicBezTo>
                <a:cubicBezTo>
                  <a:pt x="4303" y="17509"/>
                  <a:pt x="5501" y="17913"/>
                  <a:pt x="6745" y="17913"/>
                </a:cubicBezTo>
                <a:cubicBezTo>
                  <a:pt x="7100" y="17913"/>
                  <a:pt x="7459" y="17880"/>
                  <a:pt x="7819" y="17810"/>
                </a:cubicBezTo>
                <a:cubicBezTo>
                  <a:pt x="9799" y="17422"/>
                  <a:pt x="10027" y="16541"/>
                  <a:pt x="10831" y="15097"/>
                </a:cubicBezTo>
                <a:cubicBezTo>
                  <a:pt x="11709" y="13519"/>
                  <a:pt x="13719" y="12697"/>
                  <a:pt x="15584" y="12036"/>
                </a:cubicBezTo>
                <a:cubicBezTo>
                  <a:pt x="17450" y="11376"/>
                  <a:pt x="19474" y="10648"/>
                  <a:pt x="20504" y="9137"/>
                </a:cubicBezTo>
                <a:cubicBezTo>
                  <a:pt x="21026" y="8370"/>
                  <a:pt x="21230" y="7476"/>
                  <a:pt x="21324" y="6598"/>
                </a:cubicBezTo>
                <a:cubicBezTo>
                  <a:pt x="21484" y="5087"/>
                  <a:pt x="21327" y="3511"/>
                  <a:pt x="20489" y="2207"/>
                </a:cubicBezTo>
                <a:cubicBezTo>
                  <a:pt x="19684" y="953"/>
                  <a:pt x="18161" y="0"/>
                  <a:pt x="16498" y="0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1" name="Google Shape;2251;p98"/>
          <p:cNvSpPr/>
          <p:nvPr/>
        </p:nvSpPr>
        <p:spPr>
          <a:xfrm>
            <a:off x="7523670" y="3061640"/>
            <a:ext cx="2610037" cy="2720058"/>
          </a:xfrm>
          <a:custGeom>
            <a:rect b="b" l="l" r="r" t="t"/>
            <a:pathLst>
              <a:path extrusionOk="0" h="17059" w="16369">
                <a:moveTo>
                  <a:pt x="10538" y="1"/>
                </a:moveTo>
                <a:cubicBezTo>
                  <a:pt x="9733" y="1"/>
                  <a:pt x="8932" y="153"/>
                  <a:pt x="8209" y="515"/>
                </a:cubicBezTo>
                <a:cubicBezTo>
                  <a:pt x="7233" y="1004"/>
                  <a:pt x="6396" y="1857"/>
                  <a:pt x="6084" y="2920"/>
                </a:cubicBezTo>
                <a:cubicBezTo>
                  <a:pt x="5733" y="4112"/>
                  <a:pt x="6127" y="5357"/>
                  <a:pt x="5884" y="6560"/>
                </a:cubicBezTo>
                <a:cubicBezTo>
                  <a:pt x="5644" y="7754"/>
                  <a:pt x="4612" y="8436"/>
                  <a:pt x="3688" y="9100"/>
                </a:cubicBezTo>
                <a:cubicBezTo>
                  <a:pt x="2685" y="9819"/>
                  <a:pt x="1822" y="10680"/>
                  <a:pt x="1187" y="11745"/>
                </a:cubicBezTo>
                <a:cubicBezTo>
                  <a:pt x="569" y="12782"/>
                  <a:pt x="0" y="14113"/>
                  <a:pt x="309" y="15339"/>
                </a:cubicBezTo>
                <a:cubicBezTo>
                  <a:pt x="443" y="15869"/>
                  <a:pt x="737" y="16372"/>
                  <a:pt x="1186" y="16695"/>
                </a:cubicBezTo>
                <a:cubicBezTo>
                  <a:pt x="1565" y="16966"/>
                  <a:pt x="2011" y="17058"/>
                  <a:pt x="2463" y="17058"/>
                </a:cubicBezTo>
                <a:cubicBezTo>
                  <a:pt x="2614" y="17058"/>
                  <a:pt x="2766" y="17048"/>
                  <a:pt x="2915" y="17031"/>
                </a:cubicBezTo>
                <a:cubicBezTo>
                  <a:pt x="3625" y="16948"/>
                  <a:pt x="4330" y="16784"/>
                  <a:pt x="5032" y="16653"/>
                </a:cubicBezTo>
                <a:cubicBezTo>
                  <a:pt x="5778" y="16514"/>
                  <a:pt x="6525" y="16374"/>
                  <a:pt x="7271" y="16235"/>
                </a:cubicBezTo>
                <a:cubicBezTo>
                  <a:pt x="10255" y="15678"/>
                  <a:pt x="13240" y="15122"/>
                  <a:pt x="16225" y="14565"/>
                </a:cubicBezTo>
                <a:cubicBezTo>
                  <a:pt x="16319" y="14547"/>
                  <a:pt x="16369" y="14453"/>
                  <a:pt x="16334" y="14366"/>
                </a:cubicBezTo>
                <a:cubicBezTo>
                  <a:pt x="15910" y="13292"/>
                  <a:pt x="15542" y="12197"/>
                  <a:pt x="15242" y="11083"/>
                </a:cubicBezTo>
                <a:cubicBezTo>
                  <a:pt x="14709" y="9114"/>
                  <a:pt x="14380" y="7098"/>
                  <a:pt x="14239" y="5065"/>
                </a:cubicBezTo>
                <a:cubicBezTo>
                  <a:pt x="14136" y="3556"/>
                  <a:pt x="14047" y="1835"/>
                  <a:pt x="12931" y="701"/>
                </a:cubicBezTo>
                <a:cubicBezTo>
                  <a:pt x="13074" y="700"/>
                  <a:pt x="12339" y="230"/>
                  <a:pt x="12009" y="160"/>
                </a:cubicBezTo>
                <a:cubicBezTo>
                  <a:pt x="11529" y="58"/>
                  <a:pt x="11033" y="1"/>
                  <a:pt x="10538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2" name="Google Shape;2252;p98"/>
          <p:cNvSpPr/>
          <p:nvPr/>
        </p:nvSpPr>
        <p:spPr>
          <a:xfrm rot="10800000">
            <a:off x="-939674" y="4296971"/>
            <a:ext cx="3506497" cy="945803"/>
          </a:xfrm>
          <a:custGeom>
            <a:rect b="b" l="l" r="r" t="t"/>
            <a:pathLst>
              <a:path extrusionOk="0" h="6923" w="25667">
                <a:moveTo>
                  <a:pt x="95" y="1"/>
                </a:moveTo>
                <a:lnTo>
                  <a:pt x="95" y="1"/>
                </a:lnTo>
                <a:cubicBezTo>
                  <a:pt x="3" y="325"/>
                  <a:pt x="0" y="652"/>
                  <a:pt x="124" y="980"/>
                </a:cubicBezTo>
                <a:cubicBezTo>
                  <a:pt x="169" y="1098"/>
                  <a:pt x="231" y="1215"/>
                  <a:pt x="310" y="1328"/>
                </a:cubicBezTo>
                <a:cubicBezTo>
                  <a:pt x="324" y="1349"/>
                  <a:pt x="339" y="1369"/>
                  <a:pt x="355" y="1389"/>
                </a:cubicBezTo>
                <a:cubicBezTo>
                  <a:pt x="699" y="1846"/>
                  <a:pt x="1304" y="2249"/>
                  <a:pt x="2067" y="2533"/>
                </a:cubicBezTo>
                <a:cubicBezTo>
                  <a:pt x="2123" y="2554"/>
                  <a:pt x="2182" y="2574"/>
                  <a:pt x="2240" y="2594"/>
                </a:cubicBezTo>
                <a:cubicBezTo>
                  <a:pt x="2505" y="2684"/>
                  <a:pt x="2788" y="2761"/>
                  <a:pt x="3082" y="2820"/>
                </a:cubicBezTo>
                <a:cubicBezTo>
                  <a:pt x="3121" y="2828"/>
                  <a:pt x="3160" y="2836"/>
                  <a:pt x="3199" y="2843"/>
                </a:cubicBezTo>
                <a:cubicBezTo>
                  <a:pt x="3235" y="2848"/>
                  <a:pt x="3269" y="2855"/>
                  <a:pt x="3304" y="2861"/>
                </a:cubicBezTo>
                <a:cubicBezTo>
                  <a:pt x="4479" y="3062"/>
                  <a:pt x="5837" y="3029"/>
                  <a:pt x="6823" y="3420"/>
                </a:cubicBezTo>
                <a:cubicBezTo>
                  <a:pt x="7054" y="3512"/>
                  <a:pt x="7246" y="3619"/>
                  <a:pt x="7410" y="3737"/>
                </a:cubicBezTo>
                <a:cubicBezTo>
                  <a:pt x="7438" y="3757"/>
                  <a:pt x="7465" y="3777"/>
                  <a:pt x="7492" y="3798"/>
                </a:cubicBezTo>
                <a:cubicBezTo>
                  <a:pt x="7907" y="4126"/>
                  <a:pt x="8126" y="4532"/>
                  <a:pt x="8351" y="4940"/>
                </a:cubicBezTo>
                <a:cubicBezTo>
                  <a:pt x="8363" y="4960"/>
                  <a:pt x="8375" y="4981"/>
                  <a:pt x="8386" y="5002"/>
                </a:cubicBezTo>
                <a:cubicBezTo>
                  <a:pt x="8613" y="5409"/>
                  <a:pt x="8857" y="5814"/>
                  <a:pt x="9326" y="6143"/>
                </a:cubicBezTo>
                <a:cubicBezTo>
                  <a:pt x="9338" y="6152"/>
                  <a:pt x="9350" y="6161"/>
                  <a:pt x="9363" y="6170"/>
                </a:cubicBezTo>
                <a:cubicBezTo>
                  <a:pt x="9381" y="6181"/>
                  <a:pt x="9399" y="6193"/>
                  <a:pt x="9417" y="6205"/>
                </a:cubicBezTo>
                <a:cubicBezTo>
                  <a:pt x="10107" y="6649"/>
                  <a:pt x="11200" y="6895"/>
                  <a:pt x="12290" y="6920"/>
                </a:cubicBezTo>
                <a:cubicBezTo>
                  <a:pt x="12359" y="6922"/>
                  <a:pt x="12429" y="6922"/>
                  <a:pt x="12498" y="6922"/>
                </a:cubicBezTo>
                <a:cubicBezTo>
                  <a:pt x="13546" y="6922"/>
                  <a:pt x="14580" y="6739"/>
                  <a:pt x="15482" y="6457"/>
                </a:cubicBezTo>
                <a:cubicBezTo>
                  <a:pt x="15733" y="6379"/>
                  <a:pt x="15977" y="6292"/>
                  <a:pt x="16221" y="6206"/>
                </a:cubicBezTo>
                <a:cubicBezTo>
                  <a:pt x="16279" y="6185"/>
                  <a:pt x="16336" y="6163"/>
                  <a:pt x="16394" y="6143"/>
                </a:cubicBezTo>
                <a:cubicBezTo>
                  <a:pt x="17021" y="5919"/>
                  <a:pt x="17650" y="5699"/>
                  <a:pt x="18381" y="5606"/>
                </a:cubicBezTo>
                <a:cubicBezTo>
                  <a:pt x="18666" y="5570"/>
                  <a:pt x="18954" y="5554"/>
                  <a:pt x="19242" y="5554"/>
                </a:cubicBezTo>
                <a:cubicBezTo>
                  <a:pt x="20278" y="5554"/>
                  <a:pt x="21323" y="5757"/>
                  <a:pt x="22324" y="5932"/>
                </a:cubicBezTo>
                <a:cubicBezTo>
                  <a:pt x="22780" y="6013"/>
                  <a:pt x="23253" y="6086"/>
                  <a:pt x="23731" y="6144"/>
                </a:cubicBezTo>
                <a:cubicBezTo>
                  <a:pt x="23920" y="6169"/>
                  <a:pt x="24110" y="6189"/>
                  <a:pt x="24302" y="6207"/>
                </a:cubicBezTo>
                <a:cubicBezTo>
                  <a:pt x="24756" y="6249"/>
                  <a:pt x="25213" y="6274"/>
                  <a:pt x="25664" y="6275"/>
                </a:cubicBezTo>
                <a:lnTo>
                  <a:pt x="25664" y="6144"/>
                </a:lnTo>
                <a:lnTo>
                  <a:pt x="25665" y="5003"/>
                </a:lnTo>
                <a:lnTo>
                  <a:pt x="25665" y="3738"/>
                </a:lnTo>
                <a:lnTo>
                  <a:pt x="25666" y="2596"/>
                </a:lnTo>
                <a:lnTo>
                  <a:pt x="25666" y="1331"/>
                </a:lnTo>
                <a:lnTo>
                  <a:pt x="25667" y="5"/>
                </a:lnTo>
                <a:lnTo>
                  <a:pt x="3200" y="2"/>
                </a:lnTo>
                <a:lnTo>
                  <a:pt x="3083" y="2"/>
                </a:lnTo>
                <a:lnTo>
                  <a:pt x="95" y="1"/>
                </a:ln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3" name="Google Shape;2253;p98"/>
          <p:cNvSpPr/>
          <p:nvPr/>
        </p:nvSpPr>
        <p:spPr>
          <a:xfrm flipH="1" rot="-9899901">
            <a:off x="6804735" y="5046669"/>
            <a:ext cx="545173" cy="12772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54" name="Google Shape;2254;p98"/>
          <p:cNvGrpSpPr/>
          <p:nvPr/>
        </p:nvGrpSpPr>
        <p:grpSpPr>
          <a:xfrm rot="900044">
            <a:off x="7379843" y="3915870"/>
            <a:ext cx="228603" cy="207086"/>
            <a:chOff x="1640475" y="1197075"/>
            <a:chExt cx="55475" cy="50250"/>
          </a:xfrm>
        </p:grpSpPr>
        <p:sp>
          <p:nvSpPr>
            <p:cNvPr id="2255" name="Google Shape;2255;p9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9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9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58" name="Google Shape;2258;p98"/>
          <p:cNvGrpSpPr/>
          <p:nvPr/>
        </p:nvGrpSpPr>
        <p:grpSpPr>
          <a:xfrm rot="-10470744">
            <a:off x="2252761" y="705461"/>
            <a:ext cx="274444" cy="248605"/>
            <a:chOff x="1640475" y="1197075"/>
            <a:chExt cx="55475" cy="50250"/>
          </a:xfrm>
        </p:grpSpPr>
        <p:sp>
          <p:nvSpPr>
            <p:cNvPr id="2259" name="Google Shape;2259;p9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9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9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62" name="Google Shape;2262;p98"/>
          <p:cNvGrpSpPr/>
          <p:nvPr/>
        </p:nvGrpSpPr>
        <p:grpSpPr>
          <a:xfrm rot="9218921">
            <a:off x="791719" y="4067996"/>
            <a:ext cx="495467" cy="448821"/>
            <a:chOff x="1640475" y="1197075"/>
            <a:chExt cx="55475" cy="50250"/>
          </a:xfrm>
        </p:grpSpPr>
        <p:sp>
          <p:nvSpPr>
            <p:cNvPr id="2263" name="Google Shape;2263;p9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9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9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66" name="Google Shape;2266;p98"/>
          <p:cNvSpPr/>
          <p:nvPr/>
        </p:nvSpPr>
        <p:spPr>
          <a:xfrm rot="6434815">
            <a:off x="6797496" y="-23796"/>
            <a:ext cx="559646" cy="827411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7" name="Google Shape;2267;p98"/>
          <p:cNvSpPr/>
          <p:nvPr/>
        </p:nvSpPr>
        <p:spPr>
          <a:xfrm flipH="1" rot="8438797">
            <a:off x="3044679" y="-55191"/>
            <a:ext cx="847223" cy="198484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8">
  <p:cSld name="TITLE_AND_BODY_1">
    <p:spTree>
      <p:nvGrpSpPr>
        <p:cNvPr id="2268" name="Shape 22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9" name="Google Shape;2269;p99"/>
          <p:cNvSpPr/>
          <p:nvPr/>
        </p:nvSpPr>
        <p:spPr>
          <a:xfrm>
            <a:off x="-410657" y="-145804"/>
            <a:ext cx="4197745" cy="1131860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0" name="Google Shape;2270;p99"/>
          <p:cNvSpPr/>
          <p:nvPr/>
        </p:nvSpPr>
        <p:spPr>
          <a:xfrm rot="-6752784">
            <a:off x="2051407" y="216393"/>
            <a:ext cx="1195911" cy="1089409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1" name="Google Shape;2271;p99"/>
          <p:cNvSpPr/>
          <p:nvPr/>
        </p:nvSpPr>
        <p:spPr>
          <a:xfrm>
            <a:off x="-572725" y="2861528"/>
            <a:ext cx="2676986" cy="2789665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2" name="Google Shape;2272;p99"/>
          <p:cNvSpPr/>
          <p:nvPr/>
        </p:nvSpPr>
        <p:spPr>
          <a:xfrm>
            <a:off x="6594726" y="4161014"/>
            <a:ext cx="3033994" cy="1250590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3" name="Google Shape;2273;p99"/>
          <p:cNvSpPr/>
          <p:nvPr/>
        </p:nvSpPr>
        <p:spPr>
          <a:xfrm>
            <a:off x="6027407" y="-371325"/>
            <a:ext cx="3627154" cy="2893677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4" name="Google Shape;2274;p99"/>
          <p:cNvSpPr txBox="1"/>
          <p:nvPr>
            <p:ph type="title"/>
          </p:nvPr>
        </p:nvSpPr>
        <p:spPr>
          <a:xfrm>
            <a:off x="2085275" y="673465"/>
            <a:ext cx="4973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grpSp>
        <p:nvGrpSpPr>
          <p:cNvPr id="2275" name="Google Shape;2275;p99"/>
          <p:cNvGrpSpPr/>
          <p:nvPr/>
        </p:nvGrpSpPr>
        <p:grpSpPr>
          <a:xfrm rot="1800041">
            <a:off x="8665997" y="4106761"/>
            <a:ext cx="221773" cy="200885"/>
            <a:chOff x="1640475" y="1197075"/>
            <a:chExt cx="55475" cy="50250"/>
          </a:xfrm>
        </p:grpSpPr>
        <p:sp>
          <p:nvSpPr>
            <p:cNvPr id="2276" name="Google Shape;2276;p9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9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9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79" name="Google Shape;2279;p99"/>
          <p:cNvGrpSpPr/>
          <p:nvPr/>
        </p:nvGrpSpPr>
        <p:grpSpPr>
          <a:xfrm rot="-9900030">
            <a:off x="667534" y="4625752"/>
            <a:ext cx="215932" cy="195605"/>
            <a:chOff x="1640475" y="1197075"/>
            <a:chExt cx="55475" cy="50250"/>
          </a:xfrm>
        </p:grpSpPr>
        <p:sp>
          <p:nvSpPr>
            <p:cNvPr id="2280" name="Google Shape;2280;p9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9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9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83" name="Google Shape;2283;p99"/>
          <p:cNvGrpSpPr/>
          <p:nvPr/>
        </p:nvGrpSpPr>
        <p:grpSpPr>
          <a:xfrm rot="-5400000">
            <a:off x="8514555" y="2548984"/>
            <a:ext cx="244822" cy="221773"/>
            <a:chOff x="1640475" y="1197075"/>
            <a:chExt cx="55475" cy="50250"/>
          </a:xfrm>
        </p:grpSpPr>
        <p:sp>
          <p:nvSpPr>
            <p:cNvPr id="2284" name="Google Shape;2284;p9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9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9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87" name="Google Shape;2287;p99"/>
          <p:cNvSpPr/>
          <p:nvPr/>
        </p:nvSpPr>
        <p:spPr>
          <a:xfrm rot="912813">
            <a:off x="8372080" y="228912"/>
            <a:ext cx="529792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88" name="Google Shape;2288;p99"/>
          <p:cNvGrpSpPr/>
          <p:nvPr/>
        </p:nvGrpSpPr>
        <p:grpSpPr>
          <a:xfrm rot="-5400000">
            <a:off x="313974" y="982572"/>
            <a:ext cx="221772" cy="200884"/>
            <a:chOff x="1640475" y="1197075"/>
            <a:chExt cx="55475" cy="50250"/>
          </a:xfrm>
        </p:grpSpPr>
        <p:sp>
          <p:nvSpPr>
            <p:cNvPr id="2289" name="Google Shape;2289;p9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9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9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92" name="Google Shape;2292;p99"/>
          <p:cNvSpPr/>
          <p:nvPr/>
        </p:nvSpPr>
        <p:spPr>
          <a:xfrm>
            <a:off x="8536325" y="4434061"/>
            <a:ext cx="609613" cy="95515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3" name="Google Shape;2293;p99"/>
          <p:cNvSpPr/>
          <p:nvPr/>
        </p:nvSpPr>
        <p:spPr>
          <a:xfrm rot="-650986">
            <a:off x="1480420" y="4695682"/>
            <a:ext cx="1027315" cy="24067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 1">
  <p:cSld name="CUSTOM_7">
    <p:spTree>
      <p:nvGrpSpPr>
        <p:cNvPr id="2294" name="Shape 2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5" name="Google Shape;2295;p100"/>
          <p:cNvSpPr txBox="1"/>
          <p:nvPr>
            <p:ph type="title"/>
          </p:nvPr>
        </p:nvSpPr>
        <p:spPr>
          <a:xfrm>
            <a:off x="821675" y="759553"/>
            <a:ext cx="28812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CUSTOM_10">
    <p:spTree>
      <p:nvGrpSpPr>
        <p:cNvPr id="2296" name="Shape 2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7" name="Google Shape;2297;p101"/>
          <p:cNvSpPr txBox="1"/>
          <p:nvPr>
            <p:ph type="title"/>
          </p:nvPr>
        </p:nvSpPr>
        <p:spPr>
          <a:xfrm>
            <a:off x="3453650" y="758950"/>
            <a:ext cx="2236500" cy="45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298" name="Google Shape;2298;p101"/>
          <p:cNvSpPr txBox="1"/>
          <p:nvPr>
            <p:ph idx="2" type="title"/>
          </p:nvPr>
        </p:nvSpPr>
        <p:spPr>
          <a:xfrm>
            <a:off x="5158538" y="2685326"/>
            <a:ext cx="2986800" cy="30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299" name="Google Shape;2299;p101"/>
          <p:cNvSpPr txBox="1"/>
          <p:nvPr>
            <p:ph idx="1" type="subTitle"/>
          </p:nvPr>
        </p:nvSpPr>
        <p:spPr>
          <a:xfrm>
            <a:off x="5146688" y="3128200"/>
            <a:ext cx="3010500" cy="115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300" name="Google Shape;2300;p101"/>
          <p:cNvSpPr txBox="1"/>
          <p:nvPr>
            <p:ph idx="3" type="title"/>
          </p:nvPr>
        </p:nvSpPr>
        <p:spPr>
          <a:xfrm>
            <a:off x="998649" y="2685326"/>
            <a:ext cx="2986800" cy="30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301" name="Google Shape;2301;p101"/>
          <p:cNvSpPr txBox="1"/>
          <p:nvPr>
            <p:ph idx="4" type="subTitle"/>
          </p:nvPr>
        </p:nvSpPr>
        <p:spPr>
          <a:xfrm>
            <a:off x="986799" y="3128200"/>
            <a:ext cx="3010500" cy="115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302" name="Google Shape;2302;p101"/>
          <p:cNvSpPr txBox="1"/>
          <p:nvPr>
            <p:ph hasCustomPrompt="1" idx="5" type="title"/>
          </p:nvPr>
        </p:nvSpPr>
        <p:spPr>
          <a:xfrm>
            <a:off x="1604199" y="1705438"/>
            <a:ext cx="1775700" cy="83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34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303" name="Google Shape;2303;p101"/>
          <p:cNvSpPr txBox="1"/>
          <p:nvPr>
            <p:ph hasCustomPrompt="1" idx="6" type="title"/>
          </p:nvPr>
        </p:nvSpPr>
        <p:spPr>
          <a:xfrm>
            <a:off x="5764088" y="1705438"/>
            <a:ext cx="1775700" cy="83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34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304" name="Google Shape;2304;p101"/>
          <p:cNvSpPr/>
          <p:nvPr/>
        </p:nvSpPr>
        <p:spPr>
          <a:xfrm rot="8931853">
            <a:off x="-473415" y="3388543"/>
            <a:ext cx="1985634" cy="2326871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5" name="Google Shape;2305;p101"/>
          <p:cNvSpPr/>
          <p:nvPr/>
        </p:nvSpPr>
        <p:spPr>
          <a:xfrm flipH="1">
            <a:off x="5767795" y="3381513"/>
            <a:ext cx="3634529" cy="1998485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6" name="Google Shape;2306;p101"/>
          <p:cNvSpPr/>
          <p:nvPr/>
        </p:nvSpPr>
        <p:spPr>
          <a:xfrm>
            <a:off x="-486750" y="-470462"/>
            <a:ext cx="3133499" cy="2020960"/>
          </a:xfrm>
          <a:custGeom>
            <a:rect b="b" l="l" r="r" t="t"/>
            <a:pathLst>
              <a:path extrusionOk="0" h="11330" w="20526">
                <a:moveTo>
                  <a:pt x="12939" y="1"/>
                </a:moveTo>
                <a:cubicBezTo>
                  <a:pt x="11999" y="1"/>
                  <a:pt x="11086" y="167"/>
                  <a:pt x="10169" y="370"/>
                </a:cubicBezTo>
                <a:cubicBezTo>
                  <a:pt x="9691" y="476"/>
                  <a:pt x="9213" y="584"/>
                  <a:pt x="8731" y="667"/>
                </a:cubicBezTo>
                <a:cubicBezTo>
                  <a:pt x="8234" y="750"/>
                  <a:pt x="7732" y="802"/>
                  <a:pt x="7229" y="839"/>
                </a:cubicBezTo>
                <a:cubicBezTo>
                  <a:pt x="6231" y="913"/>
                  <a:pt x="5230" y="935"/>
                  <a:pt x="4235" y="1052"/>
                </a:cubicBezTo>
                <a:cubicBezTo>
                  <a:pt x="3806" y="1102"/>
                  <a:pt x="3380" y="1184"/>
                  <a:pt x="2951" y="1235"/>
                </a:cubicBezTo>
                <a:cubicBezTo>
                  <a:pt x="2746" y="1260"/>
                  <a:pt x="2537" y="1279"/>
                  <a:pt x="2328" y="1279"/>
                </a:cubicBezTo>
                <a:cubicBezTo>
                  <a:pt x="2138" y="1279"/>
                  <a:pt x="1948" y="1263"/>
                  <a:pt x="1762" y="1222"/>
                </a:cubicBezTo>
                <a:cubicBezTo>
                  <a:pt x="1578" y="1180"/>
                  <a:pt x="1402" y="1113"/>
                  <a:pt x="1242" y="1012"/>
                </a:cubicBezTo>
                <a:cubicBezTo>
                  <a:pt x="1161" y="960"/>
                  <a:pt x="1089" y="870"/>
                  <a:pt x="988" y="868"/>
                </a:cubicBezTo>
                <a:cubicBezTo>
                  <a:pt x="985" y="868"/>
                  <a:pt x="983" y="868"/>
                  <a:pt x="981" y="868"/>
                </a:cubicBezTo>
                <a:cubicBezTo>
                  <a:pt x="897" y="868"/>
                  <a:pt x="810" y="887"/>
                  <a:pt x="732" y="917"/>
                </a:cubicBezTo>
                <a:cubicBezTo>
                  <a:pt x="360" y="1060"/>
                  <a:pt x="147" y="1435"/>
                  <a:pt x="79" y="1816"/>
                </a:cubicBezTo>
                <a:cubicBezTo>
                  <a:pt x="38" y="2046"/>
                  <a:pt x="37" y="2279"/>
                  <a:pt x="38" y="2512"/>
                </a:cubicBezTo>
                <a:cubicBezTo>
                  <a:pt x="38" y="2767"/>
                  <a:pt x="39" y="3024"/>
                  <a:pt x="40" y="3279"/>
                </a:cubicBezTo>
                <a:cubicBezTo>
                  <a:pt x="42" y="3797"/>
                  <a:pt x="44" y="4315"/>
                  <a:pt x="46" y="4833"/>
                </a:cubicBezTo>
                <a:cubicBezTo>
                  <a:pt x="50" y="5817"/>
                  <a:pt x="54" y="6803"/>
                  <a:pt x="57" y="7787"/>
                </a:cubicBezTo>
                <a:cubicBezTo>
                  <a:pt x="55" y="7786"/>
                  <a:pt x="54" y="7785"/>
                  <a:pt x="52" y="7785"/>
                </a:cubicBezTo>
                <a:cubicBezTo>
                  <a:pt x="0" y="7785"/>
                  <a:pt x="101" y="8649"/>
                  <a:pt x="628" y="8724"/>
                </a:cubicBezTo>
                <a:cubicBezTo>
                  <a:pt x="1441" y="8840"/>
                  <a:pt x="1514" y="10145"/>
                  <a:pt x="2146" y="10693"/>
                </a:cubicBezTo>
                <a:cubicBezTo>
                  <a:pt x="2452" y="10957"/>
                  <a:pt x="2805" y="11167"/>
                  <a:pt x="3199" y="11261"/>
                </a:cubicBezTo>
                <a:cubicBezTo>
                  <a:pt x="3402" y="11310"/>
                  <a:pt x="3609" y="11330"/>
                  <a:pt x="3816" y="11330"/>
                </a:cubicBezTo>
                <a:cubicBezTo>
                  <a:pt x="4077" y="11330"/>
                  <a:pt x="4340" y="11298"/>
                  <a:pt x="4597" y="11251"/>
                </a:cubicBezTo>
                <a:cubicBezTo>
                  <a:pt x="5367" y="11113"/>
                  <a:pt x="6207" y="10865"/>
                  <a:pt x="6645" y="10152"/>
                </a:cubicBezTo>
                <a:cubicBezTo>
                  <a:pt x="6859" y="9801"/>
                  <a:pt x="6970" y="9395"/>
                  <a:pt x="7203" y="9055"/>
                </a:cubicBezTo>
                <a:cubicBezTo>
                  <a:pt x="7421" y="8736"/>
                  <a:pt x="7758" y="8532"/>
                  <a:pt x="8120" y="8419"/>
                </a:cubicBezTo>
                <a:cubicBezTo>
                  <a:pt x="8559" y="8282"/>
                  <a:pt x="9011" y="8265"/>
                  <a:pt x="9465" y="8265"/>
                </a:cubicBezTo>
                <a:cubicBezTo>
                  <a:pt x="9615" y="8265"/>
                  <a:pt x="9765" y="8267"/>
                  <a:pt x="9915" y="8267"/>
                </a:cubicBezTo>
                <a:cubicBezTo>
                  <a:pt x="10115" y="8267"/>
                  <a:pt x="10316" y="8264"/>
                  <a:pt x="10515" y="8248"/>
                </a:cubicBezTo>
                <a:cubicBezTo>
                  <a:pt x="10927" y="8216"/>
                  <a:pt x="11342" y="8132"/>
                  <a:pt x="11707" y="7927"/>
                </a:cubicBezTo>
                <a:cubicBezTo>
                  <a:pt x="12074" y="7718"/>
                  <a:pt x="12352" y="7394"/>
                  <a:pt x="12600" y="7055"/>
                </a:cubicBezTo>
                <a:cubicBezTo>
                  <a:pt x="13089" y="6385"/>
                  <a:pt x="13543" y="5673"/>
                  <a:pt x="14244" y="5207"/>
                </a:cubicBezTo>
                <a:cubicBezTo>
                  <a:pt x="14594" y="4972"/>
                  <a:pt x="14986" y="4825"/>
                  <a:pt x="15405" y="4792"/>
                </a:cubicBezTo>
                <a:cubicBezTo>
                  <a:pt x="15494" y="4785"/>
                  <a:pt x="15582" y="4782"/>
                  <a:pt x="15670" y="4782"/>
                </a:cubicBezTo>
                <a:cubicBezTo>
                  <a:pt x="16070" y="4782"/>
                  <a:pt x="16469" y="4843"/>
                  <a:pt x="16866" y="4877"/>
                </a:cubicBezTo>
                <a:cubicBezTo>
                  <a:pt x="17302" y="4915"/>
                  <a:pt x="17740" y="4933"/>
                  <a:pt x="18178" y="4933"/>
                </a:cubicBezTo>
                <a:cubicBezTo>
                  <a:pt x="18243" y="4933"/>
                  <a:pt x="18309" y="4933"/>
                  <a:pt x="18374" y="4932"/>
                </a:cubicBezTo>
                <a:cubicBezTo>
                  <a:pt x="18585" y="4929"/>
                  <a:pt x="18814" y="4941"/>
                  <a:pt x="19012" y="4857"/>
                </a:cubicBezTo>
                <a:cubicBezTo>
                  <a:pt x="19193" y="4780"/>
                  <a:pt x="19305" y="4623"/>
                  <a:pt x="19390" y="4450"/>
                </a:cubicBezTo>
                <a:cubicBezTo>
                  <a:pt x="19618" y="3989"/>
                  <a:pt x="19825" y="3515"/>
                  <a:pt x="20041" y="3049"/>
                </a:cubicBezTo>
                <a:cubicBezTo>
                  <a:pt x="20147" y="2821"/>
                  <a:pt x="20256" y="2595"/>
                  <a:pt x="20357" y="2365"/>
                </a:cubicBezTo>
                <a:cubicBezTo>
                  <a:pt x="20444" y="2165"/>
                  <a:pt x="20525" y="1951"/>
                  <a:pt x="20518" y="1728"/>
                </a:cubicBezTo>
                <a:cubicBezTo>
                  <a:pt x="20505" y="1297"/>
                  <a:pt x="20161" y="1008"/>
                  <a:pt x="19822" y="810"/>
                </a:cubicBezTo>
                <a:cubicBezTo>
                  <a:pt x="19463" y="601"/>
                  <a:pt x="19065" y="469"/>
                  <a:pt x="18660" y="392"/>
                </a:cubicBezTo>
                <a:cubicBezTo>
                  <a:pt x="17815" y="229"/>
                  <a:pt x="16950" y="272"/>
                  <a:pt x="16095" y="224"/>
                </a:cubicBezTo>
                <a:cubicBezTo>
                  <a:pt x="15084" y="168"/>
                  <a:pt x="14079" y="19"/>
                  <a:pt x="13065" y="2"/>
                </a:cubicBezTo>
                <a:cubicBezTo>
                  <a:pt x="13023" y="1"/>
                  <a:pt x="12981" y="1"/>
                  <a:pt x="12939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7" name="Google Shape;2307;p101"/>
          <p:cNvSpPr/>
          <p:nvPr/>
        </p:nvSpPr>
        <p:spPr>
          <a:xfrm flipH="1" rot="-10062774">
            <a:off x="6713799" y="-294661"/>
            <a:ext cx="3721225" cy="1536326"/>
          </a:xfrm>
          <a:custGeom>
            <a:rect b="b" l="l" r="r" t="t"/>
            <a:pathLst>
              <a:path extrusionOk="0" h="8613" w="24376">
                <a:moveTo>
                  <a:pt x="12572" y="1"/>
                </a:moveTo>
                <a:cubicBezTo>
                  <a:pt x="11930" y="1"/>
                  <a:pt x="11305" y="137"/>
                  <a:pt x="10778" y="460"/>
                </a:cubicBezTo>
                <a:cubicBezTo>
                  <a:pt x="10193" y="818"/>
                  <a:pt x="9818" y="1341"/>
                  <a:pt x="9503" y="1852"/>
                </a:cubicBezTo>
                <a:cubicBezTo>
                  <a:pt x="9167" y="2398"/>
                  <a:pt x="8889" y="2969"/>
                  <a:pt x="8475" y="3485"/>
                </a:cubicBezTo>
                <a:cubicBezTo>
                  <a:pt x="8044" y="4023"/>
                  <a:pt x="7451" y="4445"/>
                  <a:pt x="6633" y="4599"/>
                </a:cubicBezTo>
                <a:cubicBezTo>
                  <a:pt x="6259" y="4669"/>
                  <a:pt x="5879" y="4690"/>
                  <a:pt x="5496" y="4690"/>
                </a:cubicBezTo>
                <a:cubicBezTo>
                  <a:pt x="4945" y="4690"/>
                  <a:pt x="4388" y="4646"/>
                  <a:pt x="3837" y="4646"/>
                </a:cubicBezTo>
                <a:cubicBezTo>
                  <a:pt x="3701" y="4646"/>
                  <a:pt x="3564" y="4649"/>
                  <a:pt x="3429" y="4656"/>
                </a:cubicBezTo>
                <a:cubicBezTo>
                  <a:pt x="2927" y="4680"/>
                  <a:pt x="2424" y="4755"/>
                  <a:pt x="1974" y="4934"/>
                </a:cubicBezTo>
                <a:cubicBezTo>
                  <a:pt x="1568" y="5095"/>
                  <a:pt x="1218" y="5332"/>
                  <a:pt x="943" y="5611"/>
                </a:cubicBezTo>
                <a:cubicBezTo>
                  <a:pt x="425" y="6133"/>
                  <a:pt x="179" y="6806"/>
                  <a:pt x="311" y="7456"/>
                </a:cubicBezTo>
                <a:cubicBezTo>
                  <a:pt x="309" y="7456"/>
                  <a:pt x="307" y="7456"/>
                  <a:pt x="305" y="7456"/>
                </a:cubicBezTo>
                <a:cubicBezTo>
                  <a:pt x="282" y="7456"/>
                  <a:pt x="258" y="7461"/>
                  <a:pt x="234" y="7475"/>
                </a:cubicBezTo>
                <a:cubicBezTo>
                  <a:pt x="83" y="7556"/>
                  <a:pt x="1" y="7677"/>
                  <a:pt x="4" y="7821"/>
                </a:cubicBezTo>
                <a:cubicBezTo>
                  <a:pt x="12" y="8172"/>
                  <a:pt x="404" y="8373"/>
                  <a:pt x="826" y="8396"/>
                </a:cubicBezTo>
                <a:cubicBezTo>
                  <a:pt x="860" y="8398"/>
                  <a:pt x="894" y="8399"/>
                  <a:pt x="929" y="8399"/>
                </a:cubicBezTo>
                <a:cubicBezTo>
                  <a:pt x="1162" y="8399"/>
                  <a:pt x="1397" y="8361"/>
                  <a:pt x="1626" y="8334"/>
                </a:cubicBezTo>
                <a:cubicBezTo>
                  <a:pt x="1931" y="8297"/>
                  <a:pt x="2238" y="8262"/>
                  <a:pt x="2544" y="8230"/>
                </a:cubicBezTo>
                <a:cubicBezTo>
                  <a:pt x="3747" y="8107"/>
                  <a:pt x="4958" y="8023"/>
                  <a:pt x="6170" y="7965"/>
                </a:cubicBezTo>
                <a:cubicBezTo>
                  <a:pt x="8591" y="7850"/>
                  <a:pt x="11019" y="7838"/>
                  <a:pt x="13445" y="7824"/>
                </a:cubicBezTo>
                <a:cubicBezTo>
                  <a:pt x="13813" y="7822"/>
                  <a:pt x="14182" y="7820"/>
                  <a:pt x="14552" y="7820"/>
                </a:cubicBezTo>
                <a:cubicBezTo>
                  <a:pt x="16507" y="7820"/>
                  <a:pt x="18472" y="7870"/>
                  <a:pt x="20390" y="8174"/>
                </a:cubicBezTo>
                <a:cubicBezTo>
                  <a:pt x="20952" y="8264"/>
                  <a:pt x="21511" y="8375"/>
                  <a:pt x="22057" y="8512"/>
                </a:cubicBezTo>
                <a:cubicBezTo>
                  <a:pt x="22240" y="8558"/>
                  <a:pt x="22430" y="8612"/>
                  <a:pt x="22625" y="8612"/>
                </a:cubicBezTo>
                <a:cubicBezTo>
                  <a:pt x="22665" y="8612"/>
                  <a:pt x="22706" y="8610"/>
                  <a:pt x="22747" y="8605"/>
                </a:cubicBezTo>
                <a:cubicBezTo>
                  <a:pt x="22986" y="8575"/>
                  <a:pt x="23126" y="8437"/>
                  <a:pt x="23188" y="8265"/>
                </a:cubicBezTo>
                <a:cubicBezTo>
                  <a:pt x="23342" y="7840"/>
                  <a:pt x="23440" y="7396"/>
                  <a:pt x="23556" y="6963"/>
                </a:cubicBezTo>
                <a:cubicBezTo>
                  <a:pt x="23675" y="6520"/>
                  <a:pt x="23785" y="6077"/>
                  <a:pt x="23879" y="5631"/>
                </a:cubicBezTo>
                <a:cubicBezTo>
                  <a:pt x="24251" y="3879"/>
                  <a:pt x="24375" y="2063"/>
                  <a:pt x="23717" y="343"/>
                </a:cubicBezTo>
                <a:cubicBezTo>
                  <a:pt x="23697" y="293"/>
                  <a:pt x="23642" y="267"/>
                  <a:pt x="23586" y="267"/>
                </a:cubicBezTo>
                <a:cubicBezTo>
                  <a:pt x="23541" y="267"/>
                  <a:pt x="23495" y="284"/>
                  <a:pt x="23467" y="317"/>
                </a:cubicBezTo>
                <a:cubicBezTo>
                  <a:pt x="23327" y="480"/>
                  <a:pt x="23169" y="631"/>
                  <a:pt x="22991" y="769"/>
                </a:cubicBezTo>
                <a:cubicBezTo>
                  <a:pt x="22274" y="1328"/>
                  <a:pt x="21289" y="1670"/>
                  <a:pt x="20281" y="1764"/>
                </a:cubicBezTo>
                <a:cubicBezTo>
                  <a:pt x="20062" y="1784"/>
                  <a:pt x="19841" y="1794"/>
                  <a:pt x="19620" y="1794"/>
                </a:cubicBezTo>
                <a:cubicBezTo>
                  <a:pt x="18644" y="1794"/>
                  <a:pt x="17671" y="1601"/>
                  <a:pt x="16789" y="1286"/>
                </a:cubicBezTo>
                <a:cubicBezTo>
                  <a:pt x="15722" y="905"/>
                  <a:pt x="14754" y="349"/>
                  <a:pt x="13607" y="110"/>
                </a:cubicBezTo>
                <a:cubicBezTo>
                  <a:pt x="13266" y="40"/>
                  <a:pt x="12917" y="1"/>
                  <a:pt x="12572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08" name="Google Shape;2308;p101"/>
          <p:cNvGrpSpPr/>
          <p:nvPr/>
        </p:nvGrpSpPr>
        <p:grpSpPr>
          <a:xfrm flipH="1" rot="6282408">
            <a:off x="7303607" y="583551"/>
            <a:ext cx="221771" cy="200883"/>
            <a:chOff x="1640475" y="1197075"/>
            <a:chExt cx="55475" cy="50250"/>
          </a:xfrm>
        </p:grpSpPr>
        <p:sp>
          <p:nvSpPr>
            <p:cNvPr id="2309" name="Google Shape;2309;p10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10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10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12" name="Google Shape;2312;p101"/>
          <p:cNvGrpSpPr/>
          <p:nvPr/>
        </p:nvGrpSpPr>
        <p:grpSpPr>
          <a:xfrm flipH="1" rot="1058897">
            <a:off x="2144106" y="4766550"/>
            <a:ext cx="215936" cy="195603"/>
            <a:chOff x="1640475" y="1197075"/>
            <a:chExt cx="55475" cy="50250"/>
          </a:xfrm>
        </p:grpSpPr>
        <p:sp>
          <p:nvSpPr>
            <p:cNvPr id="2313" name="Google Shape;2313;p10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10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10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16" name="Google Shape;2316;p101"/>
          <p:cNvSpPr/>
          <p:nvPr/>
        </p:nvSpPr>
        <p:spPr>
          <a:xfrm flipH="1" rot="8431516">
            <a:off x="4727883" y="4802296"/>
            <a:ext cx="529784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17" name="Google Shape;2317;p101"/>
          <p:cNvGrpSpPr/>
          <p:nvPr/>
        </p:nvGrpSpPr>
        <p:grpSpPr>
          <a:xfrm flipH="1" rot="-900000">
            <a:off x="1033440" y="1356661"/>
            <a:ext cx="347165" cy="314462"/>
            <a:chOff x="1640475" y="1197075"/>
            <a:chExt cx="55475" cy="50250"/>
          </a:xfrm>
        </p:grpSpPr>
        <p:sp>
          <p:nvSpPr>
            <p:cNvPr id="2318" name="Google Shape;2318;p10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10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10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21" name="Google Shape;2321;p101"/>
          <p:cNvGrpSpPr/>
          <p:nvPr/>
        </p:nvGrpSpPr>
        <p:grpSpPr>
          <a:xfrm flipH="1" rot="-899970">
            <a:off x="8699534" y="3067391"/>
            <a:ext cx="215932" cy="195605"/>
            <a:chOff x="1640475" y="1197075"/>
            <a:chExt cx="55475" cy="50250"/>
          </a:xfrm>
        </p:grpSpPr>
        <p:sp>
          <p:nvSpPr>
            <p:cNvPr id="2322" name="Google Shape;2322;p10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10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10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25" name="Google Shape;2325;p101"/>
          <p:cNvSpPr/>
          <p:nvPr/>
        </p:nvSpPr>
        <p:spPr>
          <a:xfrm flipH="1" rot="-10042467">
            <a:off x="-211717" y="1817492"/>
            <a:ext cx="529787" cy="12411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CUSTOM_10_1">
    <p:spTree>
      <p:nvGrpSpPr>
        <p:cNvPr id="2326" name="Shape 2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7" name="Google Shape;2327;p102"/>
          <p:cNvSpPr txBox="1"/>
          <p:nvPr>
            <p:ph type="title"/>
          </p:nvPr>
        </p:nvSpPr>
        <p:spPr>
          <a:xfrm>
            <a:off x="3310150" y="758950"/>
            <a:ext cx="2523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328" name="Google Shape;2328;p102"/>
          <p:cNvSpPr txBox="1"/>
          <p:nvPr>
            <p:ph idx="2" type="title"/>
          </p:nvPr>
        </p:nvSpPr>
        <p:spPr>
          <a:xfrm>
            <a:off x="5269077" y="3468800"/>
            <a:ext cx="2228400" cy="30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329" name="Google Shape;2329;p102"/>
          <p:cNvSpPr txBox="1"/>
          <p:nvPr>
            <p:ph idx="1" type="subTitle"/>
          </p:nvPr>
        </p:nvSpPr>
        <p:spPr>
          <a:xfrm>
            <a:off x="5260227" y="3879375"/>
            <a:ext cx="2246100" cy="51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330" name="Google Shape;2330;p102"/>
          <p:cNvSpPr txBox="1"/>
          <p:nvPr>
            <p:ph idx="3" type="title"/>
          </p:nvPr>
        </p:nvSpPr>
        <p:spPr>
          <a:xfrm>
            <a:off x="1637465" y="3468800"/>
            <a:ext cx="2246100" cy="30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331" name="Google Shape;2331;p102"/>
          <p:cNvSpPr txBox="1"/>
          <p:nvPr>
            <p:ph idx="4" type="subTitle"/>
          </p:nvPr>
        </p:nvSpPr>
        <p:spPr>
          <a:xfrm>
            <a:off x="1628615" y="3879375"/>
            <a:ext cx="2263800" cy="51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332" name="Google Shape;2332;p102"/>
          <p:cNvSpPr/>
          <p:nvPr/>
        </p:nvSpPr>
        <p:spPr>
          <a:xfrm flipH="1">
            <a:off x="5472659" y="-171500"/>
            <a:ext cx="3715991" cy="1895529"/>
          </a:xfrm>
          <a:custGeom>
            <a:rect b="b" l="l" r="r" t="t"/>
            <a:pathLst>
              <a:path extrusionOk="0" h="6348" w="14457">
                <a:moveTo>
                  <a:pt x="0" y="1"/>
                </a:moveTo>
                <a:lnTo>
                  <a:pt x="0" y="6160"/>
                </a:lnTo>
                <a:cubicBezTo>
                  <a:pt x="307" y="6283"/>
                  <a:pt x="641" y="6348"/>
                  <a:pt x="972" y="6348"/>
                </a:cubicBezTo>
                <a:cubicBezTo>
                  <a:pt x="1431" y="6348"/>
                  <a:pt x="1886" y="6223"/>
                  <a:pt x="2259" y="5957"/>
                </a:cubicBezTo>
                <a:cubicBezTo>
                  <a:pt x="2971" y="5450"/>
                  <a:pt x="3272" y="4560"/>
                  <a:pt x="3620" y="3758"/>
                </a:cubicBezTo>
                <a:cubicBezTo>
                  <a:pt x="3967" y="2955"/>
                  <a:pt x="4504" y="2110"/>
                  <a:pt x="5362" y="1938"/>
                </a:cubicBezTo>
                <a:cubicBezTo>
                  <a:pt x="5472" y="1916"/>
                  <a:pt x="5582" y="1906"/>
                  <a:pt x="5692" y="1906"/>
                </a:cubicBezTo>
                <a:cubicBezTo>
                  <a:pt x="6160" y="1906"/>
                  <a:pt x="6628" y="2081"/>
                  <a:pt x="7080" y="2232"/>
                </a:cubicBezTo>
                <a:cubicBezTo>
                  <a:pt x="7585" y="2401"/>
                  <a:pt x="8141" y="2535"/>
                  <a:pt x="8672" y="2535"/>
                </a:cubicBezTo>
                <a:cubicBezTo>
                  <a:pt x="9138" y="2535"/>
                  <a:pt x="9586" y="2431"/>
                  <a:pt x="9965" y="2156"/>
                </a:cubicBezTo>
                <a:cubicBezTo>
                  <a:pt x="10504" y="1765"/>
                  <a:pt x="10846" y="1060"/>
                  <a:pt x="11419" y="789"/>
                </a:cubicBezTo>
                <a:lnTo>
                  <a:pt x="11420" y="789"/>
                </a:lnTo>
                <a:cubicBezTo>
                  <a:pt x="11436" y="781"/>
                  <a:pt x="11452" y="774"/>
                  <a:pt x="11469" y="767"/>
                </a:cubicBezTo>
                <a:cubicBezTo>
                  <a:pt x="11544" y="736"/>
                  <a:pt x="11623" y="712"/>
                  <a:pt x="11706" y="696"/>
                </a:cubicBezTo>
                <a:cubicBezTo>
                  <a:pt x="11777" y="683"/>
                  <a:pt x="11848" y="678"/>
                  <a:pt x="11919" y="678"/>
                </a:cubicBezTo>
                <a:cubicBezTo>
                  <a:pt x="12271" y="678"/>
                  <a:pt x="12623" y="809"/>
                  <a:pt x="12978" y="824"/>
                </a:cubicBezTo>
                <a:cubicBezTo>
                  <a:pt x="12999" y="824"/>
                  <a:pt x="13020" y="825"/>
                  <a:pt x="13041" y="825"/>
                </a:cubicBezTo>
                <a:cubicBezTo>
                  <a:pt x="13511" y="825"/>
                  <a:pt x="13977" y="611"/>
                  <a:pt x="14281" y="253"/>
                </a:cubicBezTo>
                <a:cubicBezTo>
                  <a:pt x="14348" y="175"/>
                  <a:pt x="14407" y="90"/>
                  <a:pt x="14457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3" name="Google Shape;2333;p102"/>
          <p:cNvSpPr/>
          <p:nvPr/>
        </p:nvSpPr>
        <p:spPr>
          <a:xfrm flipH="1" rot="4804257">
            <a:off x="122242" y="-866382"/>
            <a:ext cx="1821170" cy="2735155"/>
          </a:xfrm>
          <a:custGeom>
            <a:rect b="b" l="l" r="r" t="t"/>
            <a:pathLst>
              <a:path extrusionOk="0" h="13045" w="13007">
                <a:moveTo>
                  <a:pt x="11086" y="1"/>
                </a:moveTo>
                <a:cubicBezTo>
                  <a:pt x="10136" y="1"/>
                  <a:pt x="9220" y="578"/>
                  <a:pt x="8514" y="1160"/>
                </a:cubicBezTo>
                <a:cubicBezTo>
                  <a:pt x="7734" y="1801"/>
                  <a:pt x="7147" y="2603"/>
                  <a:pt x="6690" y="3499"/>
                </a:cubicBezTo>
                <a:cubicBezTo>
                  <a:pt x="6269" y="4325"/>
                  <a:pt x="5846" y="5241"/>
                  <a:pt x="4914" y="5581"/>
                </a:cubicBezTo>
                <a:cubicBezTo>
                  <a:pt x="3974" y="5923"/>
                  <a:pt x="2923" y="5759"/>
                  <a:pt x="2005" y="6187"/>
                </a:cubicBezTo>
                <a:cubicBezTo>
                  <a:pt x="1188" y="6570"/>
                  <a:pt x="602" y="7349"/>
                  <a:pt x="329" y="8196"/>
                </a:cubicBezTo>
                <a:cubicBezTo>
                  <a:pt x="1" y="9208"/>
                  <a:pt x="140" y="10320"/>
                  <a:pt x="509" y="11301"/>
                </a:cubicBezTo>
                <a:cubicBezTo>
                  <a:pt x="597" y="11534"/>
                  <a:pt x="989" y="11993"/>
                  <a:pt x="1051" y="11993"/>
                </a:cubicBezTo>
                <a:cubicBezTo>
                  <a:pt x="1057" y="11993"/>
                  <a:pt x="1060" y="11988"/>
                  <a:pt x="1059" y="11977"/>
                </a:cubicBezTo>
                <a:lnTo>
                  <a:pt x="1059" y="11977"/>
                </a:lnTo>
                <a:cubicBezTo>
                  <a:pt x="1717" y="12454"/>
                  <a:pt x="2513" y="12576"/>
                  <a:pt x="3318" y="12576"/>
                </a:cubicBezTo>
                <a:cubicBezTo>
                  <a:pt x="3796" y="12576"/>
                  <a:pt x="4277" y="12533"/>
                  <a:pt x="4735" y="12495"/>
                </a:cubicBezTo>
                <a:cubicBezTo>
                  <a:pt x="5450" y="12436"/>
                  <a:pt x="6168" y="12406"/>
                  <a:pt x="6885" y="12406"/>
                </a:cubicBezTo>
                <a:cubicBezTo>
                  <a:pt x="7827" y="12406"/>
                  <a:pt x="8769" y="12458"/>
                  <a:pt x="9706" y="12564"/>
                </a:cubicBezTo>
                <a:cubicBezTo>
                  <a:pt x="10641" y="12670"/>
                  <a:pt x="11568" y="12831"/>
                  <a:pt x="12485" y="13041"/>
                </a:cubicBezTo>
                <a:cubicBezTo>
                  <a:pt x="12495" y="13043"/>
                  <a:pt x="12505" y="13045"/>
                  <a:pt x="12515" y="13045"/>
                </a:cubicBezTo>
                <a:cubicBezTo>
                  <a:pt x="12578" y="13045"/>
                  <a:pt x="12630" y="12997"/>
                  <a:pt x="12632" y="12929"/>
                </a:cubicBezTo>
                <a:lnTo>
                  <a:pt x="12879" y="5509"/>
                </a:lnTo>
                <a:cubicBezTo>
                  <a:pt x="12900" y="4891"/>
                  <a:pt x="12920" y="4272"/>
                  <a:pt x="12940" y="3654"/>
                </a:cubicBezTo>
                <a:cubicBezTo>
                  <a:pt x="12960" y="3073"/>
                  <a:pt x="13006" y="2485"/>
                  <a:pt x="12985" y="1903"/>
                </a:cubicBezTo>
                <a:cubicBezTo>
                  <a:pt x="12967" y="1412"/>
                  <a:pt x="12856" y="914"/>
                  <a:pt x="12502" y="551"/>
                </a:cubicBezTo>
                <a:cubicBezTo>
                  <a:pt x="12188" y="228"/>
                  <a:pt x="11746" y="54"/>
                  <a:pt x="11303" y="11"/>
                </a:cubicBezTo>
                <a:cubicBezTo>
                  <a:pt x="11230" y="4"/>
                  <a:pt x="11158" y="1"/>
                  <a:pt x="11086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4" name="Google Shape;2334;p102"/>
          <p:cNvSpPr/>
          <p:nvPr/>
        </p:nvSpPr>
        <p:spPr>
          <a:xfrm rot="10800000">
            <a:off x="-649353" y="4050921"/>
            <a:ext cx="2708528" cy="1399979"/>
          </a:xfrm>
          <a:custGeom>
            <a:rect b="b" l="l" r="r" t="t"/>
            <a:pathLst>
              <a:path extrusionOk="0" h="8613" w="24377">
                <a:moveTo>
                  <a:pt x="22626" y="1"/>
                </a:moveTo>
                <a:cubicBezTo>
                  <a:pt x="22431" y="1"/>
                  <a:pt x="22241" y="55"/>
                  <a:pt x="22058" y="101"/>
                </a:cubicBezTo>
                <a:cubicBezTo>
                  <a:pt x="21511" y="238"/>
                  <a:pt x="20953" y="349"/>
                  <a:pt x="20391" y="439"/>
                </a:cubicBezTo>
                <a:cubicBezTo>
                  <a:pt x="18472" y="743"/>
                  <a:pt x="16508" y="793"/>
                  <a:pt x="14552" y="793"/>
                </a:cubicBezTo>
                <a:cubicBezTo>
                  <a:pt x="14183" y="793"/>
                  <a:pt x="13813" y="791"/>
                  <a:pt x="13445" y="789"/>
                </a:cubicBezTo>
                <a:cubicBezTo>
                  <a:pt x="11020" y="775"/>
                  <a:pt x="8592" y="763"/>
                  <a:pt x="6170" y="648"/>
                </a:cubicBezTo>
                <a:cubicBezTo>
                  <a:pt x="4959" y="590"/>
                  <a:pt x="3748" y="506"/>
                  <a:pt x="2545" y="383"/>
                </a:cubicBezTo>
                <a:cubicBezTo>
                  <a:pt x="2238" y="351"/>
                  <a:pt x="1932" y="316"/>
                  <a:pt x="1627" y="279"/>
                </a:cubicBezTo>
                <a:cubicBezTo>
                  <a:pt x="1398" y="252"/>
                  <a:pt x="1163" y="215"/>
                  <a:pt x="930" y="215"/>
                </a:cubicBezTo>
                <a:cubicBezTo>
                  <a:pt x="895" y="215"/>
                  <a:pt x="861" y="215"/>
                  <a:pt x="827" y="217"/>
                </a:cubicBezTo>
                <a:cubicBezTo>
                  <a:pt x="405" y="240"/>
                  <a:pt x="13" y="441"/>
                  <a:pt x="5" y="792"/>
                </a:cubicBezTo>
                <a:cubicBezTo>
                  <a:pt x="1" y="936"/>
                  <a:pt x="84" y="1057"/>
                  <a:pt x="235" y="1138"/>
                </a:cubicBezTo>
                <a:cubicBezTo>
                  <a:pt x="259" y="1152"/>
                  <a:pt x="283" y="1157"/>
                  <a:pt x="305" y="1157"/>
                </a:cubicBezTo>
                <a:cubicBezTo>
                  <a:pt x="307" y="1157"/>
                  <a:pt x="309" y="1157"/>
                  <a:pt x="311" y="1157"/>
                </a:cubicBezTo>
                <a:lnTo>
                  <a:pt x="311" y="1157"/>
                </a:lnTo>
                <a:cubicBezTo>
                  <a:pt x="180" y="1807"/>
                  <a:pt x="426" y="2480"/>
                  <a:pt x="944" y="3003"/>
                </a:cubicBezTo>
                <a:cubicBezTo>
                  <a:pt x="1219" y="3281"/>
                  <a:pt x="1569" y="3518"/>
                  <a:pt x="1974" y="3679"/>
                </a:cubicBezTo>
                <a:cubicBezTo>
                  <a:pt x="2424" y="3858"/>
                  <a:pt x="2928" y="3933"/>
                  <a:pt x="3430" y="3957"/>
                </a:cubicBezTo>
                <a:cubicBezTo>
                  <a:pt x="3565" y="3964"/>
                  <a:pt x="3702" y="3967"/>
                  <a:pt x="3838" y="3967"/>
                </a:cubicBezTo>
                <a:cubicBezTo>
                  <a:pt x="4389" y="3967"/>
                  <a:pt x="4946" y="3924"/>
                  <a:pt x="5497" y="3924"/>
                </a:cubicBezTo>
                <a:cubicBezTo>
                  <a:pt x="5880" y="3924"/>
                  <a:pt x="6260" y="3944"/>
                  <a:pt x="6634" y="4014"/>
                </a:cubicBezTo>
                <a:cubicBezTo>
                  <a:pt x="7452" y="4167"/>
                  <a:pt x="8044" y="4590"/>
                  <a:pt x="8476" y="5128"/>
                </a:cubicBezTo>
                <a:cubicBezTo>
                  <a:pt x="8889" y="5644"/>
                  <a:pt x="9168" y="6215"/>
                  <a:pt x="9504" y="6761"/>
                </a:cubicBezTo>
                <a:cubicBezTo>
                  <a:pt x="9818" y="7272"/>
                  <a:pt x="10194" y="7795"/>
                  <a:pt x="10779" y="8153"/>
                </a:cubicBezTo>
                <a:cubicBezTo>
                  <a:pt x="11306" y="8477"/>
                  <a:pt x="11931" y="8612"/>
                  <a:pt x="12573" y="8612"/>
                </a:cubicBezTo>
                <a:cubicBezTo>
                  <a:pt x="12917" y="8612"/>
                  <a:pt x="13266" y="8573"/>
                  <a:pt x="13607" y="8503"/>
                </a:cubicBezTo>
                <a:cubicBezTo>
                  <a:pt x="14755" y="8264"/>
                  <a:pt x="15723" y="7708"/>
                  <a:pt x="16790" y="7327"/>
                </a:cubicBezTo>
                <a:cubicBezTo>
                  <a:pt x="17672" y="7012"/>
                  <a:pt x="18645" y="6819"/>
                  <a:pt x="19621" y="6819"/>
                </a:cubicBezTo>
                <a:cubicBezTo>
                  <a:pt x="19841" y="6819"/>
                  <a:pt x="20062" y="6829"/>
                  <a:pt x="20281" y="6849"/>
                </a:cubicBezTo>
                <a:cubicBezTo>
                  <a:pt x="21290" y="6943"/>
                  <a:pt x="22275" y="7285"/>
                  <a:pt x="22992" y="7844"/>
                </a:cubicBezTo>
                <a:cubicBezTo>
                  <a:pt x="23170" y="7982"/>
                  <a:pt x="23328" y="8133"/>
                  <a:pt x="23467" y="8296"/>
                </a:cubicBezTo>
                <a:cubicBezTo>
                  <a:pt x="23495" y="8329"/>
                  <a:pt x="23541" y="8346"/>
                  <a:pt x="23587" y="8346"/>
                </a:cubicBezTo>
                <a:cubicBezTo>
                  <a:pt x="23643" y="8346"/>
                  <a:pt x="23698" y="8320"/>
                  <a:pt x="23718" y="8271"/>
                </a:cubicBezTo>
                <a:cubicBezTo>
                  <a:pt x="24376" y="6550"/>
                  <a:pt x="24252" y="4734"/>
                  <a:pt x="23880" y="2982"/>
                </a:cubicBezTo>
                <a:cubicBezTo>
                  <a:pt x="23786" y="2536"/>
                  <a:pt x="23676" y="2093"/>
                  <a:pt x="23557" y="1650"/>
                </a:cubicBezTo>
                <a:cubicBezTo>
                  <a:pt x="23441" y="1217"/>
                  <a:pt x="23343" y="773"/>
                  <a:pt x="23189" y="348"/>
                </a:cubicBezTo>
                <a:cubicBezTo>
                  <a:pt x="23127" y="176"/>
                  <a:pt x="22987" y="38"/>
                  <a:pt x="22748" y="8"/>
                </a:cubicBezTo>
                <a:cubicBezTo>
                  <a:pt x="22707" y="3"/>
                  <a:pt x="22666" y="1"/>
                  <a:pt x="22626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35" name="Google Shape;2335;p102"/>
          <p:cNvGrpSpPr/>
          <p:nvPr/>
        </p:nvGrpSpPr>
        <p:grpSpPr>
          <a:xfrm rot="-765977">
            <a:off x="8632964" y="1557024"/>
            <a:ext cx="279616" cy="253294"/>
            <a:chOff x="1640475" y="1197075"/>
            <a:chExt cx="55475" cy="50250"/>
          </a:xfrm>
        </p:grpSpPr>
        <p:sp>
          <p:nvSpPr>
            <p:cNvPr id="2336" name="Google Shape;2336;p10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10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10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39" name="Google Shape;2339;p102"/>
          <p:cNvSpPr/>
          <p:nvPr/>
        </p:nvSpPr>
        <p:spPr>
          <a:xfrm flipH="1" rot="1297691">
            <a:off x="7058070" y="35384"/>
            <a:ext cx="545169" cy="12771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40" name="Google Shape;2340;p102"/>
          <p:cNvGrpSpPr/>
          <p:nvPr/>
        </p:nvGrpSpPr>
        <p:grpSpPr>
          <a:xfrm rot="-4475517">
            <a:off x="8153367" y="4083019"/>
            <a:ext cx="197770" cy="213810"/>
            <a:chOff x="1640475" y="1197075"/>
            <a:chExt cx="55475" cy="50250"/>
          </a:xfrm>
        </p:grpSpPr>
        <p:sp>
          <p:nvSpPr>
            <p:cNvPr id="2341" name="Google Shape;2341;p10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10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10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44" name="Google Shape;2344;p102"/>
          <p:cNvSpPr/>
          <p:nvPr/>
        </p:nvSpPr>
        <p:spPr>
          <a:xfrm>
            <a:off x="891612" y="4121988"/>
            <a:ext cx="1167574" cy="854200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5" name="Google Shape;2345;p102"/>
          <p:cNvSpPr/>
          <p:nvPr/>
        </p:nvSpPr>
        <p:spPr>
          <a:xfrm rot="368157">
            <a:off x="8714668" y="2762413"/>
            <a:ext cx="520982" cy="81628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46" name="Google Shape;2346;p102"/>
          <p:cNvGrpSpPr/>
          <p:nvPr/>
        </p:nvGrpSpPr>
        <p:grpSpPr>
          <a:xfrm rot="-765935">
            <a:off x="327579" y="3560783"/>
            <a:ext cx="221762" cy="200885"/>
            <a:chOff x="1640475" y="1197075"/>
            <a:chExt cx="55475" cy="50250"/>
          </a:xfrm>
        </p:grpSpPr>
        <p:sp>
          <p:nvSpPr>
            <p:cNvPr id="2347" name="Google Shape;2347;p10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10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10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50" name="Google Shape;2350;p102"/>
          <p:cNvSpPr/>
          <p:nvPr/>
        </p:nvSpPr>
        <p:spPr>
          <a:xfrm flipH="1" rot="10800000">
            <a:off x="7360674" y="4100407"/>
            <a:ext cx="1917111" cy="1079443"/>
          </a:xfrm>
          <a:custGeom>
            <a:rect b="b" l="l" r="r" t="t"/>
            <a:pathLst>
              <a:path extrusionOk="0" h="6456" w="13155">
                <a:moveTo>
                  <a:pt x="11275" y="1"/>
                </a:moveTo>
                <a:lnTo>
                  <a:pt x="11275" y="4"/>
                </a:lnTo>
                <a:lnTo>
                  <a:pt x="209" y="2"/>
                </a:lnTo>
                <a:cubicBezTo>
                  <a:pt x="185" y="57"/>
                  <a:pt x="164" y="111"/>
                  <a:pt x="145" y="167"/>
                </a:cubicBezTo>
                <a:cubicBezTo>
                  <a:pt x="138" y="184"/>
                  <a:pt x="132" y="203"/>
                  <a:pt x="127" y="221"/>
                </a:cubicBezTo>
                <a:cubicBezTo>
                  <a:pt x="59" y="429"/>
                  <a:pt x="18" y="643"/>
                  <a:pt x="6" y="860"/>
                </a:cubicBezTo>
                <a:cubicBezTo>
                  <a:pt x="0" y="984"/>
                  <a:pt x="3" y="1110"/>
                  <a:pt x="14" y="1233"/>
                </a:cubicBezTo>
                <a:cubicBezTo>
                  <a:pt x="16" y="1251"/>
                  <a:pt x="18" y="1270"/>
                  <a:pt x="20" y="1288"/>
                </a:cubicBezTo>
                <a:cubicBezTo>
                  <a:pt x="60" y="1638"/>
                  <a:pt x="172" y="1982"/>
                  <a:pt x="341" y="2300"/>
                </a:cubicBezTo>
                <a:cubicBezTo>
                  <a:pt x="351" y="2319"/>
                  <a:pt x="361" y="2337"/>
                  <a:pt x="371" y="2355"/>
                </a:cubicBezTo>
                <a:cubicBezTo>
                  <a:pt x="531" y="2642"/>
                  <a:pt x="740" y="2905"/>
                  <a:pt x="987" y="3134"/>
                </a:cubicBezTo>
                <a:cubicBezTo>
                  <a:pt x="1075" y="3217"/>
                  <a:pt x="1169" y="3295"/>
                  <a:pt x="1269" y="3368"/>
                </a:cubicBezTo>
                <a:cubicBezTo>
                  <a:pt x="1295" y="3387"/>
                  <a:pt x="1320" y="3405"/>
                  <a:pt x="1345" y="3422"/>
                </a:cubicBezTo>
                <a:cubicBezTo>
                  <a:pt x="1608" y="3604"/>
                  <a:pt x="1902" y="3745"/>
                  <a:pt x="2218" y="3827"/>
                </a:cubicBezTo>
                <a:cubicBezTo>
                  <a:pt x="2441" y="3883"/>
                  <a:pt x="2668" y="3908"/>
                  <a:pt x="2896" y="3908"/>
                </a:cubicBezTo>
                <a:cubicBezTo>
                  <a:pt x="3496" y="3908"/>
                  <a:pt x="4103" y="3734"/>
                  <a:pt x="4654" y="3501"/>
                </a:cubicBezTo>
                <a:cubicBezTo>
                  <a:pt x="4713" y="3476"/>
                  <a:pt x="4773" y="3450"/>
                  <a:pt x="4833" y="3424"/>
                </a:cubicBezTo>
                <a:cubicBezTo>
                  <a:pt x="4873" y="3406"/>
                  <a:pt x="4915" y="3387"/>
                  <a:pt x="4955" y="3369"/>
                </a:cubicBezTo>
                <a:cubicBezTo>
                  <a:pt x="5539" y="3105"/>
                  <a:pt x="6130" y="2820"/>
                  <a:pt x="6764" y="2820"/>
                </a:cubicBezTo>
                <a:cubicBezTo>
                  <a:pt x="6811" y="2820"/>
                  <a:pt x="6859" y="2822"/>
                  <a:pt x="6907" y="2825"/>
                </a:cubicBezTo>
                <a:cubicBezTo>
                  <a:pt x="7405" y="2860"/>
                  <a:pt x="7836" y="3071"/>
                  <a:pt x="8213" y="3369"/>
                </a:cubicBezTo>
                <a:cubicBezTo>
                  <a:pt x="8237" y="3387"/>
                  <a:pt x="8259" y="3405"/>
                  <a:pt x="8281" y="3424"/>
                </a:cubicBezTo>
                <a:cubicBezTo>
                  <a:pt x="8634" y="3715"/>
                  <a:pt x="8939" y="4078"/>
                  <a:pt x="9207" y="4436"/>
                </a:cubicBezTo>
                <a:cubicBezTo>
                  <a:pt x="9219" y="4454"/>
                  <a:pt x="9233" y="4472"/>
                  <a:pt x="9246" y="4490"/>
                </a:cubicBezTo>
                <a:cubicBezTo>
                  <a:pt x="9246" y="4490"/>
                  <a:pt x="9247" y="4490"/>
                  <a:pt x="9247" y="4491"/>
                </a:cubicBezTo>
                <a:cubicBezTo>
                  <a:pt x="9498" y="4831"/>
                  <a:pt x="9757" y="5189"/>
                  <a:pt x="10053" y="5504"/>
                </a:cubicBezTo>
                <a:cubicBezTo>
                  <a:pt x="10070" y="5523"/>
                  <a:pt x="10087" y="5541"/>
                  <a:pt x="10104" y="5559"/>
                </a:cubicBezTo>
                <a:cubicBezTo>
                  <a:pt x="10436" y="5901"/>
                  <a:pt x="10812" y="6189"/>
                  <a:pt x="11272" y="6342"/>
                </a:cubicBezTo>
                <a:cubicBezTo>
                  <a:pt x="11292" y="6348"/>
                  <a:pt x="11311" y="6355"/>
                  <a:pt x="11333" y="6361"/>
                </a:cubicBezTo>
                <a:cubicBezTo>
                  <a:pt x="11361" y="6370"/>
                  <a:pt x="11391" y="6378"/>
                  <a:pt x="11420" y="6386"/>
                </a:cubicBezTo>
                <a:cubicBezTo>
                  <a:pt x="11605" y="6434"/>
                  <a:pt x="11791" y="6456"/>
                  <a:pt x="11976" y="6456"/>
                </a:cubicBezTo>
                <a:cubicBezTo>
                  <a:pt x="12384" y="6456"/>
                  <a:pt x="12786" y="6349"/>
                  <a:pt x="13154" y="6177"/>
                </a:cubicBezTo>
                <a:lnTo>
                  <a:pt x="13154" y="5505"/>
                </a:lnTo>
                <a:lnTo>
                  <a:pt x="13154" y="4492"/>
                </a:lnTo>
                <a:lnTo>
                  <a:pt x="13154" y="3371"/>
                </a:lnTo>
                <a:lnTo>
                  <a:pt x="13155" y="2358"/>
                </a:lnTo>
                <a:lnTo>
                  <a:pt x="13155" y="1236"/>
                </a:lnTo>
                <a:lnTo>
                  <a:pt x="13155" y="221"/>
                </a:lnTo>
                <a:lnTo>
                  <a:pt x="13155" y="5"/>
                </a:lnTo>
                <a:lnTo>
                  <a:pt x="11334" y="4"/>
                </a:lnTo>
                <a:lnTo>
                  <a:pt x="11334" y="1"/>
                </a:lnTo>
                <a:close/>
              </a:path>
            </a:pathLst>
          </a:custGeom>
          <a:solidFill>
            <a:schemeClr val="accen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51" name="Google Shape;2351;p102"/>
          <p:cNvGrpSpPr/>
          <p:nvPr/>
        </p:nvGrpSpPr>
        <p:grpSpPr>
          <a:xfrm rot="-6434952">
            <a:off x="1040960" y="439584"/>
            <a:ext cx="221767" cy="200884"/>
            <a:chOff x="1640475" y="1197075"/>
            <a:chExt cx="55475" cy="50250"/>
          </a:xfrm>
        </p:grpSpPr>
        <p:sp>
          <p:nvSpPr>
            <p:cNvPr id="2352" name="Google Shape;2352;p10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10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10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55" name="Google Shape;2355;p102"/>
          <p:cNvSpPr/>
          <p:nvPr/>
        </p:nvSpPr>
        <p:spPr>
          <a:xfrm flipH="1" rot="1359704">
            <a:off x="685300" y="1422418"/>
            <a:ext cx="695035" cy="16282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1_1">
    <p:spTree>
      <p:nvGrpSpPr>
        <p:cNvPr id="2356" name="Shape 2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7" name="Google Shape;2357;p103"/>
          <p:cNvSpPr/>
          <p:nvPr/>
        </p:nvSpPr>
        <p:spPr>
          <a:xfrm>
            <a:off x="-451160" y="2901368"/>
            <a:ext cx="2586138" cy="2694993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8" name="Google Shape;2358;p103"/>
          <p:cNvSpPr/>
          <p:nvPr/>
        </p:nvSpPr>
        <p:spPr>
          <a:xfrm>
            <a:off x="6473120" y="4156765"/>
            <a:ext cx="2931030" cy="1208150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9" name="Google Shape;2359;p103"/>
          <p:cNvSpPr/>
          <p:nvPr/>
        </p:nvSpPr>
        <p:spPr>
          <a:xfrm>
            <a:off x="-294591" y="-80130"/>
            <a:ext cx="4055287" cy="1093449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0" name="Google Shape;2360;p103"/>
          <p:cNvSpPr/>
          <p:nvPr/>
        </p:nvSpPr>
        <p:spPr>
          <a:xfrm>
            <a:off x="5925049" y="-221800"/>
            <a:ext cx="3504060" cy="2795475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1" name="Google Shape;2361;p103"/>
          <p:cNvSpPr txBox="1"/>
          <p:nvPr>
            <p:ph type="title"/>
          </p:nvPr>
        </p:nvSpPr>
        <p:spPr>
          <a:xfrm>
            <a:off x="2715675" y="758952"/>
            <a:ext cx="3712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362" name="Google Shape;2362;p103"/>
          <p:cNvSpPr txBox="1"/>
          <p:nvPr>
            <p:ph idx="2" type="title"/>
          </p:nvPr>
        </p:nvSpPr>
        <p:spPr>
          <a:xfrm>
            <a:off x="704200" y="2533250"/>
            <a:ext cx="2496300" cy="30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363" name="Google Shape;2363;p103"/>
          <p:cNvSpPr txBox="1"/>
          <p:nvPr>
            <p:ph idx="1" type="subTitle"/>
          </p:nvPr>
        </p:nvSpPr>
        <p:spPr>
          <a:xfrm>
            <a:off x="704875" y="3013800"/>
            <a:ext cx="2496300" cy="1125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364" name="Google Shape;2364;p103"/>
          <p:cNvSpPr txBox="1"/>
          <p:nvPr>
            <p:ph idx="3" type="title"/>
          </p:nvPr>
        </p:nvSpPr>
        <p:spPr>
          <a:xfrm>
            <a:off x="3323851" y="2533250"/>
            <a:ext cx="2496300" cy="30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365" name="Google Shape;2365;p103"/>
          <p:cNvSpPr txBox="1"/>
          <p:nvPr>
            <p:ph idx="4" type="subTitle"/>
          </p:nvPr>
        </p:nvSpPr>
        <p:spPr>
          <a:xfrm>
            <a:off x="3324977" y="3013800"/>
            <a:ext cx="2496000" cy="1125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366" name="Google Shape;2366;p103"/>
          <p:cNvSpPr txBox="1"/>
          <p:nvPr>
            <p:ph idx="5" type="title"/>
          </p:nvPr>
        </p:nvSpPr>
        <p:spPr>
          <a:xfrm>
            <a:off x="5943502" y="2533250"/>
            <a:ext cx="2496300" cy="30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367" name="Google Shape;2367;p103"/>
          <p:cNvSpPr txBox="1"/>
          <p:nvPr>
            <p:ph idx="6" type="subTitle"/>
          </p:nvPr>
        </p:nvSpPr>
        <p:spPr>
          <a:xfrm>
            <a:off x="5944778" y="3013800"/>
            <a:ext cx="2493900" cy="1125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grpSp>
        <p:nvGrpSpPr>
          <p:cNvPr id="2368" name="Google Shape;2368;p103"/>
          <p:cNvGrpSpPr/>
          <p:nvPr/>
        </p:nvGrpSpPr>
        <p:grpSpPr>
          <a:xfrm rot="899970">
            <a:off x="8560376" y="4071912"/>
            <a:ext cx="215932" cy="195605"/>
            <a:chOff x="1640475" y="1197075"/>
            <a:chExt cx="55475" cy="50250"/>
          </a:xfrm>
        </p:grpSpPr>
        <p:sp>
          <p:nvSpPr>
            <p:cNvPr id="2369" name="Google Shape;2369;p10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10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10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72" name="Google Shape;2372;p103"/>
          <p:cNvGrpSpPr/>
          <p:nvPr/>
        </p:nvGrpSpPr>
        <p:grpSpPr>
          <a:xfrm rot="-4275570">
            <a:off x="8418220" y="2480799"/>
            <a:ext cx="279618" cy="253294"/>
            <a:chOff x="1640475" y="1197075"/>
            <a:chExt cx="55475" cy="50250"/>
          </a:xfrm>
        </p:grpSpPr>
        <p:sp>
          <p:nvSpPr>
            <p:cNvPr id="2373" name="Google Shape;2373;p10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10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10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76" name="Google Shape;2376;p103"/>
          <p:cNvSpPr/>
          <p:nvPr/>
        </p:nvSpPr>
        <p:spPr>
          <a:xfrm flipH="1" rot="8678282">
            <a:off x="1420977" y="4678346"/>
            <a:ext cx="888103" cy="20804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7" name="Google Shape;2377;p103"/>
          <p:cNvSpPr/>
          <p:nvPr/>
        </p:nvSpPr>
        <p:spPr>
          <a:xfrm flipH="1" rot="117">
            <a:off x="8285430" y="187427"/>
            <a:ext cx="545177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78" name="Google Shape;2378;p103"/>
          <p:cNvGrpSpPr/>
          <p:nvPr/>
        </p:nvGrpSpPr>
        <p:grpSpPr>
          <a:xfrm rot="-4499988">
            <a:off x="179832" y="923857"/>
            <a:ext cx="290790" cy="263412"/>
            <a:chOff x="1640475" y="1197075"/>
            <a:chExt cx="55475" cy="50250"/>
          </a:xfrm>
        </p:grpSpPr>
        <p:sp>
          <p:nvSpPr>
            <p:cNvPr id="2379" name="Google Shape;2379;p10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10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10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82" name="Google Shape;2382;p103"/>
          <p:cNvSpPr/>
          <p:nvPr/>
        </p:nvSpPr>
        <p:spPr>
          <a:xfrm>
            <a:off x="2052118" y="235569"/>
            <a:ext cx="1167574" cy="854200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3" name="Google Shape;2383;p103"/>
          <p:cNvSpPr/>
          <p:nvPr/>
        </p:nvSpPr>
        <p:spPr>
          <a:xfrm rot="368157">
            <a:off x="8580874" y="4415057"/>
            <a:ext cx="520982" cy="81628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TITLE_AND_TWO_COLUMNS_1">
    <p:spTree>
      <p:nvGrpSpPr>
        <p:cNvPr id="2384" name="Shape 23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5" name="Google Shape;2385;p104"/>
          <p:cNvSpPr/>
          <p:nvPr/>
        </p:nvSpPr>
        <p:spPr>
          <a:xfrm rot="10800000">
            <a:off x="5446235" y="-106113"/>
            <a:ext cx="3782139" cy="1779867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6" name="Google Shape;2386;p104"/>
          <p:cNvSpPr/>
          <p:nvPr/>
        </p:nvSpPr>
        <p:spPr>
          <a:xfrm rot="10800000">
            <a:off x="6095615" y="3584390"/>
            <a:ext cx="3260760" cy="1799884"/>
          </a:xfrm>
          <a:custGeom>
            <a:rect b="b" l="l" r="r" t="t"/>
            <a:pathLst>
              <a:path extrusionOk="0" h="11330" w="20526">
                <a:moveTo>
                  <a:pt x="12939" y="1"/>
                </a:moveTo>
                <a:cubicBezTo>
                  <a:pt x="11999" y="1"/>
                  <a:pt x="11086" y="167"/>
                  <a:pt x="10169" y="370"/>
                </a:cubicBezTo>
                <a:cubicBezTo>
                  <a:pt x="9691" y="476"/>
                  <a:pt x="9213" y="584"/>
                  <a:pt x="8731" y="667"/>
                </a:cubicBezTo>
                <a:cubicBezTo>
                  <a:pt x="8234" y="750"/>
                  <a:pt x="7732" y="802"/>
                  <a:pt x="7229" y="839"/>
                </a:cubicBezTo>
                <a:cubicBezTo>
                  <a:pt x="6231" y="913"/>
                  <a:pt x="5230" y="935"/>
                  <a:pt x="4235" y="1052"/>
                </a:cubicBezTo>
                <a:cubicBezTo>
                  <a:pt x="3806" y="1102"/>
                  <a:pt x="3380" y="1184"/>
                  <a:pt x="2951" y="1235"/>
                </a:cubicBezTo>
                <a:cubicBezTo>
                  <a:pt x="2746" y="1260"/>
                  <a:pt x="2537" y="1279"/>
                  <a:pt x="2328" y="1279"/>
                </a:cubicBezTo>
                <a:cubicBezTo>
                  <a:pt x="2138" y="1279"/>
                  <a:pt x="1948" y="1263"/>
                  <a:pt x="1762" y="1222"/>
                </a:cubicBezTo>
                <a:cubicBezTo>
                  <a:pt x="1578" y="1180"/>
                  <a:pt x="1402" y="1113"/>
                  <a:pt x="1242" y="1012"/>
                </a:cubicBezTo>
                <a:cubicBezTo>
                  <a:pt x="1161" y="960"/>
                  <a:pt x="1089" y="870"/>
                  <a:pt x="988" y="868"/>
                </a:cubicBezTo>
                <a:cubicBezTo>
                  <a:pt x="985" y="868"/>
                  <a:pt x="983" y="868"/>
                  <a:pt x="981" y="868"/>
                </a:cubicBezTo>
                <a:cubicBezTo>
                  <a:pt x="897" y="868"/>
                  <a:pt x="810" y="887"/>
                  <a:pt x="732" y="917"/>
                </a:cubicBezTo>
                <a:cubicBezTo>
                  <a:pt x="360" y="1060"/>
                  <a:pt x="147" y="1435"/>
                  <a:pt x="79" y="1816"/>
                </a:cubicBezTo>
                <a:cubicBezTo>
                  <a:pt x="38" y="2046"/>
                  <a:pt x="37" y="2279"/>
                  <a:pt x="38" y="2512"/>
                </a:cubicBezTo>
                <a:cubicBezTo>
                  <a:pt x="38" y="2767"/>
                  <a:pt x="39" y="3024"/>
                  <a:pt x="40" y="3279"/>
                </a:cubicBezTo>
                <a:cubicBezTo>
                  <a:pt x="42" y="3797"/>
                  <a:pt x="44" y="4315"/>
                  <a:pt x="46" y="4833"/>
                </a:cubicBezTo>
                <a:cubicBezTo>
                  <a:pt x="50" y="5817"/>
                  <a:pt x="54" y="6803"/>
                  <a:pt x="57" y="7787"/>
                </a:cubicBezTo>
                <a:cubicBezTo>
                  <a:pt x="55" y="7786"/>
                  <a:pt x="54" y="7785"/>
                  <a:pt x="52" y="7785"/>
                </a:cubicBezTo>
                <a:cubicBezTo>
                  <a:pt x="0" y="7785"/>
                  <a:pt x="101" y="8649"/>
                  <a:pt x="628" y="8724"/>
                </a:cubicBezTo>
                <a:cubicBezTo>
                  <a:pt x="1441" y="8840"/>
                  <a:pt x="1514" y="10145"/>
                  <a:pt x="2146" y="10693"/>
                </a:cubicBezTo>
                <a:cubicBezTo>
                  <a:pt x="2452" y="10957"/>
                  <a:pt x="2805" y="11167"/>
                  <a:pt x="3199" y="11261"/>
                </a:cubicBezTo>
                <a:cubicBezTo>
                  <a:pt x="3402" y="11310"/>
                  <a:pt x="3609" y="11330"/>
                  <a:pt x="3816" y="11330"/>
                </a:cubicBezTo>
                <a:cubicBezTo>
                  <a:pt x="4077" y="11330"/>
                  <a:pt x="4340" y="11298"/>
                  <a:pt x="4597" y="11251"/>
                </a:cubicBezTo>
                <a:cubicBezTo>
                  <a:pt x="5367" y="11113"/>
                  <a:pt x="6207" y="10865"/>
                  <a:pt x="6645" y="10152"/>
                </a:cubicBezTo>
                <a:cubicBezTo>
                  <a:pt x="6859" y="9801"/>
                  <a:pt x="6970" y="9395"/>
                  <a:pt x="7203" y="9055"/>
                </a:cubicBezTo>
                <a:cubicBezTo>
                  <a:pt x="7421" y="8736"/>
                  <a:pt x="7758" y="8532"/>
                  <a:pt x="8120" y="8419"/>
                </a:cubicBezTo>
                <a:cubicBezTo>
                  <a:pt x="8559" y="8282"/>
                  <a:pt x="9011" y="8265"/>
                  <a:pt x="9465" y="8265"/>
                </a:cubicBezTo>
                <a:cubicBezTo>
                  <a:pt x="9615" y="8265"/>
                  <a:pt x="9765" y="8267"/>
                  <a:pt x="9915" y="8267"/>
                </a:cubicBezTo>
                <a:cubicBezTo>
                  <a:pt x="10115" y="8267"/>
                  <a:pt x="10316" y="8264"/>
                  <a:pt x="10515" y="8248"/>
                </a:cubicBezTo>
                <a:cubicBezTo>
                  <a:pt x="10927" y="8216"/>
                  <a:pt x="11342" y="8132"/>
                  <a:pt x="11707" y="7927"/>
                </a:cubicBezTo>
                <a:cubicBezTo>
                  <a:pt x="12074" y="7718"/>
                  <a:pt x="12352" y="7394"/>
                  <a:pt x="12600" y="7055"/>
                </a:cubicBezTo>
                <a:cubicBezTo>
                  <a:pt x="13089" y="6385"/>
                  <a:pt x="13543" y="5673"/>
                  <a:pt x="14244" y="5207"/>
                </a:cubicBezTo>
                <a:cubicBezTo>
                  <a:pt x="14594" y="4972"/>
                  <a:pt x="14986" y="4825"/>
                  <a:pt x="15405" y="4792"/>
                </a:cubicBezTo>
                <a:cubicBezTo>
                  <a:pt x="15494" y="4785"/>
                  <a:pt x="15582" y="4782"/>
                  <a:pt x="15670" y="4782"/>
                </a:cubicBezTo>
                <a:cubicBezTo>
                  <a:pt x="16070" y="4782"/>
                  <a:pt x="16469" y="4843"/>
                  <a:pt x="16866" y="4877"/>
                </a:cubicBezTo>
                <a:cubicBezTo>
                  <a:pt x="17302" y="4915"/>
                  <a:pt x="17740" y="4933"/>
                  <a:pt x="18178" y="4933"/>
                </a:cubicBezTo>
                <a:cubicBezTo>
                  <a:pt x="18243" y="4933"/>
                  <a:pt x="18309" y="4933"/>
                  <a:pt x="18374" y="4932"/>
                </a:cubicBezTo>
                <a:cubicBezTo>
                  <a:pt x="18585" y="4929"/>
                  <a:pt x="18814" y="4941"/>
                  <a:pt x="19012" y="4857"/>
                </a:cubicBezTo>
                <a:cubicBezTo>
                  <a:pt x="19193" y="4780"/>
                  <a:pt x="19305" y="4623"/>
                  <a:pt x="19390" y="4450"/>
                </a:cubicBezTo>
                <a:cubicBezTo>
                  <a:pt x="19618" y="3989"/>
                  <a:pt x="19825" y="3515"/>
                  <a:pt x="20041" y="3049"/>
                </a:cubicBezTo>
                <a:cubicBezTo>
                  <a:pt x="20147" y="2821"/>
                  <a:pt x="20256" y="2595"/>
                  <a:pt x="20357" y="2365"/>
                </a:cubicBezTo>
                <a:cubicBezTo>
                  <a:pt x="20444" y="2165"/>
                  <a:pt x="20525" y="1951"/>
                  <a:pt x="20518" y="1728"/>
                </a:cubicBezTo>
                <a:cubicBezTo>
                  <a:pt x="20505" y="1297"/>
                  <a:pt x="20161" y="1008"/>
                  <a:pt x="19822" y="810"/>
                </a:cubicBezTo>
                <a:cubicBezTo>
                  <a:pt x="19463" y="601"/>
                  <a:pt x="19065" y="469"/>
                  <a:pt x="18660" y="392"/>
                </a:cubicBezTo>
                <a:cubicBezTo>
                  <a:pt x="17815" y="229"/>
                  <a:pt x="16950" y="272"/>
                  <a:pt x="16095" y="224"/>
                </a:cubicBezTo>
                <a:cubicBezTo>
                  <a:pt x="15084" y="168"/>
                  <a:pt x="14079" y="19"/>
                  <a:pt x="13065" y="2"/>
                </a:cubicBezTo>
                <a:cubicBezTo>
                  <a:pt x="13023" y="1"/>
                  <a:pt x="12981" y="1"/>
                  <a:pt x="12939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7" name="Google Shape;2387;p104"/>
          <p:cNvSpPr/>
          <p:nvPr/>
        </p:nvSpPr>
        <p:spPr>
          <a:xfrm rot="10800000">
            <a:off x="-390198" y="3241570"/>
            <a:ext cx="2066292" cy="2072329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8" name="Google Shape;2388;p104"/>
          <p:cNvSpPr/>
          <p:nvPr/>
        </p:nvSpPr>
        <p:spPr>
          <a:xfrm rot="10800000">
            <a:off x="-258336" y="-384598"/>
            <a:ext cx="3872371" cy="1368261"/>
          </a:xfrm>
          <a:custGeom>
            <a:rect b="b" l="l" r="r" t="t"/>
            <a:pathLst>
              <a:path extrusionOk="0" h="8613" w="24376">
                <a:moveTo>
                  <a:pt x="12572" y="1"/>
                </a:moveTo>
                <a:cubicBezTo>
                  <a:pt x="11930" y="1"/>
                  <a:pt x="11305" y="137"/>
                  <a:pt x="10778" y="460"/>
                </a:cubicBezTo>
                <a:cubicBezTo>
                  <a:pt x="10193" y="818"/>
                  <a:pt x="9818" y="1341"/>
                  <a:pt x="9503" y="1852"/>
                </a:cubicBezTo>
                <a:cubicBezTo>
                  <a:pt x="9167" y="2398"/>
                  <a:pt x="8889" y="2969"/>
                  <a:pt x="8475" y="3485"/>
                </a:cubicBezTo>
                <a:cubicBezTo>
                  <a:pt x="8044" y="4023"/>
                  <a:pt x="7451" y="4445"/>
                  <a:pt x="6633" y="4599"/>
                </a:cubicBezTo>
                <a:cubicBezTo>
                  <a:pt x="6259" y="4669"/>
                  <a:pt x="5879" y="4690"/>
                  <a:pt x="5496" y="4690"/>
                </a:cubicBezTo>
                <a:cubicBezTo>
                  <a:pt x="4945" y="4690"/>
                  <a:pt x="4388" y="4646"/>
                  <a:pt x="3837" y="4646"/>
                </a:cubicBezTo>
                <a:cubicBezTo>
                  <a:pt x="3701" y="4646"/>
                  <a:pt x="3564" y="4649"/>
                  <a:pt x="3429" y="4656"/>
                </a:cubicBezTo>
                <a:cubicBezTo>
                  <a:pt x="2927" y="4680"/>
                  <a:pt x="2424" y="4755"/>
                  <a:pt x="1974" y="4934"/>
                </a:cubicBezTo>
                <a:cubicBezTo>
                  <a:pt x="1568" y="5095"/>
                  <a:pt x="1218" y="5332"/>
                  <a:pt x="943" y="5611"/>
                </a:cubicBezTo>
                <a:cubicBezTo>
                  <a:pt x="425" y="6133"/>
                  <a:pt x="179" y="6806"/>
                  <a:pt x="311" y="7456"/>
                </a:cubicBezTo>
                <a:cubicBezTo>
                  <a:pt x="309" y="7456"/>
                  <a:pt x="307" y="7456"/>
                  <a:pt x="305" y="7456"/>
                </a:cubicBezTo>
                <a:cubicBezTo>
                  <a:pt x="282" y="7456"/>
                  <a:pt x="258" y="7461"/>
                  <a:pt x="234" y="7475"/>
                </a:cubicBezTo>
                <a:cubicBezTo>
                  <a:pt x="83" y="7556"/>
                  <a:pt x="1" y="7677"/>
                  <a:pt x="4" y="7821"/>
                </a:cubicBezTo>
                <a:cubicBezTo>
                  <a:pt x="12" y="8172"/>
                  <a:pt x="404" y="8373"/>
                  <a:pt x="826" y="8396"/>
                </a:cubicBezTo>
                <a:cubicBezTo>
                  <a:pt x="860" y="8398"/>
                  <a:pt x="894" y="8399"/>
                  <a:pt x="929" y="8399"/>
                </a:cubicBezTo>
                <a:cubicBezTo>
                  <a:pt x="1162" y="8399"/>
                  <a:pt x="1397" y="8361"/>
                  <a:pt x="1626" y="8334"/>
                </a:cubicBezTo>
                <a:cubicBezTo>
                  <a:pt x="1931" y="8297"/>
                  <a:pt x="2238" y="8262"/>
                  <a:pt x="2544" y="8230"/>
                </a:cubicBezTo>
                <a:cubicBezTo>
                  <a:pt x="3747" y="8107"/>
                  <a:pt x="4958" y="8023"/>
                  <a:pt x="6170" y="7965"/>
                </a:cubicBezTo>
                <a:cubicBezTo>
                  <a:pt x="8591" y="7850"/>
                  <a:pt x="11019" y="7838"/>
                  <a:pt x="13445" y="7824"/>
                </a:cubicBezTo>
                <a:cubicBezTo>
                  <a:pt x="13813" y="7822"/>
                  <a:pt x="14182" y="7820"/>
                  <a:pt x="14552" y="7820"/>
                </a:cubicBezTo>
                <a:cubicBezTo>
                  <a:pt x="16507" y="7820"/>
                  <a:pt x="18472" y="7870"/>
                  <a:pt x="20390" y="8174"/>
                </a:cubicBezTo>
                <a:cubicBezTo>
                  <a:pt x="20952" y="8264"/>
                  <a:pt x="21511" y="8375"/>
                  <a:pt x="22057" y="8512"/>
                </a:cubicBezTo>
                <a:cubicBezTo>
                  <a:pt x="22240" y="8558"/>
                  <a:pt x="22430" y="8612"/>
                  <a:pt x="22625" y="8612"/>
                </a:cubicBezTo>
                <a:cubicBezTo>
                  <a:pt x="22665" y="8612"/>
                  <a:pt x="22706" y="8610"/>
                  <a:pt x="22747" y="8605"/>
                </a:cubicBezTo>
                <a:cubicBezTo>
                  <a:pt x="22986" y="8575"/>
                  <a:pt x="23126" y="8437"/>
                  <a:pt x="23188" y="8265"/>
                </a:cubicBezTo>
                <a:cubicBezTo>
                  <a:pt x="23342" y="7840"/>
                  <a:pt x="23440" y="7396"/>
                  <a:pt x="23556" y="6963"/>
                </a:cubicBezTo>
                <a:cubicBezTo>
                  <a:pt x="23675" y="6520"/>
                  <a:pt x="23785" y="6077"/>
                  <a:pt x="23879" y="5631"/>
                </a:cubicBezTo>
                <a:cubicBezTo>
                  <a:pt x="24251" y="3879"/>
                  <a:pt x="24375" y="2063"/>
                  <a:pt x="23717" y="343"/>
                </a:cubicBezTo>
                <a:cubicBezTo>
                  <a:pt x="23697" y="293"/>
                  <a:pt x="23642" y="267"/>
                  <a:pt x="23586" y="267"/>
                </a:cubicBezTo>
                <a:cubicBezTo>
                  <a:pt x="23541" y="267"/>
                  <a:pt x="23495" y="284"/>
                  <a:pt x="23467" y="317"/>
                </a:cubicBezTo>
                <a:cubicBezTo>
                  <a:pt x="23327" y="480"/>
                  <a:pt x="23169" y="631"/>
                  <a:pt x="22991" y="769"/>
                </a:cubicBezTo>
                <a:cubicBezTo>
                  <a:pt x="22274" y="1328"/>
                  <a:pt x="21289" y="1670"/>
                  <a:pt x="20281" y="1764"/>
                </a:cubicBezTo>
                <a:cubicBezTo>
                  <a:pt x="20062" y="1784"/>
                  <a:pt x="19841" y="1794"/>
                  <a:pt x="19620" y="1794"/>
                </a:cubicBezTo>
                <a:cubicBezTo>
                  <a:pt x="18644" y="1794"/>
                  <a:pt x="17671" y="1601"/>
                  <a:pt x="16789" y="1286"/>
                </a:cubicBezTo>
                <a:cubicBezTo>
                  <a:pt x="15722" y="905"/>
                  <a:pt x="14754" y="349"/>
                  <a:pt x="13607" y="110"/>
                </a:cubicBezTo>
                <a:cubicBezTo>
                  <a:pt x="13266" y="40"/>
                  <a:pt x="12917" y="1"/>
                  <a:pt x="12572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9" name="Google Shape;2389;p104"/>
          <p:cNvSpPr txBox="1"/>
          <p:nvPr>
            <p:ph type="title"/>
          </p:nvPr>
        </p:nvSpPr>
        <p:spPr>
          <a:xfrm>
            <a:off x="2820300" y="759404"/>
            <a:ext cx="35037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390" name="Google Shape;2390;p104"/>
          <p:cNvSpPr txBox="1"/>
          <p:nvPr>
            <p:ph idx="2" type="title"/>
          </p:nvPr>
        </p:nvSpPr>
        <p:spPr>
          <a:xfrm>
            <a:off x="1611274" y="1803075"/>
            <a:ext cx="21888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800"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391" name="Google Shape;2391;p104"/>
          <p:cNvSpPr txBox="1"/>
          <p:nvPr>
            <p:ph idx="1" type="subTitle"/>
          </p:nvPr>
        </p:nvSpPr>
        <p:spPr>
          <a:xfrm>
            <a:off x="1272075" y="2274175"/>
            <a:ext cx="2867100" cy="70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392" name="Google Shape;2392;p104"/>
          <p:cNvSpPr txBox="1"/>
          <p:nvPr>
            <p:ph idx="3" type="title"/>
          </p:nvPr>
        </p:nvSpPr>
        <p:spPr>
          <a:xfrm>
            <a:off x="5345648" y="1803075"/>
            <a:ext cx="21855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800"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393" name="Google Shape;2393;p104"/>
          <p:cNvSpPr txBox="1"/>
          <p:nvPr>
            <p:ph idx="4" type="subTitle"/>
          </p:nvPr>
        </p:nvSpPr>
        <p:spPr>
          <a:xfrm>
            <a:off x="5004852" y="2274175"/>
            <a:ext cx="2867100" cy="70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394" name="Google Shape;2394;p104"/>
          <p:cNvSpPr txBox="1"/>
          <p:nvPr>
            <p:ph idx="5" type="title"/>
          </p:nvPr>
        </p:nvSpPr>
        <p:spPr>
          <a:xfrm>
            <a:off x="1611274" y="3247725"/>
            <a:ext cx="21888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800"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395" name="Google Shape;2395;p104"/>
          <p:cNvSpPr txBox="1"/>
          <p:nvPr>
            <p:ph idx="6" type="subTitle"/>
          </p:nvPr>
        </p:nvSpPr>
        <p:spPr>
          <a:xfrm>
            <a:off x="1272069" y="3714976"/>
            <a:ext cx="2867100" cy="713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396" name="Google Shape;2396;p104"/>
          <p:cNvSpPr txBox="1"/>
          <p:nvPr>
            <p:ph idx="7" type="title"/>
          </p:nvPr>
        </p:nvSpPr>
        <p:spPr>
          <a:xfrm>
            <a:off x="5345648" y="3247725"/>
            <a:ext cx="21855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800"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397" name="Google Shape;2397;p104"/>
          <p:cNvSpPr txBox="1"/>
          <p:nvPr>
            <p:ph idx="8" type="subTitle"/>
          </p:nvPr>
        </p:nvSpPr>
        <p:spPr>
          <a:xfrm>
            <a:off x="5004848" y="3714976"/>
            <a:ext cx="2867100" cy="713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grpSp>
        <p:nvGrpSpPr>
          <p:cNvPr id="2398" name="Google Shape;2398;p104"/>
          <p:cNvGrpSpPr/>
          <p:nvPr/>
        </p:nvGrpSpPr>
        <p:grpSpPr>
          <a:xfrm rot="9300375">
            <a:off x="1127031" y="4402137"/>
            <a:ext cx="226551" cy="205211"/>
            <a:chOff x="1640475" y="1197075"/>
            <a:chExt cx="55475" cy="50250"/>
          </a:xfrm>
        </p:grpSpPr>
        <p:sp>
          <p:nvSpPr>
            <p:cNvPr id="2399" name="Google Shape;2399;p10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10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10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02" name="Google Shape;2402;p104"/>
          <p:cNvSpPr/>
          <p:nvPr/>
        </p:nvSpPr>
        <p:spPr>
          <a:xfrm flipH="1" rot="-510326">
            <a:off x="375317" y="272405"/>
            <a:ext cx="574893" cy="13467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3" name="Google Shape;2403;p104"/>
          <p:cNvSpPr/>
          <p:nvPr/>
        </p:nvSpPr>
        <p:spPr>
          <a:xfrm flipH="1" rot="-9899901">
            <a:off x="4951535" y="4570194"/>
            <a:ext cx="545173" cy="12772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04" name="Google Shape;2404;p104"/>
          <p:cNvGrpSpPr/>
          <p:nvPr/>
        </p:nvGrpSpPr>
        <p:grpSpPr>
          <a:xfrm rot="2217042">
            <a:off x="7251693" y="4647997"/>
            <a:ext cx="365864" cy="331431"/>
            <a:chOff x="1640475" y="1197075"/>
            <a:chExt cx="55475" cy="50250"/>
          </a:xfrm>
        </p:grpSpPr>
        <p:sp>
          <p:nvSpPr>
            <p:cNvPr id="2405" name="Google Shape;2405;p10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10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10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08" name="Google Shape;2408;p104"/>
          <p:cNvGrpSpPr/>
          <p:nvPr/>
        </p:nvGrpSpPr>
        <p:grpSpPr>
          <a:xfrm rot="-7117196">
            <a:off x="7733082" y="352399"/>
            <a:ext cx="324154" cy="293632"/>
            <a:chOff x="1640475" y="1197075"/>
            <a:chExt cx="55475" cy="50250"/>
          </a:xfrm>
        </p:grpSpPr>
        <p:sp>
          <p:nvSpPr>
            <p:cNvPr id="2409" name="Google Shape;2409;p10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10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10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12" name="Google Shape;2412;p104"/>
          <p:cNvGrpSpPr/>
          <p:nvPr/>
        </p:nvGrpSpPr>
        <p:grpSpPr>
          <a:xfrm rot="-7256213">
            <a:off x="430054" y="976951"/>
            <a:ext cx="225183" cy="266962"/>
            <a:chOff x="1640475" y="1197075"/>
            <a:chExt cx="55475" cy="50250"/>
          </a:xfrm>
        </p:grpSpPr>
        <p:sp>
          <p:nvSpPr>
            <p:cNvPr id="2413" name="Google Shape;2413;p10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10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10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16" name="Google Shape;2416;p104"/>
          <p:cNvSpPr/>
          <p:nvPr/>
        </p:nvSpPr>
        <p:spPr>
          <a:xfrm rot="-5211900">
            <a:off x="-17670" y="2640499"/>
            <a:ext cx="988852" cy="900801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1">
  <p:cSld name="TITLE_ONLY_1_1">
    <p:spTree>
      <p:nvGrpSpPr>
        <p:cNvPr id="2417" name="Shape 24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8" name="Google Shape;2418;p105"/>
          <p:cNvSpPr/>
          <p:nvPr/>
        </p:nvSpPr>
        <p:spPr>
          <a:xfrm rot="10800000">
            <a:off x="-200914" y="-108731"/>
            <a:ext cx="3607613" cy="1169626"/>
          </a:xfrm>
          <a:custGeom>
            <a:rect b="b" l="l" r="r" t="t"/>
            <a:pathLst>
              <a:path extrusionOk="0" h="7088" w="21862">
                <a:moveTo>
                  <a:pt x="20392" y="0"/>
                </a:moveTo>
                <a:cubicBezTo>
                  <a:pt x="19697" y="0"/>
                  <a:pt x="19010" y="139"/>
                  <a:pt x="18446" y="437"/>
                </a:cubicBezTo>
                <a:cubicBezTo>
                  <a:pt x="17368" y="1003"/>
                  <a:pt x="16913" y="1997"/>
                  <a:pt x="16387" y="2893"/>
                </a:cubicBezTo>
                <a:cubicBezTo>
                  <a:pt x="15861" y="3789"/>
                  <a:pt x="15050" y="4733"/>
                  <a:pt x="13753" y="4924"/>
                </a:cubicBezTo>
                <a:cubicBezTo>
                  <a:pt x="13587" y="4948"/>
                  <a:pt x="13420" y="4959"/>
                  <a:pt x="13253" y="4959"/>
                </a:cubicBezTo>
                <a:cubicBezTo>
                  <a:pt x="12545" y="4959"/>
                  <a:pt x="11838" y="4765"/>
                  <a:pt x="11156" y="4596"/>
                </a:cubicBezTo>
                <a:cubicBezTo>
                  <a:pt x="10391" y="4408"/>
                  <a:pt x="9551" y="4258"/>
                  <a:pt x="8748" y="4258"/>
                </a:cubicBezTo>
                <a:cubicBezTo>
                  <a:pt x="8042" y="4258"/>
                  <a:pt x="7365" y="4373"/>
                  <a:pt x="6793" y="4680"/>
                </a:cubicBezTo>
                <a:cubicBezTo>
                  <a:pt x="5978" y="5117"/>
                  <a:pt x="5461" y="5904"/>
                  <a:pt x="4593" y="6207"/>
                </a:cubicBezTo>
                <a:cubicBezTo>
                  <a:pt x="4569" y="6215"/>
                  <a:pt x="4545" y="6224"/>
                  <a:pt x="4519" y="6231"/>
                </a:cubicBezTo>
                <a:cubicBezTo>
                  <a:pt x="4407" y="6267"/>
                  <a:pt x="4286" y="6293"/>
                  <a:pt x="4160" y="6310"/>
                </a:cubicBezTo>
                <a:cubicBezTo>
                  <a:pt x="4052" y="6325"/>
                  <a:pt x="3944" y="6331"/>
                  <a:pt x="3836" y="6331"/>
                </a:cubicBezTo>
                <a:cubicBezTo>
                  <a:pt x="3306" y="6331"/>
                  <a:pt x="2774" y="6185"/>
                  <a:pt x="2236" y="6169"/>
                </a:cubicBezTo>
                <a:cubicBezTo>
                  <a:pt x="2205" y="6168"/>
                  <a:pt x="2173" y="6167"/>
                  <a:pt x="2142" y="6167"/>
                </a:cubicBezTo>
                <a:cubicBezTo>
                  <a:pt x="1432" y="6167"/>
                  <a:pt x="726" y="6406"/>
                  <a:pt x="265" y="6805"/>
                </a:cubicBezTo>
                <a:cubicBezTo>
                  <a:pt x="165" y="6893"/>
                  <a:pt x="77" y="6988"/>
                  <a:pt x="1" y="7088"/>
                </a:cubicBezTo>
                <a:lnTo>
                  <a:pt x="21862" y="7088"/>
                </a:lnTo>
                <a:lnTo>
                  <a:pt x="21862" y="210"/>
                </a:lnTo>
                <a:cubicBezTo>
                  <a:pt x="21397" y="73"/>
                  <a:pt x="20892" y="0"/>
                  <a:pt x="20392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9" name="Google Shape;2419;p105"/>
          <p:cNvSpPr/>
          <p:nvPr/>
        </p:nvSpPr>
        <p:spPr>
          <a:xfrm rot="10800000">
            <a:off x="7148674" y="4300550"/>
            <a:ext cx="2170805" cy="1065337"/>
          </a:xfrm>
          <a:custGeom>
            <a:rect b="b" l="l" r="r" t="t"/>
            <a:pathLst>
              <a:path extrusionOk="0" h="6456" w="13155">
                <a:moveTo>
                  <a:pt x="1821" y="0"/>
                </a:moveTo>
                <a:lnTo>
                  <a:pt x="1821" y="3"/>
                </a:lnTo>
                <a:lnTo>
                  <a:pt x="0" y="4"/>
                </a:lnTo>
                <a:lnTo>
                  <a:pt x="0" y="222"/>
                </a:lnTo>
                <a:lnTo>
                  <a:pt x="0" y="1236"/>
                </a:lnTo>
                <a:lnTo>
                  <a:pt x="0" y="2358"/>
                </a:lnTo>
                <a:lnTo>
                  <a:pt x="1" y="3370"/>
                </a:lnTo>
                <a:lnTo>
                  <a:pt x="1" y="4493"/>
                </a:lnTo>
                <a:lnTo>
                  <a:pt x="1" y="5504"/>
                </a:lnTo>
                <a:lnTo>
                  <a:pt x="1" y="6178"/>
                </a:lnTo>
                <a:cubicBezTo>
                  <a:pt x="369" y="6349"/>
                  <a:pt x="770" y="6456"/>
                  <a:pt x="1177" y="6456"/>
                </a:cubicBezTo>
                <a:cubicBezTo>
                  <a:pt x="1363" y="6456"/>
                  <a:pt x="1550" y="6434"/>
                  <a:pt x="1736" y="6385"/>
                </a:cubicBezTo>
                <a:cubicBezTo>
                  <a:pt x="1764" y="6378"/>
                  <a:pt x="1794" y="6370"/>
                  <a:pt x="1822" y="6361"/>
                </a:cubicBezTo>
                <a:cubicBezTo>
                  <a:pt x="1843" y="6355"/>
                  <a:pt x="1862" y="6348"/>
                  <a:pt x="1882" y="6342"/>
                </a:cubicBezTo>
                <a:cubicBezTo>
                  <a:pt x="2342" y="6188"/>
                  <a:pt x="2719" y="5901"/>
                  <a:pt x="3050" y="5558"/>
                </a:cubicBezTo>
                <a:cubicBezTo>
                  <a:pt x="3068" y="5540"/>
                  <a:pt x="3085" y="5522"/>
                  <a:pt x="3102" y="5503"/>
                </a:cubicBezTo>
                <a:cubicBezTo>
                  <a:pt x="3398" y="5189"/>
                  <a:pt x="3657" y="4831"/>
                  <a:pt x="3908" y="4490"/>
                </a:cubicBezTo>
                <a:cubicBezTo>
                  <a:pt x="3908" y="4490"/>
                  <a:pt x="3909" y="4490"/>
                  <a:pt x="3909" y="4489"/>
                </a:cubicBezTo>
                <a:cubicBezTo>
                  <a:pt x="3923" y="4471"/>
                  <a:pt x="3936" y="4455"/>
                  <a:pt x="3949" y="4436"/>
                </a:cubicBezTo>
                <a:cubicBezTo>
                  <a:pt x="4217" y="4078"/>
                  <a:pt x="4522" y="3714"/>
                  <a:pt x="4875" y="3424"/>
                </a:cubicBezTo>
                <a:cubicBezTo>
                  <a:pt x="4897" y="3405"/>
                  <a:pt x="4919" y="3387"/>
                  <a:pt x="4942" y="3369"/>
                </a:cubicBezTo>
                <a:cubicBezTo>
                  <a:pt x="5319" y="3071"/>
                  <a:pt x="5750" y="2859"/>
                  <a:pt x="6248" y="2826"/>
                </a:cubicBezTo>
                <a:cubicBezTo>
                  <a:pt x="6296" y="2822"/>
                  <a:pt x="6344" y="2821"/>
                  <a:pt x="6391" y="2821"/>
                </a:cubicBezTo>
                <a:cubicBezTo>
                  <a:pt x="7025" y="2821"/>
                  <a:pt x="7616" y="3105"/>
                  <a:pt x="8200" y="3368"/>
                </a:cubicBezTo>
                <a:cubicBezTo>
                  <a:pt x="8240" y="3387"/>
                  <a:pt x="8281" y="3405"/>
                  <a:pt x="8323" y="3423"/>
                </a:cubicBezTo>
                <a:cubicBezTo>
                  <a:pt x="8382" y="3449"/>
                  <a:pt x="8442" y="3475"/>
                  <a:pt x="8501" y="3501"/>
                </a:cubicBezTo>
                <a:cubicBezTo>
                  <a:pt x="9052" y="3734"/>
                  <a:pt x="9659" y="3908"/>
                  <a:pt x="10259" y="3908"/>
                </a:cubicBezTo>
                <a:cubicBezTo>
                  <a:pt x="10487" y="3908"/>
                  <a:pt x="10715" y="3882"/>
                  <a:pt x="10937" y="3826"/>
                </a:cubicBezTo>
                <a:cubicBezTo>
                  <a:pt x="11253" y="3746"/>
                  <a:pt x="11547" y="3604"/>
                  <a:pt x="11810" y="3423"/>
                </a:cubicBezTo>
                <a:cubicBezTo>
                  <a:pt x="11835" y="3405"/>
                  <a:pt x="11861" y="3387"/>
                  <a:pt x="11886" y="3368"/>
                </a:cubicBezTo>
                <a:cubicBezTo>
                  <a:pt x="11986" y="3295"/>
                  <a:pt x="12081" y="3217"/>
                  <a:pt x="12169" y="3134"/>
                </a:cubicBezTo>
                <a:cubicBezTo>
                  <a:pt x="12416" y="2906"/>
                  <a:pt x="12624" y="2641"/>
                  <a:pt x="12783" y="2355"/>
                </a:cubicBezTo>
                <a:cubicBezTo>
                  <a:pt x="12794" y="2337"/>
                  <a:pt x="12805" y="2319"/>
                  <a:pt x="12814" y="2300"/>
                </a:cubicBezTo>
                <a:cubicBezTo>
                  <a:pt x="12983" y="1983"/>
                  <a:pt x="13095" y="1639"/>
                  <a:pt x="13135" y="1287"/>
                </a:cubicBezTo>
                <a:cubicBezTo>
                  <a:pt x="13137" y="1269"/>
                  <a:pt x="13139" y="1251"/>
                  <a:pt x="13141" y="1232"/>
                </a:cubicBezTo>
                <a:cubicBezTo>
                  <a:pt x="13152" y="1109"/>
                  <a:pt x="13155" y="984"/>
                  <a:pt x="13149" y="860"/>
                </a:cubicBezTo>
                <a:cubicBezTo>
                  <a:pt x="13137" y="644"/>
                  <a:pt x="13096" y="428"/>
                  <a:pt x="13028" y="222"/>
                </a:cubicBezTo>
                <a:cubicBezTo>
                  <a:pt x="13023" y="204"/>
                  <a:pt x="13017" y="185"/>
                  <a:pt x="13010" y="167"/>
                </a:cubicBezTo>
                <a:cubicBezTo>
                  <a:pt x="12991" y="111"/>
                  <a:pt x="12969" y="56"/>
                  <a:pt x="12946" y="1"/>
                </a:cubicBezTo>
                <a:lnTo>
                  <a:pt x="1880" y="3"/>
                </a:lnTo>
                <a:lnTo>
                  <a:pt x="1880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0" name="Google Shape;2420;p105"/>
          <p:cNvSpPr/>
          <p:nvPr/>
        </p:nvSpPr>
        <p:spPr>
          <a:xfrm rot="10800000">
            <a:off x="-454045" y="3925144"/>
            <a:ext cx="4760920" cy="1605431"/>
          </a:xfrm>
          <a:custGeom>
            <a:rect b="b" l="l" r="r" t="t"/>
            <a:pathLst>
              <a:path extrusionOk="0" h="9729" w="28851">
                <a:moveTo>
                  <a:pt x="943" y="0"/>
                </a:moveTo>
                <a:cubicBezTo>
                  <a:pt x="631" y="0"/>
                  <a:pt x="337" y="87"/>
                  <a:pt x="179" y="380"/>
                </a:cubicBezTo>
                <a:cubicBezTo>
                  <a:pt x="1" y="711"/>
                  <a:pt x="78" y="1189"/>
                  <a:pt x="451" y="1303"/>
                </a:cubicBezTo>
                <a:cubicBezTo>
                  <a:pt x="355" y="2313"/>
                  <a:pt x="452" y="3522"/>
                  <a:pt x="1499" y="3989"/>
                </a:cubicBezTo>
                <a:cubicBezTo>
                  <a:pt x="1785" y="4117"/>
                  <a:pt x="2088" y="4165"/>
                  <a:pt x="2396" y="4165"/>
                </a:cubicBezTo>
                <a:cubicBezTo>
                  <a:pt x="3000" y="4165"/>
                  <a:pt x="3625" y="3981"/>
                  <a:pt x="4188" y="3848"/>
                </a:cubicBezTo>
                <a:cubicBezTo>
                  <a:pt x="4624" y="3745"/>
                  <a:pt x="5112" y="3633"/>
                  <a:pt x="5582" y="3633"/>
                </a:cubicBezTo>
                <a:cubicBezTo>
                  <a:pt x="6044" y="3633"/>
                  <a:pt x="6489" y="3741"/>
                  <a:pt x="6852" y="4069"/>
                </a:cubicBezTo>
                <a:cubicBezTo>
                  <a:pt x="7560" y="4711"/>
                  <a:pt x="7722" y="5737"/>
                  <a:pt x="8257" y="6500"/>
                </a:cubicBezTo>
                <a:cubicBezTo>
                  <a:pt x="8521" y="6876"/>
                  <a:pt x="8874" y="7178"/>
                  <a:pt x="9322" y="7300"/>
                </a:cubicBezTo>
                <a:cubicBezTo>
                  <a:pt x="9482" y="7344"/>
                  <a:pt x="9645" y="7363"/>
                  <a:pt x="9808" y="7363"/>
                </a:cubicBezTo>
                <a:cubicBezTo>
                  <a:pt x="10078" y="7363"/>
                  <a:pt x="10348" y="7310"/>
                  <a:pt x="10606" y="7231"/>
                </a:cubicBezTo>
                <a:cubicBezTo>
                  <a:pt x="11498" y="6959"/>
                  <a:pt x="12280" y="6380"/>
                  <a:pt x="13194" y="6184"/>
                </a:cubicBezTo>
                <a:cubicBezTo>
                  <a:pt x="13322" y="6156"/>
                  <a:pt x="13450" y="6141"/>
                  <a:pt x="13577" y="6141"/>
                </a:cubicBezTo>
                <a:cubicBezTo>
                  <a:pt x="13849" y="6141"/>
                  <a:pt x="14113" y="6211"/>
                  <a:pt x="14347" y="6376"/>
                </a:cubicBezTo>
                <a:cubicBezTo>
                  <a:pt x="14724" y="6643"/>
                  <a:pt x="14907" y="7097"/>
                  <a:pt x="15047" y="7521"/>
                </a:cubicBezTo>
                <a:cubicBezTo>
                  <a:pt x="15341" y="8400"/>
                  <a:pt x="15592" y="9554"/>
                  <a:pt x="16688" y="9709"/>
                </a:cubicBezTo>
                <a:cubicBezTo>
                  <a:pt x="16781" y="9722"/>
                  <a:pt x="16872" y="9728"/>
                  <a:pt x="16961" y="9728"/>
                </a:cubicBezTo>
                <a:cubicBezTo>
                  <a:pt x="18160" y="9728"/>
                  <a:pt x="18967" y="8588"/>
                  <a:pt x="19887" y="7966"/>
                </a:cubicBezTo>
                <a:cubicBezTo>
                  <a:pt x="20301" y="7685"/>
                  <a:pt x="20755" y="7537"/>
                  <a:pt x="21232" y="7537"/>
                </a:cubicBezTo>
                <a:cubicBezTo>
                  <a:pt x="21401" y="7537"/>
                  <a:pt x="21572" y="7556"/>
                  <a:pt x="21746" y="7593"/>
                </a:cubicBezTo>
                <a:cubicBezTo>
                  <a:pt x="22408" y="7736"/>
                  <a:pt x="23015" y="8087"/>
                  <a:pt x="23550" y="8494"/>
                </a:cubicBezTo>
                <a:cubicBezTo>
                  <a:pt x="24053" y="8876"/>
                  <a:pt x="24539" y="9361"/>
                  <a:pt x="25189" y="9466"/>
                </a:cubicBezTo>
                <a:cubicBezTo>
                  <a:pt x="25284" y="9481"/>
                  <a:pt x="25378" y="9489"/>
                  <a:pt x="25473" y="9489"/>
                </a:cubicBezTo>
                <a:cubicBezTo>
                  <a:pt x="26024" y="9489"/>
                  <a:pt x="26554" y="9240"/>
                  <a:pt x="26991" y="8910"/>
                </a:cubicBezTo>
                <a:cubicBezTo>
                  <a:pt x="27838" y="8271"/>
                  <a:pt x="28376" y="7319"/>
                  <a:pt x="28611" y="6292"/>
                </a:cubicBezTo>
                <a:cubicBezTo>
                  <a:pt x="28851" y="5239"/>
                  <a:pt x="28800" y="4124"/>
                  <a:pt x="28525" y="3084"/>
                </a:cubicBezTo>
                <a:cubicBezTo>
                  <a:pt x="28226" y="1958"/>
                  <a:pt x="27654" y="694"/>
                  <a:pt x="26488" y="261"/>
                </a:cubicBezTo>
                <a:cubicBezTo>
                  <a:pt x="26074" y="106"/>
                  <a:pt x="25631" y="64"/>
                  <a:pt x="25188" y="64"/>
                </a:cubicBezTo>
                <a:cubicBezTo>
                  <a:pt x="24971" y="64"/>
                  <a:pt x="24753" y="74"/>
                  <a:pt x="24540" y="86"/>
                </a:cubicBezTo>
                <a:cubicBezTo>
                  <a:pt x="23776" y="131"/>
                  <a:pt x="23013" y="188"/>
                  <a:pt x="22250" y="248"/>
                </a:cubicBezTo>
                <a:cubicBezTo>
                  <a:pt x="20720" y="367"/>
                  <a:pt x="19190" y="503"/>
                  <a:pt x="17661" y="628"/>
                </a:cubicBezTo>
                <a:cubicBezTo>
                  <a:pt x="15187" y="828"/>
                  <a:pt x="12704" y="996"/>
                  <a:pt x="10221" y="996"/>
                </a:cubicBezTo>
                <a:cubicBezTo>
                  <a:pt x="9649" y="996"/>
                  <a:pt x="9077" y="987"/>
                  <a:pt x="8505" y="967"/>
                </a:cubicBezTo>
                <a:cubicBezTo>
                  <a:pt x="6985" y="916"/>
                  <a:pt x="5467" y="790"/>
                  <a:pt x="3966" y="555"/>
                </a:cubicBezTo>
                <a:cubicBezTo>
                  <a:pt x="3209" y="436"/>
                  <a:pt x="2459" y="290"/>
                  <a:pt x="1714" y="116"/>
                </a:cubicBezTo>
                <a:cubicBezTo>
                  <a:pt x="1493" y="64"/>
                  <a:pt x="1211" y="0"/>
                  <a:pt x="94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1" name="Google Shape;2421;p105"/>
          <p:cNvSpPr/>
          <p:nvPr/>
        </p:nvSpPr>
        <p:spPr>
          <a:xfrm rot="10800000">
            <a:off x="7318149" y="-387074"/>
            <a:ext cx="2415526" cy="3446503"/>
          </a:xfrm>
          <a:custGeom>
            <a:rect b="b" l="l" r="r" t="t"/>
            <a:pathLst>
              <a:path extrusionOk="0" h="20886" w="14638">
                <a:moveTo>
                  <a:pt x="3191" y="1"/>
                </a:moveTo>
                <a:cubicBezTo>
                  <a:pt x="2885" y="1"/>
                  <a:pt x="2576" y="81"/>
                  <a:pt x="2295" y="191"/>
                </a:cubicBezTo>
                <a:cubicBezTo>
                  <a:pt x="1899" y="349"/>
                  <a:pt x="1532" y="564"/>
                  <a:pt x="1185" y="809"/>
                </a:cubicBezTo>
                <a:cubicBezTo>
                  <a:pt x="1218" y="721"/>
                  <a:pt x="1252" y="633"/>
                  <a:pt x="1287" y="547"/>
                </a:cubicBezTo>
                <a:cubicBezTo>
                  <a:pt x="1332" y="438"/>
                  <a:pt x="1242" y="367"/>
                  <a:pt x="1149" y="367"/>
                </a:cubicBezTo>
                <a:cubicBezTo>
                  <a:pt x="1089" y="367"/>
                  <a:pt x="1027" y="397"/>
                  <a:pt x="998" y="467"/>
                </a:cubicBezTo>
                <a:cubicBezTo>
                  <a:pt x="147" y="2564"/>
                  <a:pt x="0" y="4857"/>
                  <a:pt x="71" y="7096"/>
                </a:cubicBezTo>
                <a:cubicBezTo>
                  <a:pt x="107" y="8264"/>
                  <a:pt x="200" y="9428"/>
                  <a:pt x="285" y="10592"/>
                </a:cubicBezTo>
                <a:cubicBezTo>
                  <a:pt x="378" y="11838"/>
                  <a:pt x="471" y="13083"/>
                  <a:pt x="565" y="14328"/>
                </a:cubicBezTo>
                <a:cubicBezTo>
                  <a:pt x="660" y="15573"/>
                  <a:pt x="755" y="16818"/>
                  <a:pt x="852" y="18063"/>
                </a:cubicBezTo>
                <a:cubicBezTo>
                  <a:pt x="895" y="18617"/>
                  <a:pt x="909" y="19183"/>
                  <a:pt x="997" y="19731"/>
                </a:cubicBezTo>
                <a:cubicBezTo>
                  <a:pt x="1063" y="20137"/>
                  <a:pt x="1227" y="20580"/>
                  <a:pt x="1623" y="20768"/>
                </a:cubicBezTo>
                <a:cubicBezTo>
                  <a:pt x="1853" y="20878"/>
                  <a:pt x="2108" y="20885"/>
                  <a:pt x="2359" y="20885"/>
                </a:cubicBezTo>
                <a:cubicBezTo>
                  <a:pt x="2678" y="20885"/>
                  <a:pt x="2997" y="20884"/>
                  <a:pt x="3315" y="20883"/>
                </a:cubicBezTo>
                <a:cubicBezTo>
                  <a:pt x="3934" y="20882"/>
                  <a:pt x="4551" y="20881"/>
                  <a:pt x="5168" y="20880"/>
                </a:cubicBezTo>
                <a:cubicBezTo>
                  <a:pt x="6413" y="20878"/>
                  <a:pt x="7658" y="20875"/>
                  <a:pt x="8904" y="20873"/>
                </a:cubicBezTo>
                <a:cubicBezTo>
                  <a:pt x="8946" y="20873"/>
                  <a:pt x="8987" y="20873"/>
                  <a:pt x="9029" y="20873"/>
                </a:cubicBezTo>
                <a:cubicBezTo>
                  <a:pt x="9733" y="20873"/>
                  <a:pt x="10440" y="20882"/>
                  <a:pt x="11147" y="20882"/>
                </a:cubicBezTo>
                <a:cubicBezTo>
                  <a:pt x="11621" y="20882"/>
                  <a:pt x="12096" y="20878"/>
                  <a:pt x="12569" y="20863"/>
                </a:cubicBezTo>
                <a:cubicBezTo>
                  <a:pt x="13054" y="20848"/>
                  <a:pt x="13560" y="20768"/>
                  <a:pt x="13928" y="20425"/>
                </a:cubicBezTo>
                <a:cubicBezTo>
                  <a:pt x="14266" y="20112"/>
                  <a:pt x="14409" y="19650"/>
                  <a:pt x="14479" y="19208"/>
                </a:cubicBezTo>
                <a:cubicBezTo>
                  <a:pt x="14615" y="18346"/>
                  <a:pt x="14637" y="17435"/>
                  <a:pt x="14556" y="16567"/>
                </a:cubicBezTo>
                <a:cubicBezTo>
                  <a:pt x="14480" y="15744"/>
                  <a:pt x="14290" y="14898"/>
                  <a:pt x="13827" y="14200"/>
                </a:cubicBezTo>
                <a:cubicBezTo>
                  <a:pt x="13606" y="13867"/>
                  <a:pt x="13329" y="13578"/>
                  <a:pt x="13000" y="13350"/>
                </a:cubicBezTo>
                <a:cubicBezTo>
                  <a:pt x="12618" y="13086"/>
                  <a:pt x="12175" y="12928"/>
                  <a:pt x="11727" y="12811"/>
                </a:cubicBezTo>
                <a:cubicBezTo>
                  <a:pt x="10841" y="12580"/>
                  <a:pt x="9808" y="12500"/>
                  <a:pt x="9119" y="11827"/>
                </a:cubicBezTo>
                <a:cubicBezTo>
                  <a:pt x="8381" y="11106"/>
                  <a:pt x="8246" y="10000"/>
                  <a:pt x="8306" y="9020"/>
                </a:cubicBezTo>
                <a:cubicBezTo>
                  <a:pt x="8344" y="8404"/>
                  <a:pt x="8449" y="7795"/>
                  <a:pt x="8518" y="7181"/>
                </a:cubicBezTo>
                <a:cubicBezTo>
                  <a:pt x="8574" y="6676"/>
                  <a:pt x="8621" y="6136"/>
                  <a:pt x="8417" y="5654"/>
                </a:cubicBezTo>
                <a:cubicBezTo>
                  <a:pt x="7771" y="4140"/>
                  <a:pt x="5341" y="4868"/>
                  <a:pt x="4856" y="3246"/>
                </a:cubicBezTo>
                <a:cubicBezTo>
                  <a:pt x="4619" y="2457"/>
                  <a:pt x="4843" y="1582"/>
                  <a:pt x="4492" y="818"/>
                </a:cubicBezTo>
                <a:cubicBezTo>
                  <a:pt x="4321" y="450"/>
                  <a:pt x="3993" y="161"/>
                  <a:pt x="3598" y="53"/>
                </a:cubicBezTo>
                <a:cubicBezTo>
                  <a:pt x="3465" y="17"/>
                  <a:pt x="3328" y="1"/>
                  <a:pt x="3191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2" name="Google Shape;2422;p105"/>
          <p:cNvSpPr txBox="1"/>
          <p:nvPr>
            <p:ph type="title"/>
          </p:nvPr>
        </p:nvSpPr>
        <p:spPr>
          <a:xfrm>
            <a:off x="3360175" y="758950"/>
            <a:ext cx="25290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423" name="Google Shape;2423;p105"/>
          <p:cNvSpPr txBox="1"/>
          <p:nvPr>
            <p:ph idx="2" type="title"/>
          </p:nvPr>
        </p:nvSpPr>
        <p:spPr>
          <a:xfrm>
            <a:off x="713225" y="3359950"/>
            <a:ext cx="18711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424" name="Google Shape;2424;p105"/>
          <p:cNvSpPr txBox="1"/>
          <p:nvPr>
            <p:ph idx="1" type="subTitle"/>
          </p:nvPr>
        </p:nvSpPr>
        <p:spPr>
          <a:xfrm>
            <a:off x="713225" y="3815000"/>
            <a:ext cx="18711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425" name="Google Shape;2425;p105"/>
          <p:cNvSpPr txBox="1"/>
          <p:nvPr>
            <p:ph idx="3" type="title"/>
          </p:nvPr>
        </p:nvSpPr>
        <p:spPr>
          <a:xfrm>
            <a:off x="2665080" y="3359950"/>
            <a:ext cx="18711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426" name="Google Shape;2426;p105"/>
          <p:cNvSpPr txBox="1"/>
          <p:nvPr>
            <p:ph idx="4" type="subTitle"/>
          </p:nvPr>
        </p:nvSpPr>
        <p:spPr>
          <a:xfrm>
            <a:off x="2717775" y="3815000"/>
            <a:ext cx="18711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427" name="Google Shape;2427;p105"/>
          <p:cNvSpPr txBox="1"/>
          <p:nvPr>
            <p:ph idx="5" type="title"/>
          </p:nvPr>
        </p:nvSpPr>
        <p:spPr>
          <a:xfrm>
            <a:off x="4669609" y="3359950"/>
            <a:ext cx="18711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428" name="Google Shape;2428;p105"/>
          <p:cNvSpPr txBox="1"/>
          <p:nvPr>
            <p:ph idx="6" type="subTitle"/>
          </p:nvPr>
        </p:nvSpPr>
        <p:spPr>
          <a:xfrm>
            <a:off x="4669525" y="3815000"/>
            <a:ext cx="18711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429" name="Google Shape;2429;p105"/>
          <p:cNvSpPr txBox="1"/>
          <p:nvPr>
            <p:ph idx="7" type="title"/>
          </p:nvPr>
        </p:nvSpPr>
        <p:spPr>
          <a:xfrm>
            <a:off x="6621464" y="3359950"/>
            <a:ext cx="18711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430" name="Google Shape;2430;p105"/>
          <p:cNvSpPr txBox="1"/>
          <p:nvPr>
            <p:ph idx="8" type="subTitle"/>
          </p:nvPr>
        </p:nvSpPr>
        <p:spPr>
          <a:xfrm>
            <a:off x="6621424" y="3815000"/>
            <a:ext cx="18711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grpSp>
        <p:nvGrpSpPr>
          <p:cNvPr id="2431" name="Google Shape;2431;p105"/>
          <p:cNvGrpSpPr/>
          <p:nvPr/>
        </p:nvGrpSpPr>
        <p:grpSpPr>
          <a:xfrm rot="6299945">
            <a:off x="7844283" y="4563485"/>
            <a:ext cx="359746" cy="325869"/>
            <a:chOff x="1640475" y="1197075"/>
            <a:chExt cx="55475" cy="50250"/>
          </a:xfrm>
        </p:grpSpPr>
        <p:sp>
          <p:nvSpPr>
            <p:cNvPr id="2432" name="Google Shape;2432;p10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10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10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35" name="Google Shape;2435;p105"/>
          <p:cNvSpPr/>
          <p:nvPr/>
        </p:nvSpPr>
        <p:spPr>
          <a:xfrm flipH="1" rot="8615811">
            <a:off x="279838" y="4598042"/>
            <a:ext cx="848090" cy="171654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6" name="Google Shape;2436;p105"/>
          <p:cNvSpPr/>
          <p:nvPr/>
        </p:nvSpPr>
        <p:spPr>
          <a:xfrm rot="-9000285">
            <a:off x="6611777" y="234098"/>
            <a:ext cx="970034" cy="22723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37" name="Google Shape;2437;p105"/>
          <p:cNvGrpSpPr/>
          <p:nvPr/>
        </p:nvGrpSpPr>
        <p:grpSpPr>
          <a:xfrm rot="10799841">
            <a:off x="1663352" y="4510494"/>
            <a:ext cx="239902" cy="217311"/>
            <a:chOff x="1640475" y="1197075"/>
            <a:chExt cx="55475" cy="50250"/>
          </a:xfrm>
        </p:grpSpPr>
        <p:sp>
          <p:nvSpPr>
            <p:cNvPr id="2438" name="Google Shape;2438;p10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10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10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41" name="Google Shape;2441;p105"/>
          <p:cNvGrpSpPr/>
          <p:nvPr/>
        </p:nvGrpSpPr>
        <p:grpSpPr>
          <a:xfrm rot="-5400235">
            <a:off x="8168825" y="635400"/>
            <a:ext cx="243108" cy="220216"/>
            <a:chOff x="1640475" y="1197075"/>
            <a:chExt cx="55475" cy="50250"/>
          </a:xfrm>
        </p:grpSpPr>
        <p:sp>
          <p:nvSpPr>
            <p:cNvPr id="2442" name="Google Shape;2442;p10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10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10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45" name="Google Shape;2445;p105"/>
          <p:cNvSpPr/>
          <p:nvPr/>
        </p:nvSpPr>
        <p:spPr>
          <a:xfrm rot="-9900095">
            <a:off x="8401820" y="4056062"/>
            <a:ext cx="424434" cy="627506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6" name="Google Shape;2446;p105"/>
          <p:cNvSpPr/>
          <p:nvPr/>
        </p:nvSpPr>
        <p:spPr>
          <a:xfrm rot="-3511162">
            <a:off x="1110752" y="269341"/>
            <a:ext cx="738535" cy="540314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47" name="Google Shape;2447;p105"/>
          <p:cNvGrpSpPr/>
          <p:nvPr/>
        </p:nvGrpSpPr>
        <p:grpSpPr>
          <a:xfrm rot="-10374925">
            <a:off x="382077" y="488210"/>
            <a:ext cx="359745" cy="325867"/>
            <a:chOff x="1640475" y="1197075"/>
            <a:chExt cx="55475" cy="50250"/>
          </a:xfrm>
        </p:grpSpPr>
        <p:sp>
          <p:nvSpPr>
            <p:cNvPr id="2448" name="Google Shape;2448;p10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10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10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2">
  <p:cSld name="TITLE_ONLY_1_1_2_2_1_1">
    <p:spTree>
      <p:nvGrpSpPr>
        <p:cNvPr id="2451" name="Shape 2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2" name="Google Shape;2452;p106"/>
          <p:cNvSpPr txBox="1"/>
          <p:nvPr>
            <p:ph type="title"/>
          </p:nvPr>
        </p:nvSpPr>
        <p:spPr>
          <a:xfrm>
            <a:off x="3307500" y="758950"/>
            <a:ext cx="25290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453" name="Google Shape;2453;p106"/>
          <p:cNvSpPr txBox="1"/>
          <p:nvPr>
            <p:ph idx="1" type="subTitle"/>
          </p:nvPr>
        </p:nvSpPr>
        <p:spPr>
          <a:xfrm>
            <a:off x="2277850" y="2624412"/>
            <a:ext cx="18969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8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454" name="Google Shape;2454;p106"/>
          <p:cNvSpPr txBox="1"/>
          <p:nvPr>
            <p:ph idx="2" type="subTitle"/>
          </p:nvPr>
        </p:nvSpPr>
        <p:spPr>
          <a:xfrm>
            <a:off x="4933967" y="2624412"/>
            <a:ext cx="18969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 SemiBold"/>
              <a:buNone/>
              <a:defRPr sz="18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455" name="Google Shape;2455;p106"/>
          <p:cNvSpPr txBox="1"/>
          <p:nvPr>
            <p:ph idx="3" type="subTitle"/>
          </p:nvPr>
        </p:nvSpPr>
        <p:spPr>
          <a:xfrm>
            <a:off x="4956700" y="3523112"/>
            <a:ext cx="18969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 SemiBold"/>
              <a:buNone/>
              <a:defRPr sz="18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456" name="Google Shape;2456;p106"/>
          <p:cNvSpPr txBox="1"/>
          <p:nvPr>
            <p:ph idx="4" type="subTitle"/>
          </p:nvPr>
        </p:nvSpPr>
        <p:spPr>
          <a:xfrm>
            <a:off x="2310363" y="3527587"/>
            <a:ext cx="18969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 SemiBold"/>
              <a:buNone/>
              <a:defRPr sz="18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457" name="Google Shape;2457;p106"/>
          <p:cNvSpPr txBox="1"/>
          <p:nvPr>
            <p:ph idx="5" type="subTitle"/>
          </p:nvPr>
        </p:nvSpPr>
        <p:spPr>
          <a:xfrm>
            <a:off x="3384385" y="1719072"/>
            <a:ext cx="2366400" cy="448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8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458" name="Google Shape;2458;p106"/>
          <p:cNvSpPr/>
          <p:nvPr/>
        </p:nvSpPr>
        <p:spPr>
          <a:xfrm flipH="1">
            <a:off x="-200914" y="4082606"/>
            <a:ext cx="3607613" cy="1169626"/>
          </a:xfrm>
          <a:custGeom>
            <a:rect b="b" l="l" r="r" t="t"/>
            <a:pathLst>
              <a:path extrusionOk="0" h="7088" w="21862">
                <a:moveTo>
                  <a:pt x="20392" y="0"/>
                </a:moveTo>
                <a:cubicBezTo>
                  <a:pt x="19697" y="0"/>
                  <a:pt x="19010" y="139"/>
                  <a:pt x="18446" y="437"/>
                </a:cubicBezTo>
                <a:cubicBezTo>
                  <a:pt x="17368" y="1003"/>
                  <a:pt x="16913" y="1997"/>
                  <a:pt x="16387" y="2893"/>
                </a:cubicBezTo>
                <a:cubicBezTo>
                  <a:pt x="15861" y="3789"/>
                  <a:pt x="15050" y="4733"/>
                  <a:pt x="13753" y="4924"/>
                </a:cubicBezTo>
                <a:cubicBezTo>
                  <a:pt x="13587" y="4948"/>
                  <a:pt x="13420" y="4959"/>
                  <a:pt x="13253" y="4959"/>
                </a:cubicBezTo>
                <a:cubicBezTo>
                  <a:pt x="12545" y="4959"/>
                  <a:pt x="11838" y="4765"/>
                  <a:pt x="11156" y="4596"/>
                </a:cubicBezTo>
                <a:cubicBezTo>
                  <a:pt x="10391" y="4408"/>
                  <a:pt x="9551" y="4258"/>
                  <a:pt x="8748" y="4258"/>
                </a:cubicBezTo>
                <a:cubicBezTo>
                  <a:pt x="8042" y="4258"/>
                  <a:pt x="7365" y="4373"/>
                  <a:pt x="6793" y="4680"/>
                </a:cubicBezTo>
                <a:cubicBezTo>
                  <a:pt x="5978" y="5117"/>
                  <a:pt x="5461" y="5904"/>
                  <a:pt x="4593" y="6207"/>
                </a:cubicBezTo>
                <a:cubicBezTo>
                  <a:pt x="4569" y="6215"/>
                  <a:pt x="4545" y="6224"/>
                  <a:pt x="4519" y="6231"/>
                </a:cubicBezTo>
                <a:cubicBezTo>
                  <a:pt x="4407" y="6267"/>
                  <a:pt x="4286" y="6293"/>
                  <a:pt x="4160" y="6310"/>
                </a:cubicBezTo>
                <a:cubicBezTo>
                  <a:pt x="4052" y="6325"/>
                  <a:pt x="3944" y="6331"/>
                  <a:pt x="3836" y="6331"/>
                </a:cubicBezTo>
                <a:cubicBezTo>
                  <a:pt x="3306" y="6331"/>
                  <a:pt x="2774" y="6185"/>
                  <a:pt x="2236" y="6169"/>
                </a:cubicBezTo>
                <a:cubicBezTo>
                  <a:pt x="2205" y="6168"/>
                  <a:pt x="2173" y="6167"/>
                  <a:pt x="2142" y="6167"/>
                </a:cubicBezTo>
                <a:cubicBezTo>
                  <a:pt x="1432" y="6167"/>
                  <a:pt x="726" y="6406"/>
                  <a:pt x="265" y="6805"/>
                </a:cubicBezTo>
                <a:cubicBezTo>
                  <a:pt x="165" y="6893"/>
                  <a:pt x="77" y="6988"/>
                  <a:pt x="1" y="7088"/>
                </a:cubicBezTo>
                <a:lnTo>
                  <a:pt x="21862" y="7088"/>
                </a:lnTo>
                <a:lnTo>
                  <a:pt x="21862" y="210"/>
                </a:lnTo>
                <a:cubicBezTo>
                  <a:pt x="21397" y="73"/>
                  <a:pt x="20892" y="0"/>
                  <a:pt x="20392" y="0"/>
                </a:cubicBezTo>
                <a:close/>
              </a:path>
            </a:pathLst>
          </a:custGeom>
          <a:solidFill>
            <a:schemeClr val="dk2">
              <a:alpha val="4018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9" name="Google Shape;2459;p106"/>
          <p:cNvSpPr/>
          <p:nvPr/>
        </p:nvSpPr>
        <p:spPr>
          <a:xfrm flipH="1">
            <a:off x="6989554" y="-222374"/>
            <a:ext cx="2304920" cy="1169617"/>
          </a:xfrm>
          <a:custGeom>
            <a:rect b="b" l="l" r="r" t="t"/>
            <a:pathLst>
              <a:path extrusionOk="0" h="6456" w="13155">
                <a:moveTo>
                  <a:pt x="1821" y="0"/>
                </a:moveTo>
                <a:lnTo>
                  <a:pt x="1821" y="3"/>
                </a:lnTo>
                <a:lnTo>
                  <a:pt x="0" y="4"/>
                </a:lnTo>
                <a:lnTo>
                  <a:pt x="0" y="222"/>
                </a:lnTo>
                <a:lnTo>
                  <a:pt x="0" y="1236"/>
                </a:lnTo>
                <a:lnTo>
                  <a:pt x="0" y="2358"/>
                </a:lnTo>
                <a:lnTo>
                  <a:pt x="1" y="3370"/>
                </a:lnTo>
                <a:lnTo>
                  <a:pt x="1" y="4493"/>
                </a:lnTo>
                <a:lnTo>
                  <a:pt x="1" y="5504"/>
                </a:lnTo>
                <a:lnTo>
                  <a:pt x="1" y="6178"/>
                </a:lnTo>
                <a:cubicBezTo>
                  <a:pt x="369" y="6349"/>
                  <a:pt x="770" y="6456"/>
                  <a:pt x="1177" y="6456"/>
                </a:cubicBezTo>
                <a:cubicBezTo>
                  <a:pt x="1363" y="6456"/>
                  <a:pt x="1550" y="6434"/>
                  <a:pt x="1736" y="6385"/>
                </a:cubicBezTo>
                <a:cubicBezTo>
                  <a:pt x="1764" y="6378"/>
                  <a:pt x="1794" y="6370"/>
                  <a:pt x="1822" y="6361"/>
                </a:cubicBezTo>
                <a:cubicBezTo>
                  <a:pt x="1843" y="6355"/>
                  <a:pt x="1862" y="6348"/>
                  <a:pt x="1882" y="6342"/>
                </a:cubicBezTo>
                <a:cubicBezTo>
                  <a:pt x="2342" y="6188"/>
                  <a:pt x="2719" y="5901"/>
                  <a:pt x="3050" y="5558"/>
                </a:cubicBezTo>
                <a:cubicBezTo>
                  <a:pt x="3068" y="5540"/>
                  <a:pt x="3085" y="5522"/>
                  <a:pt x="3102" y="5503"/>
                </a:cubicBezTo>
                <a:cubicBezTo>
                  <a:pt x="3398" y="5189"/>
                  <a:pt x="3657" y="4831"/>
                  <a:pt x="3908" y="4490"/>
                </a:cubicBezTo>
                <a:cubicBezTo>
                  <a:pt x="3908" y="4490"/>
                  <a:pt x="3909" y="4490"/>
                  <a:pt x="3909" y="4489"/>
                </a:cubicBezTo>
                <a:cubicBezTo>
                  <a:pt x="3923" y="4471"/>
                  <a:pt x="3936" y="4455"/>
                  <a:pt x="3949" y="4436"/>
                </a:cubicBezTo>
                <a:cubicBezTo>
                  <a:pt x="4217" y="4078"/>
                  <a:pt x="4522" y="3714"/>
                  <a:pt x="4875" y="3424"/>
                </a:cubicBezTo>
                <a:cubicBezTo>
                  <a:pt x="4897" y="3405"/>
                  <a:pt x="4919" y="3387"/>
                  <a:pt x="4942" y="3369"/>
                </a:cubicBezTo>
                <a:cubicBezTo>
                  <a:pt x="5319" y="3071"/>
                  <a:pt x="5750" y="2859"/>
                  <a:pt x="6248" y="2826"/>
                </a:cubicBezTo>
                <a:cubicBezTo>
                  <a:pt x="6296" y="2822"/>
                  <a:pt x="6344" y="2821"/>
                  <a:pt x="6391" y="2821"/>
                </a:cubicBezTo>
                <a:cubicBezTo>
                  <a:pt x="7025" y="2821"/>
                  <a:pt x="7616" y="3105"/>
                  <a:pt x="8200" y="3368"/>
                </a:cubicBezTo>
                <a:cubicBezTo>
                  <a:pt x="8240" y="3387"/>
                  <a:pt x="8281" y="3405"/>
                  <a:pt x="8323" y="3423"/>
                </a:cubicBezTo>
                <a:cubicBezTo>
                  <a:pt x="8382" y="3449"/>
                  <a:pt x="8442" y="3475"/>
                  <a:pt x="8501" y="3501"/>
                </a:cubicBezTo>
                <a:cubicBezTo>
                  <a:pt x="9052" y="3734"/>
                  <a:pt x="9659" y="3908"/>
                  <a:pt x="10259" y="3908"/>
                </a:cubicBezTo>
                <a:cubicBezTo>
                  <a:pt x="10487" y="3908"/>
                  <a:pt x="10715" y="3882"/>
                  <a:pt x="10937" y="3826"/>
                </a:cubicBezTo>
                <a:cubicBezTo>
                  <a:pt x="11253" y="3746"/>
                  <a:pt x="11547" y="3604"/>
                  <a:pt x="11810" y="3423"/>
                </a:cubicBezTo>
                <a:cubicBezTo>
                  <a:pt x="11835" y="3405"/>
                  <a:pt x="11861" y="3387"/>
                  <a:pt x="11886" y="3368"/>
                </a:cubicBezTo>
                <a:cubicBezTo>
                  <a:pt x="11986" y="3295"/>
                  <a:pt x="12081" y="3217"/>
                  <a:pt x="12169" y="3134"/>
                </a:cubicBezTo>
                <a:cubicBezTo>
                  <a:pt x="12416" y="2906"/>
                  <a:pt x="12624" y="2641"/>
                  <a:pt x="12783" y="2355"/>
                </a:cubicBezTo>
                <a:cubicBezTo>
                  <a:pt x="12794" y="2337"/>
                  <a:pt x="12805" y="2319"/>
                  <a:pt x="12814" y="2300"/>
                </a:cubicBezTo>
                <a:cubicBezTo>
                  <a:pt x="12983" y="1983"/>
                  <a:pt x="13095" y="1639"/>
                  <a:pt x="13135" y="1287"/>
                </a:cubicBezTo>
                <a:cubicBezTo>
                  <a:pt x="13137" y="1269"/>
                  <a:pt x="13139" y="1251"/>
                  <a:pt x="13141" y="1232"/>
                </a:cubicBezTo>
                <a:cubicBezTo>
                  <a:pt x="13152" y="1109"/>
                  <a:pt x="13155" y="984"/>
                  <a:pt x="13149" y="860"/>
                </a:cubicBezTo>
                <a:cubicBezTo>
                  <a:pt x="13137" y="644"/>
                  <a:pt x="13096" y="428"/>
                  <a:pt x="13028" y="222"/>
                </a:cubicBezTo>
                <a:cubicBezTo>
                  <a:pt x="13023" y="204"/>
                  <a:pt x="13017" y="185"/>
                  <a:pt x="13010" y="167"/>
                </a:cubicBezTo>
                <a:cubicBezTo>
                  <a:pt x="12991" y="111"/>
                  <a:pt x="12969" y="56"/>
                  <a:pt x="12946" y="1"/>
                </a:cubicBezTo>
                <a:lnTo>
                  <a:pt x="1880" y="3"/>
                </a:lnTo>
                <a:lnTo>
                  <a:pt x="1880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0" name="Google Shape;2460;p106"/>
          <p:cNvSpPr/>
          <p:nvPr/>
        </p:nvSpPr>
        <p:spPr>
          <a:xfrm flipH="1">
            <a:off x="-761582" y="-550501"/>
            <a:ext cx="5842832" cy="1970244"/>
          </a:xfrm>
          <a:custGeom>
            <a:rect b="b" l="l" r="r" t="t"/>
            <a:pathLst>
              <a:path extrusionOk="0" h="9729" w="28851">
                <a:moveTo>
                  <a:pt x="943" y="0"/>
                </a:moveTo>
                <a:cubicBezTo>
                  <a:pt x="631" y="0"/>
                  <a:pt x="337" y="87"/>
                  <a:pt x="179" y="380"/>
                </a:cubicBezTo>
                <a:cubicBezTo>
                  <a:pt x="1" y="711"/>
                  <a:pt x="78" y="1189"/>
                  <a:pt x="451" y="1303"/>
                </a:cubicBezTo>
                <a:cubicBezTo>
                  <a:pt x="355" y="2313"/>
                  <a:pt x="452" y="3522"/>
                  <a:pt x="1499" y="3989"/>
                </a:cubicBezTo>
                <a:cubicBezTo>
                  <a:pt x="1785" y="4117"/>
                  <a:pt x="2088" y="4165"/>
                  <a:pt x="2396" y="4165"/>
                </a:cubicBezTo>
                <a:cubicBezTo>
                  <a:pt x="3000" y="4165"/>
                  <a:pt x="3625" y="3981"/>
                  <a:pt x="4188" y="3848"/>
                </a:cubicBezTo>
                <a:cubicBezTo>
                  <a:pt x="4624" y="3745"/>
                  <a:pt x="5112" y="3633"/>
                  <a:pt x="5582" y="3633"/>
                </a:cubicBezTo>
                <a:cubicBezTo>
                  <a:pt x="6044" y="3633"/>
                  <a:pt x="6489" y="3741"/>
                  <a:pt x="6852" y="4069"/>
                </a:cubicBezTo>
                <a:cubicBezTo>
                  <a:pt x="7560" y="4711"/>
                  <a:pt x="7722" y="5737"/>
                  <a:pt x="8257" y="6500"/>
                </a:cubicBezTo>
                <a:cubicBezTo>
                  <a:pt x="8521" y="6876"/>
                  <a:pt x="8874" y="7178"/>
                  <a:pt x="9322" y="7300"/>
                </a:cubicBezTo>
                <a:cubicBezTo>
                  <a:pt x="9482" y="7344"/>
                  <a:pt x="9645" y="7363"/>
                  <a:pt x="9808" y="7363"/>
                </a:cubicBezTo>
                <a:cubicBezTo>
                  <a:pt x="10078" y="7363"/>
                  <a:pt x="10348" y="7310"/>
                  <a:pt x="10606" y="7231"/>
                </a:cubicBezTo>
                <a:cubicBezTo>
                  <a:pt x="11498" y="6959"/>
                  <a:pt x="12280" y="6380"/>
                  <a:pt x="13194" y="6184"/>
                </a:cubicBezTo>
                <a:cubicBezTo>
                  <a:pt x="13322" y="6156"/>
                  <a:pt x="13450" y="6141"/>
                  <a:pt x="13577" y="6141"/>
                </a:cubicBezTo>
                <a:cubicBezTo>
                  <a:pt x="13849" y="6141"/>
                  <a:pt x="14113" y="6211"/>
                  <a:pt x="14347" y="6376"/>
                </a:cubicBezTo>
                <a:cubicBezTo>
                  <a:pt x="14724" y="6643"/>
                  <a:pt x="14907" y="7097"/>
                  <a:pt x="15047" y="7521"/>
                </a:cubicBezTo>
                <a:cubicBezTo>
                  <a:pt x="15341" y="8400"/>
                  <a:pt x="15592" y="9554"/>
                  <a:pt x="16688" y="9709"/>
                </a:cubicBezTo>
                <a:cubicBezTo>
                  <a:pt x="16781" y="9722"/>
                  <a:pt x="16872" y="9728"/>
                  <a:pt x="16961" y="9728"/>
                </a:cubicBezTo>
                <a:cubicBezTo>
                  <a:pt x="18160" y="9728"/>
                  <a:pt x="18967" y="8588"/>
                  <a:pt x="19887" y="7966"/>
                </a:cubicBezTo>
                <a:cubicBezTo>
                  <a:pt x="20301" y="7685"/>
                  <a:pt x="20755" y="7537"/>
                  <a:pt x="21232" y="7537"/>
                </a:cubicBezTo>
                <a:cubicBezTo>
                  <a:pt x="21401" y="7537"/>
                  <a:pt x="21572" y="7556"/>
                  <a:pt x="21746" y="7593"/>
                </a:cubicBezTo>
                <a:cubicBezTo>
                  <a:pt x="22408" y="7736"/>
                  <a:pt x="23015" y="8087"/>
                  <a:pt x="23550" y="8494"/>
                </a:cubicBezTo>
                <a:cubicBezTo>
                  <a:pt x="24053" y="8876"/>
                  <a:pt x="24539" y="9361"/>
                  <a:pt x="25189" y="9466"/>
                </a:cubicBezTo>
                <a:cubicBezTo>
                  <a:pt x="25284" y="9481"/>
                  <a:pt x="25378" y="9489"/>
                  <a:pt x="25473" y="9489"/>
                </a:cubicBezTo>
                <a:cubicBezTo>
                  <a:pt x="26024" y="9489"/>
                  <a:pt x="26554" y="9240"/>
                  <a:pt x="26991" y="8910"/>
                </a:cubicBezTo>
                <a:cubicBezTo>
                  <a:pt x="27838" y="8271"/>
                  <a:pt x="28376" y="7319"/>
                  <a:pt x="28611" y="6292"/>
                </a:cubicBezTo>
                <a:cubicBezTo>
                  <a:pt x="28851" y="5239"/>
                  <a:pt x="28800" y="4124"/>
                  <a:pt x="28525" y="3084"/>
                </a:cubicBezTo>
                <a:cubicBezTo>
                  <a:pt x="28226" y="1958"/>
                  <a:pt x="27654" y="694"/>
                  <a:pt x="26488" y="261"/>
                </a:cubicBezTo>
                <a:cubicBezTo>
                  <a:pt x="26074" y="106"/>
                  <a:pt x="25631" y="64"/>
                  <a:pt x="25188" y="64"/>
                </a:cubicBezTo>
                <a:cubicBezTo>
                  <a:pt x="24971" y="64"/>
                  <a:pt x="24753" y="74"/>
                  <a:pt x="24540" y="86"/>
                </a:cubicBezTo>
                <a:cubicBezTo>
                  <a:pt x="23776" y="131"/>
                  <a:pt x="23013" y="188"/>
                  <a:pt x="22250" y="248"/>
                </a:cubicBezTo>
                <a:cubicBezTo>
                  <a:pt x="20720" y="367"/>
                  <a:pt x="19190" y="503"/>
                  <a:pt x="17661" y="628"/>
                </a:cubicBezTo>
                <a:cubicBezTo>
                  <a:pt x="15187" y="828"/>
                  <a:pt x="12704" y="996"/>
                  <a:pt x="10221" y="996"/>
                </a:cubicBezTo>
                <a:cubicBezTo>
                  <a:pt x="9649" y="996"/>
                  <a:pt x="9077" y="987"/>
                  <a:pt x="8505" y="967"/>
                </a:cubicBezTo>
                <a:cubicBezTo>
                  <a:pt x="6985" y="916"/>
                  <a:pt x="5467" y="790"/>
                  <a:pt x="3966" y="555"/>
                </a:cubicBezTo>
                <a:cubicBezTo>
                  <a:pt x="3209" y="436"/>
                  <a:pt x="2459" y="290"/>
                  <a:pt x="1714" y="116"/>
                </a:cubicBezTo>
                <a:cubicBezTo>
                  <a:pt x="1493" y="64"/>
                  <a:pt x="1211" y="0"/>
                  <a:pt x="943" y="0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1" name="Google Shape;2461;p106"/>
          <p:cNvSpPr/>
          <p:nvPr/>
        </p:nvSpPr>
        <p:spPr>
          <a:xfrm rot="-5400000">
            <a:off x="6969937" y="2674579"/>
            <a:ext cx="2232185" cy="3184906"/>
          </a:xfrm>
          <a:custGeom>
            <a:rect b="b" l="l" r="r" t="t"/>
            <a:pathLst>
              <a:path extrusionOk="0" h="20886" w="14638">
                <a:moveTo>
                  <a:pt x="3191" y="1"/>
                </a:moveTo>
                <a:cubicBezTo>
                  <a:pt x="2885" y="1"/>
                  <a:pt x="2576" y="81"/>
                  <a:pt x="2295" y="191"/>
                </a:cubicBezTo>
                <a:cubicBezTo>
                  <a:pt x="1899" y="349"/>
                  <a:pt x="1532" y="564"/>
                  <a:pt x="1185" y="809"/>
                </a:cubicBezTo>
                <a:cubicBezTo>
                  <a:pt x="1218" y="721"/>
                  <a:pt x="1252" y="633"/>
                  <a:pt x="1287" y="547"/>
                </a:cubicBezTo>
                <a:cubicBezTo>
                  <a:pt x="1332" y="438"/>
                  <a:pt x="1242" y="367"/>
                  <a:pt x="1149" y="367"/>
                </a:cubicBezTo>
                <a:cubicBezTo>
                  <a:pt x="1089" y="367"/>
                  <a:pt x="1027" y="397"/>
                  <a:pt x="998" y="467"/>
                </a:cubicBezTo>
                <a:cubicBezTo>
                  <a:pt x="147" y="2564"/>
                  <a:pt x="0" y="4857"/>
                  <a:pt x="71" y="7096"/>
                </a:cubicBezTo>
                <a:cubicBezTo>
                  <a:pt x="107" y="8264"/>
                  <a:pt x="200" y="9428"/>
                  <a:pt x="285" y="10592"/>
                </a:cubicBezTo>
                <a:cubicBezTo>
                  <a:pt x="378" y="11838"/>
                  <a:pt x="471" y="13083"/>
                  <a:pt x="565" y="14328"/>
                </a:cubicBezTo>
                <a:cubicBezTo>
                  <a:pt x="660" y="15573"/>
                  <a:pt x="755" y="16818"/>
                  <a:pt x="852" y="18063"/>
                </a:cubicBezTo>
                <a:cubicBezTo>
                  <a:pt x="895" y="18617"/>
                  <a:pt x="909" y="19183"/>
                  <a:pt x="997" y="19731"/>
                </a:cubicBezTo>
                <a:cubicBezTo>
                  <a:pt x="1063" y="20137"/>
                  <a:pt x="1227" y="20580"/>
                  <a:pt x="1623" y="20768"/>
                </a:cubicBezTo>
                <a:cubicBezTo>
                  <a:pt x="1853" y="20878"/>
                  <a:pt x="2108" y="20885"/>
                  <a:pt x="2359" y="20885"/>
                </a:cubicBezTo>
                <a:cubicBezTo>
                  <a:pt x="2678" y="20885"/>
                  <a:pt x="2997" y="20884"/>
                  <a:pt x="3315" y="20883"/>
                </a:cubicBezTo>
                <a:cubicBezTo>
                  <a:pt x="3934" y="20882"/>
                  <a:pt x="4551" y="20881"/>
                  <a:pt x="5168" y="20880"/>
                </a:cubicBezTo>
                <a:cubicBezTo>
                  <a:pt x="6413" y="20878"/>
                  <a:pt x="7658" y="20875"/>
                  <a:pt x="8904" y="20873"/>
                </a:cubicBezTo>
                <a:cubicBezTo>
                  <a:pt x="8946" y="20873"/>
                  <a:pt x="8987" y="20873"/>
                  <a:pt x="9029" y="20873"/>
                </a:cubicBezTo>
                <a:cubicBezTo>
                  <a:pt x="9733" y="20873"/>
                  <a:pt x="10440" y="20882"/>
                  <a:pt x="11147" y="20882"/>
                </a:cubicBezTo>
                <a:cubicBezTo>
                  <a:pt x="11621" y="20882"/>
                  <a:pt x="12096" y="20878"/>
                  <a:pt x="12569" y="20863"/>
                </a:cubicBezTo>
                <a:cubicBezTo>
                  <a:pt x="13054" y="20848"/>
                  <a:pt x="13560" y="20768"/>
                  <a:pt x="13928" y="20425"/>
                </a:cubicBezTo>
                <a:cubicBezTo>
                  <a:pt x="14266" y="20112"/>
                  <a:pt x="14409" y="19650"/>
                  <a:pt x="14479" y="19208"/>
                </a:cubicBezTo>
                <a:cubicBezTo>
                  <a:pt x="14615" y="18346"/>
                  <a:pt x="14637" y="17435"/>
                  <a:pt x="14556" y="16567"/>
                </a:cubicBezTo>
                <a:cubicBezTo>
                  <a:pt x="14480" y="15744"/>
                  <a:pt x="14290" y="14898"/>
                  <a:pt x="13827" y="14200"/>
                </a:cubicBezTo>
                <a:cubicBezTo>
                  <a:pt x="13606" y="13867"/>
                  <a:pt x="13329" y="13578"/>
                  <a:pt x="13000" y="13350"/>
                </a:cubicBezTo>
                <a:cubicBezTo>
                  <a:pt x="12618" y="13086"/>
                  <a:pt x="12175" y="12928"/>
                  <a:pt x="11727" y="12811"/>
                </a:cubicBezTo>
                <a:cubicBezTo>
                  <a:pt x="10841" y="12580"/>
                  <a:pt x="9808" y="12500"/>
                  <a:pt x="9119" y="11827"/>
                </a:cubicBezTo>
                <a:cubicBezTo>
                  <a:pt x="8381" y="11106"/>
                  <a:pt x="8246" y="10000"/>
                  <a:pt x="8306" y="9020"/>
                </a:cubicBezTo>
                <a:cubicBezTo>
                  <a:pt x="8344" y="8404"/>
                  <a:pt x="8449" y="7795"/>
                  <a:pt x="8518" y="7181"/>
                </a:cubicBezTo>
                <a:cubicBezTo>
                  <a:pt x="8574" y="6676"/>
                  <a:pt x="8621" y="6136"/>
                  <a:pt x="8417" y="5654"/>
                </a:cubicBezTo>
                <a:cubicBezTo>
                  <a:pt x="7771" y="4140"/>
                  <a:pt x="5341" y="4868"/>
                  <a:pt x="4856" y="3246"/>
                </a:cubicBezTo>
                <a:cubicBezTo>
                  <a:pt x="4619" y="2457"/>
                  <a:pt x="4843" y="1582"/>
                  <a:pt x="4492" y="818"/>
                </a:cubicBezTo>
                <a:cubicBezTo>
                  <a:pt x="4321" y="450"/>
                  <a:pt x="3993" y="161"/>
                  <a:pt x="3598" y="53"/>
                </a:cubicBezTo>
                <a:cubicBezTo>
                  <a:pt x="3465" y="17"/>
                  <a:pt x="3328" y="1"/>
                  <a:pt x="3191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62" name="Google Shape;2462;p106"/>
          <p:cNvGrpSpPr/>
          <p:nvPr/>
        </p:nvGrpSpPr>
        <p:grpSpPr>
          <a:xfrm flipH="1" rot="4500055">
            <a:off x="7844283" y="254147"/>
            <a:ext cx="359746" cy="325869"/>
            <a:chOff x="1640475" y="1197075"/>
            <a:chExt cx="55475" cy="50250"/>
          </a:xfrm>
        </p:grpSpPr>
        <p:sp>
          <p:nvSpPr>
            <p:cNvPr id="2463" name="Google Shape;2463;p10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10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10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66" name="Google Shape;2466;p106"/>
          <p:cNvSpPr/>
          <p:nvPr/>
        </p:nvSpPr>
        <p:spPr>
          <a:xfrm rot="2184189">
            <a:off x="279838" y="373805"/>
            <a:ext cx="848090" cy="171654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7" name="Google Shape;2467;p106"/>
          <p:cNvSpPr/>
          <p:nvPr/>
        </p:nvSpPr>
        <p:spPr>
          <a:xfrm flipH="1" rot="-1799715">
            <a:off x="482902" y="3875018"/>
            <a:ext cx="970034" cy="22723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68" name="Google Shape;2468;p106"/>
          <p:cNvGrpSpPr/>
          <p:nvPr/>
        </p:nvGrpSpPr>
        <p:grpSpPr>
          <a:xfrm flipH="1" rot="159">
            <a:off x="908765" y="1401421"/>
            <a:ext cx="239902" cy="217311"/>
            <a:chOff x="1640475" y="1197075"/>
            <a:chExt cx="55475" cy="50250"/>
          </a:xfrm>
        </p:grpSpPr>
        <p:sp>
          <p:nvSpPr>
            <p:cNvPr id="2469" name="Google Shape;2469;p10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10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10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72" name="Google Shape;2472;p106"/>
          <p:cNvSpPr/>
          <p:nvPr/>
        </p:nvSpPr>
        <p:spPr>
          <a:xfrm flipH="1" rot="-899905">
            <a:off x="8401820" y="459933"/>
            <a:ext cx="424434" cy="627506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3" name="Google Shape;2473;p106"/>
          <p:cNvSpPr/>
          <p:nvPr/>
        </p:nvSpPr>
        <p:spPr>
          <a:xfrm flipH="1" rot="-7288838">
            <a:off x="1110752" y="4333846"/>
            <a:ext cx="738535" cy="540314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74" name="Google Shape;2474;p106"/>
          <p:cNvGrpSpPr/>
          <p:nvPr/>
        </p:nvGrpSpPr>
        <p:grpSpPr>
          <a:xfrm flipH="1" rot="-425075">
            <a:off x="7748027" y="3735612"/>
            <a:ext cx="359745" cy="325867"/>
            <a:chOff x="1640475" y="1197075"/>
            <a:chExt cx="55475" cy="50250"/>
          </a:xfrm>
        </p:grpSpPr>
        <p:sp>
          <p:nvSpPr>
            <p:cNvPr id="2475" name="Google Shape;2475;p10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10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10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ive columns ">
  <p:cSld name="TITLE_ONLY_1_1_1">
    <p:spTree>
      <p:nvGrpSpPr>
        <p:cNvPr id="2478" name="Shape 2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9" name="Google Shape;2479;p107"/>
          <p:cNvSpPr txBox="1"/>
          <p:nvPr>
            <p:ph type="title"/>
          </p:nvPr>
        </p:nvSpPr>
        <p:spPr>
          <a:xfrm>
            <a:off x="3307500" y="758950"/>
            <a:ext cx="2529000" cy="48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480" name="Google Shape;2480;p107"/>
          <p:cNvSpPr txBox="1"/>
          <p:nvPr>
            <p:ph idx="2" type="title"/>
          </p:nvPr>
        </p:nvSpPr>
        <p:spPr>
          <a:xfrm>
            <a:off x="717839" y="1967473"/>
            <a:ext cx="2218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481" name="Google Shape;2481;p107"/>
          <p:cNvSpPr txBox="1"/>
          <p:nvPr>
            <p:ph idx="1" type="subTitle"/>
          </p:nvPr>
        </p:nvSpPr>
        <p:spPr>
          <a:xfrm>
            <a:off x="717839" y="2623513"/>
            <a:ext cx="22185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482" name="Google Shape;2482;p107"/>
          <p:cNvSpPr txBox="1"/>
          <p:nvPr>
            <p:ph idx="3" type="title"/>
          </p:nvPr>
        </p:nvSpPr>
        <p:spPr>
          <a:xfrm>
            <a:off x="3462813" y="1967473"/>
            <a:ext cx="2218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483" name="Google Shape;2483;p107"/>
          <p:cNvSpPr txBox="1"/>
          <p:nvPr>
            <p:ph idx="4" type="subTitle"/>
          </p:nvPr>
        </p:nvSpPr>
        <p:spPr>
          <a:xfrm>
            <a:off x="3462813" y="2623513"/>
            <a:ext cx="22185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484" name="Google Shape;2484;p107"/>
          <p:cNvSpPr txBox="1"/>
          <p:nvPr>
            <p:ph idx="5" type="title"/>
          </p:nvPr>
        </p:nvSpPr>
        <p:spPr>
          <a:xfrm>
            <a:off x="6207787" y="1967473"/>
            <a:ext cx="2218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485" name="Google Shape;2485;p107"/>
          <p:cNvSpPr txBox="1"/>
          <p:nvPr>
            <p:ph idx="6" type="subTitle"/>
          </p:nvPr>
        </p:nvSpPr>
        <p:spPr>
          <a:xfrm>
            <a:off x="6207787" y="2623513"/>
            <a:ext cx="22185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486" name="Google Shape;2486;p107"/>
          <p:cNvSpPr txBox="1"/>
          <p:nvPr>
            <p:ph idx="7" type="title"/>
          </p:nvPr>
        </p:nvSpPr>
        <p:spPr>
          <a:xfrm>
            <a:off x="2092124" y="3466598"/>
            <a:ext cx="2218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487" name="Google Shape;2487;p107"/>
          <p:cNvSpPr txBox="1"/>
          <p:nvPr>
            <p:ph idx="8" type="subTitle"/>
          </p:nvPr>
        </p:nvSpPr>
        <p:spPr>
          <a:xfrm>
            <a:off x="2092124" y="4118667"/>
            <a:ext cx="22185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488" name="Google Shape;2488;p107"/>
          <p:cNvSpPr txBox="1"/>
          <p:nvPr>
            <p:ph idx="9" type="title"/>
          </p:nvPr>
        </p:nvSpPr>
        <p:spPr>
          <a:xfrm>
            <a:off x="4833357" y="3466598"/>
            <a:ext cx="2218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489" name="Google Shape;2489;p107"/>
          <p:cNvSpPr txBox="1"/>
          <p:nvPr>
            <p:ph idx="13" type="subTitle"/>
          </p:nvPr>
        </p:nvSpPr>
        <p:spPr>
          <a:xfrm>
            <a:off x="4833357" y="4118667"/>
            <a:ext cx="22185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490" name="Google Shape;2490;p107"/>
          <p:cNvSpPr/>
          <p:nvPr/>
        </p:nvSpPr>
        <p:spPr>
          <a:xfrm flipH="1" rot="-814670">
            <a:off x="5516115" y="-1653443"/>
            <a:ext cx="3612166" cy="2881720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1" name="Google Shape;2491;p107"/>
          <p:cNvSpPr/>
          <p:nvPr/>
        </p:nvSpPr>
        <p:spPr>
          <a:xfrm>
            <a:off x="-991962" y="2798485"/>
            <a:ext cx="2665937" cy="2778151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2" name="Google Shape;2492;p107"/>
          <p:cNvSpPr/>
          <p:nvPr/>
        </p:nvSpPr>
        <p:spPr>
          <a:xfrm>
            <a:off x="7170710" y="4092608"/>
            <a:ext cx="3021471" cy="1245429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accen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3" name="Google Shape;2493;p107"/>
          <p:cNvSpPr/>
          <p:nvPr/>
        </p:nvSpPr>
        <p:spPr>
          <a:xfrm>
            <a:off x="-1059879" y="-301985"/>
            <a:ext cx="4180419" cy="1127189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4" name="Google Shape;2494;p107"/>
          <p:cNvSpPr/>
          <p:nvPr/>
        </p:nvSpPr>
        <p:spPr>
          <a:xfrm>
            <a:off x="1945325" y="2229298"/>
            <a:ext cx="12575" cy="4050"/>
          </a:xfrm>
          <a:custGeom>
            <a:rect b="b" l="l" r="r" t="t"/>
            <a:pathLst>
              <a:path extrusionOk="0" h="162" w="503">
                <a:moveTo>
                  <a:pt x="61" y="0"/>
                </a:moveTo>
                <a:cubicBezTo>
                  <a:pt x="37" y="0"/>
                  <a:pt x="16" y="17"/>
                  <a:pt x="9" y="40"/>
                </a:cubicBezTo>
                <a:cubicBezTo>
                  <a:pt x="1" y="70"/>
                  <a:pt x="18" y="101"/>
                  <a:pt x="47" y="110"/>
                </a:cubicBezTo>
                <a:cubicBezTo>
                  <a:pt x="170" y="145"/>
                  <a:pt x="298" y="162"/>
                  <a:pt x="429" y="162"/>
                </a:cubicBezTo>
                <a:lnTo>
                  <a:pt x="447" y="162"/>
                </a:lnTo>
                <a:cubicBezTo>
                  <a:pt x="478" y="162"/>
                  <a:pt x="503" y="136"/>
                  <a:pt x="502" y="105"/>
                </a:cubicBezTo>
                <a:cubicBezTo>
                  <a:pt x="502" y="78"/>
                  <a:pt x="483" y="50"/>
                  <a:pt x="454" y="50"/>
                </a:cubicBezTo>
                <a:cubicBezTo>
                  <a:pt x="451" y="50"/>
                  <a:pt x="449" y="50"/>
                  <a:pt x="446" y="51"/>
                </a:cubicBezTo>
                <a:cubicBezTo>
                  <a:pt x="442" y="51"/>
                  <a:pt x="438" y="51"/>
                  <a:pt x="435" y="51"/>
                </a:cubicBezTo>
                <a:cubicBezTo>
                  <a:pt x="312" y="51"/>
                  <a:pt x="192" y="35"/>
                  <a:pt x="78" y="3"/>
                </a:cubicBezTo>
                <a:cubicBezTo>
                  <a:pt x="72" y="1"/>
                  <a:pt x="67" y="0"/>
                  <a:pt x="6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5" name="Google Shape;2495;p107"/>
          <p:cNvSpPr/>
          <p:nvPr/>
        </p:nvSpPr>
        <p:spPr>
          <a:xfrm>
            <a:off x="2178925" y="1689425"/>
            <a:ext cx="10925" cy="8600"/>
          </a:xfrm>
          <a:custGeom>
            <a:rect b="b" l="l" r="r" t="t"/>
            <a:pathLst>
              <a:path extrusionOk="0" h="344" w="437">
                <a:moveTo>
                  <a:pt x="63" y="0"/>
                </a:moveTo>
                <a:cubicBezTo>
                  <a:pt x="45" y="0"/>
                  <a:pt x="28" y="9"/>
                  <a:pt x="17" y="25"/>
                </a:cubicBezTo>
                <a:cubicBezTo>
                  <a:pt x="0" y="49"/>
                  <a:pt x="6" y="85"/>
                  <a:pt x="32" y="102"/>
                </a:cubicBezTo>
                <a:cubicBezTo>
                  <a:pt x="137" y="173"/>
                  <a:pt x="240" y="250"/>
                  <a:pt x="340" y="332"/>
                </a:cubicBezTo>
                <a:cubicBezTo>
                  <a:pt x="350" y="340"/>
                  <a:pt x="362" y="343"/>
                  <a:pt x="375" y="343"/>
                </a:cubicBezTo>
                <a:cubicBezTo>
                  <a:pt x="391" y="343"/>
                  <a:pt x="407" y="337"/>
                  <a:pt x="418" y="323"/>
                </a:cubicBezTo>
                <a:cubicBezTo>
                  <a:pt x="437" y="299"/>
                  <a:pt x="434" y="264"/>
                  <a:pt x="410" y="245"/>
                </a:cubicBezTo>
                <a:cubicBezTo>
                  <a:pt x="308" y="162"/>
                  <a:pt x="202" y="83"/>
                  <a:pt x="94" y="10"/>
                </a:cubicBezTo>
                <a:cubicBezTo>
                  <a:pt x="84" y="4"/>
                  <a:pt x="74" y="0"/>
                  <a:pt x="6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6" name="Google Shape;2496;p107"/>
          <p:cNvSpPr/>
          <p:nvPr/>
        </p:nvSpPr>
        <p:spPr>
          <a:xfrm rot="-906775">
            <a:off x="1981288" y="-38901"/>
            <a:ext cx="605796" cy="14193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97" name="Google Shape;2497;p107"/>
          <p:cNvGrpSpPr/>
          <p:nvPr/>
        </p:nvGrpSpPr>
        <p:grpSpPr>
          <a:xfrm rot="-5400000">
            <a:off x="1204838" y="3630002"/>
            <a:ext cx="221772" cy="200884"/>
            <a:chOff x="1640475" y="1197075"/>
            <a:chExt cx="55475" cy="50250"/>
          </a:xfrm>
        </p:grpSpPr>
        <p:sp>
          <p:nvSpPr>
            <p:cNvPr id="2498" name="Google Shape;2498;p10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10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10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01" name="Google Shape;2501;p107"/>
          <p:cNvSpPr/>
          <p:nvPr/>
        </p:nvSpPr>
        <p:spPr>
          <a:xfrm rot="9965797">
            <a:off x="-506318" y="3859694"/>
            <a:ext cx="993864" cy="1557213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02" name="Google Shape;2502;p107"/>
          <p:cNvGrpSpPr/>
          <p:nvPr/>
        </p:nvGrpSpPr>
        <p:grpSpPr>
          <a:xfrm rot="-6145098">
            <a:off x="600862" y="611712"/>
            <a:ext cx="433642" cy="392824"/>
            <a:chOff x="1640475" y="1197075"/>
            <a:chExt cx="55475" cy="50250"/>
          </a:xfrm>
        </p:grpSpPr>
        <p:sp>
          <p:nvSpPr>
            <p:cNvPr id="2503" name="Google Shape;2503;p10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10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10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06" name="Google Shape;2506;p107"/>
          <p:cNvGrpSpPr/>
          <p:nvPr/>
        </p:nvGrpSpPr>
        <p:grpSpPr>
          <a:xfrm rot="-5400000">
            <a:off x="7689117" y="1059184"/>
            <a:ext cx="244822" cy="221773"/>
            <a:chOff x="1640475" y="1197075"/>
            <a:chExt cx="55475" cy="50250"/>
          </a:xfrm>
        </p:grpSpPr>
        <p:sp>
          <p:nvSpPr>
            <p:cNvPr id="2507" name="Google Shape;2507;p10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10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10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10" name="Google Shape;2510;p107"/>
          <p:cNvSpPr/>
          <p:nvPr/>
        </p:nvSpPr>
        <p:spPr>
          <a:xfrm rot="-308323">
            <a:off x="8739717" y="3492310"/>
            <a:ext cx="580167" cy="13591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11" name="Google Shape;2511;p107"/>
          <p:cNvGrpSpPr/>
          <p:nvPr/>
        </p:nvGrpSpPr>
        <p:grpSpPr>
          <a:xfrm rot="-5400000">
            <a:off x="8015649" y="4087110"/>
            <a:ext cx="221772" cy="200884"/>
            <a:chOff x="1640475" y="1197075"/>
            <a:chExt cx="55475" cy="50250"/>
          </a:xfrm>
        </p:grpSpPr>
        <p:sp>
          <p:nvSpPr>
            <p:cNvPr id="2512" name="Google Shape;2512;p10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10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10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15" name="Google Shape;2515;p107"/>
          <p:cNvSpPr/>
          <p:nvPr/>
        </p:nvSpPr>
        <p:spPr>
          <a:xfrm>
            <a:off x="2745450" y="869432"/>
            <a:ext cx="721675" cy="481582"/>
          </a:xfrm>
          <a:custGeom>
            <a:rect b="b" l="l" r="r" t="t"/>
            <a:pathLst>
              <a:path extrusionOk="0" h="21632" w="32413">
                <a:moveTo>
                  <a:pt x="20115" y="0"/>
                </a:moveTo>
                <a:lnTo>
                  <a:pt x="1524" y="853"/>
                </a:lnTo>
                <a:lnTo>
                  <a:pt x="10262" y="9947"/>
                </a:lnTo>
                <a:lnTo>
                  <a:pt x="5560" y="16290"/>
                </a:lnTo>
                <a:lnTo>
                  <a:pt x="0" y="21632"/>
                </a:lnTo>
                <a:lnTo>
                  <a:pt x="32413" y="21226"/>
                </a:lnTo>
              </a:path>
            </a:pathLst>
          </a:custGeom>
          <a:solidFill>
            <a:schemeClr val="accent2"/>
          </a:solidFill>
          <a:ln cap="flat" cmpd="sng" w="9525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sp>
      <p:sp>
        <p:nvSpPr>
          <p:cNvPr id="2516" name="Google Shape;2516;p107"/>
          <p:cNvSpPr/>
          <p:nvPr/>
        </p:nvSpPr>
        <p:spPr>
          <a:xfrm>
            <a:off x="3226196" y="1224341"/>
            <a:ext cx="256226" cy="108552"/>
          </a:xfrm>
          <a:custGeom>
            <a:rect b="b" l="l" r="r" t="t"/>
            <a:pathLst>
              <a:path extrusionOk="0" h="4876" w="11508">
                <a:moveTo>
                  <a:pt x="0" y="203"/>
                </a:moveTo>
                <a:lnTo>
                  <a:pt x="11508" y="4876"/>
                </a:lnTo>
                <a:lnTo>
                  <a:pt x="1138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2517" name="Google Shape;2517;p107"/>
          <p:cNvSpPr/>
          <p:nvPr/>
        </p:nvSpPr>
        <p:spPr>
          <a:xfrm>
            <a:off x="5780214" y="1217239"/>
            <a:ext cx="211696" cy="133753"/>
          </a:xfrm>
          <a:custGeom>
            <a:rect b="b" l="l" r="r" t="t"/>
            <a:pathLst>
              <a:path extrusionOk="0" h="6008" w="9508">
                <a:moveTo>
                  <a:pt x="9508" y="365"/>
                </a:moveTo>
                <a:lnTo>
                  <a:pt x="0" y="6008"/>
                </a:lnTo>
                <a:lnTo>
                  <a:pt x="26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</p:spTree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eight columns">
  <p:cSld name="TITLE_ONLY_1_1_2_2_2">
    <p:spTree>
      <p:nvGrpSpPr>
        <p:cNvPr id="2518" name="Shape 2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9" name="Google Shape;2519;p108"/>
          <p:cNvSpPr txBox="1"/>
          <p:nvPr>
            <p:ph type="title"/>
          </p:nvPr>
        </p:nvSpPr>
        <p:spPr>
          <a:xfrm>
            <a:off x="3307500" y="758952"/>
            <a:ext cx="25290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520" name="Google Shape;2520;p108"/>
          <p:cNvSpPr txBox="1"/>
          <p:nvPr>
            <p:ph idx="1" type="subTitle"/>
          </p:nvPr>
        </p:nvSpPr>
        <p:spPr>
          <a:xfrm>
            <a:off x="794525" y="2644700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521" name="Google Shape;2521;p108"/>
          <p:cNvSpPr txBox="1"/>
          <p:nvPr>
            <p:ph hasCustomPrompt="1" idx="2" type="title"/>
          </p:nvPr>
        </p:nvSpPr>
        <p:spPr>
          <a:xfrm>
            <a:off x="864125" y="1914197"/>
            <a:ext cx="13584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2522" name="Google Shape;2522;p108"/>
          <p:cNvSpPr txBox="1"/>
          <p:nvPr>
            <p:ph idx="3" type="subTitle"/>
          </p:nvPr>
        </p:nvSpPr>
        <p:spPr>
          <a:xfrm>
            <a:off x="2813646" y="2644700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523" name="Google Shape;2523;p108"/>
          <p:cNvSpPr txBox="1"/>
          <p:nvPr>
            <p:ph hasCustomPrompt="1" idx="4" type="title"/>
          </p:nvPr>
        </p:nvSpPr>
        <p:spPr>
          <a:xfrm>
            <a:off x="2883246" y="1914197"/>
            <a:ext cx="13584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2524" name="Google Shape;2524;p108"/>
          <p:cNvSpPr txBox="1"/>
          <p:nvPr>
            <p:ph idx="5" type="subTitle"/>
          </p:nvPr>
        </p:nvSpPr>
        <p:spPr>
          <a:xfrm>
            <a:off x="4832750" y="2644700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525" name="Google Shape;2525;p108"/>
          <p:cNvSpPr txBox="1"/>
          <p:nvPr>
            <p:ph hasCustomPrompt="1" idx="6" type="title"/>
          </p:nvPr>
        </p:nvSpPr>
        <p:spPr>
          <a:xfrm>
            <a:off x="4902350" y="1914197"/>
            <a:ext cx="13584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2526" name="Google Shape;2526;p108"/>
          <p:cNvSpPr txBox="1"/>
          <p:nvPr>
            <p:ph idx="7" type="subTitle"/>
          </p:nvPr>
        </p:nvSpPr>
        <p:spPr>
          <a:xfrm>
            <a:off x="6851846" y="2644700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527" name="Google Shape;2527;p108"/>
          <p:cNvSpPr txBox="1"/>
          <p:nvPr>
            <p:ph hasCustomPrompt="1" idx="8" type="title"/>
          </p:nvPr>
        </p:nvSpPr>
        <p:spPr>
          <a:xfrm>
            <a:off x="6921446" y="1914197"/>
            <a:ext cx="13584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2528" name="Google Shape;2528;p108"/>
          <p:cNvSpPr txBox="1"/>
          <p:nvPr>
            <p:ph idx="9" type="subTitle"/>
          </p:nvPr>
        </p:nvSpPr>
        <p:spPr>
          <a:xfrm>
            <a:off x="794525" y="41579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529" name="Google Shape;2529;p108"/>
          <p:cNvSpPr txBox="1"/>
          <p:nvPr>
            <p:ph hasCustomPrompt="1" idx="13" type="title"/>
          </p:nvPr>
        </p:nvSpPr>
        <p:spPr>
          <a:xfrm>
            <a:off x="927275" y="3411265"/>
            <a:ext cx="12321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2530" name="Google Shape;2530;p108"/>
          <p:cNvSpPr txBox="1"/>
          <p:nvPr>
            <p:ph idx="14" type="subTitle"/>
          </p:nvPr>
        </p:nvSpPr>
        <p:spPr>
          <a:xfrm>
            <a:off x="2813646" y="41579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531" name="Google Shape;2531;p108"/>
          <p:cNvSpPr txBox="1"/>
          <p:nvPr>
            <p:ph hasCustomPrompt="1" idx="15" type="title"/>
          </p:nvPr>
        </p:nvSpPr>
        <p:spPr>
          <a:xfrm>
            <a:off x="2883246" y="3411265"/>
            <a:ext cx="13584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2532" name="Google Shape;2532;p108"/>
          <p:cNvSpPr txBox="1"/>
          <p:nvPr>
            <p:ph idx="16" type="subTitle"/>
          </p:nvPr>
        </p:nvSpPr>
        <p:spPr>
          <a:xfrm>
            <a:off x="4832750" y="41579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533" name="Google Shape;2533;p108"/>
          <p:cNvSpPr txBox="1"/>
          <p:nvPr>
            <p:ph hasCustomPrompt="1" idx="17" type="title"/>
          </p:nvPr>
        </p:nvSpPr>
        <p:spPr>
          <a:xfrm>
            <a:off x="4902350" y="3411265"/>
            <a:ext cx="13584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2534" name="Google Shape;2534;p108"/>
          <p:cNvSpPr txBox="1"/>
          <p:nvPr>
            <p:ph idx="18" type="subTitle"/>
          </p:nvPr>
        </p:nvSpPr>
        <p:spPr>
          <a:xfrm>
            <a:off x="6851846" y="41579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535" name="Google Shape;2535;p108"/>
          <p:cNvSpPr txBox="1"/>
          <p:nvPr>
            <p:ph hasCustomPrompt="1" idx="19" type="title"/>
          </p:nvPr>
        </p:nvSpPr>
        <p:spPr>
          <a:xfrm>
            <a:off x="6921446" y="3411265"/>
            <a:ext cx="13584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2536" name="Google Shape;2536;p108"/>
          <p:cNvSpPr/>
          <p:nvPr/>
        </p:nvSpPr>
        <p:spPr>
          <a:xfrm rot="10800000">
            <a:off x="-381578" y="4046440"/>
            <a:ext cx="2673716" cy="1310885"/>
          </a:xfrm>
          <a:custGeom>
            <a:rect b="b" l="l" r="r" t="t"/>
            <a:pathLst>
              <a:path extrusionOk="0" h="8220" w="16766">
                <a:moveTo>
                  <a:pt x="16619" y="0"/>
                </a:moveTo>
                <a:lnTo>
                  <a:pt x="1" y="306"/>
                </a:lnTo>
                <a:cubicBezTo>
                  <a:pt x="61" y="421"/>
                  <a:pt x="130" y="530"/>
                  <a:pt x="209" y="629"/>
                </a:cubicBezTo>
                <a:cubicBezTo>
                  <a:pt x="561" y="1077"/>
                  <a:pt x="1090" y="1341"/>
                  <a:pt x="1620" y="1341"/>
                </a:cubicBezTo>
                <a:cubicBezTo>
                  <a:pt x="1653" y="1341"/>
                  <a:pt x="1687" y="1340"/>
                  <a:pt x="1720" y="1338"/>
                </a:cubicBezTo>
                <a:cubicBezTo>
                  <a:pt x="2137" y="1311"/>
                  <a:pt x="2547" y="1128"/>
                  <a:pt x="2959" y="1128"/>
                </a:cubicBezTo>
                <a:cubicBezTo>
                  <a:pt x="3033" y="1128"/>
                  <a:pt x="3106" y="1133"/>
                  <a:pt x="3180" y="1147"/>
                </a:cubicBezTo>
                <a:cubicBezTo>
                  <a:pt x="3277" y="1165"/>
                  <a:pt x="3367" y="1194"/>
                  <a:pt x="3455" y="1233"/>
                </a:cubicBezTo>
                <a:cubicBezTo>
                  <a:pt x="3474" y="1242"/>
                  <a:pt x="3493" y="1250"/>
                  <a:pt x="3511" y="1261"/>
                </a:cubicBezTo>
                <a:lnTo>
                  <a:pt x="3512" y="1261"/>
                </a:lnTo>
                <a:cubicBezTo>
                  <a:pt x="4178" y="1599"/>
                  <a:pt x="4587" y="2502"/>
                  <a:pt x="5216" y="2997"/>
                </a:cubicBezTo>
                <a:cubicBezTo>
                  <a:pt x="5642" y="3331"/>
                  <a:pt x="6137" y="3458"/>
                  <a:pt x="6653" y="3458"/>
                </a:cubicBezTo>
                <a:cubicBezTo>
                  <a:pt x="7281" y="3458"/>
                  <a:pt x="7939" y="3268"/>
                  <a:pt x="8534" y="3032"/>
                </a:cubicBezTo>
                <a:cubicBezTo>
                  <a:pt x="9061" y="2823"/>
                  <a:pt x="9606" y="2582"/>
                  <a:pt x="10155" y="2582"/>
                </a:cubicBezTo>
                <a:cubicBezTo>
                  <a:pt x="10271" y="2582"/>
                  <a:pt x="10386" y="2593"/>
                  <a:pt x="10502" y="2617"/>
                </a:cubicBezTo>
                <a:cubicBezTo>
                  <a:pt x="11491" y="2819"/>
                  <a:pt x="12129" y="3901"/>
                  <a:pt x="12548" y="4929"/>
                </a:cubicBezTo>
                <a:cubicBezTo>
                  <a:pt x="12966" y="5958"/>
                  <a:pt x="13334" y="7102"/>
                  <a:pt x="14165" y="7742"/>
                </a:cubicBezTo>
                <a:cubicBezTo>
                  <a:pt x="14587" y="8068"/>
                  <a:pt x="15094" y="8220"/>
                  <a:pt x="15606" y="8220"/>
                </a:cubicBezTo>
                <a:cubicBezTo>
                  <a:pt x="16002" y="8220"/>
                  <a:pt x="16401" y="8129"/>
                  <a:pt x="16766" y="7956"/>
                </a:cubicBezTo>
                <a:lnTo>
                  <a:pt x="16619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37" name="Google Shape;2537;p108"/>
          <p:cNvSpPr/>
          <p:nvPr/>
        </p:nvSpPr>
        <p:spPr>
          <a:xfrm rot="5400000">
            <a:off x="7309422" y="-859138"/>
            <a:ext cx="1379166" cy="2682086"/>
          </a:xfrm>
          <a:custGeom>
            <a:rect b="b" l="l" r="r" t="t"/>
            <a:pathLst>
              <a:path extrusionOk="0" h="24182" w="12435">
                <a:moveTo>
                  <a:pt x="7995" y="0"/>
                </a:moveTo>
                <a:cubicBezTo>
                  <a:pt x="6753" y="0"/>
                  <a:pt x="5507" y="123"/>
                  <a:pt x="4282" y="305"/>
                </a:cubicBezTo>
                <a:cubicBezTo>
                  <a:pt x="3647" y="400"/>
                  <a:pt x="3014" y="509"/>
                  <a:pt x="2384" y="629"/>
                </a:cubicBezTo>
                <a:cubicBezTo>
                  <a:pt x="1767" y="745"/>
                  <a:pt x="1135" y="843"/>
                  <a:pt x="528" y="997"/>
                </a:cubicBezTo>
                <a:cubicBezTo>
                  <a:pt x="284" y="1059"/>
                  <a:pt x="86" y="1199"/>
                  <a:pt x="44" y="1438"/>
                </a:cubicBezTo>
                <a:cubicBezTo>
                  <a:pt x="1" y="1675"/>
                  <a:pt x="98" y="1906"/>
                  <a:pt x="177" y="2128"/>
                </a:cubicBezTo>
                <a:cubicBezTo>
                  <a:pt x="371" y="2674"/>
                  <a:pt x="529" y="3231"/>
                  <a:pt x="657" y="3795"/>
                </a:cubicBezTo>
                <a:cubicBezTo>
                  <a:pt x="1173" y="6076"/>
                  <a:pt x="1176" y="8421"/>
                  <a:pt x="1157" y="10740"/>
                </a:cubicBezTo>
                <a:cubicBezTo>
                  <a:pt x="1137" y="13166"/>
                  <a:pt x="1119" y="15594"/>
                  <a:pt x="956" y="18015"/>
                </a:cubicBezTo>
                <a:cubicBezTo>
                  <a:pt x="873" y="19227"/>
                  <a:pt x="754" y="20438"/>
                  <a:pt x="578" y="21641"/>
                </a:cubicBezTo>
                <a:cubicBezTo>
                  <a:pt x="533" y="21947"/>
                  <a:pt x="484" y="22253"/>
                  <a:pt x="431" y="22559"/>
                </a:cubicBezTo>
                <a:cubicBezTo>
                  <a:pt x="386" y="22822"/>
                  <a:pt x="322" y="23092"/>
                  <a:pt x="343" y="23359"/>
                </a:cubicBezTo>
                <a:cubicBezTo>
                  <a:pt x="374" y="23781"/>
                  <a:pt x="660" y="24173"/>
                  <a:pt x="1161" y="24181"/>
                </a:cubicBezTo>
                <a:cubicBezTo>
                  <a:pt x="1165" y="24181"/>
                  <a:pt x="1169" y="24181"/>
                  <a:pt x="1173" y="24181"/>
                </a:cubicBezTo>
                <a:cubicBezTo>
                  <a:pt x="1371" y="24181"/>
                  <a:pt x="1540" y="24099"/>
                  <a:pt x="1654" y="23951"/>
                </a:cubicBezTo>
                <a:cubicBezTo>
                  <a:pt x="1675" y="23925"/>
                  <a:pt x="1683" y="23898"/>
                  <a:pt x="1682" y="23874"/>
                </a:cubicBezTo>
                <a:lnTo>
                  <a:pt x="1682" y="23874"/>
                </a:lnTo>
                <a:cubicBezTo>
                  <a:pt x="1847" y="23898"/>
                  <a:pt x="2014" y="23909"/>
                  <a:pt x="2180" y="23909"/>
                </a:cubicBezTo>
                <a:cubicBezTo>
                  <a:pt x="2943" y="23909"/>
                  <a:pt x="3699" y="23667"/>
                  <a:pt x="4311" y="23242"/>
                </a:cubicBezTo>
                <a:cubicBezTo>
                  <a:pt x="4708" y="22966"/>
                  <a:pt x="5045" y="22616"/>
                  <a:pt x="5275" y="22211"/>
                </a:cubicBezTo>
                <a:cubicBezTo>
                  <a:pt x="5529" y="21761"/>
                  <a:pt x="5637" y="21258"/>
                  <a:pt x="5672" y="20756"/>
                </a:cubicBezTo>
                <a:cubicBezTo>
                  <a:pt x="5745" y="19694"/>
                  <a:pt x="5474" y="18600"/>
                  <a:pt x="5753" y="17552"/>
                </a:cubicBezTo>
                <a:cubicBezTo>
                  <a:pt x="5970" y="16734"/>
                  <a:pt x="6573" y="16141"/>
                  <a:pt x="7340" y="15710"/>
                </a:cubicBezTo>
                <a:cubicBezTo>
                  <a:pt x="8075" y="15296"/>
                  <a:pt x="8888" y="15018"/>
                  <a:pt x="9665" y="14682"/>
                </a:cubicBezTo>
                <a:cubicBezTo>
                  <a:pt x="10395" y="14367"/>
                  <a:pt x="11138" y="13992"/>
                  <a:pt x="11650" y="13407"/>
                </a:cubicBezTo>
                <a:cubicBezTo>
                  <a:pt x="12358" y="12597"/>
                  <a:pt x="12435" y="11553"/>
                  <a:pt x="12147" y="10578"/>
                </a:cubicBezTo>
                <a:cubicBezTo>
                  <a:pt x="11808" y="9430"/>
                  <a:pt x="11016" y="8461"/>
                  <a:pt x="10472" y="7396"/>
                </a:cubicBezTo>
                <a:cubicBezTo>
                  <a:pt x="9923" y="6314"/>
                  <a:pt x="9632" y="5096"/>
                  <a:pt x="9791" y="3904"/>
                </a:cubicBezTo>
                <a:cubicBezTo>
                  <a:pt x="9926" y="2896"/>
                  <a:pt x="10412" y="1909"/>
                  <a:pt x="11209" y="1194"/>
                </a:cubicBezTo>
                <a:cubicBezTo>
                  <a:pt x="11406" y="1016"/>
                  <a:pt x="11621" y="858"/>
                  <a:pt x="11854" y="718"/>
                </a:cubicBezTo>
                <a:cubicBezTo>
                  <a:pt x="11960" y="654"/>
                  <a:pt x="11944" y="503"/>
                  <a:pt x="11818" y="468"/>
                </a:cubicBezTo>
                <a:cubicBezTo>
                  <a:pt x="10568" y="132"/>
                  <a:pt x="9284" y="0"/>
                  <a:pt x="7995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38" name="Google Shape;2538;p108"/>
          <p:cNvSpPr/>
          <p:nvPr/>
        </p:nvSpPr>
        <p:spPr>
          <a:xfrm>
            <a:off x="8349439" y="2697046"/>
            <a:ext cx="1497587" cy="2729305"/>
          </a:xfrm>
          <a:custGeom>
            <a:rect b="b" l="l" r="r" t="t"/>
            <a:pathLst>
              <a:path extrusionOk="0" h="26119" w="14332">
                <a:moveTo>
                  <a:pt x="12104" y="0"/>
                </a:moveTo>
                <a:cubicBezTo>
                  <a:pt x="11836" y="0"/>
                  <a:pt x="11579" y="100"/>
                  <a:pt x="11338" y="207"/>
                </a:cubicBezTo>
                <a:cubicBezTo>
                  <a:pt x="11049" y="335"/>
                  <a:pt x="10764" y="475"/>
                  <a:pt x="10478" y="610"/>
                </a:cubicBezTo>
                <a:cubicBezTo>
                  <a:pt x="9890" y="885"/>
                  <a:pt x="9294" y="1149"/>
                  <a:pt x="8713" y="1440"/>
                </a:cubicBezTo>
                <a:cubicBezTo>
                  <a:pt x="8495" y="1549"/>
                  <a:pt x="8298" y="1691"/>
                  <a:pt x="8201" y="1922"/>
                </a:cubicBezTo>
                <a:cubicBezTo>
                  <a:pt x="8095" y="2174"/>
                  <a:pt x="8110" y="2467"/>
                  <a:pt x="8106" y="2735"/>
                </a:cubicBezTo>
                <a:cubicBezTo>
                  <a:pt x="8097" y="3377"/>
                  <a:pt x="8121" y="4019"/>
                  <a:pt x="8176" y="4658"/>
                </a:cubicBezTo>
                <a:cubicBezTo>
                  <a:pt x="8228" y="5277"/>
                  <a:pt x="8331" y="5899"/>
                  <a:pt x="8283" y="6521"/>
                </a:cubicBezTo>
                <a:cubicBezTo>
                  <a:pt x="8242" y="7056"/>
                  <a:pt x="8055" y="7556"/>
                  <a:pt x="7761" y="8004"/>
                </a:cubicBezTo>
                <a:cubicBezTo>
                  <a:pt x="7173" y="8897"/>
                  <a:pt x="6276" y="9476"/>
                  <a:pt x="5434" y="10099"/>
                </a:cubicBezTo>
                <a:cubicBezTo>
                  <a:pt x="5008" y="10415"/>
                  <a:pt x="4600" y="10769"/>
                  <a:pt x="4338" y="11238"/>
                </a:cubicBezTo>
                <a:cubicBezTo>
                  <a:pt x="4078" y="11703"/>
                  <a:pt x="3973" y="12231"/>
                  <a:pt x="3932" y="12758"/>
                </a:cubicBezTo>
                <a:cubicBezTo>
                  <a:pt x="3854" y="13776"/>
                  <a:pt x="4023" y="14819"/>
                  <a:pt x="3717" y="15812"/>
                </a:cubicBezTo>
                <a:cubicBezTo>
                  <a:pt x="3574" y="16273"/>
                  <a:pt x="3319" y="16702"/>
                  <a:pt x="2917" y="16981"/>
                </a:cubicBezTo>
                <a:cubicBezTo>
                  <a:pt x="2489" y="17279"/>
                  <a:pt x="1977" y="17419"/>
                  <a:pt x="1536" y="17694"/>
                </a:cubicBezTo>
                <a:cubicBezTo>
                  <a:pt x="639" y="18252"/>
                  <a:pt x="327" y="19323"/>
                  <a:pt x="152" y="20304"/>
                </a:cubicBezTo>
                <a:cubicBezTo>
                  <a:pt x="48" y="20891"/>
                  <a:pt x="1" y="21500"/>
                  <a:pt x="140" y="22087"/>
                </a:cubicBezTo>
                <a:cubicBezTo>
                  <a:pt x="259" y="22589"/>
                  <a:pt x="523" y="23040"/>
                  <a:pt x="855" y="23429"/>
                </a:cubicBezTo>
                <a:cubicBezTo>
                  <a:pt x="1544" y="24236"/>
                  <a:pt x="3187" y="24329"/>
                  <a:pt x="3333" y="25366"/>
                </a:cubicBezTo>
                <a:cubicBezTo>
                  <a:pt x="3413" y="25937"/>
                  <a:pt x="4213" y="26116"/>
                  <a:pt x="4450" y="26116"/>
                </a:cubicBezTo>
                <a:cubicBezTo>
                  <a:pt x="4499" y="26116"/>
                  <a:pt x="4524" y="26108"/>
                  <a:pt x="4512" y="26094"/>
                </a:cubicBezTo>
                <a:lnTo>
                  <a:pt x="4512" y="26094"/>
                </a:lnTo>
                <a:cubicBezTo>
                  <a:pt x="5752" y="26098"/>
                  <a:pt x="6992" y="26103"/>
                  <a:pt x="8231" y="26108"/>
                </a:cubicBezTo>
                <a:cubicBezTo>
                  <a:pt x="8884" y="26110"/>
                  <a:pt x="9536" y="26113"/>
                  <a:pt x="10188" y="26115"/>
                </a:cubicBezTo>
                <a:cubicBezTo>
                  <a:pt x="10509" y="26116"/>
                  <a:pt x="10831" y="26117"/>
                  <a:pt x="11153" y="26118"/>
                </a:cubicBezTo>
                <a:cubicBezTo>
                  <a:pt x="11181" y="26118"/>
                  <a:pt x="11210" y="26118"/>
                  <a:pt x="11238" y="26118"/>
                </a:cubicBezTo>
                <a:cubicBezTo>
                  <a:pt x="11502" y="26118"/>
                  <a:pt x="11768" y="26112"/>
                  <a:pt x="12030" y="26066"/>
                </a:cubicBezTo>
                <a:cubicBezTo>
                  <a:pt x="12510" y="25980"/>
                  <a:pt x="12981" y="25708"/>
                  <a:pt x="13161" y="25232"/>
                </a:cubicBezTo>
                <a:cubicBezTo>
                  <a:pt x="13200" y="25130"/>
                  <a:pt x="13224" y="25017"/>
                  <a:pt x="13222" y="24907"/>
                </a:cubicBezTo>
                <a:cubicBezTo>
                  <a:pt x="13220" y="24778"/>
                  <a:pt x="13107" y="24687"/>
                  <a:pt x="13042" y="24582"/>
                </a:cubicBezTo>
                <a:cubicBezTo>
                  <a:pt x="12914" y="24378"/>
                  <a:pt x="12829" y="24154"/>
                  <a:pt x="12777" y="23918"/>
                </a:cubicBezTo>
                <a:cubicBezTo>
                  <a:pt x="12667" y="23424"/>
                  <a:pt x="12700" y="22903"/>
                  <a:pt x="12760" y="22402"/>
                </a:cubicBezTo>
                <a:cubicBezTo>
                  <a:pt x="12825" y="21856"/>
                  <a:pt x="12928" y="21313"/>
                  <a:pt x="12991" y="20766"/>
                </a:cubicBezTo>
                <a:cubicBezTo>
                  <a:pt x="13138" y="19498"/>
                  <a:pt x="13165" y="18220"/>
                  <a:pt x="13259" y="16947"/>
                </a:cubicBezTo>
                <a:cubicBezTo>
                  <a:pt x="13306" y="16306"/>
                  <a:pt x="13371" y="15667"/>
                  <a:pt x="13476" y="15033"/>
                </a:cubicBezTo>
                <a:cubicBezTo>
                  <a:pt x="13580" y="14418"/>
                  <a:pt x="13717" y="13809"/>
                  <a:pt x="13850" y="13199"/>
                </a:cubicBezTo>
                <a:cubicBezTo>
                  <a:pt x="14117" y="11977"/>
                  <a:pt x="14332" y="10761"/>
                  <a:pt x="14312" y="9506"/>
                </a:cubicBezTo>
                <a:cubicBezTo>
                  <a:pt x="14292" y="8213"/>
                  <a:pt x="14104" y="6931"/>
                  <a:pt x="14032" y="5641"/>
                </a:cubicBezTo>
                <a:cubicBezTo>
                  <a:pt x="13973" y="4552"/>
                  <a:pt x="14026" y="3448"/>
                  <a:pt x="13821" y="2371"/>
                </a:cubicBezTo>
                <a:cubicBezTo>
                  <a:pt x="13723" y="1854"/>
                  <a:pt x="13559" y="1346"/>
                  <a:pt x="13296" y="889"/>
                </a:cubicBezTo>
                <a:cubicBezTo>
                  <a:pt x="13046" y="456"/>
                  <a:pt x="12681" y="18"/>
                  <a:pt x="12141" y="1"/>
                </a:cubicBezTo>
                <a:cubicBezTo>
                  <a:pt x="12128" y="1"/>
                  <a:pt x="12116" y="0"/>
                  <a:pt x="12104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39" name="Google Shape;2539;p108"/>
          <p:cNvSpPr/>
          <p:nvPr/>
        </p:nvSpPr>
        <p:spPr>
          <a:xfrm rot="8100000">
            <a:off x="-821724" y="-537528"/>
            <a:ext cx="2590333" cy="1991668"/>
          </a:xfrm>
          <a:custGeom>
            <a:rect b="b" l="l" r="r" t="t"/>
            <a:pathLst>
              <a:path extrusionOk="0" h="12489" w="16243">
                <a:moveTo>
                  <a:pt x="3844" y="0"/>
                </a:moveTo>
                <a:cubicBezTo>
                  <a:pt x="3285" y="0"/>
                  <a:pt x="2723" y="148"/>
                  <a:pt x="2228" y="400"/>
                </a:cubicBezTo>
                <a:cubicBezTo>
                  <a:pt x="1280" y="883"/>
                  <a:pt x="590" y="1767"/>
                  <a:pt x="156" y="2720"/>
                </a:cubicBezTo>
                <a:cubicBezTo>
                  <a:pt x="49" y="2956"/>
                  <a:pt x="1" y="3596"/>
                  <a:pt x="54" y="3596"/>
                </a:cubicBezTo>
                <a:cubicBezTo>
                  <a:pt x="57" y="3596"/>
                  <a:pt x="61" y="3593"/>
                  <a:pt x="66" y="3588"/>
                </a:cubicBezTo>
                <a:cubicBezTo>
                  <a:pt x="269" y="4868"/>
                  <a:pt x="1355" y="5759"/>
                  <a:pt x="2294" y="6557"/>
                </a:cubicBezTo>
                <a:cubicBezTo>
                  <a:pt x="3560" y="7632"/>
                  <a:pt x="4723" y="8824"/>
                  <a:pt x="5756" y="10126"/>
                </a:cubicBezTo>
                <a:cubicBezTo>
                  <a:pt x="6340" y="10862"/>
                  <a:pt x="6881" y="11633"/>
                  <a:pt x="7379" y="12430"/>
                </a:cubicBezTo>
                <a:cubicBezTo>
                  <a:pt x="7403" y="12468"/>
                  <a:pt x="7442" y="12488"/>
                  <a:pt x="7481" y="12488"/>
                </a:cubicBezTo>
                <a:cubicBezTo>
                  <a:pt x="7510" y="12488"/>
                  <a:pt x="7539" y="12478"/>
                  <a:pt x="7563" y="12456"/>
                </a:cubicBezTo>
                <a:cubicBezTo>
                  <a:pt x="9372" y="10767"/>
                  <a:pt x="11182" y="9079"/>
                  <a:pt x="12991" y="7391"/>
                </a:cubicBezTo>
                <a:cubicBezTo>
                  <a:pt x="13444" y="6969"/>
                  <a:pt x="13897" y="6547"/>
                  <a:pt x="14348" y="6125"/>
                </a:cubicBezTo>
                <a:cubicBezTo>
                  <a:pt x="14774" y="5728"/>
                  <a:pt x="15224" y="5346"/>
                  <a:pt x="15621" y="4920"/>
                </a:cubicBezTo>
                <a:cubicBezTo>
                  <a:pt x="15956" y="4561"/>
                  <a:pt x="16230" y="4130"/>
                  <a:pt x="16237" y="3625"/>
                </a:cubicBezTo>
                <a:cubicBezTo>
                  <a:pt x="16243" y="3173"/>
                  <a:pt x="16055" y="2737"/>
                  <a:pt x="15772" y="2393"/>
                </a:cubicBezTo>
                <a:cubicBezTo>
                  <a:pt x="15118" y="1597"/>
                  <a:pt x="13969" y="1326"/>
                  <a:pt x="12990" y="1230"/>
                </a:cubicBezTo>
                <a:cubicBezTo>
                  <a:pt x="12782" y="1209"/>
                  <a:pt x="12575" y="1199"/>
                  <a:pt x="12369" y="1199"/>
                </a:cubicBezTo>
                <a:cubicBezTo>
                  <a:pt x="11579" y="1199"/>
                  <a:pt x="10805" y="1344"/>
                  <a:pt x="10046" y="1589"/>
                </a:cubicBezTo>
                <a:cubicBezTo>
                  <a:pt x="9458" y="1779"/>
                  <a:pt x="8842" y="1996"/>
                  <a:pt x="8230" y="1996"/>
                </a:cubicBezTo>
                <a:cubicBezTo>
                  <a:pt x="7924" y="1996"/>
                  <a:pt x="7618" y="1942"/>
                  <a:pt x="7317" y="1801"/>
                </a:cubicBezTo>
                <a:cubicBezTo>
                  <a:pt x="6411" y="1378"/>
                  <a:pt x="5786" y="517"/>
                  <a:pt x="4835" y="170"/>
                </a:cubicBezTo>
                <a:cubicBezTo>
                  <a:pt x="4516" y="54"/>
                  <a:pt x="4181" y="0"/>
                  <a:pt x="3844" y="0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40" name="Google Shape;2540;p108"/>
          <p:cNvGrpSpPr/>
          <p:nvPr/>
        </p:nvGrpSpPr>
        <p:grpSpPr>
          <a:xfrm rot="4499945">
            <a:off x="1435226" y="1133136"/>
            <a:ext cx="215934" cy="195605"/>
            <a:chOff x="1640475" y="1197075"/>
            <a:chExt cx="55475" cy="50250"/>
          </a:xfrm>
        </p:grpSpPr>
        <p:sp>
          <p:nvSpPr>
            <p:cNvPr id="2541" name="Google Shape;2541;p10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10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10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44" name="Google Shape;2544;p108"/>
          <p:cNvSpPr/>
          <p:nvPr/>
        </p:nvSpPr>
        <p:spPr>
          <a:xfrm flipH="1" rot="7610468">
            <a:off x="8662235" y="2889645"/>
            <a:ext cx="545185" cy="12772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45" name="Google Shape;2545;p108"/>
          <p:cNvGrpSpPr/>
          <p:nvPr/>
        </p:nvGrpSpPr>
        <p:grpSpPr>
          <a:xfrm rot="3412103">
            <a:off x="7137581" y="822200"/>
            <a:ext cx="320926" cy="290715"/>
            <a:chOff x="1640475" y="1197075"/>
            <a:chExt cx="55475" cy="50250"/>
          </a:xfrm>
        </p:grpSpPr>
        <p:sp>
          <p:nvSpPr>
            <p:cNvPr id="2546" name="Google Shape;2546;p10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10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10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49" name="Google Shape;2549;p108"/>
          <p:cNvSpPr/>
          <p:nvPr/>
        </p:nvSpPr>
        <p:spPr>
          <a:xfrm rot="3218474">
            <a:off x="2157332" y="4435042"/>
            <a:ext cx="809522" cy="1268427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0" name="Google Shape;2550;p108"/>
          <p:cNvSpPr/>
          <p:nvPr/>
        </p:nvSpPr>
        <p:spPr>
          <a:xfrm flipH="1" rot="7610386">
            <a:off x="2067169" y="10759"/>
            <a:ext cx="864854" cy="20260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3">
    <p:spTree>
      <p:nvGrpSpPr>
        <p:cNvPr id="2551" name="Shape 2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2" name="Google Shape;2552;p109"/>
          <p:cNvSpPr/>
          <p:nvPr/>
        </p:nvSpPr>
        <p:spPr>
          <a:xfrm>
            <a:off x="-215846" y="3590328"/>
            <a:ext cx="3937248" cy="1852861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3" name="Google Shape;2553;p109"/>
          <p:cNvSpPr/>
          <p:nvPr/>
        </p:nvSpPr>
        <p:spPr>
          <a:xfrm>
            <a:off x="-500950" y="-338112"/>
            <a:ext cx="3394487" cy="1873699"/>
          </a:xfrm>
          <a:custGeom>
            <a:rect b="b" l="l" r="r" t="t"/>
            <a:pathLst>
              <a:path extrusionOk="0" h="11330" w="20526">
                <a:moveTo>
                  <a:pt x="12939" y="1"/>
                </a:moveTo>
                <a:cubicBezTo>
                  <a:pt x="11999" y="1"/>
                  <a:pt x="11086" y="167"/>
                  <a:pt x="10169" y="370"/>
                </a:cubicBezTo>
                <a:cubicBezTo>
                  <a:pt x="9691" y="476"/>
                  <a:pt x="9213" y="584"/>
                  <a:pt x="8731" y="667"/>
                </a:cubicBezTo>
                <a:cubicBezTo>
                  <a:pt x="8234" y="750"/>
                  <a:pt x="7732" y="802"/>
                  <a:pt x="7229" y="839"/>
                </a:cubicBezTo>
                <a:cubicBezTo>
                  <a:pt x="6231" y="913"/>
                  <a:pt x="5230" y="935"/>
                  <a:pt x="4235" y="1052"/>
                </a:cubicBezTo>
                <a:cubicBezTo>
                  <a:pt x="3806" y="1102"/>
                  <a:pt x="3380" y="1184"/>
                  <a:pt x="2951" y="1235"/>
                </a:cubicBezTo>
                <a:cubicBezTo>
                  <a:pt x="2746" y="1260"/>
                  <a:pt x="2537" y="1279"/>
                  <a:pt x="2328" y="1279"/>
                </a:cubicBezTo>
                <a:cubicBezTo>
                  <a:pt x="2138" y="1279"/>
                  <a:pt x="1948" y="1263"/>
                  <a:pt x="1762" y="1222"/>
                </a:cubicBezTo>
                <a:cubicBezTo>
                  <a:pt x="1578" y="1180"/>
                  <a:pt x="1402" y="1113"/>
                  <a:pt x="1242" y="1012"/>
                </a:cubicBezTo>
                <a:cubicBezTo>
                  <a:pt x="1161" y="960"/>
                  <a:pt x="1089" y="870"/>
                  <a:pt x="988" y="868"/>
                </a:cubicBezTo>
                <a:cubicBezTo>
                  <a:pt x="985" y="868"/>
                  <a:pt x="983" y="868"/>
                  <a:pt x="981" y="868"/>
                </a:cubicBezTo>
                <a:cubicBezTo>
                  <a:pt x="897" y="868"/>
                  <a:pt x="810" y="887"/>
                  <a:pt x="732" y="917"/>
                </a:cubicBezTo>
                <a:cubicBezTo>
                  <a:pt x="360" y="1060"/>
                  <a:pt x="147" y="1435"/>
                  <a:pt x="79" y="1816"/>
                </a:cubicBezTo>
                <a:cubicBezTo>
                  <a:pt x="38" y="2046"/>
                  <a:pt x="37" y="2279"/>
                  <a:pt x="38" y="2512"/>
                </a:cubicBezTo>
                <a:cubicBezTo>
                  <a:pt x="38" y="2767"/>
                  <a:pt x="39" y="3024"/>
                  <a:pt x="40" y="3279"/>
                </a:cubicBezTo>
                <a:cubicBezTo>
                  <a:pt x="42" y="3797"/>
                  <a:pt x="44" y="4315"/>
                  <a:pt x="46" y="4833"/>
                </a:cubicBezTo>
                <a:cubicBezTo>
                  <a:pt x="50" y="5817"/>
                  <a:pt x="54" y="6803"/>
                  <a:pt x="57" y="7787"/>
                </a:cubicBezTo>
                <a:cubicBezTo>
                  <a:pt x="55" y="7786"/>
                  <a:pt x="54" y="7785"/>
                  <a:pt x="52" y="7785"/>
                </a:cubicBezTo>
                <a:cubicBezTo>
                  <a:pt x="0" y="7785"/>
                  <a:pt x="101" y="8649"/>
                  <a:pt x="628" y="8724"/>
                </a:cubicBezTo>
                <a:cubicBezTo>
                  <a:pt x="1441" y="8840"/>
                  <a:pt x="1514" y="10145"/>
                  <a:pt x="2146" y="10693"/>
                </a:cubicBezTo>
                <a:cubicBezTo>
                  <a:pt x="2452" y="10957"/>
                  <a:pt x="2805" y="11167"/>
                  <a:pt x="3199" y="11261"/>
                </a:cubicBezTo>
                <a:cubicBezTo>
                  <a:pt x="3402" y="11310"/>
                  <a:pt x="3609" y="11330"/>
                  <a:pt x="3816" y="11330"/>
                </a:cubicBezTo>
                <a:cubicBezTo>
                  <a:pt x="4077" y="11330"/>
                  <a:pt x="4340" y="11298"/>
                  <a:pt x="4597" y="11251"/>
                </a:cubicBezTo>
                <a:cubicBezTo>
                  <a:pt x="5367" y="11113"/>
                  <a:pt x="6207" y="10865"/>
                  <a:pt x="6645" y="10152"/>
                </a:cubicBezTo>
                <a:cubicBezTo>
                  <a:pt x="6859" y="9801"/>
                  <a:pt x="6970" y="9395"/>
                  <a:pt x="7203" y="9055"/>
                </a:cubicBezTo>
                <a:cubicBezTo>
                  <a:pt x="7421" y="8736"/>
                  <a:pt x="7758" y="8532"/>
                  <a:pt x="8120" y="8419"/>
                </a:cubicBezTo>
                <a:cubicBezTo>
                  <a:pt x="8559" y="8282"/>
                  <a:pt x="9011" y="8265"/>
                  <a:pt x="9465" y="8265"/>
                </a:cubicBezTo>
                <a:cubicBezTo>
                  <a:pt x="9615" y="8265"/>
                  <a:pt x="9765" y="8267"/>
                  <a:pt x="9915" y="8267"/>
                </a:cubicBezTo>
                <a:cubicBezTo>
                  <a:pt x="10115" y="8267"/>
                  <a:pt x="10316" y="8264"/>
                  <a:pt x="10515" y="8248"/>
                </a:cubicBezTo>
                <a:cubicBezTo>
                  <a:pt x="10927" y="8216"/>
                  <a:pt x="11342" y="8132"/>
                  <a:pt x="11707" y="7927"/>
                </a:cubicBezTo>
                <a:cubicBezTo>
                  <a:pt x="12074" y="7718"/>
                  <a:pt x="12352" y="7394"/>
                  <a:pt x="12600" y="7055"/>
                </a:cubicBezTo>
                <a:cubicBezTo>
                  <a:pt x="13089" y="6385"/>
                  <a:pt x="13543" y="5673"/>
                  <a:pt x="14244" y="5207"/>
                </a:cubicBezTo>
                <a:cubicBezTo>
                  <a:pt x="14594" y="4972"/>
                  <a:pt x="14986" y="4825"/>
                  <a:pt x="15405" y="4792"/>
                </a:cubicBezTo>
                <a:cubicBezTo>
                  <a:pt x="15494" y="4785"/>
                  <a:pt x="15582" y="4782"/>
                  <a:pt x="15670" y="4782"/>
                </a:cubicBezTo>
                <a:cubicBezTo>
                  <a:pt x="16070" y="4782"/>
                  <a:pt x="16469" y="4843"/>
                  <a:pt x="16866" y="4877"/>
                </a:cubicBezTo>
                <a:cubicBezTo>
                  <a:pt x="17302" y="4915"/>
                  <a:pt x="17740" y="4933"/>
                  <a:pt x="18178" y="4933"/>
                </a:cubicBezTo>
                <a:cubicBezTo>
                  <a:pt x="18243" y="4933"/>
                  <a:pt x="18309" y="4933"/>
                  <a:pt x="18374" y="4932"/>
                </a:cubicBezTo>
                <a:cubicBezTo>
                  <a:pt x="18585" y="4929"/>
                  <a:pt x="18814" y="4941"/>
                  <a:pt x="19012" y="4857"/>
                </a:cubicBezTo>
                <a:cubicBezTo>
                  <a:pt x="19193" y="4780"/>
                  <a:pt x="19305" y="4623"/>
                  <a:pt x="19390" y="4450"/>
                </a:cubicBezTo>
                <a:cubicBezTo>
                  <a:pt x="19618" y="3989"/>
                  <a:pt x="19825" y="3515"/>
                  <a:pt x="20041" y="3049"/>
                </a:cubicBezTo>
                <a:cubicBezTo>
                  <a:pt x="20147" y="2821"/>
                  <a:pt x="20256" y="2595"/>
                  <a:pt x="20357" y="2365"/>
                </a:cubicBezTo>
                <a:cubicBezTo>
                  <a:pt x="20444" y="2165"/>
                  <a:pt x="20525" y="1951"/>
                  <a:pt x="20518" y="1728"/>
                </a:cubicBezTo>
                <a:cubicBezTo>
                  <a:pt x="20505" y="1297"/>
                  <a:pt x="20161" y="1008"/>
                  <a:pt x="19822" y="810"/>
                </a:cubicBezTo>
                <a:cubicBezTo>
                  <a:pt x="19463" y="601"/>
                  <a:pt x="19065" y="469"/>
                  <a:pt x="18660" y="392"/>
                </a:cubicBezTo>
                <a:cubicBezTo>
                  <a:pt x="17815" y="229"/>
                  <a:pt x="16950" y="272"/>
                  <a:pt x="16095" y="224"/>
                </a:cubicBezTo>
                <a:cubicBezTo>
                  <a:pt x="15084" y="168"/>
                  <a:pt x="14079" y="19"/>
                  <a:pt x="13065" y="2"/>
                </a:cubicBezTo>
                <a:cubicBezTo>
                  <a:pt x="13023" y="1"/>
                  <a:pt x="12981" y="1"/>
                  <a:pt x="12939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4" name="Google Shape;2554;p109"/>
          <p:cNvSpPr/>
          <p:nvPr/>
        </p:nvSpPr>
        <p:spPr>
          <a:xfrm>
            <a:off x="7494194" y="-264852"/>
            <a:ext cx="2151033" cy="2157317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5" name="Google Shape;2555;p109"/>
          <p:cNvSpPr/>
          <p:nvPr/>
        </p:nvSpPr>
        <p:spPr>
          <a:xfrm>
            <a:off x="5476804" y="4242891"/>
            <a:ext cx="4031181" cy="1424375"/>
          </a:xfrm>
          <a:custGeom>
            <a:rect b="b" l="l" r="r" t="t"/>
            <a:pathLst>
              <a:path extrusionOk="0" h="8613" w="24376">
                <a:moveTo>
                  <a:pt x="12572" y="1"/>
                </a:moveTo>
                <a:cubicBezTo>
                  <a:pt x="11930" y="1"/>
                  <a:pt x="11305" y="137"/>
                  <a:pt x="10778" y="460"/>
                </a:cubicBezTo>
                <a:cubicBezTo>
                  <a:pt x="10193" y="818"/>
                  <a:pt x="9818" y="1341"/>
                  <a:pt x="9503" y="1852"/>
                </a:cubicBezTo>
                <a:cubicBezTo>
                  <a:pt x="9167" y="2398"/>
                  <a:pt x="8889" y="2969"/>
                  <a:pt x="8475" y="3485"/>
                </a:cubicBezTo>
                <a:cubicBezTo>
                  <a:pt x="8044" y="4023"/>
                  <a:pt x="7451" y="4445"/>
                  <a:pt x="6633" y="4599"/>
                </a:cubicBezTo>
                <a:cubicBezTo>
                  <a:pt x="6259" y="4669"/>
                  <a:pt x="5879" y="4690"/>
                  <a:pt x="5496" y="4690"/>
                </a:cubicBezTo>
                <a:cubicBezTo>
                  <a:pt x="4945" y="4690"/>
                  <a:pt x="4388" y="4646"/>
                  <a:pt x="3837" y="4646"/>
                </a:cubicBezTo>
                <a:cubicBezTo>
                  <a:pt x="3701" y="4646"/>
                  <a:pt x="3564" y="4649"/>
                  <a:pt x="3429" y="4656"/>
                </a:cubicBezTo>
                <a:cubicBezTo>
                  <a:pt x="2927" y="4680"/>
                  <a:pt x="2424" y="4755"/>
                  <a:pt x="1974" y="4934"/>
                </a:cubicBezTo>
                <a:cubicBezTo>
                  <a:pt x="1568" y="5095"/>
                  <a:pt x="1218" y="5332"/>
                  <a:pt x="943" y="5611"/>
                </a:cubicBezTo>
                <a:cubicBezTo>
                  <a:pt x="425" y="6133"/>
                  <a:pt x="179" y="6806"/>
                  <a:pt x="311" y="7456"/>
                </a:cubicBezTo>
                <a:cubicBezTo>
                  <a:pt x="309" y="7456"/>
                  <a:pt x="307" y="7456"/>
                  <a:pt x="305" y="7456"/>
                </a:cubicBezTo>
                <a:cubicBezTo>
                  <a:pt x="282" y="7456"/>
                  <a:pt x="258" y="7461"/>
                  <a:pt x="234" y="7475"/>
                </a:cubicBezTo>
                <a:cubicBezTo>
                  <a:pt x="83" y="7556"/>
                  <a:pt x="1" y="7677"/>
                  <a:pt x="4" y="7821"/>
                </a:cubicBezTo>
                <a:cubicBezTo>
                  <a:pt x="12" y="8172"/>
                  <a:pt x="404" y="8373"/>
                  <a:pt x="826" y="8396"/>
                </a:cubicBezTo>
                <a:cubicBezTo>
                  <a:pt x="860" y="8398"/>
                  <a:pt x="894" y="8399"/>
                  <a:pt x="929" y="8399"/>
                </a:cubicBezTo>
                <a:cubicBezTo>
                  <a:pt x="1162" y="8399"/>
                  <a:pt x="1397" y="8361"/>
                  <a:pt x="1626" y="8334"/>
                </a:cubicBezTo>
                <a:cubicBezTo>
                  <a:pt x="1931" y="8297"/>
                  <a:pt x="2238" y="8262"/>
                  <a:pt x="2544" y="8230"/>
                </a:cubicBezTo>
                <a:cubicBezTo>
                  <a:pt x="3747" y="8107"/>
                  <a:pt x="4958" y="8023"/>
                  <a:pt x="6170" y="7965"/>
                </a:cubicBezTo>
                <a:cubicBezTo>
                  <a:pt x="8591" y="7850"/>
                  <a:pt x="11019" y="7838"/>
                  <a:pt x="13445" y="7824"/>
                </a:cubicBezTo>
                <a:cubicBezTo>
                  <a:pt x="13813" y="7822"/>
                  <a:pt x="14182" y="7820"/>
                  <a:pt x="14552" y="7820"/>
                </a:cubicBezTo>
                <a:cubicBezTo>
                  <a:pt x="16507" y="7820"/>
                  <a:pt x="18472" y="7870"/>
                  <a:pt x="20390" y="8174"/>
                </a:cubicBezTo>
                <a:cubicBezTo>
                  <a:pt x="20952" y="8264"/>
                  <a:pt x="21511" y="8375"/>
                  <a:pt x="22057" y="8512"/>
                </a:cubicBezTo>
                <a:cubicBezTo>
                  <a:pt x="22240" y="8558"/>
                  <a:pt x="22430" y="8612"/>
                  <a:pt x="22625" y="8612"/>
                </a:cubicBezTo>
                <a:cubicBezTo>
                  <a:pt x="22665" y="8612"/>
                  <a:pt x="22706" y="8610"/>
                  <a:pt x="22747" y="8605"/>
                </a:cubicBezTo>
                <a:cubicBezTo>
                  <a:pt x="22986" y="8575"/>
                  <a:pt x="23126" y="8437"/>
                  <a:pt x="23188" y="8265"/>
                </a:cubicBezTo>
                <a:cubicBezTo>
                  <a:pt x="23342" y="7840"/>
                  <a:pt x="23440" y="7396"/>
                  <a:pt x="23556" y="6963"/>
                </a:cubicBezTo>
                <a:cubicBezTo>
                  <a:pt x="23675" y="6520"/>
                  <a:pt x="23785" y="6077"/>
                  <a:pt x="23879" y="5631"/>
                </a:cubicBezTo>
                <a:cubicBezTo>
                  <a:pt x="24251" y="3879"/>
                  <a:pt x="24375" y="2063"/>
                  <a:pt x="23717" y="343"/>
                </a:cubicBezTo>
                <a:cubicBezTo>
                  <a:pt x="23697" y="293"/>
                  <a:pt x="23642" y="267"/>
                  <a:pt x="23586" y="267"/>
                </a:cubicBezTo>
                <a:cubicBezTo>
                  <a:pt x="23541" y="267"/>
                  <a:pt x="23495" y="284"/>
                  <a:pt x="23467" y="317"/>
                </a:cubicBezTo>
                <a:cubicBezTo>
                  <a:pt x="23327" y="480"/>
                  <a:pt x="23169" y="631"/>
                  <a:pt x="22991" y="769"/>
                </a:cubicBezTo>
                <a:cubicBezTo>
                  <a:pt x="22274" y="1328"/>
                  <a:pt x="21289" y="1670"/>
                  <a:pt x="20281" y="1764"/>
                </a:cubicBezTo>
                <a:cubicBezTo>
                  <a:pt x="20062" y="1784"/>
                  <a:pt x="19841" y="1794"/>
                  <a:pt x="19620" y="1794"/>
                </a:cubicBezTo>
                <a:cubicBezTo>
                  <a:pt x="18644" y="1794"/>
                  <a:pt x="17671" y="1601"/>
                  <a:pt x="16789" y="1286"/>
                </a:cubicBezTo>
                <a:cubicBezTo>
                  <a:pt x="15722" y="905"/>
                  <a:pt x="14754" y="349"/>
                  <a:pt x="13607" y="110"/>
                </a:cubicBezTo>
                <a:cubicBezTo>
                  <a:pt x="13266" y="40"/>
                  <a:pt x="12917" y="1"/>
                  <a:pt x="12572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6" name="Google Shape;2556;p109"/>
          <p:cNvSpPr txBox="1"/>
          <p:nvPr>
            <p:ph hasCustomPrompt="1" type="title"/>
          </p:nvPr>
        </p:nvSpPr>
        <p:spPr>
          <a:xfrm>
            <a:off x="1193550" y="2143212"/>
            <a:ext cx="15453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2557" name="Google Shape;2557;p109"/>
          <p:cNvSpPr txBox="1"/>
          <p:nvPr>
            <p:ph idx="1" type="subTitle"/>
          </p:nvPr>
        </p:nvSpPr>
        <p:spPr>
          <a:xfrm>
            <a:off x="782775" y="2927875"/>
            <a:ext cx="23664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558" name="Google Shape;2558;p109"/>
          <p:cNvSpPr txBox="1"/>
          <p:nvPr>
            <p:ph hasCustomPrompt="1" idx="2" type="title"/>
          </p:nvPr>
        </p:nvSpPr>
        <p:spPr>
          <a:xfrm>
            <a:off x="3799363" y="2143212"/>
            <a:ext cx="15453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2559" name="Google Shape;2559;p109"/>
          <p:cNvSpPr txBox="1"/>
          <p:nvPr>
            <p:ph idx="3" type="subTitle"/>
          </p:nvPr>
        </p:nvSpPr>
        <p:spPr>
          <a:xfrm>
            <a:off x="3388813" y="2927875"/>
            <a:ext cx="23664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560" name="Google Shape;2560;p109"/>
          <p:cNvSpPr txBox="1"/>
          <p:nvPr>
            <p:ph hasCustomPrompt="1" idx="4" type="title"/>
          </p:nvPr>
        </p:nvSpPr>
        <p:spPr>
          <a:xfrm>
            <a:off x="6405200" y="2143212"/>
            <a:ext cx="15453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2561" name="Google Shape;2561;p109"/>
          <p:cNvSpPr txBox="1"/>
          <p:nvPr>
            <p:ph idx="5" type="subTitle"/>
          </p:nvPr>
        </p:nvSpPr>
        <p:spPr>
          <a:xfrm>
            <a:off x="5994850" y="2927875"/>
            <a:ext cx="23664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562" name="Google Shape;2562;p109"/>
          <p:cNvSpPr txBox="1"/>
          <p:nvPr>
            <p:ph idx="6" type="title"/>
          </p:nvPr>
        </p:nvSpPr>
        <p:spPr>
          <a:xfrm>
            <a:off x="3388950" y="758952"/>
            <a:ext cx="2366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563" name="Google Shape;2563;p109"/>
          <p:cNvSpPr txBox="1"/>
          <p:nvPr>
            <p:ph idx="7" type="title"/>
          </p:nvPr>
        </p:nvSpPr>
        <p:spPr>
          <a:xfrm>
            <a:off x="3433985" y="1482450"/>
            <a:ext cx="2276100" cy="44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2564" name="Google Shape;2564;p109"/>
          <p:cNvGrpSpPr/>
          <p:nvPr/>
        </p:nvGrpSpPr>
        <p:grpSpPr>
          <a:xfrm rot="4517592">
            <a:off x="8550732" y="3940914"/>
            <a:ext cx="221771" cy="200883"/>
            <a:chOff x="1640475" y="1197075"/>
            <a:chExt cx="55475" cy="50250"/>
          </a:xfrm>
        </p:grpSpPr>
        <p:sp>
          <p:nvSpPr>
            <p:cNvPr id="2565" name="Google Shape;2565;p10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10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10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68" name="Google Shape;2568;p109"/>
          <p:cNvGrpSpPr/>
          <p:nvPr/>
        </p:nvGrpSpPr>
        <p:grpSpPr>
          <a:xfrm rot="7199963">
            <a:off x="965918" y="4533021"/>
            <a:ext cx="215935" cy="195604"/>
            <a:chOff x="1640475" y="1197075"/>
            <a:chExt cx="55475" cy="50250"/>
          </a:xfrm>
        </p:grpSpPr>
        <p:sp>
          <p:nvSpPr>
            <p:cNvPr id="2569" name="Google Shape;2569;p10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10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10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72" name="Google Shape;2572;p109"/>
          <p:cNvSpPr/>
          <p:nvPr/>
        </p:nvSpPr>
        <p:spPr>
          <a:xfrm rot="2368484">
            <a:off x="3584583" y="348032"/>
            <a:ext cx="529784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73" name="Google Shape;2573;p109"/>
          <p:cNvGrpSpPr/>
          <p:nvPr/>
        </p:nvGrpSpPr>
        <p:grpSpPr>
          <a:xfrm rot="-9900000">
            <a:off x="1490015" y="185475"/>
            <a:ext cx="347165" cy="314462"/>
            <a:chOff x="1640475" y="1197075"/>
            <a:chExt cx="55475" cy="50250"/>
          </a:xfrm>
        </p:grpSpPr>
        <p:sp>
          <p:nvSpPr>
            <p:cNvPr id="2574" name="Google Shape;2574;p10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10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10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77" name="Google Shape;2577;p109"/>
          <p:cNvGrpSpPr/>
          <p:nvPr/>
        </p:nvGrpSpPr>
        <p:grpSpPr>
          <a:xfrm rot="-9900030">
            <a:off x="7815634" y="527852"/>
            <a:ext cx="215932" cy="195605"/>
            <a:chOff x="1640475" y="1197075"/>
            <a:chExt cx="55475" cy="50250"/>
          </a:xfrm>
        </p:grpSpPr>
        <p:sp>
          <p:nvSpPr>
            <p:cNvPr id="2578" name="Google Shape;2578;p10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10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10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81" name="Google Shape;2581;p109"/>
          <p:cNvSpPr/>
          <p:nvPr/>
        </p:nvSpPr>
        <p:spPr>
          <a:xfrm rot="-8289780">
            <a:off x="7855805" y="1479192"/>
            <a:ext cx="1153753" cy="844089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2" name="Google Shape;2582;p109"/>
          <p:cNvSpPr/>
          <p:nvPr/>
        </p:nvSpPr>
        <p:spPr>
          <a:xfrm rot="-120">
            <a:off x="8278108" y="4777486"/>
            <a:ext cx="529792" cy="12411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3" name="Google Shape;2583;p109"/>
          <p:cNvSpPr txBox="1"/>
          <p:nvPr>
            <p:ph hasCustomPrompt="1" idx="8" type="title"/>
          </p:nvPr>
        </p:nvSpPr>
        <p:spPr>
          <a:xfrm>
            <a:off x="1193550" y="3380324"/>
            <a:ext cx="15453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2584" name="Google Shape;2584;p109"/>
          <p:cNvSpPr txBox="1"/>
          <p:nvPr>
            <p:ph idx="9" type="subTitle"/>
          </p:nvPr>
        </p:nvSpPr>
        <p:spPr>
          <a:xfrm>
            <a:off x="782775" y="4180750"/>
            <a:ext cx="23664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585" name="Google Shape;2585;p109"/>
          <p:cNvSpPr txBox="1"/>
          <p:nvPr>
            <p:ph hasCustomPrompt="1" idx="13" type="title"/>
          </p:nvPr>
        </p:nvSpPr>
        <p:spPr>
          <a:xfrm>
            <a:off x="3799363" y="3380324"/>
            <a:ext cx="15453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2586" name="Google Shape;2586;p109"/>
          <p:cNvSpPr txBox="1"/>
          <p:nvPr>
            <p:ph idx="14" type="subTitle"/>
          </p:nvPr>
        </p:nvSpPr>
        <p:spPr>
          <a:xfrm>
            <a:off x="3388813" y="4180750"/>
            <a:ext cx="23664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587" name="Google Shape;2587;p109"/>
          <p:cNvSpPr txBox="1"/>
          <p:nvPr>
            <p:ph hasCustomPrompt="1" idx="15" type="title"/>
          </p:nvPr>
        </p:nvSpPr>
        <p:spPr>
          <a:xfrm>
            <a:off x="6405200" y="3380324"/>
            <a:ext cx="15453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2588" name="Google Shape;2588;p109"/>
          <p:cNvSpPr txBox="1"/>
          <p:nvPr>
            <p:ph idx="16" type="subTitle"/>
          </p:nvPr>
        </p:nvSpPr>
        <p:spPr>
          <a:xfrm>
            <a:off x="5994850" y="4180750"/>
            <a:ext cx="23664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1">
  <p:cSld name="CUSTOM_3_1">
    <p:spTree>
      <p:nvGrpSpPr>
        <p:cNvPr id="2589" name="Shape 25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0" name="Google Shape;2590;p110"/>
          <p:cNvSpPr/>
          <p:nvPr/>
        </p:nvSpPr>
        <p:spPr>
          <a:xfrm rot="10800000">
            <a:off x="6883273" y="-352473"/>
            <a:ext cx="2599602" cy="2709024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91" name="Google Shape;2591;p110"/>
          <p:cNvSpPr/>
          <p:nvPr/>
        </p:nvSpPr>
        <p:spPr>
          <a:xfrm rot="10800000">
            <a:off x="-448788" y="-200669"/>
            <a:ext cx="2946290" cy="1214439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92" name="Google Shape;2592;p110"/>
          <p:cNvSpPr/>
          <p:nvPr/>
        </p:nvSpPr>
        <p:spPr>
          <a:xfrm rot="10800000">
            <a:off x="5249092" y="4177828"/>
            <a:ext cx="4076399" cy="1099141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93" name="Google Shape;2593;p110"/>
          <p:cNvSpPr/>
          <p:nvPr/>
        </p:nvSpPr>
        <p:spPr>
          <a:xfrm rot="10800000">
            <a:off x="-448804" y="2685945"/>
            <a:ext cx="3522302" cy="2810028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94" name="Google Shape;2594;p110">
            <a:hlinkClick/>
          </p:cNvPr>
          <p:cNvSpPr txBox="1"/>
          <p:nvPr>
            <p:ph hasCustomPrompt="1" type="title"/>
          </p:nvPr>
        </p:nvSpPr>
        <p:spPr>
          <a:xfrm>
            <a:off x="1440213" y="2601625"/>
            <a:ext cx="10515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51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2595" name="Google Shape;2595;p110"/>
          <p:cNvSpPr txBox="1"/>
          <p:nvPr>
            <p:ph idx="1" type="subTitle"/>
          </p:nvPr>
        </p:nvSpPr>
        <p:spPr>
          <a:xfrm>
            <a:off x="782775" y="3464925"/>
            <a:ext cx="23664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596" name="Google Shape;2596;p110"/>
          <p:cNvSpPr txBox="1"/>
          <p:nvPr>
            <p:ph hasCustomPrompt="1" idx="2" type="title"/>
          </p:nvPr>
        </p:nvSpPr>
        <p:spPr>
          <a:xfrm>
            <a:off x="4048018" y="2601625"/>
            <a:ext cx="10485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51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2597" name="Google Shape;2597;p110"/>
          <p:cNvSpPr txBox="1"/>
          <p:nvPr>
            <p:ph idx="3" type="subTitle"/>
          </p:nvPr>
        </p:nvSpPr>
        <p:spPr>
          <a:xfrm>
            <a:off x="3388800" y="3464925"/>
            <a:ext cx="23664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598" name="Google Shape;2598;p110"/>
          <p:cNvSpPr txBox="1"/>
          <p:nvPr>
            <p:ph hasCustomPrompt="1" idx="4" type="title"/>
          </p:nvPr>
        </p:nvSpPr>
        <p:spPr>
          <a:xfrm>
            <a:off x="6652288" y="2601625"/>
            <a:ext cx="10515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51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2599" name="Google Shape;2599;p110"/>
          <p:cNvSpPr txBox="1"/>
          <p:nvPr>
            <p:ph idx="5" type="subTitle"/>
          </p:nvPr>
        </p:nvSpPr>
        <p:spPr>
          <a:xfrm>
            <a:off x="5994850" y="3464925"/>
            <a:ext cx="23664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600" name="Google Shape;2600;p110"/>
          <p:cNvSpPr txBox="1"/>
          <p:nvPr>
            <p:ph idx="6" type="title"/>
          </p:nvPr>
        </p:nvSpPr>
        <p:spPr>
          <a:xfrm>
            <a:off x="3388950" y="758952"/>
            <a:ext cx="2366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601" name="Google Shape;2601;p110"/>
          <p:cNvSpPr txBox="1"/>
          <p:nvPr>
            <p:ph idx="7" type="title"/>
          </p:nvPr>
        </p:nvSpPr>
        <p:spPr>
          <a:xfrm>
            <a:off x="3433950" y="1714700"/>
            <a:ext cx="2276100" cy="44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2602" name="Google Shape;2602;p110"/>
          <p:cNvGrpSpPr/>
          <p:nvPr/>
        </p:nvGrpSpPr>
        <p:grpSpPr>
          <a:xfrm rot="-9900030">
            <a:off x="271409" y="845202"/>
            <a:ext cx="215932" cy="195605"/>
            <a:chOff x="1640475" y="1197075"/>
            <a:chExt cx="55475" cy="50250"/>
          </a:xfrm>
        </p:grpSpPr>
        <p:sp>
          <p:nvSpPr>
            <p:cNvPr id="2603" name="Google Shape;2603;p11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11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11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06" name="Google Shape;2606;p110"/>
          <p:cNvGrpSpPr/>
          <p:nvPr/>
        </p:nvGrpSpPr>
        <p:grpSpPr>
          <a:xfrm rot="6524430">
            <a:off x="349879" y="2378626"/>
            <a:ext cx="279618" cy="253294"/>
            <a:chOff x="1640475" y="1197075"/>
            <a:chExt cx="55475" cy="50250"/>
          </a:xfrm>
        </p:grpSpPr>
        <p:sp>
          <p:nvSpPr>
            <p:cNvPr id="2607" name="Google Shape;2607;p11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11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11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10" name="Google Shape;2610;p110"/>
          <p:cNvSpPr/>
          <p:nvPr/>
        </p:nvSpPr>
        <p:spPr>
          <a:xfrm flipH="1" rot="-2121718">
            <a:off x="6738637" y="226323"/>
            <a:ext cx="888103" cy="20804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11" name="Google Shape;2611;p110"/>
          <p:cNvSpPr/>
          <p:nvPr/>
        </p:nvSpPr>
        <p:spPr>
          <a:xfrm flipH="1" rot="-10799883">
            <a:off x="217109" y="4797573"/>
            <a:ext cx="545177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12" name="Google Shape;2612;p110"/>
          <p:cNvGrpSpPr/>
          <p:nvPr/>
        </p:nvGrpSpPr>
        <p:grpSpPr>
          <a:xfrm rot="6300012">
            <a:off x="8577095" y="3925450"/>
            <a:ext cx="290790" cy="263412"/>
            <a:chOff x="1640475" y="1197075"/>
            <a:chExt cx="55475" cy="50250"/>
          </a:xfrm>
        </p:grpSpPr>
        <p:sp>
          <p:nvSpPr>
            <p:cNvPr id="2613" name="Google Shape;2613;p11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11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11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16" name="Google Shape;2616;p110"/>
          <p:cNvSpPr/>
          <p:nvPr/>
        </p:nvSpPr>
        <p:spPr>
          <a:xfrm rot="10800000">
            <a:off x="5828025" y="4022950"/>
            <a:ext cx="1167574" cy="854200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17" name="Google Shape;2617;p110"/>
          <p:cNvSpPr/>
          <p:nvPr/>
        </p:nvSpPr>
        <p:spPr>
          <a:xfrm rot="-10431843">
            <a:off x="-54140" y="-118627"/>
            <a:ext cx="520982" cy="81628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3">
  <p:cSld name="TITLE_ONLY_1_1_2_2_1">
    <p:spTree>
      <p:nvGrpSpPr>
        <p:cNvPr id="2618" name="Shape 26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9" name="Google Shape;2619;p111"/>
          <p:cNvSpPr txBox="1"/>
          <p:nvPr>
            <p:ph type="title"/>
          </p:nvPr>
        </p:nvSpPr>
        <p:spPr>
          <a:xfrm>
            <a:off x="3307500" y="758950"/>
            <a:ext cx="25290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620" name="Google Shape;2620;p111"/>
          <p:cNvSpPr txBox="1"/>
          <p:nvPr>
            <p:ph idx="1" type="subTitle"/>
          </p:nvPr>
        </p:nvSpPr>
        <p:spPr>
          <a:xfrm>
            <a:off x="717800" y="25956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621" name="Google Shape;2621;p111"/>
          <p:cNvSpPr txBox="1"/>
          <p:nvPr>
            <p:ph hasCustomPrompt="1" idx="2" type="title"/>
          </p:nvPr>
        </p:nvSpPr>
        <p:spPr>
          <a:xfrm>
            <a:off x="717800" y="2147300"/>
            <a:ext cx="1497600" cy="51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2622" name="Google Shape;2622;p111"/>
          <p:cNvSpPr txBox="1"/>
          <p:nvPr>
            <p:ph idx="3" type="subTitle"/>
          </p:nvPr>
        </p:nvSpPr>
        <p:spPr>
          <a:xfrm>
            <a:off x="2788038" y="25956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623" name="Google Shape;2623;p111"/>
          <p:cNvSpPr txBox="1"/>
          <p:nvPr>
            <p:ph hasCustomPrompt="1" idx="4" type="title"/>
          </p:nvPr>
        </p:nvSpPr>
        <p:spPr>
          <a:xfrm>
            <a:off x="2788038" y="2147300"/>
            <a:ext cx="1497600" cy="51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2624" name="Google Shape;2624;p111"/>
          <p:cNvSpPr txBox="1"/>
          <p:nvPr>
            <p:ph idx="5" type="subTitle"/>
          </p:nvPr>
        </p:nvSpPr>
        <p:spPr>
          <a:xfrm>
            <a:off x="4858313" y="25956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625" name="Google Shape;2625;p111"/>
          <p:cNvSpPr txBox="1"/>
          <p:nvPr>
            <p:ph hasCustomPrompt="1" idx="6" type="title"/>
          </p:nvPr>
        </p:nvSpPr>
        <p:spPr>
          <a:xfrm>
            <a:off x="4858313" y="2147300"/>
            <a:ext cx="1497600" cy="51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2626" name="Google Shape;2626;p111"/>
          <p:cNvSpPr txBox="1"/>
          <p:nvPr>
            <p:ph idx="7" type="subTitle"/>
          </p:nvPr>
        </p:nvSpPr>
        <p:spPr>
          <a:xfrm>
            <a:off x="6928500" y="25956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627" name="Google Shape;2627;p111"/>
          <p:cNvSpPr txBox="1"/>
          <p:nvPr>
            <p:ph hasCustomPrompt="1" idx="8" type="title"/>
          </p:nvPr>
        </p:nvSpPr>
        <p:spPr>
          <a:xfrm>
            <a:off x="6928500" y="2147300"/>
            <a:ext cx="1497600" cy="51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2628" name="Google Shape;2628;p111"/>
          <p:cNvSpPr txBox="1"/>
          <p:nvPr>
            <p:ph idx="9" type="subTitle"/>
          </p:nvPr>
        </p:nvSpPr>
        <p:spPr>
          <a:xfrm>
            <a:off x="717800" y="42341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629" name="Google Shape;2629;p111"/>
          <p:cNvSpPr txBox="1"/>
          <p:nvPr>
            <p:ph hasCustomPrompt="1" idx="13" type="title"/>
          </p:nvPr>
        </p:nvSpPr>
        <p:spPr>
          <a:xfrm>
            <a:off x="717800" y="3785800"/>
            <a:ext cx="1497600" cy="51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2630" name="Google Shape;2630;p111"/>
          <p:cNvSpPr txBox="1"/>
          <p:nvPr>
            <p:ph idx="14" type="subTitle"/>
          </p:nvPr>
        </p:nvSpPr>
        <p:spPr>
          <a:xfrm>
            <a:off x="2788038" y="42341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631" name="Google Shape;2631;p111"/>
          <p:cNvSpPr txBox="1"/>
          <p:nvPr>
            <p:ph hasCustomPrompt="1" idx="15" type="title"/>
          </p:nvPr>
        </p:nvSpPr>
        <p:spPr>
          <a:xfrm>
            <a:off x="2788038" y="3785800"/>
            <a:ext cx="1497600" cy="51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2632" name="Google Shape;2632;p111"/>
          <p:cNvSpPr txBox="1"/>
          <p:nvPr>
            <p:ph idx="16" type="subTitle"/>
          </p:nvPr>
        </p:nvSpPr>
        <p:spPr>
          <a:xfrm>
            <a:off x="4858313" y="42341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633" name="Google Shape;2633;p111"/>
          <p:cNvSpPr txBox="1"/>
          <p:nvPr>
            <p:ph hasCustomPrompt="1" idx="17" type="title"/>
          </p:nvPr>
        </p:nvSpPr>
        <p:spPr>
          <a:xfrm>
            <a:off x="4858313" y="3785800"/>
            <a:ext cx="1497600" cy="51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2634" name="Google Shape;2634;p111"/>
          <p:cNvSpPr txBox="1"/>
          <p:nvPr>
            <p:ph idx="18" type="subTitle"/>
          </p:nvPr>
        </p:nvSpPr>
        <p:spPr>
          <a:xfrm>
            <a:off x="6928500" y="42341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635" name="Google Shape;2635;p111"/>
          <p:cNvSpPr txBox="1"/>
          <p:nvPr>
            <p:ph hasCustomPrompt="1" idx="19" type="title"/>
          </p:nvPr>
        </p:nvSpPr>
        <p:spPr>
          <a:xfrm>
            <a:off x="6928500" y="3785800"/>
            <a:ext cx="1497600" cy="51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2636" name="Google Shape;2636;p111"/>
          <p:cNvSpPr/>
          <p:nvPr/>
        </p:nvSpPr>
        <p:spPr>
          <a:xfrm>
            <a:off x="6141275" y="-222451"/>
            <a:ext cx="3682758" cy="1241858"/>
          </a:xfrm>
          <a:custGeom>
            <a:rect b="b" l="l" r="r" t="t"/>
            <a:pathLst>
              <a:path extrusionOk="0" h="9729" w="28851">
                <a:moveTo>
                  <a:pt x="943" y="0"/>
                </a:moveTo>
                <a:cubicBezTo>
                  <a:pt x="631" y="0"/>
                  <a:pt x="337" y="87"/>
                  <a:pt x="179" y="380"/>
                </a:cubicBezTo>
                <a:cubicBezTo>
                  <a:pt x="1" y="711"/>
                  <a:pt x="78" y="1189"/>
                  <a:pt x="451" y="1303"/>
                </a:cubicBezTo>
                <a:cubicBezTo>
                  <a:pt x="355" y="2313"/>
                  <a:pt x="452" y="3522"/>
                  <a:pt x="1499" y="3989"/>
                </a:cubicBezTo>
                <a:cubicBezTo>
                  <a:pt x="1785" y="4117"/>
                  <a:pt x="2088" y="4165"/>
                  <a:pt x="2396" y="4165"/>
                </a:cubicBezTo>
                <a:cubicBezTo>
                  <a:pt x="3000" y="4165"/>
                  <a:pt x="3625" y="3981"/>
                  <a:pt x="4188" y="3848"/>
                </a:cubicBezTo>
                <a:cubicBezTo>
                  <a:pt x="4624" y="3745"/>
                  <a:pt x="5112" y="3633"/>
                  <a:pt x="5582" y="3633"/>
                </a:cubicBezTo>
                <a:cubicBezTo>
                  <a:pt x="6044" y="3633"/>
                  <a:pt x="6489" y="3741"/>
                  <a:pt x="6852" y="4069"/>
                </a:cubicBezTo>
                <a:cubicBezTo>
                  <a:pt x="7560" y="4711"/>
                  <a:pt x="7722" y="5737"/>
                  <a:pt x="8257" y="6500"/>
                </a:cubicBezTo>
                <a:cubicBezTo>
                  <a:pt x="8521" y="6876"/>
                  <a:pt x="8874" y="7178"/>
                  <a:pt x="9322" y="7300"/>
                </a:cubicBezTo>
                <a:cubicBezTo>
                  <a:pt x="9482" y="7344"/>
                  <a:pt x="9645" y="7363"/>
                  <a:pt x="9808" y="7363"/>
                </a:cubicBezTo>
                <a:cubicBezTo>
                  <a:pt x="10078" y="7363"/>
                  <a:pt x="10348" y="7310"/>
                  <a:pt x="10606" y="7231"/>
                </a:cubicBezTo>
                <a:cubicBezTo>
                  <a:pt x="11498" y="6959"/>
                  <a:pt x="12280" y="6380"/>
                  <a:pt x="13194" y="6184"/>
                </a:cubicBezTo>
                <a:cubicBezTo>
                  <a:pt x="13322" y="6156"/>
                  <a:pt x="13450" y="6141"/>
                  <a:pt x="13577" y="6141"/>
                </a:cubicBezTo>
                <a:cubicBezTo>
                  <a:pt x="13849" y="6141"/>
                  <a:pt x="14113" y="6211"/>
                  <a:pt x="14347" y="6376"/>
                </a:cubicBezTo>
                <a:cubicBezTo>
                  <a:pt x="14724" y="6643"/>
                  <a:pt x="14907" y="7097"/>
                  <a:pt x="15047" y="7521"/>
                </a:cubicBezTo>
                <a:cubicBezTo>
                  <a:pt x="15341" y="8400"/>
                  <a:pt x="15592" y="9554"/>
                  <a:pt x="16688" y="9709"/>
                </a:cubicBezTo>
                <a:cubicBezTo>
                  <a:pt x="16781" y="9722"/>
                  <a:pt x="16872" y="9728"/>
                  <a:pt x="16961" y="9728"/>
                </a:cubicBezTo>
                <a:cubicBezTo>
                  <a:pt x="18160" y="9728"/>
                  <a:pt x="18967" y="8588"/>
                  <a:pt x="19887" y="7966"/>
                </a:cubicBezTo>
                <a:cubicBezTo>
                  <a:pt x="20301" y="7685"/>
                  <a:pt x="20755" y="7537"/>
                  <a:pt x="21232" y="7537"/>
                </a:cubicBezTo>
                <a:cubicBezTo>
                  <a:pt x="21401" y="7537"/>
                  <a:pt x="21572" y="7556"/>
                  <a:pt x="21746" y="7593"/>
                </a:cubicBezTo>
                <a:cubicBezTo>
                  <a:pt x="22408" y="7736"/>
                  <a:pt x="23015" y="8087"/>
                  <a:pt x="23550" y="8494"/>
                </a:cubicBezTo>
                <a:cubicBezTo>
                  <a:pt x="24053" y="8876"/>
                  <a:pt x="24539" y="9361"/>
                  <a:pt x="25189" y="9466"/>
                </a:cubicBezTo>
                <a:cubicBezTo>
                  <a:pt x="25284" y="9481"/>
                  <a:pt x="25378" y="9489"/>
                  <a:pt x="25473" y="9489"/>
                </a:cubicBezTo>
                <a:cubicBezTo>
                  <a:pt x="26024" y="9489"/>
                  <a:pt x="26554" y="9240"/>
                  <a:pt x="26991" y="8910"/>
                </a:cubicBezTo>
                <a:cubicBezTo>
                  <a:pt x="27838" y="8271"/>
                  <a:pt x="28376" y="7319"/>
                  <a:pt x="28611" y="6292"/>
                </a:cubicBezTo>
                <a:cubicBezTo>
                  <a:pt x="28851" y="5239"/>
                  <a:pt x="28800" y="4124"/>
                  <a:pt x="28525" y="3084"/>
                </a:cubicBezTo>
                <a:cubicBezTo>
                  <a:pt x="28226" y="1958"/>
                  <a:pt x="27654" y="694"/>
                  <a:pt x="26488" y="261"/>
                </a:cubicBezTo>
                <a:cubicBezTo>
                  <a:pt x="26074" y="106"/>
                  <a:pt x="25631" y="64"/>
                  <a:pt x="25188" y="64"/>
                </a:cubicBezTo>
                <a:cubicBezTo>
                  <a:pt x="24971" y="64"/>
                  <a:pt x="24753" y="74"/>
                  <a:pt x="24540" y="86"/>
                </a:cubicBezTo>
                <a:cubicBezTo>
                  <a:pt x="23776" y="131"/>
                  <a:pt x="23013" y="188"/>
                  <a:pt x="22250" y="248"/>
                </a:cubicBezTo>
                <a:cubicBezTo>
                  <a:pt x="20720" y="367"/>
                  <a:pt x="19190" y="503"/>
                  <a:pt x="17661" y="628"/>
                </a:cubicBezTo>
                <a:cubicBezTo>
                  <a:pt x="15187" y="828"/>
                  <a:pt x="12704" y="996"/>
                  <a:pt x="10221" y="996"/>
                </a:cubicBezTo>
                <a:cubicBezTo>
                  <a:pt x="9649" y="996"/>
                  <a:pt x="9077" y="987"/>
                  <a:pt x="8505" y="967"/>
                </a:cubicBezTo>
                <a:cubicBezTo>
                  <a:pt x="6985" y="916"/>
                  <a:pt x="5467" y="790"/>
                  <a:pt x="3966" y="555"/>
                </a:cubicBezTo>
                <a:cubicBezTo>
                  <a:pt x="3209" y="436"/>
                  <a:pt x="2459" y="290"/>
                  <a:pt x="1714" y="116"/>
                </a:cubicBezTo>
                <a:cubicBezTo>
                  <a:pt x="1493" y="64"/>
                  <a:pt x="1211" y="0"/>
                  <a:pt x="94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7" name="Google Shape;2637;p111"/>
          <p:cNvSpPr/>
          <p:nvPr/>
        </p:nvSpPr>
        <p:spPr>
          <a:xfrm>
            <a:off x="5872932" y="4034331"/>
            <a:ext cx="3607613" cy="1169626"/>
          </a:xfrm>
          <a:custGeom>
            <a:rect b="b" l="l" r="r" t="t"/>
            <a:pathLst>
              <a:path extrusionOk="0" h="7088" w="21862">
                <a:moveTo>
                  <a:pt x="20392" y="0"/>
                </a:moveTo>
                <a:cubicBezTo>
                  <a:pt x="19697" y="0"/>
                  <a:pt x="19010" y="139"/>
                  <a:pt x="18446" y="437"/>
                </a:cubicBezTo>
                <a:cubicBezTo>
                  <a:pt x="17368" y="1003"/>
                  <a:pt x="16913" y="1997"/>
                  <a:pt x="16387" y="2893"/>
                </a:cubicBezTo>
                <a:cubicBezTo>
                  <a:pt x="15861" y="3789"/>
                  <a:pt x="15050" y="4733"/>
                  <a:pt x="13753" y="4924"/>
                </a:cubicBezTo>
                <a:cubicBezTo>
                  <a:pt x="13587" y="4948"/>
                  <a:pt x="13420" y="4959"/>
                  <a:pt x="13253" y="4959"/>
                </a:cubicBezTo>
                <a:cubicBezTo>
                  <a:pt x="12545" y="4959"/>
                  <a:pt x="11838" y="4765"/>
                  <a:pt x="11156" y="4596"/>
                </a:cubicBezTo>
                <a:cubicBezTo>
                  <a:pt x="10391" y="4408"/>
                  <a:pt x="9551" y="4258"/>
                  <a:pt x="8748" y="4258"/>
                </a:cubicBezTo>
                <a:cubicBezTo>
                  <a:pt x="8042" y="4258"/>
                  <a:pt x="7365" y="4373"/>
                  <a:pt x="6793" y="4680"/>
                </a:cubicBezTo>
                <a:cubicBezTo>
                  <a:pt x="5978" y="5117"/>
                  <a:pt x="5461" y="5904"/>
                  <a:pt x="4593" y="6207"/>
                </a:cubicBezTo>
                <a:cubicBezTo>
                  <a:pt x="4569" y="6215"/>
                  <a:pt x="4545" y="6224"/>
                  <a:pt x="4519" y="6231"/>
                </a:cubicBezTo>
                <a:cubicBezTo>
                  <a:pt x="4407" y="6267"/>
                  <a:pt x="4286" y="6293"/>
                  <a:pt x="4160" y="6310"/>
                </a:cubicBezTo>
                <a:cubicBezTo>
                  <a:pt x="4052" y="6325"/>
                  <a:pt x="3944" y="6331"/>
                  <a:pt x="3836" y="6331"/>
                </a:cubicBezTo>
                <a:cubicBezTo>
                  <a:pt x="3306" y="6331"/>
                  <a:pt x="2774" y="6185"/>
                  <a:pt x="2236" y="6169"/>
                </a:cubicBezTo>
                <a:cubicBezTo>
                  <a:pt x="2205" y="6168"/>
                  <a:pt x="2173" y="6167"/>
                  <a:pt x="2142" y="6167"/>
                </a:cubicBezTo>
                <a:cubicBezTo>
                  <a:pt x="1432" y="6167"/>
                  <a:pt x="726" y="6406"/>
                  <a:pt x="265" y="6805"/>
                </a:cubicBezTo>
                <a:cubicBezTo>
                  <a:pt x="165" y="6893"/>
                  <a:pt x="77" y="6988"/>
                  <a:pt x="1" y="7088"/>
                </a:cubicBezTo>
                <a:lnTo>
                  <a:pt x="21862" y="7088"/>
                </a:lnTo>
                <a:lnTo>
                  <a:pt x="21862" y="210"/>
                </a:lnTo>
                <a:cubicBezTo>
                  <a:pt x="21397" y="73"/>
                  <a:pt x="20892" y="0"/>
                  <a:pt x="20392" y="0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8" name="Google Shape;2638;p111"/>
          <p:cNvSpPr/>
          <p:nvPr/>
        </p:nvSpPr>
        <p:spPr>
          <a:xfrm flipH="1" rot="10800000">
            <a:off x="-137173" y="4318675"/>
            <a:ext cx="2170805" cy="1065337"/>
          </a:xfrm>
          <a:custGeom>
            <a:rect b="b" l="l" r="r" t="t"/>
            <a:pathLst>
              <a:path extrusionOk="0" h="6456" w="13155">
                <a:moveTo>
                  <a:pt x="1821" y="0"/>
                </a:moveTo>
                <a:lnTo>
                  <a:pt x="1821" y="3"/>
                </a:lnTo>
                <a:lnTo>
                  <a:pt x="0" y="4"/>
                </a:lnTo>
                <a:lnTo>
                  <a:pt x="0" y="222"/>
                </a:lnTo>
                <a:lnTo>
                  <a:pt x="0" y="1236"/>
                </a:lnTo>
                <a:lnTo>
                  <a:pt x="0" y="2358"/>
                </a:lnTo>
                <a:lnTo>
                  <a:pt x="1" y="3370"/>
                </a:lnTo>
                <a:lnTo>
                  <a:pt x="1" y="4493"/>
                </a:lnTo>
                <a:lnTo>
                  <a:pt x="1" y="5504"/>
                </a:lnTo>
                <a:lnTo>
                  <a:pt x="1" y="6178"/>
                </a:lnTo>
                <a:cubicBezTo>
                  <a:pt x="369" y="6349"/>
                  <a:pt x="770" y="6456"/>
                  <a:pt x="1177" y="6456"/>
                </a:cubicBezTo>
                <a:cubicBezTo>
                  <a:pt x="1363" y="6456"/>
                  <a:pt x="1550" y="6434"/>
                  <a:pt x="1736" y="6385"/>
                </a:cubicBezTo>
                <a:cubicBezTo>
                  <a:pt x="1764" y="6378"/>
                  <a:pt x="1794" y="6370"/>
                  <a:pt x="1822" y="6361"/>
                </a:cubicBezTo>
                <a:cubicBezTo>
                  <a:pt x="1843" y="6355"/>
                  <a:pt x="1862" y="6348"/>
                  <a:pt x="1882" y="6342"/>
                </a:cubicBezTo>
                <a:cubicBezTo>
                  <a:pt x="2342" y="6188"/>
                  <a:pt x="2719" y="5901"/>
                  <a:pt x="3050" y="5558"/>
                </a:cubicBezTo>
                <a:cubicBezTo>
                  <a:pt x="3068" y="5540"/>
                  <a:pt x="3085" y="5522"/>
                  <a:pt x="3102" y="5503"/>
                </a:cubicBezTo>
                <a:cubicBezTo>
                  <a:pt x="3398" y="5189"/>
                  <a:pt x="3657" y="4831"/>
                  <a:pt x="3908" y="4490"/>
                </a:cubicBezTo>
                <a:cubicBezTo>
                  <a:pt x="3908" y="4490"/>
                  <a:pt x="3909" y="4490"/>
                  <a:pt x="3909" y="4489"/>
                </a:cubicBezTo>
                <a:cubicBezTo>
                  <a:pt x="3923" y="4471"/>
                  <a:pt x="3936" y="4455"/>
                  <a:pt x="3949" y="4436"/>
                </a:cubicBezTo>
                <a:cubicBezTo>
                  <a:pt x="4217" y="4078"/>
                  <a:pt x="4522" y="3714"/>
                  <a:pt x="4875" y="3424"/>
                </a:cubicBezTo>
                <a:cubicBezTo>
                  <a:pt x="4897" y="3405"/>
                  <a:pt x="4919" y="3387"/>
                  <a:pt x="4942" y="3369"/>
                </a:cubicBezTo>
                <a:cubicBezTo>
                  <a:pt x="5319" y="3071"/>
                  <a:pt x="5750" y="2859"/>
                  <a:pt x="6248" y="2826"/>
                </a:cubicBezTo>
                <a:cubicBezTo>
                  <a:pt x="6296" y="2822"/>
                  <a:pt x="6344" y="2821"/>
                  <a:pt x="6391" y="2821"/>
                </a:cubicBezTo>
                <a:cubicBezTo>
                  <a:pt x="7025" y="2821"/>
                  <a:pt x="7616" y="3105"/>
                  <a:pt x="8200" y="3368"/>
                </a:cubicBezTo>
                <a:cubicBezTo>
                  <a:pt x="8240" y="3387"/>
                  <a:pt x="8281" y="3405"/>
                  <a:pt x="8323" y="3423"/>
                </a:cubicBezTo>
                <a:cubicBezTo>
                  <a:pt x="8382" y="3449"/>
                  <a:pt x="8442" y="3475"/>
                  <a:pt x="8501" y="3501"/>
                </a:cubicBezTo>
                <a:cubicBezTo>
                  <a:pt x="9052" y="3734"/>
                  <a:pt x="9659" y="3908"/>
                  <a:pt x="10259" y="3908"/>
                </a:cubicBezTo>
                <a:cubicBezTo>
                  <a:pt x="10487" y="3908"/>
                  <a:pt x="10715" y="3882"/>
                  <a:pt x="10937" y="3826"/>
                </a:cubicBezTo>
                <a:cubicBezTo>
                  <a:pt x="11253" y="3746"/>
                  <a:pt x="11547" y="3604"/>
                  <a:pt x="11810" y="3423"/>
                </a:cubicBezTo>
                <a:cubicBezTo>
                  <a:pt x="11835" y="3405"/>
                  <a:pt x="11861" y="3387"/>
                  <a:pt x="11886" y="3368"/>
                </a:cubicBezTo>
                <a:cubicBezTo>
                  <a:pt x="11986" y="3295"/>
                  <a:pt x="12081" y="3217"/>
                  <a:pt x="12169" y="3134"/>
                </a:cubicBezTo>
                <a:cubicBezTo>
                  <a:pt x="12416" y="2906"/>
                  <a:pt x="12624" y="2641"/>
                  <a:pt x="12783" y="2355"/>
                </a:cubicBezTo>
                <a:cubicBezTo>
                  <a:pt x="12794" y="2337"/>
                  <a:pt x="12805" y="2319"/>
                  <a:pt x="12814" y="2300"/>
                </a:cubicBezTo>
                <a:cubicBezTo>
                  <a:pt x="12983" y="1983"/>
                  <a:pt x="13095" y="1639"/>
                  <a:pt x="13135" y="1287"/>
                </a:cubicBezTo>
                <a:cubicBezTo>
                  <a:pt x="13137" y="1269"/>
                  <a:pt x="13139" y="1251"/>
                  <a:pt x="13141" y="1232"/>
                </a:cubicBezTo>
                <a:cubicBezTo>
                  <a:pt x="13152" y="1109"/>
                  <a:pt x="13155" y="984"/>
                  <a:pt x="13149" y="860"/>
                </a:cubicBezTo>
                <a:cubicBezTo>
                  <a:pt x="13137" y="644"/>
                  <a:pt x="13096" y="428"/>
                  <a:pt x="13028" y="222"/>
                </a:cubicBezTo>
                <a:cubicBezTo>
                  <a:pt x="13023" y="204"/>
                  <a:pt x="13017" y="185"/>
                  <a:pt x="13010" y="167"/>
                </a:cubicBezTo>
                <a:cubicBezTo>
                  <a:pt x="12991" y="111"/>
                  <a:pt x="12969" y="56"/>
                  <a:pt x="12946" y="1"/>
                </a:cubicBezTo>
                <a:lnTo>
                  <a:pt x="1880" y="3"/>
                </a:lnTo>
                <a:lnTo>
                  <a:pt x="1880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9" name="Google Shape;2639;p111"/>
          <p:cNvSpPr/>
          <p:nvPr/>
        </p:nvSpPr>
        <p:spPr>
          <a:xfrm flipH="1" rot="10800000">
            <a:off x="-404374" y="-184459"/>
            <a:ext cx="1740934" cy="2483972"/>
          </a:xfrm>
          <a:custGeom>
            <a:rect b="b" l="l" r="r" t="t"/>
            <a:pathLst>
              <a:path extrusionOk="0" h="20886" w="14638">
                <a:moveTo>
                  <a:pt x="3191" y="1"/>
                </a:moveTo>
                <a:cubicBezTo>
                  <a:pt x="2885" y="1"/>
                  <a:pt x="2576" y="81"/>
                  <a:pt x="2295" y="191"/>
                </a:cubicBezTo>
                <a:cubicBezTo>
                  <a:pt x="1899" y="349"/>
                  <a:pt x="1532" y="564"/>
                  <a:pt x="1185" y="809"/>
                </a:cubicBezTo>
                <a:cubicBezTo>
                  <a:pt x="1218" y="721"/>
                  <a:pt x="1252" y="633"/>
                  <a:pt x="1287" y="547"/>
                </a:cubicBezTo>
                <a:cubicBezTo>
                  <a:pt x="1332" y="438"/>
                  <a:pt x="1242" y="367"/>
                  <a:pt x="1149" y="367"/>
                </a:cubicBezTo>
                <a:cubicBezTo>
                  <a:pt x="1089" y="367"/>
                  <a:pt x="1027" y="397"/>
                  <a:pt x="998" y="467"/>
                </a:cubicBezTo>
                <a:cubicBezTo>
                  <a:pt x="147" y="2564"/>
                  <a:pt x="0" y="4857"/>
                  <a:pt x="71" y="7096"/>
                </a:cubicBezTo>
                <a:cubicBezTo>
                  <a:pt x="107" y="8264"/>
                  <a:pt x="200" y="9428"/>
                  <a:pt x="285" y="10592"/>
                </a:cubicBezTo>
                <a:cubicBezTo>
                  <a:pt x="378" y="11838"/>
                  <a:pt x="471" y="13083"/>
                  <a:pt x="565" y="14328"/>
                </a:cubicBezTo>
                <a:cubicBezTo>
                  <a:pt x="660" y="15573"/>
                  <a:pt x="755" y="16818"/>
                  <a:pt x="852" y="18063"/>
                </a:cubicBezTo>
                <a:cubicBezTo>
                  <a:pt x="895" y="18617"/>
                  <a:pt x="909" y="19183"/>
                  <a:pt x="997" y="19731"/>
                </a:cubicBezTo>
                <a:cubicBezTo>
                  <a:pt x="1063" y="20137"/>
                  <a:pt x="1227" y="20580"/>
                  <a:pt x="1623" y="20768"/>
                </a:cubicBezTo>
                <a:cubicBezTo>
                  <a:pt x="1853" y="20878"/>
                  <a:pt x="2108" y="20885"/>
                  <a:pt x="2359" y="20885"/>
                </a:cubicBezTo>
                <a:cubicBezTo>
                  <a:pt x="2678" y="20885"/>
                  <a:pt x="2997" y="20884"/>
                  <a:pt x="3315" y="20883"/>
                </a:cubicBezTo>
                <a:cubicBezTo>
                  <a:pt x="3934" y="20882"/>
                  <a:pt x="4551" y="20881"/>
                  <a:pt x="5168" y="20880"/>
                </a:cubicBezTo>
                <a:cubicBezTo>
                  <a:pt x="6413" y="20878"/>
                  <a:pt x="7658" y="20875"/>
                  <a:pt x="8904" y="20873"/>
                </a:cubicBezTo>
                <a:cubicBezTo>
                  <a:pt x="8946" y="20873"/>
                  <a:pt x="8987" y="20873"/>
                  <a:pt x="9029" y="20873"/>
                </a:cubicBezTo>
                <a:cubicBezTo>
                  <a:pt x="9733" y="20873"/>
                  <a:pt x="10440" y="20882"/>
                  <a:pt x="11147" y="20882"/>
                </a:cubicBezTo>
                <a:cubicBezTo>
                  <a:pt x="11621" y="20882"/>
                  <a:pt x="12096" y="20878"/>
                  <a:pt x="12569" y="20863"/>
                </a:cubicBezTo>
                <a:cubicBezTo>
                  <a:pt x="13054" y="20848"/>
                  <a:pt x="13560" y="20768"/>
                  <a:pt x="13928" y="20425"/>
                </a:cubicBezTo>
                <a:cubicBezTo>
                  <a:pt x="14266" y="20112"/>
                  <a:pt x="14409" y="19650"/>
                  <a:pt x="14479" y="19208"/>
                </a:cubicBezTo>
                <a:cubicBezTo>
                  <a:pt x="14615" y="18346"/>
                  <a:pt x="14637" y="17435"/>
                  <a:pt x="14556" y="16567"/>
                </a:cubicBezTo>
                <a:cubicBezTo>
                  <a:pt x="14480" y="15744"/>
                  <a:pt x="14290" y="14898"/>
                  <a:pt x="13827" y="14200"/>
                </a:cubicBezTo>
                <a:cubicBezTo>
                  <a:pt x="13606" y="13867"/>
                  <a:pt x="13329" y="13578"/>
                  <a:pt x="13000" y="13350"/>
                </a:cubicBezTo>
                <a:cubicBezTo>
                  <a:pt x="12618" y="13086"/>
                  <a:pt x="12175" y="12928"/>
                  <a:pt x="11727" y="12811"/>
                </a:cubicBezTo>
                <a:cubicBezTo>
                  <a:pt x="10841" y="12580"/>
                  <a:pt x="9808" y="12500"/>
                  <a:pt x="9119" y="11827"/>
                </a:cubicBezTo>
                <a:cubicBezTo>
                  <a:pt x="8381" y="11106"/>
                  <a:pt x="8246" y="10000"/>
                  <a:pt x="8306" y="9020"/>
                </a:cubicBezTo>
                <a:cubicBezTo>
                  <a:pt x="8344" y="8404"/>
                  <a:pt x="8449" y="7795"/>
                  <a:pt x="8518" y="7181"/>
                </a:cubicBezTo>
                <a:cubicBezTo>
                  <a:pt x="8574" y="6676"/>
                  <a:pt x="8621" y="6136"/>
                  <a:pt x="8417" y="5654"/>
                </a:cubicBezTo>
                <a:cubicBezTo>
                  <a:pt x="7771" y="4140"/>
                  <a:pt x="5341" y="4868"/>
                  <a:pt x="4856" y="3246"/>
                </a:cubicBezTo>
                <a:cubicBezTo>
                  <a:pt x="4619" y="2457"/>
                  <a:pt x="4843" y="1582"/>
                  <a:pt x="4492" y="818"/>
                </a:cubicBezTo>
                <a:cubicBezTo>
                  <a:pt x="4321" y="450"/>
                  <a:pt x="3993" y="161"/>
                  <a:pt x="3598" y="53"/>
                </a:cubicBezTo>
                <a:cubicBezTo>
                  <a:pt x="3465" y="17"/>
                  <a:pt x="3328" y="1"/>
                  <a:pt x="3191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40" name="Google Shape;2640;p111"/>
          <p:cNvSpPr/>
          <p:nvPr/>
        </p:nvSpPr>
        <p:spPr>
          <a:xfrm rot="-8615811">
            <a:off x="2402227" y="5008217"/>
            <a:ext cx="848090" cy="171654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41" name="Google Shape;2641;p111"/>
          <p:cNvSpPr/>
          <p:nvPr/>
        </p:nvSpPr>
        <p:spPr>
          <a:xfrm flipH="1" rot="9000285">
            <a:off x="6133120" y="-41502"/>
            <a:ext cx="970034" cy="22723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42" name="Google Shape;2642;p111"/>
          <p:cNvGrpSpPr/>
          <p:nvPr/>
        </p:nvGrpSpPr>
        <p:grpSpPr>
          <a:xfrm flipH="1" rot="-10799841">
            <a:off x="6555977" y="4874782"/>
            <a:ext cx="239902" cy="217311"/>
            <a:chOff x="1640475" y="1197075"/>
            <a:chExt cx="55475" cy="50250"/>
          </a:xfrm>
        </p:grpSpPr>
        <p:sp>
          <p:nvSpPr>
            <p:cNvPr id="2643" name="Google Shape;2643;p11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11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11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46" name="Google Shape;2646;p111"/>
          <p:cNvGrpSpPr/>
          <p:nvPr/>
        </p:nvGrpSpPr>
        <p:grpSpPr>
          <a:xfrm flipH="1" rot="5400235">
            <a:off x="7317947" y="867800"/>
            <a:ext cx="243108" cy="220216"/>
            <a:chOff x="1640475" y="1197075"/>
            <a:chExt cx="55475" cy="50250"/>
          </a:xfrm>
        </p:grpSpPr>
        <p:sp>
          <p:nvSpPr>
            <p:cNvPr id="2647" name="Google Shape;2647;p11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11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11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50" name="Google Shape;2650;p111"/>
          <p:cNvSpPr/>
          <p:nvPr/>
        </p:nvSpPr>
        <p:spPr>
          <a:xfrm flipH="1" rot="9900139">
            <a:off x="1901500" y="34245"/>
            <a:ext cx="492733" cy="728482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1" name="Google Shape;2651;p111"/>
          <p:cNvSpPr/>
          <p:nvPr/>
        </p:nvSpPr>
        <p:spPr>
          <a:xfrm flipH="1" rot="3511162">
            <a:off x="7430343" y="269341"/>
            <a:ext cx="738535" cy="540314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52" name="Google Shape;2652;p111"/>
          <p:cNvGrpSpPr/>
          <p:nvPr/>
        </p:nvGrpSpPr>
        <p:grpSpPr>
          <a:xfrm flipH="1" rot="10374925">
            <a:off x="778972" y="752635"/>
            <a:ext cx="359745" cy="325867"/>
            <a:chOff x="1640475" y="1197075"/>
            <a:chExt cx="55475" cy="50250"/>
          </a:xfrm>
        </p:grpSpPr>
        <p:sp>
          <p:nvSpPr>
            <p:cNvPr id="2653" name="Google Shape;2653;p11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11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11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SECTION_HEADER_1_1_2">
    <p:spTree>
      <p:nvGrpSpPr>
        <p:cNvPr id="2656" name="Shape 26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7" name="Google Shape;2657;p112"/>
          <p:cNvSpPr/>
          <p:nvPr/>
        </p:nvSpPr>
        <p:spPr>
          <a:xfrm rot="10800000">
            <a:off x="-127660" y="-68768"/>
            <a:ext cx="3533063" cy="1145474"/>
          </a:xfrm>
          <a:custGeom>
            <a:rect b="b" l="l" r="r" t="t"/>
            <a:pathLst>
              <a:path extrusionOk="0" h="7088" w="21862">
                <a:moveTo>
                  <a:pt x="20392" y="0"/>
                </a:moveTo>
                <a:cubicBezTo>
                  <a:pt x="19697" y="0"/>
                  <a:pt x="19010" y="139"/>
                  <a:pt x="18446" y="437"/>
                </a:cubicBezTo>
                <a:cubicBezTo>
                  <a:pt x="17368" y="1003"/>
                  <a:pt x="16913" y="1997"/>
                  <a:pt x="16387" y="2893"/>
                </a:cubicBezTo>
                <a:cubicBezTo>
                  <a:pt x="15861" y="3789"/>
                  <a:pt x="15050" y="4733"/>
                  <a:pt x="13753" y="4924"/>
                </a:cubicBezTo>
                <a:cubicBezTo>
                  <a:pt x="13587" y="4948"/>
                  <a:pt x="13420" y="4959"/>
                  <a:pt x="13253" y="4959"/>
                </a:cubicBezTo>
                <a:cubicBezTo>
                  <a:pt x="12545" y="4959"/>
                  <a:pt x="11838" y="4765"/>
                  <a:pt x="11156" y="4596"/>
                </a:cubicBezTo>
                <a:cubicBezTo>
                  <a:pt x="10391" y="4408"/>
                  <a:pt x="9551" y="4258"/>
                  <a:pt x="8748" y="4258"/>
                </a:cubicBezTo>
                <a:cubicBezTo>
                  <a:pt x="8042" y="4258"/>
                  <a:pt x="7365" y="4373"/>
                  <a:pt x="6793" y="4680"/>
                </a:cubicBezTo>
                <a:cubicBezTo>
                  <a:pt x="5978" y="5117"/>
                  <a:pt x="5461" y="5904"/>
                  <a:pt x="4593" y="6207"/>
                </a:cubicBezTo>
                <a:cubicBezTo>
                  <a:pt x="4569" y="6215"/>
                  <a:pt x="4545" y="6224"/>
                  <a:pt x="4519" y="6231"/>
                </a:cubicBezTo>
                <a:cubicBezTo>
                  <a:pt x="4407" y="6267"/>
                  <a:pt x="4286" y="6293"/>
                  <a:pt x="4160" y="6310"/>
                </a:cubicBezTo>
                <a:cubicBezTo>
                  <a:pt x="4052" y="6325"/>
                  <a:pt x="3944" y="6331"/>
                  <a:pt x="3836" y="6331"/>
                </a:cubicBezTo>
                <a:cubicBezTo>
                  <a:pt x="3306" y="6331"/>
                  <a:pt x="2774" y="6185"/>
                  <a:pt x="2236" y="6169"/>
                </a:cubicBezTo>
                <a:cubicBezTo>
                  <a:pt x="2205" y="6168"/>
                  <a:pt x="2173" y="6167"/>
                  <a:pt x="2142" y="6167"/>
                </a:cubicBezTo>
                <a:cubicBezTo>
                  <a:pt x="1432" y="6167"/>
                  <a:pt x="726" y="6406"/>
                  <a:pt x="265" y="6805"/>
                </a:cubicBezTo>
                <a:cubicBezTo>
                  <a:pt x="165" y="6893"/>
                  <a:pt x="77" y="6988"/>
                  <a:pt x="1" y="7088"/>
                </a:cubicBezTo>
                <a:lnTo>
                  <a:pt x="21862" y="7088"/>
                </a:lnTo>
                <a:lnTo>
                  <a:pt x="21862" y="210"/>
                </a:lnTo>
                <a:cubicBezTo>
                  <a:pt x="21397" y="73"/>
                  <a:pt x="20892" y="0"/>
                  <a:pt x="20392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8" name="Google Shape;2658;p112"/>
          <p:cNvSpPr/>
          <p:nvPr/>
        </p:nvSpPr>
        <p:spPr>
          <a:xfrm rot="10800000">
            <a:off x="7069948" y="4249330"/>
            <a:ext cx="2125947" cy="1043338"/>
          </a:xfrm>
          <a:custGeom>
            <a:rect b="b" l="l" r="r" t="t"/>
            <a:pathLst>
              <a:path extrusionOk="0" h="6456" w="13155">
                <a:moveTo>
                  <a:pt x="1821" y="0"/>
                </a:moveTo>
                <a:lnTo>
                  <a:pt x="1821" y="3"/>
                </a:lnTo>
                <a:lnTo>
                  <a:pt x="0" y="4"/>
                </a:lnTo>
                <a:lnTo>
                  <a:pt x="0" y="222"/>
                </a:lnTo>
                <a:lnTo>
                  <a:pt x="0" y="1236"/>
                </a:lnTo>
                <a:lnTo>
                  <a:pt x="0" y="2358"/>
                </a:lnTo>
                <a:lnTo>
                  <a:pt x="1" y="3370"/>
                </a:lnTo>
                <a:lnTo>
                  <a:pt x="1" y="4493"/>
                </a:lnTo>
                <a:lnTo>
                  <a:pt x="1" y="5504"/>
                </a:lnTo>
                <a:lnTo>
                  <a:pt x="1" y="6178"/>
                </a:lnTo>
                <a:cubicBezTo>
                  <a:pt x="369" y="6349"/>
                  <a:pt x="770" y="6456"/>
                  <a:pt x="1177" y="6456"/>
                </a:cubicBezTo>
                <a:cubicBezTo>
                  <a:pt x="1363" y="6456"/>
                  <a:pt x="1550" y="6434"/>
                  <a:pt x="1736" y="6385"/>
                </a:cubicBezTo>
                <a:cubicBezTo>
                  <a:pt x="1764" y="6378"/>
                  <a:pt x="1794" y="6370"/>
                  <a:pt x="1822" y="6361"/>
                </a:cubicBezTo>
                <a:cubicBezTo>
                  <a:pt x="1843" y="6355"/>
                  <a:pt x="1862" y="6348"/>
                  <a:pt x="1882" y="6342"/>
                </a:cubicBezTo>
                <a:cubicBezTo>
                  <a:pt x="2342" y="6188"/>
                  <a:pt x="2719" y="5901"/>
                  <a:pt x="3050" y="5558"/>
                </a:cubicBezTo>
                <a:cubicBezTo>
                  <a:pt x="3068" y="5540"/>
                  <a:pt x="3085" y="5522"/>
                  <a:pt x="3102" y="5503"/>
                </a:cubicBezTo>
                <a:cubicBezTo>
                  <a:pt x="3398" y="5189"/>
                  <a:pt x="3657" y="4831"/>
                  <a:pt x="3908" y="4490"/>
                </a:cubicBezTo>
                <a:cubicBezTo>
                  <a:pt x="3908" y="4490"/>
                  <a:pt x="3909" y="4490"/>
                  <a:pt x="3909" y="4489"/>
                </a:cubicBezTo>
                <a:cubicBezTo>
                  <a:pt x="3923" y="4471"/>
                  <a:pt x="3936" y="4455"/>
                  <a:pt x="3949" y="4436"/>
                </a:cubicBezTo>
                <a:cubicBezTo>
                  <a:pt x="4217" y="4078"/>
                  <a:pt x="4522" y="3714"/>
                  <a:pt x="4875" y="3424"/>
                </a:cubicBezTo>
                <a:cubicBezTo>
                  <a:pt x="4897" y="3405"/>
                  <a:pt x="4919" y="3387"/>
                  <a:pt x="4942" y="3369"/>
                </a:cubicBezTo>
                <a:cubicBezTo>
                  <a:pt x="5319" y="3071"/>
                  <a:pt x="5750" y="2859"/>
                  <a:pt x="6248" y="2826"/>
                </a:cubicBezTo>
                <a:cubicBezTo>
                  <a:pt x="6296" y="2822"/>
                  <a:pt x="6344" y="2821"/>
                  <a:pt x="6391" y="2821"/>
                </a:cubicBezTo>
                <a:cubicBezTo>
                  <a:pt x="7025" y="2821"/>
                  <a:pt x="7616" y="3105"/>
                  <a:pt x="8200" y="3368"/>
                </a:cubicBezTo>
                <a:cubicBezTo>
                  <a:pt x="8240" y="3387"/>
                  <a:pt x="8281" y="3405"/>
                  <a:pt x="8323" y="3423"/>
                </a:cubicBezTo>
                <a:cubicBezTo>
                  <a:pt x="8382" y="3449"/>
                  <a:pt x="8442" y="3475"/>
                  <a:pt x="8501" y="3501"/>
                </a:cubicBezTo>
                <a:cubicBezTo>
                  <a:pt x="9052" y="3734"/>
                  <a:pt x="9659" y="3908"/>
                  <a:pt x="10259" y="3908"/>
                </a:cubicBezTo>
                <a:cubicBezTo>
                  <a:pt x="10487" y="3908"/>
                  <a:pt x="10715" y="3882"/>
                  <a:pt x="10937" y="3826"/>
                </a:cubicBezTo>
                <a:cubicBezTo>
                  <a:pt x="11253" y="3746"/>
                  <a:pt x="11547" y="3604"/>
                  <a:pt x="11810" y="3423"/>
                </a:cubicBezTo>
                <a:cubicBezTo>
                  <a:pt x="11835" y="3405"/>
                  <a:pt x="11861" y="3387"/>
                  <a:pt x="11886" y="3368"/>
                </a:cubicBezTo>
                <a:cubicBezTo>
                  <a:pt x="11986" y="3295"/>
                  <a:pt x="12081" y="3217"/>
                  <a:pt x="12169" y="3134"/>
                </a:cubicBezTo>
                <a:cubicBezTo>
                  <a:pt x="12416" y="2906"/>
                  <a:pt x="12624" y="2641"/>
                  <a:pt x="12783" y="2355"/>
                </a:cubicBezTo>
                <a:cubicBezTo>
                  <a:pt x="12794" y="2337"/>
                  <a:pt x="12805" y="2319"/>
                  <a:pt x="12814" y="2300"/>
                </a:cubicBezTo>
                <a:cubicBezTo>
                  <a:pt x="12983" y="1983"/>
                  <a:pt x="13095" y="1639"/>
                  <a:pt x="13135" y="1287"/>
                </a:cubicBezTo>
                <a:cubicBezTo>
                  <a:pt x="13137" y="1269"/>
                  <a:pt x="13139" y="1251"/>
                  <a:pt x="13141" y="1232"/>
                </a:cubicBezTo>
                <a:cubicBezTo>
                  <a:pt x="13152" y="1109"/>
                  <a:pt x="13155" y="984"/>
                  <a:pt x="13149" y="860"/>
                </a:cubicBezTo>
                <a:cubicBezTo>
                  <a:pt x="13137" y="644"/>
                  <a:pt x="13096" y="428"/>
                  <a:pt x="13028" y="222"/>
                </a:cubicBezTo>
                <a:cubicBezTo>
                  <a:pt x="13023" y="204"/>
                  <a:pt x="13017" y="185"/>
                  <a:pt x="13010" y="167"/>
                </a:cubicBezTo>
                <a:cubicBezTo>
                  <a:pt x="12991" y="111"/>
                  <a:pt x="12969" y="56"/>
                  <a:pt x="12946" y="1"/>
                </a:cubicBezTo>
                <a:lnTo>
                  <a:pt x="1880" y="3"/>
                </a:lnTo>
                <a:lnTo>
                  <a:pt x="1880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9" name="Google Shape;2659;p112"/>
          <p:cNvSpPr/>
          <p:nvPr/>
        </p:nvSpPr>
        <p:spPr>
          <a:xfrm rot="10800000">
            <a:off x="-375576" y="3881671"/>
            <a:ext cx="4662538" cy="1572279"/>
          </a:xfrm>
          <a:custGeom>
            <a:rect b="b" l="l" r="r" t="t"/>
            <a:pathLst>
              <a:path extrusionOk="0" h="9729" w="28851">
                <a:moveTo>
                  <a:pt x="943" y="0"/>
                </a:moveTo>
                <a:cubicBezTo>
                  <a:pt x="631" y="0"/>
                  <a:pt x="337" y="87"/>
                  <a:pt x="179" y="380"/>
                </a:cubicBezTo>
                <a:cubicBezTo>
                  <a:pt x="1" y="711"/>
                  <a:pt x="78" y="1189"/>
                  <a:pt x="451" y="1303"/>
                </a:cubicBezTo>
                <a:cubicBezTo>
                  <a:pt x="355" y="2313"/>
                  <a:pt x="452" y="3522"/>
                  <a:pt x="1499" y="3989"/>
                </a:cubicBezTo>
                <a:cubicBezTo>
                  <a:pt x="1785" y="4117"/>
                  <a:pt x="2088" y="4165"/>
                  <a:pt x="2396" y="4165"/>
                </a:cubicBezTo>
                <a:cubicBezTo>
                  <a:pt x="3000" y="4165"/>
                  <a:pt x="3625" y="3981"/>
                  <a:pt x="4188" y="3848"/>
                </a:cubicBezTo>
                <a:cubicBezTo>
                  <a:pt x="4624" y="3745"/>
                  <a:pt x="5112" y="3633"/>
                  <a:pt x="5582" y="3633"/>
                </a:cubicBezTo>
                <a:cubicBezTo>
                  <a:pt x="6044" y="3633"/>
                  <a:pt x="6489" y="3741"/>
                  <a:pt x="6852" y="4069"/>
                </a:cubicBezTo>
                <a:cubicBezTo>
                  <a:pt x="7560" y="4711"/>
                  <a:pt x="7722" y="5737"/>
                  <a:pt x="8257" y="6500"/>
                </a:cubicBezTo>
                <a:cubicBezTo>
                  <a:pt x="8521" y="6876"/>
                  <a:pt x="8874" y="7178"/>
                  <a:pt x="9322" y="7300"/>
                </a:cubicBezTo>
                <a:cubicBezTo>
                  <a:pt x="9482" y="7344"/>
                  <a:pt x="9645" y="7363"/>
                  <a:pt x="9808" y="7363"/>
                </a:cubicBezTo>
                <a:cubicBezTo>
                  <a:pt x="10078" y="7363"/>
                  <a:pt x="10348" y="7310"/>
                  <a:pt x="10606" y="7231"/>
                </a:cubicBezTo>
                <a:cubicBezTo>
                  <a:pt x="11498" y="6959"/>
                  <a:pt x="12280" y="6380"/>
                  <a:pt x="13194" y="6184"/>
                </a:cubicBezTo>
                <a:cubicBezTo>
                  <a:pt x="13322" y="6156"/>
                  <a:pt x="13450" y="6141"/>
                  <a:pt x="13577" y="6141"/>
                </a:cubicBezTo>
                <a:cubicBezTo>
                  <a:pt x="13849" y="6141"/>
                  <a:pt x="14113" y="6211"/>
                  <a:pt x="14347" y="6376"/>
                </a:cubicBezTo>
                <a:cubicBezTo>
                  <a:pt x="14724" y="6643"/>
                  <a:pt x="14907" y="7097"/>
                  <a:pt x="15047" y="7521"/>
                </a:cubicBezTo>
                <a:cubicBezTo>
                  <a:pt x="15341" y="8400"/>
                  <a:pt x="15592" y="9554"/>
                  <a:pt x="16688" y="9709"/>
                </a:cubicBezTo>
                <a:cubicBezTo>
                  <a:pt x="16781" y="9722"/>
                  <a:pt x="16872" y="9728"/>
                  <a:pt x="16961" y="9728"/>
                </a:cubicBezTo>
                <a:cubicBezTo>
                  <a:pt x="18160" y="9728"/>
                  <a:pt x="18967" y="8588"/>
                  <a:pt x="19887" y="7966"/>
                </a:cubicBezTo>
                <a:cubicBezTo>
                  <a:pt x="20301" y="7685"/>
                  <a:pt x="20755" y="7537"/>
                  <a:pt x="21232" y="7537"/>
                </a:cubicBezTo>
                <a:cubicBezTo>
                  <a:pt x="21401" y="7537"/>
                  <a:pt x="21572" y="7556"/>
                  <a:pt x="21746" y="7593"/>
                </a:cubicBezTo>
                <a:cubicBezTo>
                  <a:pt x="22408" y="7736"/>
                  <a:pt x="23015" y="8087"/>
                  <a:pt x="23550" y="8494"/>
                </a:cubicBezTo>
                <a:cubicBezTo>
                  <a:pt x="24053" y="8876"/>
                  <a:pt x="24539" y="9361"/>
                  <a:pt x="25189" y="9466"/>
                </a:cubicBezTo>
                <a:cubicBezTo>
                  <a:pt x="25284" y="9481"/>
                  <a:pt x="25378" y="9489"/>
                  <a:pt x="25473" y="9489"/>
                </a:cubicBezTo>
                <a:cubicBezTo>
                  <a:pt x="26024" y="9489"/>
                  <a:pt x="26554" y="9240"/>
                  <a:pt x="26991" y="8910"/>
                </a:cubicBezTo>
                <a:cubicBezTo>
                  <a:pt x="27838" y="8271"/>
                  <a:pt x="28376" y="7319"/>
                  <a:pt x="28611" y="6292"/>
                </a:cubicBezTo>
                <a:cubicBezTo>
                  <a:pt x="28851" y="5239"/>
                  <a:pt x="28800" y="4124"/>
                  <a:pt x="28525" y="3084"/>
                </a:cubicBezTo>
                <a:cubicBezTo>
                  <a:pt x="28226" y="1958"/>
                  <a:pt x="27654" y="694"/>
                  <a:pt x="26488" y="261"/>
                </a:cubicBezTo>
                <a:cubicBezTo>
                  <a:pt x="26074" y="106"/>
                  <a:pt x="25631" y="64"/>
                  <a:pt x="25188" y="64"/>
                </a:cubicBezTo>
                <a:cubicBezTo>
                  <a:pt x="24971" y="64"/>
                  <a:pt x="24753" y="74"/>
                  <a:pt x="24540" y="86"/>
                </a:cubicBezTo>
                <a:cubicBezTo>
                  <a:pt x="23776" y="131"/>
                  <a:pt x="23013" y="188"/>
                  <a:pt x="22250" y="248"/>
                </a:cubicBezTo>
                <a:cubicBezTo>
                  <a:pt x="20720" y="367"/>
                  <a:pt x="19190" y="503"/>
                  <a:pt x="17661" y="628"/>
                </a:cubicBezTo>
                <a:cubicBezTo>
                  <a:pt x="15187" y="828"/>
                  <a:pt x="12704" y="996"/>
                  <a:pt x="10221" y="996"/>
                </a:cubicBezTo>
                <a:cubicBezTo>
                  <a:pt x="9649" y="996"/>
                  <a:pt x="9077" y="987"/>
                  <a:pt x="8505" y="967"/>
                </a:cubicBezTo>
                <a:cubicBezTo>
                  <a:pt x="6985" y="916"/>
                  <a:pt x="5467" y="790"/>
                  <a:pt x="3966" y="555"/>
                </a:cubicBezTo>
                <a:cubicBezTo>
                  <a:pt x="3209" y="436"/>
                  <a:pt x="2459" y="290"/>
                  <a:pt x="1714" y="116"/>
                </a:cubicBezTo>
                <a:cubicBezTo>
                  <a:pt x="1493" y="64"/>
                  <a:pt x="1211" y="0"/>
                  <a:pt x="94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0" name="Google Shape;2660;p112"/>
          <p:cNvSpPr/>
          <p:nvPr/>
        </p:nvSpPr>
        <p:spPr>
          <a:xfrm rot="10800000">
            <a:off x="7235914" y="-341425"/>
            <a:ext cx="2365611" cy="3375334"/>
          </a:xfrm>
          <a:custGeom>
            <a:rect b="b" l="l" r="r" t="t"/>
            <a:pathLst>
              <a:path extrusionOk="0" h="20886" w="14638">
                <a:moveTo>
                  <a:pt x="3191" y="1"/>
                </a:moveTo>
                <a:cubicBezTo>
                  <a:pt x="2885" y="1"/>
                  <a:pt x="2576" y="81"/>
                  <a:pt x="2295" y="191"/>
                </a:cubicBezTo>
                <a:cubicBezTo>
                  <a:pt x="1899" y="349"/>
                  <a:pt x="1532" y="564"/>
                  <a:pt x="1185" y="809"/>
                </a:cubicBezTo>
                <a:cubicBezTo>
                  <a:pt x="1218" y="721"/>
                  <a:pt x="1252" y="633"/>
                  <a:pt x="1287" y="547"/>
                </a:cubicBezTo>
                <a:cubicBezTo>
                  <a:pt x="1332" y="438"/>
                  <a:pt x="1242" y="367"/>
                  <a:pt x="1149" y="367"/>
                </a:cubicBezTo>
                <a:cubicBezTo>
                  <a:pt x="1089" y="367"/>
                  <a:pt x="1027" y="397"/>
                  <a:pt x="998" y="467"/>
                </a:cubicBezTo>
                <a:cubicBezTo>
                  <a:pt x="147" y="2564"/>
                  <a:pt x="0" y="4857"/>
                  <a:pt x="71" y="7096"/>
                </a:cubicBezTo>
                <a:cubicBezTo>
                  <a:pt x="107" y="8264"/>
                  <a:pt x="200" y="9428"/>
                  <a:pt x="285" y="10592"/>
                </a:cubicBezTo>
                <a:cubicBezTo>
                  <a:pt x="378" y="11838"/>
                  <a:pt x="471" y="13083"/>
                  <a:pt x="565" y="14328"/>
                </a:cubicBezTo>
                <a:cubicBezTo>
                  <a:pt x="660" y="15573"/>
                  <a:pt x="755" y="16818"/>
                  <a:pt x="852" y="18063"/>
                </a:cubicBezTo>
                <a:cubicBezTo>
                  <a:pt x="895" y="18617"/>
                  <a:pt x="909" y="19183"/>
                  <a:pt x="997" y="19731"/>
                </a:cubicBezTo>
                <a:cubicBezTo>
                  <a:pt x="1063" y="20137"/>
                  <a:pt x="1227" y="20580"/>
                  <a:pt x="1623" y="20768"/>
                </a:cubicBezTo>
                <a:cubicBezTo>
                  <a:pt x="1853" y="20878"/>
                  <a:pt x="2108" y="20885"/>
                  <a:pt x="2359" y="20885"/>
                </a:cubicBezTo>
                <a:cubicBezTo>
                  <a:pt x="2678" y="20885"/>
                  <a:pt x="2997" y="20884"/>
                  <a:pt x="3315" y="20883"/>
                </a:cubicBezTo>
                <a:cubicBezTo>
                  <a:pt x="3934" y="20882"/>
                  <a:pt x="4551" y="20881"/>
                  <a:pt x="5168" y="20880"/>
                </a:cubicBezTo>
                <a:cubicBezTo>
                  <a:pt x="6413" y="20878"/>
                  <a:pt x="7658" y="20875"/>
                  <a:pt x="8904" y="20873"/>
                </a:cubicBezTo>
                <a:cubicBezTo>
                  <a:pt x="8946" y="20873"/>
                  <a:pt x="8987" y="20873"/>
                  <a:pt x="9029" y="20873"/>
                </a:cubicBezTo>
                <a:cubicBezTo>
                  <a:pt x="9733" y="20873"/>
                  <a:pt x="10440" y="20882"/>
                  <a:pt x="11147" y="20882"/>
                </a:cubicBezTo>
                <a:cubicBezTo>
                  <a:pt x="11621" y="20882"/>
                  <a:pt x="12096" y="20878"/>
                  <a:pt x="12569" y="20863"/>
                </a:cubicBezTo>
                <a:cubicBezTo>
                  <a:pt x="13054" y="20848"/>
                  <a:pt x="13560" y="20768"/>
                  <a:pt x="13928" y="20425"/>
                </a:cubicBezTo>
                <a:cubicBezTo>
                  <a:pt x="14266" y="20112"/>
                  <a:pt x="14409" y="19650"/>
                  <a:pt x="14479" y="19208"/>
                </a:cubicBezTo>
                <a:cubicBezTo>
                  <a:pt x="14615" y="18346"/>
                  <a:pt x="14637" y="17435"/>
                  <a:pt x="14556" y="16567"/>
                </a:cubicBezTo>
                <a:cubicBezTo>
                  <a:pt x="14480" y="15744"/>
                  <a:pt x="14290" y="14898"/>
                  <a:pt x="13827" y="14200"/>
                </a:cubicBezTo>
                <a:cubicBezTo>
                  <a:pt x="13606" y="13867"/>
                  <a:pt x="13329" y="13578"/>
                  <a:pt x="13000" y="13350"/>
                </a:cubicBezTo>
                <a:cubicBezTo>
                  <a:pt x="12618" y="13086"/>
                  <a:pt x="12175" y="12928"/>
                  <a:pt x="11727" y="12811"/>
                </a:cubicBezTo>
                <a:cubicBezTo>
                  <a:pt x="10841" y="12580"/>
                  <a:pt x="9808" y="12500"/>
                  <a:pt x="9119" y="11827"/>
                </a:cubicBezTo>
                <a:cubicBezTo>
                  <a:pt x="8381" y="11106"/>
                  <a:pt x="8246" y="10000"/>
                  <a:pt x="8306" y="9020"/>
                </a:cubicBezTo>
                <a:cubicBezTo>
                  <a:pt x="8344" y="8404"/>
                  <a:pt x="8449" y="7795"/>
                  <a:pt x="8518" y="7181"/>
                </a:cubicBezTo>
                <a:cubicBezTo>
                  <a:pt x="8574" y="6676"/>
                  <a:pt x="8621" y="6136"/>
                  <a:pt x="8417" y="5654"/>
                </a:cubicBezTo>
                <a:cubicBezTo>
                  <a:pt x="7771" y="4140"/>
                  <a:pt x="5341" y="4868"/>
                  <a:pt x="4856" y="3246"/>
                </a:cubicBezTo>
                <a:cubicBezTo>
                  <a:pt x="4619" y="2457"/>
                  <a:pt x="4843" y="1582"/>
                  <a:pt x="4492" y="818"/>
                </a:cubicBezTo>
                <a:cubicBezTo>
                  <a:pt x="4321" y="450"/>
                  <a:pt x="3993" y="161"/>
                  <a:pt x="3598" y="53"/>
                </a:cubicBezTo>
                <a:cubicBezTo>
                  <a:pt x="3465" y="17"/>
                  <a:pt x="3328" y="1"/>
                  <a:pt x="3191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1" name="Google Shape;2661;p112"/>
          <p:cNvSpPr txBox="1"/>
          <p:nvPr>
            <p:ph type="title"/>
          </p:nvPr>
        </p:nvSpPr>
        <p:spPr>
          <a:xfrm>
            <a:off x="3387900" y="758952"/>
            <a:ext cx="23682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2662" name="Google Shape;2662;p112"/>
          <p:cNvGrpSpPr/>
          <p:nvPr/>
        </p:nvGrpSpPr>
        <p:grpSpPr>
          <a:xfrm rot="6299945">
            <a:off x="7791608" y="4563485"/>
            <a:ext cx="359746" cy="325869"/>
            <a:chOff x="1640475" y="1197075"/>
            <a:chExt cx="55475" cy="50250"/>
          </a:xfrm>
        </p:grpSpPr>
        <p:sp>
          <p:nvSpPr>
            <p:cNvPr id="2663" name="Google Shape;2663;p11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11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11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66" name="Google Shape;2666;p112"/>
          <p:cNvSpPr/>
          <p:nvPr/>
        </p:nvSpPr>
        <p:spPr>
          <a:xfrm flipH="1" rot="8615811">
            <a:off x="227163" y="4598042"/>
            <a:ext cx="848090" cy="171654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7" name="Google Shape;2667;p112"/>
          <p:cNvSpPr/>
          <p:nvPr/>
        </p:nvSpPr>
        <p:spPr>
          <a:xfrm rot="-9000285">
            <a:off x="6559102" y="234098"/>
            <a:ext cx="970034" cy="22723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68" name="Google Shape;2668;p112"/>
          <p:cNvGrpSpPr/>
          <p:nvPr/>
        </p:nvGrpSpPr>
        <p:grpSpPr>
          <a:xfrm rot="10799841">
            <a:off x="1610677" y="4510494"/>
            <a:ext cx="239902" cy="217311"/>
            <a:chOff x="1640475" y="1197075"/>
            <a:chExt cx="55475" cy="50250"/>
          </a:xfrm>
        </p:grpSpPr>
        <p:sp>
          <p:nvSpPr>
            <p:cNvPr id="2669" name="Google Shape;2669;p11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11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11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72" name="Google Shape;2672;p112"/>
          <p:cNvGrpSpPr/>
          <p:nvPr/>
        </p:nvGrpSpPr>
        <p:grpSpPr>
          <a:xfrm rot="-5400235">
            <a:off x="8116150" y="635400"/>
            <a:ext cx="243108" cy="220216"/>
            <a:chOff x="1640475" y="1197075"/>
            <a:chExt cx="55475" cy="50250"/>
          </a:xfrm>
        </p:grpSpPr>
        <p:sp>
          <p:nvSpPr>
            <p:cNvPr id="2673" name="Google Shape;2673;p11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11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11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76" name="Google Shape;2676;p112"/>
          <p:cNvSpPr/>
          <p:nvPr/>
        </p:nvSpPr>
        <p:spPr>
          <a:xfrm rot="-9900095">
            <a:off x="8349145" y="4056062"/>
            <a:ext cx="424434" cy="627506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7" name="Google Shape;2677;p112"/>
          <p:cNvSpPr/>
          <p:nvPr/>
        </p:nvSpPr>
        <p:spPr>
          <a:xfrm rot="-3511162">
            <a:off x="1058077" y="269341"/>
            <a:ext cx="738535" cy="540314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78" name="Google Shape;2678;p112"/>
          <p:cNvGrpSpPr/>
          <p:nvPr/>
        </p:nvGrpSpPr>
        <p:grpSpPr>
          <a:xfrm rot="-10374925">
            <a:off x="329402" y="488210"/>
            <a:ext cx="359745" cy="325867"/>
            <a:chOff x="1640475" y="1197075"/>
            <a:chExt cx="55475" cy="50250"/>
          </a:xfrm>
        </p:grpSpPr>
        <p:sp>
          <p:nvSpPr>
            <p:cNvPr id="2679" name="Google Shape;2679;p11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11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11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TITLE_AND_BODY_1_1_1">
    <p:spTree>
      <p:nvGrpSpPr>
        <p:cNvPr id="2682" name="Shape 2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3" name="Google Shape;2683;p113"/>
          <p:cNvSpPr/>
          <p:nvPr/>
        </p:nvSpPr>
        <p:spPr>
          <a:xfrm>
            <a:off x="-128026" y="4106413"/>
            <a:ext cx="3465023" cy="1209053"/>
          </a:xfrm>
          <a:custGeom>
            <a:rect b="b" l="l" r="r" t="t"/>
            <a:pathLst>
              <a:path extrusionOk="0" h="7088" w="21861">
                <a:moveTo>
                  <a:pt x="1470" y="1"/>
                </a:moveTo>
                <a:cubicBezTo>
                  <a:pt x="969" y="1"/>
                  <a:pt x="465" y="73"/>
                  <a:pt x="0" y="211"/>
                </a:cubicBezTo>
                <a:lnTo>
                  <a:pt x="0" y="7087"/>
                </a:lnTo>
                <a:lnTo>
                  <a:pt x="21860" y="7087"/>
                </a:lnTo>
                <a:cubicBezTo>
                  <a:pt x="21784" y="6987"/>
                  <a:pt x="21696" y="6892"/>
                  <a:pt x="21596" y="6806"/>
                </a:cubicBezTo>
                <a:cubicBezTo>
                  <a:pt x="21135" y="6406"/>
                  <a:pt x="20429" y="6167"/>
                  <a:pt x="19720" y="6167"/>
                </a:cubicBezTo>
                <a:cubicBezTo>
                  <a:pt x="19688" y="6167"/>
                  <a:pt x="19657" y="6168"/>
                  <a:pt x="19626" y="6169"/>
                </a:cubicBezTo>
                <a:cubicBezTo>
                  <a:pt x="19086" y="6184"/>
                  <a:pt x="18553" y="6331"/>
                  <a:pt x="18022" y="6331"/>
                </a:cubicBezTo>
                <a:cubicBezTo>
                  <a:pt x="17915" y="6331"/>
                  <a:pt x="17808" y="6325"/>
                  <a:pt x="17701" y="6311"/>
                </a:cubicBezTo>
                <a:cubicBezTo>
                  <a:pt x="17575" y="6294"/>
                  <a:pt x="17455" y="6267"/>
                  <a:pt x="17341" y="6232"/>
                </a:cubicBezTo>
                <a:cubicBezTo>
                  <a:pt x="17316" y="6223"/>
                  <a:pt x="17292" y="6216"/>
                  <a:pt x="17268" y="6207"/>
                </a:cubicBezTo>
                <a:cubicBezTo>
                  <a:pt x="16400" y="5904"/>
                  <a:pt x="15883" y="5118"/>
                  <a:pt x="15068" y="4680"/>
                </a:cubicBezTo>
                <a:cubicBezTo>
                  <a:pt x="14496" y="4373"/>
                  <a:pt x="13820" y="4258"/>
                  <a:pt x="13115" y="4258"/>
                </a:cubicBezTo>
                <a:cubicBezTo>
                  <a:pt x="12312" y="4258"/>
                  <a:pt x="11471" y="4408"/>
                  <a:pt x="10706" y="4596"/>
                </a:cubicBezTo>
                <a:cubicBezTo>
                  <a:pt x="10023" y="4765"/>
                  <a:pt x="9316" y="4959"/>
                  <a:pt x="8608" y="4959"/>
                </a:cubicBezTo>
                <a:cubicBezTo>
                  <a:pt x="8441" y="4959"/>
                  <a:pt x="8274" y="4948"/>
                  <a:pt x="8107" y="4924"/>
                </a:cubicBezTo>
                <a:cubicBezTo>
                  <a:pt x="6811" y="4733"/>
                  <a:pt x="5999" y="3788"/>
                  <a:pt x="5474" y="2893"/>
                </a:cubicBezTo>
                <a:cubicBezTo>
                  <a:pt x="4948" y="1997"/>
                  <a:pt x="4493" y="1003"/>
                  <a:pt x="3416" y="436"/>
                </a:cubicBezTo>
                <a:cubicBezTo>
                  <a:pt x="2851" y="140"/>
                  <a:pt x="2164" y="1"/>
                  <a:pt x="1470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4" name="Google Shape;2684;p113"/>
          <p:cNvSpPr/>
          <p:nvPr/>
        </p:nvSpPr>
        <p:spPr>
          <a:xfrm>
            <a:off x="7140208" y="-213544"/>
            <a:ext cx="2085100" cy="1101248"/>
          </a:xfrm>
          <a:custGeom>
            <a:rect b="b" l="l" r="r" t="t"/>
            <a:pathLst>
              <a:path extrusionOk="0" h="6456" w="13155">
                <a:moveTo>
                  <a:pt x="11275" y="1"/>
                </a:moveTo>
                <a:lnTo>
                  <a:pt x="11275" y="4"/>
                </a:lnTo>
                <a:lnTo>
                  <a:pt x="209" y="2"/>
                </a:lnTo>
                <a:cubicBezTo>
                  <a:pt x="185" y="57"/>
                  <a:pt x="164" y="111"/>
                  <a:pt x="145" y="167"/>
                </a:cubicBezTo>
                <a:cubicBezTo>
                  <a:pt x="138" y="184"/>
                  <a:pt x="132" y="203"/>
                  <a:pt x="127" y="221"/>
                </a:cubicBezTo>
                <a:cubicBezTo>
                  <a:pt x="59" y="429"/>
                  <a:pt x="18" y="643"/>
                  <a:pt x="6" y="860"/>
                </a:cubicBezTo>
                <a:cubicBezTo>
                  <a:pt x="0" y="984"/>
                  <a:pt x="3" y="1110"/>
                  <a:pt x="14" y="1233"/>
                </a:cubicBezTo>
                <a:cubicBezTo>
                  <a:pt x="16" y="1251"/>
                  <a:pt x="18" y="1270"/>
                  <a:pt x="20" y="1288"/>
                </a:cubicBezTo>
                <a:cubicBezTo>
                  <a:pt x="60" y="1638"/>
                  <a:pt x="172" y="1982"/>
                  <a:pt x="341" y="2300"/>
                </a:cubicBezTo>
                <a:cubicBezTo>
                  <a:pt x="351" y="2319"/>
                  <a:pt x="361" y="2337"/>
                  <a:pt x="371" y="2355"/>
                </a:cubicBezTo>
                <a:cubicBezTo>
                  <a:pt x="531" y="2642"/>
                  <a:pt x="740" y="2905"/>
                  <a:pt x="987" y="3134"/>
                </a:cubicBezTo>
                <a:cubicBezTo>
                  <a:pt x="1075" y="3217"/>
                  <a:pt x="1169" y="3295"/>
                  <a:pt x="1269" y="3368"/>
                </a:cubicBezTo>
                <a:cubicBezTo>
                  <a:pt x="1295" y="3387"/>
                  <a:pt x="1320" y="3405"/>
                  <a:pt x="1345" y="3422"/>
                </a:cubicBezTo>
                <a:cubicBezTo>
                  <a:pt x="1608" y="3604"/>
                  <a:pt x="1902" y="3745"/>
                  <a:pt x="2218" y="3827"/>
                </a:cubicBezTo>
                <a:cubicBezTo>
                  <a:pt x="2441" y="3883"/>
                  <a:pt x="2668" y="3908"/>
                  <a:pt x="2896" y="3908"/>
                </a:cubicBezTo>
                <a:cubicBezTo>
                  <a:pt x="3496" y="3908"/>
                  <a:pt x="4103" y="3734"/>
                  <a:pt x="4654" y="3501"/>
                </a:cubicBezTo>
                <a:cubicBezTo>
                  <a:pt x="4713" y="3476"/>
                  <a:pt x="4773" y="3450"/>
                  <a:pt x="4833" y="3424"/>
                </a:cubicBezTo>
                <a:cubicBezTo>
                  <a:pt x="4873" y="3406"/>
                  <a:pt x="4915" y="3387"/>
                  <a:pt x="4955" y="3369"/>
                </a:cubicBezTo>
                <a:cubicBezTo>
                  <a:pt x="5539" y="3105"/>
                  <a:pt x="6130" y="2820"/>
                  <a:pt x="6764" y="2820"/>
                </a:cubicBezTo>
                <a:cubicBezTo>
                  <a:pt x="6811" y="2820"/>
                  <a:pt x="6859" y="2822"/>
                  <a:pt x="6907" y="2825"/>
                </a:cubicBezTo>
                <a:cubicBezTo>
                  <a:pt x="7405" y="2860"/>
                  <a:pt x="7836" y="3071"/>
                  <a:pt x="8213" y="3369"/>
                </a:cubicBezTo>
                <a:cubicBezTo>
                  <a:pt x="8237" y="3387"/>
                  <a:pt x="8259" y="3405"/>
                  <a:pt x="8281" y="3424"/>
                </a:cubicBezTo>
                <a:cubicBezTo>
                  <a:pt x="8634" y="3715"/>
                  <a:pt x="8939" y="4078"/>
                  <a:pt x="9207" y="4436"/>
                </a:cubicBezTo>
                <a:cubicBezTo>
                  <a:pt x="9219" y="4454"/>
                  <a:pt x="9233" y="4472"/>
                  <a:pt x="9246" y="4490"/>
                </a:cubicBezTo>
                <a:cubicBezTo>
                  <a:pt x="9246" y="4490"/>
                  <a:pt x="9247" y="4490"/>
                  <a:pt x="9247" y="4491"/>
                </a:cubicBezTo>
                <a:cubicBezTo>
                  <a:pt x="9498" y="4831"/>
                  <a:pt x="9757" y="5189"/>
                  <a:pt x="10053" y="5504"/>
                </a:cubicBezTo>
                <a:cubicBezTo>
                  <a:pt x="10070" y="5523"/>
                  <a:pt x="10087" y="5541"/>
                  <a:pt x="10104" y="5559"/>
                </a:cubicBezTo>
                <a:cubicBezTo>
                  <a:pt x="10436" y="5901"/>
                  <a:pt x="10812" y="6189"/>
                  <a:pt x="11272" y="6342"/>
                </a:cubicBezTo>
                <a:cubicBezTo>
                  <a:pt x="11292" y="6348"/>
                  <a:pt x="11311" y="6355"/>
                  <a:pt x="11333" y="6361"/>
                </a:cubicBezTo>
                <a:cubicBezTo>
                  <a:pt x="11361" y="6370"/>
                  <a:pt x="11391" y="6378"/>
                  <a:pt x="11420" y="6386"/>
                </a:cubicBezTo>
                <a:cubicBezTo>
                  <a:pt x="11605" y="6434"/>
                  <a:pt x="11791" y="6456"/>
                  <a:pt x="11976" y="6456"/>
                </a:cubicBezTo>
                <a:cubicBezTo>
                  <a:pt x="12384" y="6456"/>
                  <a:pt x="12786" y="6349"/>
                  <a:pt x="13154" y="6177"/>
                </a:cubicBezTo>
                <a:lnTo>
                  <a:pt x="13154" y="5505"/>
                </a:lnTo>
                <a:lnTo>
                  <a:pt x="13154" y="4492"/>
                </a:lnTo>
                <a:lnTo>
                  <a:pt x="13154" y="3371"/>
                </a:lnTo>
                <a:lnTo>
                  <a:pt x="13155" y="2358"/>
                </a:lnTo>
                <a:lnTo>
                  <a:pt x="13155" y="1236"/>
                </a:lnTo>
                <a:lnTo>
                  <a:pt x="13155" y="221"/>
                </a:lnTo>
                <a:lnTo>
                  <a:pt x="13155" y="5"/>
                </a:lnTo>
                <a:lnTo>
                  <a:pt x="11334" y="4"/>
                </a:lnTo>
                <a:lnTo>
                  <a:pt x="11334" y="1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5" name="Google Shape;2685;p113"/>
          <p:cNvSpPr/>
          <p:nvPr/>
        </p:nvSpPr>
        <p:spPr>
          <a:xfrm>
            <a:off x="-251977" y="-424375"/>
            <a:ext cx="4573114" cy="1659548"/>
          </a:xfrm>
          <a:custGeom>
            <a:rect b="b" l="l" r="r" t="t"/>
            <a:pathLst>
              <a:path extrusionOk="0" h="9729" w="28852">
                <a:moveTo>
                  <a:pt x="27909" y="1"/>
                </a:moveTo>
                <a:cubicBezTo>
                  <a:pt x="27641" y="1"/>
                  <a:pt x="27359" y="65"/>
                  <a:pt x="27138" y="117"/>
                </a:cubicBezTo>
                <a:cubicBezTo>
                  <a:pt x="26393" y="292"/>
                  <a:pt x="25642" y="438"/>
                  <a:pt x="24886" y="556"/>
                </a:cubicBezTo>
                <a:cubicBezTo>
                  <a:pt x="23384" y="791"/>
                  <a:pt x="21867" y="918"/>
                  <a:pt x="20347" y="969"/>
                </a:cubicBezTo>
                <a:cubicBezTo>
                  <a:pt x="19779" y="988"/>
                  <a:pt x="19211" y="997"/>
                  <a:pt x="18643" y="997"/>
                </a:cubicBezTo>
                <a:cubicBezTo>
                  <a:pt x="16156" y="997"/>
                  <a:pt x="13669" y="829"/>
                  <a:pt x="11190" y="628"/>
                </a:cubicBezTo>
                <a:cubicBezTo>
                  <a:pt x="9660" y="504"/>
                  <a:pt x="8132" y="368"/>
                  <a:pt x="6601" y="249"/>
                </a:cubicBezTo>
                <a:cubicBezTo>
                  <a:pt x="5839" y="189"/>
                  <a:pt x="5076" y="132"/>
                  <a:pt x="4312" y="87"/>
                </a:cubicBezTo>
                <a:cubicBezTo>
                  <a:pt x="4099" y="75"/>
                  <a:pt x="3881" y="64"/>
                  <a:pt x="3664" y="64"/>
                </a:cubicBezTo>
                <a:cubicBezTo>
                  <a:pt x="3221" y="64"/>
                  <a:pt x="2777" y="107"/>
                  <a:pt x="2362" y="261"/>
                </a:cubicBezTo>
                <a:cubicBezTo>
                  <a:pt x="1198" y="695"/>
                  <a:pt x="625" y="1959"/>
                  <a:pt x="327" y="3085"/>
                </a:cubicBezTo>
                <a:cubicBezTo>
                  <a:pt x="51" y="4125"/>
                  <a:pt x="0" y="5240"/>
                  <a:pt x="241" y="6293"/>
                </a:cubicBezTo>
                <a:cubicBezTo>
                  <a:pt x="475" y="7320"/>
                  <a:pt x="1013" y="8271"/>
                  <a:pt x="1861" y="8911"/>
                </a:cubicBezTo>
                <a:cubicBezTo>
                  <a:pt x="2297" y="9241"/>
                  <a:pt x="2827" y="9490"/>
                  <a:pt x="3378" y="9490"/>
                </a:cubicBezTo>
                <a:cubicBezTo>
                  <a:pt x="3472" y="9490"/>
                  <a:pt x="3567" y="9482"/>
                  <a:pt x="3662" y="9467"/>
                </a:cubicBezTo>
                <a:cubicBezTo>
                  <a:pt x="4312" y="9361"/>
                  <a:pt x="4799" y="8877"/>
                  <a:pt x="5302" y="8495"/>
                </a:cubicBezTo>
                <a:cubicBezTo>
                  <a:pt x="5837" y="8088"/>
                  <a:pt x="6442" y="7738"/>
                  <a:pt x="7106" y="7594"/>
                </a:cubicBezTo>
                <a:cubicBezTo>
                  <a:pt x="7279" y="7557"/>
                  <a:pt x="7450" y="7538"/>
                  <a:pt x="7618" y="7538"/>
                </a:cubicBezTo>
                <a:cubicBezTo>
                  <a:pt x="8095" y="7538"/>
                  <a:pt x="8551" y="7686"/>
                  <a:pt x="8965" y="7966"/>
                </a:cubicBezTo>
                <a:cubicBezTo>
                  <a:pt x="9884" y="8588"/>
                  <a:pt x="10692" y="9729"/>
                  <a:pt x="11891" y="9729"/>
                </a:cubicBezTo>
                <a:cubicBezTo>
                  <a:pt x="11980" y="9729"/>
                  <a:pt x="12071" y="9723"/>
                  <a:pt x="12164" y="9709"/>
                </a:cubicBezTo>
                <a:cubicBezTo>
                  <a:pt x="13260" y="9554"/>
                  <a:pt x="13511" y="8401"/>
                  <a:pt x="13804" y="7521"/>
                </a:cubicBezTo>
                <a:cubicBezTo>
                  <a:pt x="13945" y="7099"/>
                  <a:pt x="14127" y="6643"/>
                  <a:pt x="14504" y="6377"/>
                </a:cubicBezTo>
                <a:cubicBezTo>
                  <a:pt x="14738" y="6212"/>
                  <a:pt x="15003" y="6142"/>
                  <a:pt x="15276" y="6142"/>
                </a:cubicBezTo>
                <a:cubicBezTo>
                  <a:pt x="15402" y="6142"/>
                  <a:pt x="15530" y="6157"/>
                  <a:pt x="15656" y="6184"/>
                </a:cubicBezTo>
                <a:cubicBezTo>
                  <a:pt x="16572" y="6381"/>
                  <a:pt x="17354" y="6961"/>
                  <a:pt x="18244" y="7232"/>
                </a:cubicBezTo>
                <a:cubicBezTo>
                  <a:pt x="18502" y="7311"/>
                  <a:pt x="18774" y="7363"/>
                  <a:pt x="19044" y="7363"/>
                </a:cubicBezTo>
                <a:cubicBezTo>
                  <a:pt x="19207" y="7363"/>
                  <a:pt x="19369" y="7344"/>
                  <a:pt x="19529" y="7301"/>
                </a:cubicBezTo>
                <a:cubicBezTo>
                  <a:pt x="19978" y="7178"/>
                  <a:pt x="20331" y="6877"/>
                  <a:pt x="20595" y="6501"/>
                </a:cubicBezTo>
                <a:cubicBezTo>
                  <a:pt x="21130" y="5738"/>
                  <a:pt x="21292" y="4712"/>
                  <a:pt x="21999" y="4070"/>
                </a:cubicBezTo>
                <a:cubicBezTo>
                  <a:pt x="22362" y="3741"/>
                  <a:pt x="22807" y="3634"/>
                  <a:pt x="23269" y="3634"/>
                </a:cubicBezTo>
                <a:cubicBezTo>
                  <a:pt x="23739" y="3634"/>
                  <a:pt x="24227" y="3745"/>
                  <a:pt x="24664" y="3849"/>
                </a:cubicBezTo>
                <a:cubicBezTo>
                  <a:pt x="25227" y="3981"/>
                  <a:pt x="25851" y="4166"/>
                  <a:pt x="26455" y="4166"/>
                </a:cubicBezTo>
                <a:cubicBezTo>
                  <a:pt x="26763" y="4166"/>
                  <a:pt x="27066" y="4118"/>
                  <a:pt x="27353" y="3990"/>
                </a:cubicBezTo>
                <a:cubicBezTo>
                  <a:pt x="28400" y="3523"/>
                  <a:pt x="28496" y="2313"/>
                  <a:pt x="28400" y="1304"/>
                </a:cubicBezTo>
                <a:cubicBezTo>
                  <a:pt x="28773" y="1190"/>
                  <a:pt x="28851" y="712"/>
                  <a:pt x="28673" y="381"/>
                </a:cubicBezTo>
                <a:cubicBezTo>
                  <a:pt x="28515" y="88"/>
                  <a:pt x="28221" y="1"/>
                  <a:pt x="27909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6" name="Google Shape;2686;p113"/>
          <p:cNvSpPr/>
          <p:nvPr/>
        </p:nvSpPr>
        <p:spPr>
          <a:xfrm>
            <a:off x="7213473" y="3051297"/>
            <a:ext cx="2320001" cy="2598236"/>
          </a:xfrm>
          <a:custGeom>
            <a:rect b="b" l="l" r="r" t="t"/>
            <a:pathLst>
              <a:path extrusionOk="0" h="15232" w="14637">
                <a:moveTo>
                  <a:pt x="11445" y="0"/>
                </a:moveTo>
                <a:cubicBezTo>
                  <a:pt x="11308" y="0"/>
                  <a:pt x="11172" y="12"/>
                  <a:pt x="11039" y="38"/>
                </a:cubicBezTo>
                <a:cubicBezTo>
                  <a:pt x="10644" y="116"/>
                  <a:pt x="10316" y="327"/>
                  <a:pt x="10145" y="596"/>
                </a:cubicBezTo>
                <a:cubicBezTo>
                  <a:pt x="9794" y="1152"/>
                  <a:pt x="10018" y="1791"/>
                  <a:pt x="9781" y="2367"/>
                </a:cubicBezTo>
                <a:cubicBezTo>
                  <a:pt x="9296" y="3551"/>
                  <a:pt x="6867" y="3019"/>
                  <a:pt x="6220" y="4123"/>
                </a:cubicBezTo>
                <a:cubicBezTo>
                  <a:pt x="6016" y="4474"/>
                  <a:pt x="6063" y="4867"/>
                  <a:pt x="6119" y="5237"/>
                </a:cubicBezTo>
                <a:cubicBezTo>
                  <a:pt x="6188" y="5684"/>
                  <a:pt x="6293" y="6128"/>
                  <a:pt x="6331" y="6578"/>
                </a:cubicBezTo>
                <a:cubicBezTo>
                  <a:pt x="6392" y="7292"/>
                  <a:pt x="6256" y="8099"/>
                  <a:pt x="5518" y="8624"/>
                </a:cubicBezTo>
                <a:cubicBezTo>
                  <a:pt x="4829" y="9115"/>
                  <a:pt x="3797" y="9174"/>
                  <a:pt x="2910" y="9343"/>
                </a:cubicBezTo>
                <a:cubicBezTo>
                  <a:pt x="2462" y="9427"/>
                  <a:pt x="2020" y="9543"/>
                  <a:pt x="1637" y="9735"/>
                </a:cubicBezTo>
                <a:cubicBezTo>
                  <a:pt x="1309" y="9901"/>
                  <a:pt x="1030" y="10112"/>
                  <a:pt x="810" y="10355"/>
                </a:cubicBezTo>
                <a:cubicBezTo>
                  <a:pt x="347" y="10864"/>
                  <a:pt x="157" y="11482"/>
                  <a:pt x="81" y="12082"/>
                </a:cubicBezTo>
                <a:cubicBezTo>
                  <a:pt x="1" y="12715"/>
                  <a:pt x="23" y="13379"/>
                  <a:pt x="158" y="14007"/>
                </a:cubicBezTo>
                <a:cubicBezTo>
                  <a:pt x="228" y="14329"/>
                  <a:pt x="371" y="14667"/>
                  <a:pt x="709" y="14896"/>
                </a:cubicBezTo>
                <a:cubicBezTo>
                  <a:pt x="1077" y="15146"/>
                  <a:pt x="1583" y="15204"/>
                  <a:pt x="2068" y="15214"/>
                </a:cubicBezTo>
                <a:cubicBezTo>
                  <a:pt x="2549" y="15226"/>
                  <a:pt x="3032" y="15229"/>
                  <a:pt x="3515" y="15229"/>
                </a:cubicBezTo>
                <a:cubicBezTo>
                  <a:pt x="4226" y="15229"/>
                  <a:pt x="4937" y="15222"/>
                  <a:pt x="5646" y="15222"/>
                </a:cubicBezTo>
                <a:cubicBezTo>
                  <a:pt x="5675" y="15222"/>
                  <a:pt x="5704" y="15222"/>
                  <a:pt x="5733" y="15222"/>
                </a:cubicBezTo>
                <a:lnTo>
                  <a:pt x="9469" y="15227"/>
                </a:lnTo>
                <a:cubicBezTo>
                  <a:pt x="10086" y="15228"/>
                  <a:pt x="10704" y="15228"/>
                  <a:pt x="11322" y="15229"/>
                </a:cubicBezTo>
                <a:cubicBezTo>
                  <a:pt x="11640" y="15230"/>
                  <a:pt x="11959" y="15231"/>
                  <a:pt x="12278" y="15231"/>
                </a:cubicBezTo>
                <a:cubicBezTo>
                  <a:pt x="12529" y="15231"/>
                  <a:pt x="12784" y="15225"/>
                  <a:pt x="13014" y="15145"/>
                </a:cubicBezTo>
                <a:cubicBezTo>
                  <a:pt x="13410" y="15008"/>
                  <a:pt x="13574" y="14685"/>
                  <a:pt x="13640" y="14388"/>
                </a:cubicBezTo>
                <a:cubicBezTo>
                  <a:pt x="13728" y="13988"/>
                  <a:pt x="13742" y="13577"/>
                  <a:pt x="13785" y="13173"/>
                </a:cubicBezTo>
                <a:cubicBezTo>
                  <a:pt x="13882" y="12264"/>
                  <a:pt x="13977" y="11357"/>
                  <a:pt x="14072" y="10449"/>
                </a:cubicBezTo>
                <a:cubicBezTo>
                  <a:pt x="14166" y="9541"/>
                  <a:pt x="14259" y="8633"/>
                  <a:pt x="14352" y="7724"/>
                </a:cubicBezTo>
                <a:cubicBezTo>
                  <a:pt x="14437" y="6875"/>
                  <a:pt x="14530" y="6026"/>
                  <a:pt x="14567" y="5174"/>
                </a:cubicBezTo>
                <a:cubicBezTo>
                  <a:pt x="14637" y="3541"/>
                  <a:pt x="14491" y="1869"/>
                  <a:pt x="13640" y="340"/>
                </a:cubicBezTo>
                <a:cubicBezTo>
                  <a:pt x="13611" y="289"/>
                  <a:pt x="13548" y="267"/>
                  <a:pt x="13488" y="267"/>
                </a:cubicBezTo>
                <a:cubicBezTo>
                  <a:pt x="13394" y="267"/>
                  <a:pt x="13305" y="319"/>
                  <a:pt x="13349" y="398"/>
                </a:cubicBezTo>
                <a:cubicBezTo>
                  <a:pt x="13385" y="461"/>
                  <a:pt x="13419" y="526"/>
                  <a:pt x="13452" y="589"/>
                </a:cubicBezTo>
                <a:cubicBezTo>
                  <a:pt x="13105" y="411"/>
                  <a:pt x="12738" y="253"/>
                  <a:pt x="12342" y="140"/>
                </a:cubicBezTo>
                <a:cubicBezTo>
                  <a:pt x="12060" y="59"/>
                  <a:pt x="11751" y="0"/>
                  <a:pt x="11445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7" name="Google Shape;2687;p113"/>
          <p:cNvSpPr txBox="1"/>
          <p:nvPr>
            <p:ph type="title"/>
          </p:nvPr>
        </p:nvSpPr>
        <p:spPr>
          <a:xfrm>
            <a:off x="1693050" y="445025"/>
            <a:ext cx="5757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688" name="Google Shape;2688;p113"/>
          <p:cNvSpPr txBox="1"/>
          <p:nvPr>
            <p:ph idx="1" type="body"/>
          </p:nvPr>
        </p:nvSpPr>
        <p:spPr>
          <a:xfrm>
            <a:off x="713225" y="1442650"/>
            <a:ext cx="7717500" cy="312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Gloria Hallelujah"/>
              <a:buChar char="●"/>
              <a:defRPr sz="1400">
                <a:latin typeface="Raleway"/>
                <a:ea typeface="Raleway"/>
                <a:cs typeface="Raleway"/>
                <a:sym typeface="Raleway"/>
              </a:defRPr>
            </a:lvl1pPr>
            <a:lvl2pPr indent="-3175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175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175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175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175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175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175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175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grpSp>
        <p:nvGrpSpPr>
          <p:cNvPr id="2689" name="Google Shape;2689;p113"/>
          <p:cNvGrpSpPr/>
          <p:nvPr/>
        </p:nvGrpSpPr>
        <p:grpSpPr>
          <a:xfrm rot="899945">
            <a:off x="7776598" y="266617"/>
            <a:ext cx="359746" cy="325869"/>
            <a:chOff x="1640475" y="1197075"/>
            <a:chExt cx="55475" cy="50250"/>
          </a:xfrm>
        </p:grpSpPr>
        <p:sp>
          <p:nvSpPr>
            <p:cNvPr id="2690" name="Google Shape;2690;p11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11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11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93" name="Google Shape;2693;p113"/>
          <p:cNvSpPr/>
          <p:nvPr/>
        </p:nvSpPr>
        <p:spPr>
          <a:xfrm flipH="1" rot="997180">
            <a:off x="220521" y="343717"/>
            <a:ext cx="848082" cy="171653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4" name="Google Shape;2694;p113"/>
          <p:cNvSpPr/>
          <p:nvPr/>
        </p:nvSpPr>
        <p:spPr>
          <a:xfrm rot="-10262709">
            <a:off x="6864155" y="4703248"/>
            <a:ext cx="970031" cy="22723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95" name="Google Shape;2695;p113"/>
          <p:cNvGrpSpPr/>
          <p:nvPr/>
        </p:nvGrpSpPr>
        <p:grpSpPr>
          <a:xfrm rot="-3600132">
            <a:off x="1590800" y="402690"/>
            <a:ext cx="239901" cy="217311"/>
            <a:chOff x="1640475" y="1197075"/>
            <a:chExt cx="55475" cy="50250"/>
          </a:xfrm>
        </p:grpSpPr>
        <p:sp>
          <p:nvSpPr>
            <p:cNvPr id="2696" name="Google Shape;2696;p11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11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11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99" name="Google Shape;2699;p113"/>
          <p:cNvGrpSpPr/>
          <p:nvPr/>
        </p:nvGrpSpPr>
        <p:grpSpPr>
          <a:xfrm rot="10799765">
            <a:off x="8163975" y="4278850"/>
            <a:ext cx="243108" cy="220216"/>
            <a:chOff x="1640475" y="1197075"/>
            <a:chExt cx="55475" cy="50250"/>
          </a:xfrm>
        </p:grpSpPr>
        <p:sp>
          <p:nvSpPr>
            <p:cNvPr id="2700" name="Google Shape;2700;p11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11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11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03" name="Google Shape;2703;p113"/>
          <p:cNvSpPr/>
          <p:nvPr/>
        </p:nvSpPr>
        <p:spPr>
          <a:xfrm flipH="1">
            <a:off x="8391886" y="405626"/>
            <a:ext cx="510489" cy="754774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4" name="Google Shape;2704;p113"/>
          <p:cNvSpPr/>
          <p:nvPr/>
        </p:nvSpPr>
        <p:spPr>
          <a:xfrm rot="-9876870">
            <a:off x="896524" y="4221099"/>
            <a:ext cx="959264" cy="701800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05" name="Google Shape;2705;p113"/>
          <p:cNvGrpSpPr/>
          <p:nvPr/>
        </p:nvGrpSpPr>
        <p:grpSpPr>
          <a:xfrm rot="-5400000">
            <a:off x="268420" y="4295778"/>
            <a:ext cx="359744" cy="325866"/>
            <a:chOff x="1640475" y="1197075"/>
            <a:chExt cx="55475" cy="50250"/>
          </a:xfrm>
        </p:grpSpPr>
        <p:sp>
          <p:nvSpPr>
            <p:cNvPr id="2706" name="Google Shape;2706;p11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11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11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4">
  <p:cSld name="TITLE_AND_BODY_1_1_1_2">
    <p:spTree>
      <p:nvGrpSpPr>
        <p:cNvPr id="2709" name="Shape 2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0" name="Google Shape;2710;p114"/>
          <p:cNvSpPr txBox="1"/>
          <p:nvPr>
            <p:ph idx="1" type="body"/>
          </p:nvPr>
        </p:nvSpPr>
        <p:spPr>
          <a:xfrm>
            <a:off x="2233425" y="1987750"/>
            <a:ext cx="4677300" cy="177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04800" lvl="0" marL="457200" algn="ctr">
              <a:spcBef>
                <a:spcPts val="12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●"/>
              <a:defRPr sz="16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indent="-304800" lvl="1" marL="91440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○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048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■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048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●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048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○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048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■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048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●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048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○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048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■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711" name="Google Shape;2711;p114"/>
          <p:cNvSpPr txBox="1"/>
          <p:nvPr>
            <p:ph type="title"/>
          </p:nvPr>
        </p:nvSpPr>
        <p:spPr>
          <a:xfrm>
            <a:off x="3283875" y="759398"/>
            <a:ext cx="2576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712" name="Google Shape;2712;p114"/>
          <p:cNvSpPr/>
          <p:nvPr/>
        </p:nvSpPr>
        <p:spPr>
          <a:xfrm flipH="1">
            <a:off x="-1416201" y="3995333"/>
            <a:ext cx="3997055" cy="1412317"/>
          </a:xfrm>
          <a:custGeom>
            <a:rect b="b" l="l" r="r" t="t"/>
            <a:pathLst>
              <a:path extrusionOk="0" h="8613" w="24376">
                <a:moveTo>
                  <a:pt x="12572" y="1"/>
                </a:moveTo>
                <a:cubicBezTo>
                  <a:pt x="11930" y="1"/>
                  <a:pt x="11305" y="137"/>
                  <a:pt x="10778" y="460"/>
                </a:cubicBezTo>
                <a:cubicBezTo>
                  <a:pt x="10193" y="818"/>
                  <a:pt x="9818" y="1341"/>
                  <a:pt x="9503" y="1852"/>
                </a:cubicBezTo>
                <a:cubicBezTo>
                  <a:pt x="9167" y="2398"/>
                  <a:pt x="8889" y="2969"/>
                  <a:pt x="8475" y="3485"/>
                </a:cubicBezTo>
                <a:cubicBezTo>
                  <a:pt x="8044" y="4023"/>
                  <a:pt x="7451" y="4445"/>
                  <a:pt x="6633" y="4599"/>
                </a:cubicBezTo>
                <a:cubicBezTo>
                  <a:pt x="6259" y="4669"/>
                  <a:pt x="5879" y="4690"/>
                  <a:pt x="5496" y="4690"/>
                </a:cubicBezTo>
                <a:cubicBezTo>
                  <a:pt x="4945" y="4690"/>
                  <a:pt x="4388" y="4646"/>
                  <a:pt x="3837" y="4646"/>
                </a:cubicBezTo>
                <a:cubicBezTo>
                  <a:pt x="3701" y="4646"/>
                  <a:pt x="3564" y="4649"/>
                  <a:pt x="3429" y="4656"/>
                </a:cubicBezTo>
                <a:cubicBezTo>
                  <a:pt x="2927" y="4680"/>
                  <a:pt x="2424" y="4755"/>
                  <a:pt x="1974" y="4934"/>
                </a:cubicBezTo>
                <a:cubicBezTo>
                  <a:pt x="1568" y="5095"/>
                  <a:pt x="1218" y="5332"/>
                  <a:pt x="943" y="5611"/>
                </a:cubicBezTo>
                <a:cubicBezTo>
                  <a:pt x="425" y="6133"/>
                  <a:pt x="179" y="6806"/>
                  <a:pt x="311" y="7456"/>
                </a:cubicBezTo>
                <a:cubicBezTo>
                  <a:pt x="309" y="7456"/>
                  <a:pt x="307" y="7456"/>
                  <a:pt x="305" y="7456"/>
                </a:cubicBezTo>
                <a:cubicBezTo>
                  <a:pt x="282" y="7456"/>
                  <a:pt x="258" y="7461"/>
                  <a:pt x="234" y="7475"/>
                </a:cubicBezTo>
                <a:cubicBezTo>
                  <a:pt x="83" y="7556"/>
                  <a:pt x="1" y="7677"/>
                  <a:pt x="4" y="7821"/>
                </a:cubicBezTo>
                <a:cubicBezTo>
                  <a:pt x="12" y="8172"/>
                  <a:pt x="404" y="8373"/>
                  <a:pt x="826" y="8396"/>
                </a:cubicBezTo>
                <a:cubicBezTo>
                  <a:pt x="860" y="8398"/>
                  <a:pt x="894" y="8399"/>
                  <a:pt x="929" y="8399"/>
                </a:cubicBezTo>
                <a:cubicBezTo>
                  <a:pt x="1162" y="8399"/>
                  <a:pt x="1397" y="8361"/>
                  <a:pt x="1626" y="8334"/>
                </a:cubicBezTo>
                <a:cubicBezTo>
                  <a:pt x="1931" y="8297"/>
                  <a:pt x="2238" y="8262"/>
                  <a:pt x="2544" y="8230"/>
                </a:cubicBezTo>
                <a:cubicBezTo>
                  <a:pt x="3747" y="8107"/>
                  <a:pt x="4958" y="8023"/>
                  <a:pt x="6170" y="7965"/>
                </a:cubicBezTo>
                <a:cubicBezTo>
                  <a:pt x="8591" y="7850"/>
                  <a:pt x="11019" y="7838"/>
                  <a:pt x="13445" y="7824"/>
                </a:cubicBezTo>
                <a:cubicBezTo>
                  <a:pt x="13813" y="7822"/>
                  <a:pt x="14182" y="7820"/>
                  <a:pt x="14552" y="7820"/>
                </a:cubicBezTo>
                <a:cubicBezTo>
                  <a:pt x="16507" y="7820"/>
                  <a:pt x="18472" y="7870"/>
                  <a:pt x="20390" y="8174"/>
                </a:cubicBezTo>
                <a:cubicBezTo>
                  <a:pt x="20952" y="8264"/>
                  <a:pt x="21511" y="8375"/>
                  <a:pt x="22057" y="8512"/>
                </a:cubicBezTo>
                <a:cubicBezTo>
                  <a:pt x="22240" y="8558"/>
                  <a:pt x="22430" y="8612"/>
                  <a:pt x="22625" y="8612"/>
                </a:cubicBezTo>
                <a:cubicBezTo>
                  <a:pt x="22665" y="8612"/>
                  <a:pt x="22706" y="8610"/>
                  <a:pt x="22747" y="8605"/>
                </a:cubicBezTo>
                <a:cubicBezTo>
                  <a:pt x="22986" y="8575"/>
                  <a:pt x="23126" y="8437"/>
                  <a:pt x="23188" y="8265"/>
                </a:cubicBezTo>
                <a:cubicBezTo>
                  <a:pt x="23342" y="7840"/>
                  <a:pt x="23440" y="7396"/>
                  <a:pt x="23556" y="6963"/>
                </a:cubicBezTo>
                <a:cubicBezTo>
                  <a:pt x="23675" y="6520"/>
                  <a:pt x="23785" y="6077"/>
                  <a:pt x="23879" y="5631"/>
                </a:cubicBezTo>
                <a:cubicBezTo>
                  <a:pt x="24251" y="3879"/>
                  <a:pt x="24375" y="2063"/>
                  <a:pt x="23717" y="343"/>
                </a:cubicBezTo>
                <a:cubicBezTo>
                  <a:pt x="23697" y="293"/>
                  <a:pt x="23642" y="267"/>
                  <a:pt x="23586" y="267"/>
                </a:cubicBezTo>
                <a:cubicBezTo>
                  <a:pt x="23541" y="267"/>
                  <a:pt x="23495" y="284"/>
                  <a:pt x="23467" y="317"/>
                </a:cubicBezTo>
                <a:cubicBezTo>
                  <a:pt x="23327" y="480"/>
                  <a:pt x="23169" y="631"/>
                  <a:pt x="22991" y="769"/>
                </a:cubicBezTo>
                <a:cubicBezTo>
                  <a:pt x="22274" y="1328"/>
                  <a:pt x="21289" y="1670"/>
                  <a:pt x="20281" y="1764"/>
                </a:cubicBezTo>
                <a:cubicBezTo>
                  <a:pt x="20062" y="1784"/>
                  <a:pt x="19841" y="1794"/>
                  <a:pt x="19620" y="1794"/>
                </a:cubicBezTo>
                <a:cubicBezTo>
                  <a:pt x="18644" y="1794"/>
                  <a:pt x="17671" y="1601"/>
                  <a:pt x="16789" y="1286"/>
                </a:cubicBezTo>
                <a:cubicBezTo>
                  <a:pt x="15722" y="905"/>
                  <a:pt x="14754" y="349"/>
                  <a:pt x="13607" y="110"/>
                </a:cubicBezTo>
                <a:cubicBezTo>
                  <a:pt x="13266" y="40"/>
                  <a:pt x="12917" y="1"/>
                  <a:pt x="12572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3" name="Google Shape;2713;p114"/>
          <p:cNvSpPr/>
          <p:nvPr/>
        </p:nvSpPr>
        <p:spPr>
          <a:xfrm rot="-5400000">
            <a:off x="6552370" y="2577693"/>
            <a:ext cx="3486086" cy="1837176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4" name="Google Shape;2714;p114"/>
          <p:cNvSpPr/>
          <p:nvPr/>
        </p:nvSpPr>
        <p:spPr>
          <a:xfrm flipH="1" rot="-5400000">
            <a:off x="-1100548" y="77563"/>
            <a:ext cx="3365751" cy="1857837"/>
          </a:xfrm>
          <a:custGeom>
            <a:rect b="b" l="l" r="r" t="t"/>
            <a:pathLst>
              <a:path extrusionOk="0" h="11330" w="20526">
                <a:moveTo>
                  <a:pt x="12939" y="1"/>
                </a:moveTo>
                <a:cubicBezTo>
                  <a:pt x="11999" y="1"/>
                  <a:pt x="11086" y="167"/>
                  <a:pt x="10169" y="370"/>
                </a:cubicBezTo>
                <a:cubicBezTo>
                  <a:pt x="9691" y="476"/>
                  <a:pt x="9213" y="584"/>
                  <a:pt x="8731" y="667"/>
                </a:cubicBezTo>
                <a:cubicBezTo>
                  <a:pt x="8234" y="750"/>
                  <a:pt x="7732" y="802"/>
                  <a:pt x="7229" y="839"/>
                </a:cubicBezTo>
                <a:cubicBezTo>
                  <a:pt x="6231" y="913"/>
                  <a:pt x="5230" y="935"/>
                  <a:pt x="4235" y="1052"/>
                </a:cubicBezTo>
                <a:cubicBezTo>
                  <a:pt x="3806" y="1102"/>
                  <a:pt x="3380" y="1184"/>
                  <a:pt x="2951" y="1235"/>
                </a:cubicBezTo>
                <a:cubicBezTo>
                  <a:pt x="2746" y="1260"/>
                  <a:pt x="2537" y="1279"/>
                  <a:pt x="2328" y="1279"/>
                </a:cubicBezTo>
                <a:cubicBezTo>
                  <a:pt x="2138" y="1279"/>
                  <a:pt x="1948" y="1263"/>
                  <a:pt x="1762" y="1222"/>
                </a:cubicBezTo>
                <a:cubicBezTo>
                  <a:pt x="1578" y="1180"/>
                  <a:pt x="1402" y="1113"/>
                  <a:pt x="1242" y="1012"/>
                </a:cubicBezTo>
                <a:cubicBezTo>
                  <a:pt x="1161" y="960"/>
                  <a:pt x="1089" y="870"/>
                  <a:pt x="988" y="868"/>
                </a:cubicBezTo>
                <a:cubicBezTo>
                  <a:pt x="985" y="868"/>
                  <a:pt x="983" y="868"/>
                  <a:pt x="981" y="868"/>
                </a:cubicBezTo>
                <a:cubicBezTo>
                  <a:pt x="897" y="868"/>
                  <a:pt x="810" y="887"/>
                  <a:pt x="732" y="917"/>
                </a:cubicBezTo>
                <a:cubicBezTo>
                  <a:pt x="360" y="1060"/>
                  <a:pt x="147" y="1435"/>
                  <a:pt x="79" y="1816"/>
                </a:cubicBezTo>
                <a:cubicBezTo>
                  <a:pt x="38" y="2046"/>
                  <a:pt x="37" y="2279"/>
                  <a:pt x="38" y="2512"/>
                </a:cubicBezTo>
                <a:cubicBezTo>
                  <a:pt x="38" y="2767"/>
                  <a:pt x="39" y="3024"/>
                  <a:pt x="40" y="3279"/>
                </a:cubicBezTo>
                <a:cubicBezTo>
                  <a:pt x="42" y="3797"/>
                  <a:pt x="44" y="4315"/>
                  <a:pt x="46" y="4833"/>
                </a:cubicBezTo>
                <a:cubicBezTo>
                  <a:pt x="50" y="5817"/>
                  <a:pt x="54" y="6803"/>
                  <a:pt x="57" y="7787"/>
                </a:cubicBezTo>
                <a:cubicBezTo>
                  <a:pt x="55" y="7786"/>
                  <a:pt x="54" y="7785"/>
                  <a:pt x="52" y="7785"/>
                </a:cubicBezTo>
                <a:cubicBezTo>
                  <a:pt x="0" y="7785"/>
                  <a:pt x="101" y="8649"/>
                  <a:pt x="628" y="8724"/>
                </a:cubicBezTo>
                <a:cubicBezTo>
                  <a:pt x="1441" y="8840"/>
                  <a:pt x="1514" y="10145"/>
                  <a:pt x="2146" y="10693"/>
                </a:cubicBezTo>
                <a:cubicBezTo>
                  <a:pt x="2452" y="10957"/>
                  <a:pt x="2805" y="11167"/>
                  <a:pt x="3199" y="11261"/>
                </a:cubicBezTo>
                <a:cubicBezTo>
                  <a:pt x="3402" y="11310"/>
                  <a:pt x="3609" y="11330"/>
                  <a:pt x="3816" y="11330"/>
                </a:cubicBezTo>
                <a:cubicBezTo>
                  <a:pt x="4077" y="11330"/>
                  <a:pt x="4340" y="11298"/>
                  <a:pt x="4597" y="11251"/>
                </a:cubicBezTo>
                <a:cubicBezTo>
                  <a:pt x="5367" y="11113"/>
                  <a:pt x="6207" y="10865"/>
                  <a:pt x="6645" y="10152"/>
                </a:cubicBezTo>
                <a:cubicBezTo>
                  <a:pt x="6859" y="9801"/>
                  <a:pt x="6970" y="9395"/>
                  <a:pt x="7203" y="9055"/>
                </a:cubicBezTo>
                <a:cubicBezTo>
                  <a:pt x="7421" y="8736"/>
                  <a:pt x="7758" y="8532"/>
                  <a:pt x="8120" y="8419"/>
                </a:cubicBezTo>
                <a:cubicBezTo>
                  <a:pt x="8559" y="8282"/>
                  <a:pt x="9011" y="8265"/>
                  <a:pt x="9465" y="8265"/>
                </a:cubicBezTo>
                <a:cubicBezTo>
                  <a:pt x="9615" y="8265"/>
                  <a:pt x="9765" y="8267"/>
                  <a:pt x="9915" y="8267"/>
                </a:cubicBezTo>
                <a:cubicBezTo>
                  <a:pt x="10115" y="8267"/>
                  <a:pt x="10316" y="8264"/>
                  <a:pt x="10515" y="8248"/>
                </a:cubicBezTo>
                <a:cubicBezTo>
                  <a:pt x="10927" y="8216"/>
                  <a:pt x="11342" y="8132"/>
                  <a:pt x="11707" y="7927"/>
                </a:cubicBezTo>
                <a:cubicBezTo>
                  <a:pt x="12074" y="7718"/>
                  <a:pt x="12352" y="7394"/>
                  <a:pt x="12600" y="7055"/>
                </a:cubicBezTo>
                <a:cubicBezTo>
                  <a:pt x="13089" y="6385"/>
                  <a:pt x="13543" y="5673"/>
                  <a:pt x="14244" y="5207"/>
                </a:cubicBezTo>
                <a:cubicBezTo>
                  <a:pt x="14594" y="4972"/>
                  <a:pt x="14986" y="4825"/>
                  <a:pt x="15405" y="4792"/>
                </a:cubicBezTo>
                <a:cubicBezTo>
                  <a:pt x="15494" y="4785"/>
                  <a:pt x="15582" y="4782"/>
                  <a:pt x="15670" y="4782"/>
                </a:cubicBezTo>
                <a:cubicBezTo>
                  <a:pt x="16070" y="4782"/>
                  <a:pt x="16469" y="4843"/>
                  <a:pt x="16866" y="4877"/>
                </a:cubicBezTo>
                <a:cubicBezTo>
                  <a:pt x="17302" y="4915"/>
                  <a:pt x="17740" y="4933"/>
                  <a:pt x="18178" y="4933"/>
                </a:cubicBezTo>
                <a:cubicBezTo>
                  <a:pt x="18243" y="4933"/>
                  <a:pt x="18309" y="4933"/>
                  <a:pt x="18374" y="4932"/>
                </a:cubicBezTo>
                <a:cubicBezTo>
                  <a:pt x="18585" y="4929"/>
                  <a:pt x="18814" y="4941"/>
                  <a:pt x="19012" y="4857"/>
                </a:cubicBezTo>
                <a:cubicBezTo>
                  <a:pt x="19193" y="4780"/>
                  <a:pt x="19305" y="4623"/>
                  <a:pt x="19390" y="4450"/>
                </a:cubicBezTo>
                <a:cubicBezTo>
                  <a:pt x="19618" y="3989"/>
                  <a:pt x="19825" y="3515"/>
                  <a:pt x="20041" y="3049"/>
                </a:cubicBezTo>
                <a:cubicBezTo>
                  <a:pt x="20147" y="2821"/>
                  <a:pt x="20256" y="2595"/>
                  <a:pt x="20357" y="2365"/>
                </a:cubicBezTo>
                <a:cubicBezTo>
                  <a:pt x="20444" y="2165"/>
                  <a:pt x="20525" y="1951"/>
                  <a:pt x="20518" y="1728"/>
                </a:cubicBezTo>
                <a:cubicBezTo>
                  <a:pt x="20505" y="1297"/>
                  <a:pt x="20161" y="1008"/>
                  <a:pt x="19822" y="810"/>
                </a:cubicBezTo>
                <a:cubicBezTo>
                  <a:pt x="19463" y="601"/>
                  <a:pt x="19065" y="469"/>
                  <a:pt x="18660" y="392"/>
                </a:cubicBezTo>
                <a:cubicBezTo>
                  <a:pt x="17815" y="229"/>
                  <a:pt x="16950" y="272"/>
                  <a:pt x="16095" y="224"/>
                </a:cubicBezTo>
                <a:cubicBezTo>
                  <a:pt x="15084" y="168"/>
                  <a:pt x="14079" y="19"/>
                  <a:pt x="13065" y="2"/>
                </a:cubicBezTo>
                <a:cubicBezTo>
                  <a:pt x="13023" y="1"/>
                  <a:pt x="12981" y="1"/>
                  <a:pt x="12939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5" name="Google Shape;2715;p114"/>
          <p:cNvSpPr/>
          <p:nvPr/>
        </p:nvSpPr>
        <p:spPr>
          <a:xfrm flipH="1" rot="9000107">
            <a:off x="6710506" y="323704"/>
            <a:ext cx="615242" cy="14412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6" name="Google Shape;2716;p114"/>
          <p:cNvSpPr/>
          <p:nvPr/>
        </p:nvSpPr>
        <p:spPr>
          <a:xfrm flipH="1" rot="8768117">
            <a:off x="6705008" y="4254869"/>
            <a:ext cx="545184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17" name="Google Shape;2717;p114"/>
          <p:cNvGrpSpPr/>
          <p:nvPr/>
        </p:nvGrpSpPr>
        <p:grpSpPr>
          <a:xfrm rot="3412077">
            <a:off x="842755" y="760335"/>
            <a:ext cx="228601" cy="207083"/>
            <a:chOff x="1640475" y="1197075"/>
            <a:chExt cx="55475" cy="50250"/>
          </a:xfrm>
        </p:grpSpPr>
        <p:sp>
          <p:nvSpPr>
            <p:cNvPr id="2718" name="Google Shape;2718;p11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11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11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21" name="Google Shape;2721;p114"/>
          <p:cNvGrpSpPr/>
          <p:nvPr/>
        </p:nvGrpSpPr>
        <p:grpSpPr>
          <a:xfrm rot="5627131">
            <a:off x="1177325" y="3787339"/>
            <a:ext cx="408783" cy="370267"/>
            <a:chOff x="1640475" y="1197075"/>
            <a:chExt cx="55475" cy="50250"/>
          </a:xfrm>
        </p:grpSpPr>
        <p:sp>
          <p:nvSpPr>
            <p:cNvPr id="2722" name="Google Shape;2722;p11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11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11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25" name="Google Shape;2725;p114"/>
          <p:cNvSpPr/>
          <p:nvPr/>
        </p:nvSpPr>
        <p:spPr>
          <a:xfrm rot="7492361">
            <a:off x="-206510" y="1813740"/>
            <a:ext cx="809523" cy="1268415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26" name="Google Shape;2726;p114"/>
          <p:cNvGrpSpPr/>
          <p:nvPr/>
        </p:nvGrpSpPr>
        <p:grpSpPr>
          <a:xfrm rot="3497029">
            <a:off x="8440893" y="3550453"/>
            <a:ext cx="267259" cy="242085"/>
            <a:chOff x="1640475" y="1197075"/>
            <a:chExt cx="55475" cy="50250"/>
          </a:xfrm>
        </p:grpSpPr>
        <p:sp>
          <p:nvSpPr>
            <p:cNvPr id="2727" name="Google Shape;2727;p11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11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11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30" name="Google Shape;2730;p114"/>
          <p:cNvSpPr/>
          <p:nvPr/>
        </p:nvSpPr>
        <p:spPr>
          <a:xfrm rot="-3239791">
            <a:off x="7229013" y="-720658"/>
            <a:ext cx="2132820" cy="2139051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5">
  <p:cSld name="TITLE_AND_BODY_1_1_1_2_1">
    <p:spTree>
      <p:nvGrpSpPr>
        <p:cNvPr id="2731" name="Shape 27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2" name="Google Shape;2732;p115"/>
          <p:cNvSpPr txBox="1"/>
          <p:nvPr>
            <p:ph type="title"/>
          </p:nvPr>
        </p:nvSpPr>
        <p:spPr>
          <a:xfrm>
            <a:off x="3387900" y="758952"/>
            <a:ext cx="23682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733" name="Google Shape;2733;p115"/>
          <p:cNvSpPr txBox="1"/>
          <p:nvPr>
            <p:ph idx="1" type="subTitle"/>
          </p:nvPr>
        </p:nvSpPr>
        <p:spPr>
          <a:xfrm>
            <a:off x="1783125" y="1791144"/>
            <a:ext cx="5586600" cy="1340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45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734" name="Google Shape;2734;p115"/>
          <p:cNvSpPr/>
          <p:nvPr/>
        </p:nvSpPr>
        <p:spPr>
          <a:xfrm>
            <a:off x="-150975" y="3211475"/>
            <a:ext cx="4108725" cy="1933586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accen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35" name="Google Shape;2735;p115"/>
          <p:cNvSpPr/>
          <p:nvPr/>
        </p:nvSpPr>
        <p:spPr>
          <a:xfrm rot="5400000">
            <a:off x="7390582" y="3099598"/>
            <a:ext cx="2151033" cy="2157317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dk2">
              <a:alpha val="4018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36" name="Google Shape;2736;p115"/>
          <p:cNvSpPr/>
          <p:nvPr/>
        </p:nvSpPr>
        <p:spPr>
          <a:xfrm rot="10800000">
            <a:off x="-1291279" y="-1584618"/>
            <a:ext cx="3522302" cy="2810028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37" name="Google Shape;2737;p115"/>
          <p:cNvSpPr/>
          <p:nvPr/>
        </p:nvSpPr>
        <p:spPr>
          <a:xfrm flipH="1" rot="10800000">
            <a:off x="6343786" y="-381722"/>
            <a:ext cx="4164738" cy="1716675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38" name="Google Shape;2738;p115"/>
          <p:cNvGrpSpPr/>
          <p:nvPr/>
        </p:nvGrpSpPr>
        <p:grpSpPr>
          <a:xfrm rot="-5400000">
            <a:off x="8068180" y="1904209"/>
            <a:ext cx="244822" cy="221773"/>
            <a:chOff x="1640475" y="1197075"/>
            <a:chExt cx="55475" cy="50250"/>
          </a:xfrm>
        </p:grpSpPr>
        <p:sp>
          <p:nvSpPr>
            <p:cNvPr id="2739" name="Google Shape;2739;p11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11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11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42" name="Google Shape;2742;p115"/>
          <p:cNvSpPr/>
          <p:nvPr/>
        </p:nvSpPr>
        <p:spPr>
          <a:xfrm rot="912813">
            <a:off x="8372080" y="228912"/>
            <a:ext cx="529792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43" name="Google Shape;2743;p115"/>
          <p:cNvGrpSpPr/>
          <p:nvPr/>
        </p:nvGrpSpPr>
        <p:grpSpPr>
          <a:xfrm rot="-5400000">
            <a:off x="707399" y="439585"/>
            <a:ext cx="221772" cy="200884"/>
            <a:chOff x="1640475" y="1197075"/>
            <a:chExt cx="55475" cy="50250"/>
          </a:xfrm>
        </p:grpSpPr>
        <p:sp>
          <p:nvSpPr>
            <p:cNvPr id="2744" name="Google Shape;2744;p11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11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11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47" name="Google Shape;2747;p115"/>
          <p:cNvSpPr/>
          <p:nvPr/>
        </p:nvSpPr>
        <p:spPr>
          <a:xfrm rot="-651040">
            <a:off x="375788" y="1730465"/>
            <a:ext cx="884989" cy="20733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6">
  <p:cSld name="TITLE_AND_BODY_1_1_1_2_1_1">
    <p:spTree>
      <p:nvGrpSpPr>
        <p:cNvPr id="2748" name="Shape 27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9" name="Google Shape;2749;p116"/>
          <p:cNvSpPr txBox="1"/>
          <p:nvPr>
            <p:ph idx="1" type="body"/>
          </p:nvPr>
        </p:nvSpPr>
        <p:spPr>
          <a:xfrm>
            <a:off x="1201513" y="2904919"/>
            <a:ext cx="2453400" cy="36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04800" lvl="0" marL="4572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●"/>
              <a:defRPr sz="1800"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indent="-3048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048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048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048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048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048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048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048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750" name="Google Shape;2750;p116"/>
          <p:cNvSpPr txBox="1"/>
          <p:nvPr>
            <p:ph type="title"/>
          </p:nvPr>
        </p:nvSpPr>
        <p:spPr>
          <a:xfrm>
            <a:off x="3387900" y="758952"/>
            <a:ext cx="23682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751" name="Google Shape;2751;p116"/>
          <p:cNvSpPr txBox="1"/>
          <p:nvPr>
            <p:ph idx="2" type="subTitle"/>
          </p:nvPr>
        </p:nvSpPr>
        <p:spPr>
          <a:xfrm>
            <a:off x="1201513" y="1901717"/>
            <a:ext cx="2453400" cy="769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42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752" name="Google Shape;2752;p116"/>
          <p:cNvSpPr/>
          <p:nvPr/>
        </p:nvSpPr>
        <p:spPr>
          <a:xfrm flipH="1">
            <a:off x="7326560" y="3204833"/>
            <a:ext cx="2502288" cy="2607656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53" name="Google Shape;2753;p116"/>
          <p:cNvSpPr/>
          <p:nvPr/>
        </p:nvSpPr>
        <p:spPr>
          <a:xfrm flipH="1">
            <a:off x="-457025" y="3980076"/>
            <a:ext cx="2928340" cy="1246805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54" name="Google Shape;2754;p116"/>
          <p:cNvSpPr/>
          <p:nvPr/>
        </p:nvSpPr>
        <p:spPr>
          <a:xfrm flipH="1">
            <a:off x="6402777" y="-238032"/>
            <a:ext cx="3923803" cy="1058013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55" name="Google Shape;2755;p116"/>
          <p:cNvSpPr/>
          <p:nvPr/>
        </p:nvSpPr>
        <p:spPr>
          <a:xfrm>
            <a:off x="-1077816" y="-1599487"/>
            <a:ext cx="3390448" cy="2704882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56" name="Google Shape;2756;p116"/>
          <p:cNvGrpSpPr/>
          <p:nvPr/>
        </p:nvGrpSpPr>
        <p:grpSpPr>
          <a:xfrm rot="1800041">
            <a:off x="8030472" y="3933161"/>
            <a:ext cx="221773" cy="200885"/>
            <a:chOff x="1640475" y="1197075"/>
            <a:chExt cx="55475" cy="50250"/>
          </a:xfrm>
        </p:grpSpPr>
        <p:sp>
          <p:nvSpPr>
            <p:cNvPr id="2757" name="Google Shape;2757;p11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11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11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60" name="Google Shape;2760;p116"/>
          <p:cNvSpPr/>
          <p:nvPr/>
        </p:nvSpPr>
        <p:spPr>
          <a:xfrm rot="912813">
            <a:off x="6876280" y="709487"/>
            <a:ext cx="529792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61" name="Google Shape;2761;p116"/>
          <p:cNvGrpSpPr/>
          <p:nvPr/>
        </p:nvGrpSpPr>
        <p:grpSpPr>
          <a:xfrm rot="-5400000">
            <a:off x="506511" y="3478772"/>
            <a:ext cx="221772" cy="200884"/>
            <a:chOff x="1640475" y="1197075"/>
            <a:chExt cx="55475" cy="50250"/>
          </a:xfrm>
        </p:grpSpPr>
        <p:sp>
          <p:nvSpPr>
            <p:cNvPr id="2762" name="Google Shape;2762;p11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11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11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65" name="Google Shape;2765;p116"/>
          <p:cNvSpPr/>
          <p:nvPr/>
        </p:nvSpPr>
        <p:spPr>
          <a:xfrm rot="-9674336">
            <a:off x="1042315" y="-186608"/>
            <a:ext cx="609625" cy="955176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7">
  <p:cSld name="TITLE_AND_BODY_1_1_1_2_1_1_1">
    <p:spTree>
      <p:nvGrpSpPr>
        <p:cNvPr id="2766" name="Shape 27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7" name="Google Shape;2767;p117"/>
          <p:cNvSpPr txBox="1"/>
          <p:nvPr>
            <p:ph type="title"/>
          </p:nvPr>
        </p:nvSpPr>
        <p:spPr>
          <a:xfrm>
            <a:off x="3045650" y="758950"/>
            <a:ext cx="30528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768" name="Google Shape;2768;p117"/>
          <p:cNvSpPr txBox="1"/>
          <p:nvPr>
            <p:ph idx="1" type="subTitle"/>
          </p:nvPr>
        </p:nvSpPr>
        <p:spPr>
          <a:xfrm>
            <a:off x="3045700" y="2375375"/>
            <a:ext cx="3052800" cy="938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46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769" name="Google Shape;2769;p117"/>
          <p:cNvSpPr/>
          <p:nvPr/>
        </p:nvSpPr>
        <p:spPr>
          <a:xfrm>
            <a:off x="-96271" y="3523616"/>
            <a:ext cx="3937248" cy="1852861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dk2">
              <a:alpha val="4018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70" name="Google Shape;2770;p117"/>
          <p:cNvSpPr/>
          <p:nvPr/>
        </p:nvSpPr>
        <p:spPr>
          <a:xfrm rot="10800000">
            <a:off x="-615404" y="-1265593"/>
            <a:ext cx="3522302" cy="2810028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71" name="Google Shape;2771;p117"/>
          <p:cNvSpPr/>
          <p:nvPr/>
        </p:nvSpPr>
        <p:spPr>
          <a:xfrm flipH="1">
            <a:off x="7166298" y="2888852"/>
            <a:ext cx="2599602" cy="2709024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72" name="Google Shape;2772;p117"/>
          <p:cNvSpPr/>
          <p:nvPr/>
        </p:nvSpPr>
        <p:spPr>
          <a:xfrm flipH="1" rot="10800000">
            <a:off x="6379202" y="-224944"/>
            <a:ext cx="2946289" cy="1214439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73" name="Google Shape;2773;p117"/>
          <p:cNvGrpSpPr/>
          <p:nvPr/>
        </p:nvGrpSpPr>
        <p:grpSpPr>
          <a:xfrm rot="-9900030">
            <a:off x="7744384" y="3303414"/>
            <a:ext cx="215932" cy="195605"/>
            <a:chOff x="1640475" y="1197075"/>
            <a:chExt cx="55475" cy="50250"/>
          </a:xfrm>
        </p:grpSpPr>
        <p:sp>
          <p:nvSpPr>
            <p:cNvPr id="2774" name="Google Shape;2774;p11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11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11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77" name="Google Shape;2777;p117"/>
          <p:cNvSpPr/>
          <p:nvPr/>
        </p:nvSpPr>
        <p:spPr>
          <a:xfrm flipH="1" rot="-2121718">
            <a:off x="6738637" y="226323"/>
            <a:ext cx="888103" cy="20804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78" name="Google Shape;2778;p117"/>
          <p:cNvSpPr/>
          <p:nvPr/>
        </p:nvSpPr>
        <p:spPr>
          <a:xfrm flipH="1" rot="-10799883">
            <a:off x="2554097" y="4877148"/>
            <a:ext cx="545177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79" name="Google Shape;2779;p117"/>
          <p:cNvGrpSpPr/>
          <p:nvPr/>
        </p:nvGrpSpPr>
        <p:grpSpPr>
          <a:xfrm rot="6300061">
            <a:off x="847794" y="268463"/>
            <a:ext cx="453875" cy="411156"/>
            <a:chOff x="1640475" y="1197075"/>
            <a:chExt cx="55475" cy="50250"/>
          </a:xfrm>
        </p:grpSpPr>
        <p:sp>
          <p:nvSpPr>
            <p:cNvPr id="2780" name="Google Shape;2780;p11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11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11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83" name="Google Shape;2783;p117"/>
          <p:cNvSpPr/>
          <p:nvPr/>
        </p:nvSpPr>
        <p:spPr>
          <a:xfrm rot="10800000">
            <a:off x="5828025" y="4022950"/>
            <a:ext cx="1167574" cy="854200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84" name="Google Shape;2784;p117"/>
          <p:cNvSpPr/>
          <p:nvPr/>
        </p:nvSpPr>
        <p:spPr>
          <a:xfrm flipH="1" rot="6566059">
            <a:off x="8815426" y="3103302"/>
            <a:ext cx="545172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85" name="Google Shape;2785;p117"/>
          <p:cNvSpPr/>
          <p:nvPr/>
        </p:nvSpPr>
        <p:spPr>
          <a:xfrm rot="-10431899">
            <a:off x="356617" y="1190894"/>
            <a:ext cx="733110" cy="1148601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8">
  <p:cSld name="TITLE_AND_BODY_1_1_1_2_1_1_1_1">
    <p:spTree>
      <p:nvGrpSpPr>
        <p:cNvPr id="2786" name="Shape 27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7" name="Google Shape;2787;p118"/>
          <p:cNvSpPr txBox="1"/>
          <p:nvPr>
            <p:ph idx="1" type="subTitle"/>
          </p:nvPr>
        </p:nvSpPr>
        <p:spPr>
          <a:xfrm>
            <a:off x="4775063" y="2355800"/>
            <a:ext cx="3095100" cy="1191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6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788" name="Google Shape;2788;p118"/>
          <p:cNvSpPr txBox="1"/>
          <p:nvPr>
            <p:ph type="title"/>
          </p:nvPr>
        </p:nvSpPr>
        <p:spPr>
          <a:xfrm>
            <a:off x="3068175" y="758950"/>
            <a:ext cx="30078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789" name="Google Shape;2789;p118"/>
          <p:cNvSpPr/>
          <p:nvPr/>
        </p:nvSpPr>
        <p:spPr>
          <a:xfrm flipH="1" rot="10800000">
            <a:off x="7052435" y="-342694"/>
            <a:ext cx="2387697" cy="2484758"/>
          </a:xfrm>
          <a:custGeom>
            <a:rect b="b" l="l" r="r" t="t"/>
            <a:pathLst>
              <a:path extrusionOk="0" h="15232" w="14637">
                <a:moveTo>
                  <a:pt x="11445" y="0"/>
                </a:moveTo>
                <a:cubicBezTo>
                  <a:pt x="11308" y="0"/>
                  <a:pt x="11172" y="12"/>
                  <a:pt x="11039" y="38"/>
                </a:cubicBezTo>
                <a:cubicBezTo>
                  <a:pt x="10644" y="116"/>
                  <a:pt x="10316" y="327"/>
                  <a:pt x="10145" y="596"/>
                </a:cubicBezTo>
                <a:cubicBezTo>
                  <a:pt x="9794" y="1152"/>
                  <a:pt x="10018" y="1791"/>
                  <a:pt x="9781" y="2367"/>
                </a:cubicBezTo>
                <a:cubicBezTo>
                  <a:pt x="9296" y="3551"/>
                  <a:pt x="6867" y="3019"/>
                  <a:pt x="6220" y="4123"/>
                </a:cubicBezTo>
                <a:cubicBezTo>
                  <a:pt x="6016" y="4474"/>
                  <a:pt x="6063" y="4867"/>
                  <a:pt x="6119" y="5237"/>
                </a:cubicBezTo>
                <a:cubicBezTo>
                  <a:pt x="6188" y="5684"/>
                  <a:pt x="6293" y="6128"/>
                  <a:pt x="6331" y="6578"/>
                </a:cubicBezTo>
                <a:cubicBezTo>
                  <a:pt x="6392" y="7292"/>
                  <a:pt x="6256" y="8099"/>
                  <a:pt x="5518" y="8624"/>
                </a:cubicBezTo>
                <a:cubicBezTo>
                  <a:pt x="4829" y="9115"/>
                  <a:pt x="3797" y="9174"/>
                  <a:pt x="2910" y="9343"/>
                </a:cubicBezTo>
                <a:cubicBezTo>
                  <a:pt x="2462" y="9427"/>
                  <a:pt x="2020" y="9543"/>
                  <a:pt x="1637" y="9735"/>
                </a:cubicBezTo>
                <a:cubicBezTo>
                  <a:pt x="1309" y="9901"/>
                  <a:pt x="1030" y="10112"/>
                  <a:pt x="810" y="10355"/>
                </a:cubicBezTo>
                <a:cubicBezTo>
                  <a:pt x="347" y="10864"/>
                  <a:pt x="157" y="11482"/>
                  <a:pt x="81" y="12082"/>
                </a:cubicBezTo>
                <a:cubicBezTo>
                  <a:pt x="1" y="12715"/>
                  <a:pt x="23" y="13379"/>
                  <a:pt x="158" y="14007"/>
                </a:cubicBezTo>
                <a:cubicBezTo>
                  <a:pt x="228" y="14329"/>
                  <a:pt x="371" y="14667"/>
                  <a:pt x="709" y="14896"/>
                </a:cubicBezTo>
                <a:cubicBezTo>
                  <a:pt x="1077" y="15146"/>
                  <a:pt x="1583" y="15204"/>
                  <a:pt x="2068" y="15214"/>
                </a:cubicBezTo>
                <a:cubicBezTo>
                  <a:pt x="2549" y="15226"/>
                  <a:pt x="3032" y="15229"/>
                  <a:pt x="3515" y="15229"/>
                </a:cubicBezTo>
                <a:cubicBezTo>
                  <a:pt x="4226" y="15229"/>
                  <a:pt x="4937" y="15222"/>
                  <a:pt x="5646" y="15222"/>
                </a:cubicBezTo>
                <a:cubicBezTo>
                  <a:pt x="5675" y="15222"/>
                  <a:pt x="5704" y="15222"/>
                  <a:pt x="5733" y="15222"/>
                </a:cubicBezTo>
                <a:lnTo>
                  <a:pt x="9469" y="15227"/>
                </a:lnTo>
                <a:cubicBezTo>
                  <a:pt x="10086" y="15228"/>
                  <a:pt x="10704" y="15228"/>
                  <a:pt x="11322" y="15229"/>
                </a:cubicBezTo>
                <a:cubicBezTo>
                  <a:pt x="11640" y="15230"/>
                  <a:pt x="11959" y="15231"/>
                  <a:pt x="12278" y="15231"/>
                </a:cubicBezTo>
                <a:cubicBezTo>
                  <a:pt x="12529" y="15231"/>
                  <a:pt x="12784" y="15225"/>
                  <a:pt x="13014" y="15145"/>
                </a:cubicBezTo>
                <a:cubicBezTo>
                  <a:pt x="13410" y="15008"/>
                  <a:pt x="13574" y="14685"/>
                  <a:pt x="13640" y="14388"/>
                </a:cubicBezTo>
                <a:cubicBezTo>
                  <a:pt x="13728" y="13988"/>
                  <a:pt x="13742" y="13577"/>
                  <a:pt x="13785" y="13173"/>
                </a:cubicBezTo>
                <a:cubicBezTo>
                  <a:pt x="13882" y="12264"/>
                  <a:pt x="13977" y="11357"/>
                  <a:pt x="14072" y="10449"/>
                </a:cubicBezTo>
                <a:cubicBezTo>
                  <a:pt x="14166" y="9541"/>
                  <a:pt x="14259" y="8633"/>
                  <a:pt x="14352" y="7724"/>
                </a:cubicBezTo>
                <a:cubicBezTo>
                  <a:pt x="14437" y="6875"/>
                  <a:pt x="14530" y="6026"/>
                  <a:pt x="14567" y="5174"/>
                </a:cubicBezTo>
                <a:cubicBezTo>
                  <a:pt x="14637" y="3541"/>
                  <a:pt x="14491" y="1869"/>
                  <a:pt x="13640" y="340"/>
                </a:cubicBezTo>
                <a:cubicBezTo>
                  <a:pt x="13611" y="289"/>
                  <a:pt x="13548" y="267"/>
                  <a:pt x="13488" y="267"/>
                </a:cubicBezTo>
                <a:cubicBezTo>
                  <a:pt x="13394" y="267"/>
                  <a:pt x="13305" y="319"/>
                  <a:pt x="13349" y="398"/>
                </a:cubicBezTo>
                <a:cubicBezTo>
                  <a:pt x="13385" y="461"/>
                  <a:pt x="13419" y="526"/>
                  <a:pt x="13452" y="589"/>
                </a:cubicBezTo>
                <a:cubicBezTo>
                  <a:pt x="13105" y="411"/>
                  <a:pt x="12738" y="253"/>
                  <a:pt x="12342" y="140"/>
                </a:cubicBezTo>
                <a:cubicBezTo>
                  <a:pt x="12060" y="59"/>
                  <a:pt x="11751" y="0"/>
                  <a:pt x="11445" y="0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90" name="Google Shape;2790;p118"/>
          <p:cNvSpPr/>
          <p:nvPr/>
        </p:nvSpPr>
        <p:spPr>
          <a:xfrm rot="10800000">
            <a:off x="-246461" y="4218971"/>
            <a:ext cx="2145942" cy="1053151"/>
          </a:xfrm>
          <a:custGeom>
            <a:rect b="b" l="l" r="r" t="t"/>
            <a:pathLst>
              <a:path extrusionOk="0" h="6456" w="13155">
                <a:moveTo>
                  <a:pt x="11275" y="1"/>
                </a:moveTo>
                <a:lnTo>
                  <a:pt x="11275" y="4"/>
                </a:lnTo>
                <a:lnTo>
                  <a:pt x="209" y="2"/>
                </a:lnTo>
                <a:cubicBezTo>
                  <a:pt x="185" y="57"/>
                  <a:pt x="164" y="111"/>
                  <a:pt x="145" y="167"/>
                </a:cubicBezTo>
                <a:cubicBezTo>
                  <a:pt x="138" y="184"/>
                  <a:pt x="132" y="203"/>
                  <a:pt x="127" y="221"/>
                </a:cubicBezTo>
                <a:cubicBezTo>
                  <a:pt x="59" y="429"/>
                  <a:pt x="18" y="643"/>
                  <a:pt x="6" y="860"/>
                </a:cubicBezTo>
                <a:cubicBezTo>
                  <a:pt x="0" y="984"/>
                  <a:pt x="3" y="1110"/>
                  <a:pt x="14" y="1233"/>
                </a:cubicBezTo>
                <a:cubicBezTo>
                  <a:pt x="16" y="1251"/>
                  <a:pt x="18" y="1270"/>
                  <a:pt x="20" y="1288"/>
                </a:cubicBezTo>
                <a:cubicBezTo>
                  <a:pt x="60" y="1638"/>
                  <a:pt x="172" y="1982"/>
                  <a:pt x="341" y="2300"/>
                </a:cubicBezTo>
                <a:cubicBezTo>
                  <a:pt x="351" y="2319"/>
                  <a:pt x="361" y="2337"/>
                  <a:pt x="371" y="2355"/>
                </a:cubicBezTo>
                <a:cubicBezTo>
                  <a:pt x="531" y="2642"/>
                  <a:pt x="740" y="2905"/>
                  <a:pt x="987" y="3134"/>
                </a:cubicBezTo>
                <a:cubicBezTo>
                  <a:pt x="1075" y="3217"/>
                  <a:pt x="1169" y="3295"/>
                  <a:pt x="1269" y="3368"/>
                </a:cubicBezTo>
                <a:cubicBezTo>
                  <a:pt x="1295" y="3387"/>
                  <a:pt x="1320" y="3405"/>
                  <a:pt x="1345" y="3422"/>
                </a:cubicBezTo>
                <a:cubicBezTo>
                  <a:pt x="1608" y="3604"/>
                  <a:pt x="1902" y="3745"/>
                  <a:pt x="2218" y="3827"/>
                </a:cubicBezTo>
                <a:cubicBezTo>
                  <a:pt x="2441" y="3883"/>
                  <a:pt x="2668" y="3908"/>
                  <a:pt x="2896" y="3908"/>
                </a:cubicBezTo>
                <a:cubicBezTo>
                  <a:pt x="3496" y="3908"/>
                  <a:pt x="4103" y="3734"/>
                  <a:pt x="4654" y="3501"/>
                </a:cubicBezTo>
                <a:cubicBezTo>
                  <a:pt x="4713" y="3476"/>
                  <a:pt x="4773" y="3450"/>
                  <a:pt x="4833" y="3424"/>
                </a:cubicBezTo>
                <a:cubicBezTo>
                  <a:pt x="4873" y="3406"/>
                  <a:pt x="4915" y="3387"/>
                  <a:pt x="4955" y="3369"/>
                </a:cubicBezTo>
                <a:cubicBezTo>
                  <a:pt x="5539" y="3105"/>
                  <a:pt x="6130" y="2820"/>
                  <a:pt x="6764" y="2820"/>
                </a:cubicBezTo>
                <a:cubicBezTo>
                  <a:pt x="6811" y="2820"/>
                  <a:pt x="6859" y="2822"/>
                  <a:pt x="6907" y="2825"/>
                </a:cubicBezTo>
                <a:cubicBezTo>
                  <a:pt x="7405" y="2860"/>
                  <a:pt x="7836" y="3071"/>
                  <a:pt x="8213" y="3369"/>
                </a:cubicBezTo>
                <a:cubicBezTo>
                  <a:pt x="8237" y="3387"/>
                  <a:pt x="8259" y="3405"/>
                  <a:pt x="8281" y="3424"/>
                </a:cubicBezTo>
                <a:cubicBezTo>
                  <a:pt x="8634" y="3715"/>
                  <a:pt x="8939" y="4078"/>
                  <a:pt x="9207" y="4436"/>
                </a:cubicBezTo>
                <a:cubicBezTo>
                  <a:pt x="9219" y="4454"/>
                  <a:pt x="9233" y="4472"/>
                  <a:pt x="9246" y="4490"/>
                </a:cubicBezTo>
                <a:cubicBezTo>
                  <a:pt x="9246" y="4490"/>
                  <a:pt x="9247" y="4490"/>
                  <a:pt x="9247" y="4491"/>
                </a:cubicBezTo>
                <a:cubicBezTo>
                  <a:pt x="9498" y="4831"/>
                  <a:pt x="9757" y="5189"/>
                  <a:pt x="10053" y="5504"/>
                </a:cubicBezTo>
                <a:cubicBezTo>
                  <a:pt x="10070" y="5523"/>
                  <a:pt x="10087" y="5541"/>
                  <a:pt x="10104" y="5559"/>
                </a:cubicBezTo>
                <a:cubicBezTo>
                  <a:pt x="10436" y="5901"/>
                  <a:pt x="10812" y="6189"/>
                  <a:pt x="11272" y="6342"/>
                </a:cubicBezTo>
                <a:cubicBezTo>
                  <a:pt x="11292" y="6348"/>
                  <a:pt x="11311" y="6355"/>
                  <a:pt x="11333" y="6361"/>
                </a:cubicBezTo>
                <a:cubicBezTo>
                  <a:pt x="11361" y="6370"/>
                  <a:pt x="11391" y="6378"/>
                  <a:pt x="11420" y="6386"/>
                </a:cubicBezTo>
                <a:cubicBezTo>
                  <a:pt x="11605" y="6434"/>
                  <a:pt x="11791" y="6456"/>
                  <a:pt x="11976" y="6456"/>
                </a:cubicBezTo>
                <a:cubicBezTo>
                  <a:pt x="12384" y="6456"/>
                  <a:pt x="12786" y="6349"/>
                  <a:pt x="13154" y="6177"/>
                </a:cubicBezTo>
                <a:lnTo>
                  <a:pt x="13154" y="5505"/>
                </a:lnTo>
                <a:lnTo>
                  <a:pt x="13154" y="4492"/>
                </a:lnTo>
                <a:lnTo>
                  <a:pt x="13154" y="3371"/>
                </a:lnTo>
                <a:lnTo>
                  <a:pt x="13155" y="2358"/>
                </a:lnTo>
                <a:lnTo>
                  <a:pt x="13155" y="1236"/>
                </a:lnTo>
                <a:lnTo>
                  <a:pt x="13155" y="221"/>
                </a:lnTo>
                <a:lnTo>
                  <a:pt x="13155" y="5"/>
                </a:lnTo>
                <a:lnTo>
                  <a:pt x="11334" y="4"/>
                </a:lnTo>
                <a:lnTo>
                  <a:pt x="11334" y="1"/>
                </a:lnTo>
                <a:close/>
              </a:path>
            </a:pathLst>
          </a:custGeom>
          <a:solidFill>
            <a:schemeClr val="accen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91" name="Google Shape;2791;p118"/>
          <p:cNvSpPr/>
          <p:nvPr/>
        </p:nvSpPr>
        <p:spPr>
          <a:xfrm>
            <a:off x="-1526763" y="-342705"/>
            <a:ext cx="4706555" cy="1587067"/>
          </a:xfrm>
          <a:custGeom>
            <a:rect b="b" l="l" r="r" t="t"/>
            <a:pathLst>
              <a:path extrusionOk="0" h="9729" w="28852">
                <a:moveTo>
                  <a:pt x="27909" y="1"/>
                </a:moveTo>
                <a:cubicBezTo>
                  <a:pt x="27641" y="1"/>
                  <a:pt x="27359" y="65"/>
                  <a:pt x="27138" y="117"/>
                </a:cubicBezTo>
                <a:cubicBezTo>
                  <a:pt x="26393" y="292"/>
                  <a:pt x="25642" y="438"/>
                  <a:pt x="24886" y="556"/>
                </a:cubicBezTo>
                <a:cubicBezTo>
                  <a:pt x="23384" y="791"/>
                  <a:pt x="21867" y="918"/>
                  <a:pt x="20347" y="969"/>
                </a:cubicBezTo>
                <a:cubicBezTo>
                  <a:pt x="19779" y="988"/>
                  <a:pt x="19211" y="997"/>
                  <a:pt x="18643" y="997"/>
                </a:cubicBezTo>
                <a:cubicBezTo>
                  <a:pt x="16156" y="997"/>
                  <a:pt x="13669" y="829"/>
                  <a:pt x="11190" y="628"/>
                </a:cubicBezTo>
                <a:cubicBezTo>
                  <a:pt x="9660" y="504"/>
                  <a:pt x="8132" y="368"/>
                  <a:pt x="6601" y="249"/>
                </a:cubicBezTo>
                <a:cubicBezTo>
                  <a:pt x="5839" y="189"/>
                  <a:pt x="5076" y="132"/>
                  <a:pt x="4312" y="87"/>
                </a:cubicBezTo>
                <a:cubicBezTo>
                  <a:pt x="4099" y="75"/>
                  <a:pt x="3881" y="64"/>
                  <a:pt x="3664" y="64"/>
                </a:cubicBezTo>
                <a:cubicBezTo>
                  <a:pt x="3221" y="64"/>
                  <a:pt x="2777" y="107"/>
                  <a:pt x="2362" y="261"/>
                </a:cubicBezTo>
                <a:cubicBezTo>
                  <a:pt x="1198" y="695"/>
                  <a:pt x="625" y="1959"/>
                  <a:pt x="327" y="3085"/>
                </a:cubicBezTo>
                <a:cubicBezTo>
                  <a:pt x="51" y="4125"/>
                  <a:pt x="0" y="5240"/>
                  <a:pt x="241" y="6293"/>
                </a:cubicBezTo>
                <a:cubicBezTo>
                  <a:pt x="475" y="7320"/>
                  <a:pt x="1013" y="8271"/>
                  <a:pt x="1861" y="8911"/>
                </a:cubicBezTo>
                <a:cubicBezTo>
                  <a:pt x="2297" y="9241"/>
                  <a:pt x="2827" y="9490"/>
                  <a:pt x="3378" y="9490"/>
                </a:cubicBezTo>
                <a:cubicBezTo>
                  <a:pt x="3472" y="9490"/>
                  <a:pt x="3567" y="9482"/>
                  <a:pt x="3662" y="9467"/>
                </a:cubicBezTo>
                <a:cubicBezTo>
                  <a:pt x="4312" y="9361"/>
                  <a:pt x="4799" y="8877"/>
                  <a:pt x="5302" y="8495"/>
                </a:cubicBezTo>
                <a:cubicBezTo>
                  <a:pt x="5837" y="8088"/>
                  <a:pt x="6442" y="7738"/>
                  <a:pt x="7106" y="7594"/>
                </a:cubicBezTo>
                <a:cubicBezTo>
                  <a:pt x="7279" y="7557"/>
                  <a:pt x="7450" y="7538"/>
                  <a:pt x="7618" y="7538"/>
                </a:cubicBezTo>
                <a:cubicBezTo>
                  <a:pt x="8095" y="7538"/>
                  <a:pt x="8551" y="7686"/>
                  <a:pt x="8965" y="7966"/>
                </a:cubicBezTo>
                <a:cubicBezTo>
                  <a:pt x="9884" y="8588"/>
                  <a:pt x="10692" y="9729"/>
                  <a:pt x="11891" y="9729"/>
                </a:cubicBezTo>
                <a:cubicBezTo>
                  <a:pt x="11980" y="9729"/>
                  <a:pt x="12071" y="9723"/>
                  <a:pt x="12164" y="9709"/>
                </a:cubicBezTo>
                <a:cubicBezTo>
                  <a:pt x="13260" y="9554"/>
                  <a:pt x="13511" y="8401"/>
                  <a:pt x="13804" y="7521"/>
                </a:cubicBezTo>
                <a:cubicBezTo>
                  <a:pt x="13945" y="7099"/>
                  <a:pt x="14127" y="6643"/>
                  <a:pt x="14504" y="6377"/>
                </a:cubicBezTo>
                <a:cubicBezTo>
                  <a:pt x="14738" y="6212"/>
                  <a:pt x="15003" y="6142"/>
                  <a:pt x="15276" y="6142"/>
                </a:cubicBezTo>
                <a:cubicBezTo>
                  <a:pt x="15402" y="6142"/>
                  <a:pt x="15530" y="6157"/>
                  <a:pt x="15656" y="6184"/>
                </a:cubicBezTo>
                <a:cubicBezTo>
                  <a:pt x="16572" y="6381"/>
                  <a:pt x="17354" y="6961"/>
                  <a:pt x="18244" y="7232"/>
                </a:cubicBezTo>
                <a:cubicBezTo>
                  <a:pt x="18502" y="7311"/>
                  <a:pt x="18774" y="7363"/>
                  <a:pt x="19044" y="7363"/>
                </a:cubicBezTo>
                <a:cubicBezTo>
                  <a:pt x="19207" y="7363"/>
                  <a:pt x="19369" y="7344"/>
                  <a:pt x="19529" y="7301"/>
                </a:cubicBezTo>
                <a:cubicBezTo>
                  <a:pt x="19978" y="7178"/>
                  <a:pt x="20331" y="6877"/>
                  <a:pt x="20595" y="6501"/>
                </a:cubicBezTo>
                <a:cubicBezTo>
                  <a:pt x="21130" y="5738"/>
                  <a:pt x="21292" y="4712"/>
                  <a:pt x="21999" y="4070"/>
                </a:cubicBezTo>
                <a:cubicBezTo>
                  <a:pt x="22362" y="3741"/>
                  <a:pt x="22807" y="3634"/>
                  <a:pt x="23269" y="3634"/>
                </a:cubicBezTo>
                <a:cubicBezTo>
                  <a:pt x="23739" y="3634"/>
                  <a:pt x="24227" y="3745"/>
                  <a:pt x="24664" y="3849"/>
                </a:cubicBezTo>
                <a:cubicBezTo>
                  <a:pt x="25227" y="3981"/>
                  <a:pt x="25851" y="4166"/>
                  <a:pt x="26455" y="4166"/>
                </a:cubicBezTo>
                <a:cubicBezTo>
                  <a:pt x="26763" y="4166"/>
                  <a:pt x="27066" y="4118"/>
                  <a:pt x="27353" y="3990"/>
                </a:cubicBezTo>
                <a:cubicBezTo>
                  <a:pt x="28400" y="3523"/>
                  <a:pt x="28496" y="2313"/>
                  <a:pt x="28400" y="1304"/>
                </a:cubicBezTo>
                <a:cubicBezTo>
                  <a:pt x="28773" y="1190"/>
                  <a:pt x="28851" y="712"/>
                  <a:pt x="28673" y="381"/>
                </a:cubicBezTo>
                <a:cubicBezTo>
                  <a:pt x="28515" y="88"/>
                  <a:pt x="28221" y="1"/>
                  <a:pt x="27909" y="1"/>
                </a:cubicBezTo>
                <a:close/>
              </a:path>
            </a:pathLst>
          </a:custGeom>
          <a:solidFill>
            <a:schemeClr val="l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92" name="Google Shape;2792;p118"/>
          <p:cNvSpPr/>
          <p:nvPr/>
        </p:nvSpPr>
        <p:spPr>
          <a:xfrm flipH="1">
            <a:off x="5821100" y="3760534"/>
            <a:ext cx="3566130" cy="1460872"/>
          </a:xfrm>
          <a:custGeom>
            <a:rect b="b" l="l" r="r" t="t"/>
            <a:pathLst>
              <a:path extrusionOk="0" h="7088" w="21861">
                <a:moveTo>
                  <a:pt x="1470" y="1"/>
                </a:moveTo>
                <a:cubicBezTo>
                  <a:pt x="969" y="1"/>
                  <a:pt x="465" y="73"/>
                  <a:pt x="0" y="211"/>
                </a:cubicBezTo>
                <a:lnTo>
                  <a:pt x="0" y="7087"/>
                </a:lnTo>
                <a:lnTo>
                  <a:pt x="21860" y="7087"/>
                </a:lnTo>
                <a:cubicBezTo>
                  <a:pt x="21784" y="6987"/>
                  <a:pt x="21696" y="6892"/>
                  <a:pt x="21596" y="6806"/>
                </a:cubicBezTo>
                <a:cubicBezTo>
                  <a:pt x="21135" y="6406"/>
                  <a:pt x="20429" y="6167"/>
                  <a:pt x="19720" y="6167"/>
                </a:cubicBezTo>
                <a:cubicBezTo>
                  <a:pt x="19688" y="6167"/>
                  <a:pt x="19657" y="6168"/>
                  <a:pt x="19626" y="6169"/>
                </a:cubicBezTo>
                <a:cubicBezTo>
                  <a:pt x="19086" y="6184"/>
                  <a:pt x="18553" y="6331"/>
                  <a:pt x="18022" y="6331"/>
                </a:cubicBezTo>
                <a:cubicBezTo>
                  <a:pt x="17915" y="6331"/>
                  <a:pt x="17808" y="6325"/>
                  <a:pt x="17701" y="6311"/>
                </a:cubicBezTo>
                <a:cubicBezTo>
                  <a:pt x="17575" y="6294"/>
                  <a:pt x="17455" y="6267"/>
                  <a:pt x="17341" y="6232"/>
                </a:cubicBezTo>
                <a:cubicBezTo>
                  <a:pt x="17316" y="6223"/>
                  <a:pt x="17292" y="6216"/>
                  <a:pt x="17268" y="6207"/>
                </a:cubicBezTo>
                <a:cubicBezTo>
                  <a:pt x="16400" y="5904"/>
                  <a:pt x="15883" y="5118"/>
                  <a:pt x="15068" y="4680"/>
                </a:cubicBezTo>
                <a:cubicBezTo>
                  <a:pt x="14496" y="4373"/>
                  <a:pt x="13820" y="4258"/>
                  <a:pt x="13115" y="4258"/>
                </a:cubicBezTo>
                <a:cubicBezTo>
                  <a:pt x="12312" y="4258"/>
                  <a:pt x="11471" y="4408"/>
                  <a:pt x="10706" y="4596"/>
                </a:cubicBezTo>
                <a:cubicBezTo>
                  <a:pt x="10023" y="4765"/>
                  <a:pt x="9316" y="4959"/>
                  <a:pt x="8608" y="4959"/>
                </a:cubicBezTo>
                <a:cubicBezTo>
                  <a:pt x="8441" y="4959"/>
                  <a:pt x="8274" y="4948"/>
                  <a:pt x="8107" y="4924"/>
                </a:cubicBezTo>
                <a:cubicBezTo>
                  <a:pt x="6811" y="4733"/>
                  <a:pt x="5999" y="3788"/>
                  <a:pt x="5474" y="2893"/>
                </a:cubicBezTo>
                <a:cubicBezTo>
                  <a:pt x="4948" y="1997"/>
                  <a:pt x="4493" y="1003"/>
                  <a:pt x="3416" y="436"/>
                </a:cubicBezTo>
                <a:cubicBezTo>
                  <a:pt x="2851" y="140"/>
                  <a:pt x="2164" y="1"/>
                  <a:pt x="1470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93" name="Google Shape;2793;p118"/>
          <p:cNvSpPr/>
          <p:nvPr/>
        </p:nvSpPr>
        <p:spPr>
          <a:xfrm rot="-10446150">
            <a:off x="7301254" y="828711"/>
            <a:ext cx="605803" cy="14193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94" name="Google Shape;2794;p118"/>
          <p:cNvGrpSpPr/>
          <p:nvPr/>
        </p:nvGrpSpPr>
        <p:grpSpPr>
          <a:xfrm rot="5400000">
            <a:off x="1196997" y="633767"/>
            <a:ext cx="221772" cy="200884"/>
            <a:chOff x="1640475" y="1197075"/>
            <a:chExt cx="55475" cy="50250"/>
          </a:xfrm>
        </p:grpSpPr>
        <p:sp>
          <p:nvSpPr>
            <p:cNvPr id="2795" name="Google Shape;2795;p11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11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11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98" name="Google Shape;2798;p118"/>
          <p:cNvSpPr/>
          <p:nvPr/>
        </p:nvSpPr>
        <p:spPr>
          <a:xfrm rot="-834203">
            <a:off x="8546511" y="363435"/>
            <a:ext cx="993864" cy="1557213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99" name="Google Shape;2799;p118"/>
          <p:cNvSpPr/>
          <p:nvPr/>
        </p:nvSpPr>
        <p:spPr>
          <a:xfrm rot="9299609">
            <a:off x="6169067" y="4423007"/>
            <a:ext cx="580163" cy="13591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00" name="Google Shape;2800;p118"/>
          <p:cNvGrpSpPr/>
          <p:nvPr/>
        </p:nvGrpSpPr>
        <p:grpSpPr>
          <a:xfrm rot="5400000">
            <a:off x="7984661" y="4245497"/>
            <a:ext cx="221772" cy="200884"/>
            <a:chOff x="1640475" y="1197075"/>
            <a:chExt cx="55475" cy="50250"/>
          </a:xfrm>
        </p:grpSpPr>
        <p:sp>
          <p:nvSpPr>
            <p:cNvPr id="2801" name="Google Shape;2801;p11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11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11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04" name="Google Shape;2804;p118"/>
          <p:cNvGrpSpPr/>
          <p:nvPr/>
        </p:nvGrpSpPr>
        <p:grpSpPr>
          <a:xfrm rot="9243324">
            <a:off x="715625" y="4390515"/>
            <a:ext cx="221772" cy="200884"/>
            <a:chOff x="1640475" y="1197075"/>
            <a:chExt cx="55475" cy="50250"/>
          </a:xfrm>
        </p:grpSpPr>
        <p:sp>
          <p:nvSpPr>
            <p:cNvPr id="2805" name="Google Shape;2805;p11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11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11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08" name="Google Shape;2808;p118"/>
          <p:cNvSpPr/>
          <p:nvPr/>
        </p:nvSpPr>
        <p:spPr>
          <a:xfrm rot="6391521">
            <a:off x="90759" y="1137610"/>
            <a:ext cx="605799" cy="141934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09" name="Google Shape;2809;p118"/>
          <p:cNvSpPr/>
          <p:nvPr/>
        </p:nvSpPr>
        <p:spPr>
          <a:xfrm rot="-5211900">
            <a:off x="-288345" y="2736749"/>
            <a:ext cx="988852" cy="900801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9">
  <p:cSld name="TITLE_AND_BODY_1_1_1_2_1_1_1_1_1">
    <p:spTree>
      <p:nvGrpSpPr>
        <p:cNvPr id="2810" name="Shape 28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1" name="Google Shape;2811;p119"/>
          <p:cNvSpPr/>
          <p:nvPr/>
        </p:nvSpPr>
        <p:spPr>
          <a:xfrm rot="814705">
            <a:off x="1052129" y="-1383880"/>
            <a:ext cx="3177459" cy="2534962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l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2" name="Google Shape;2812;p119"/>
          <p:cNvSpPr/>
          <p:nvPr/>
        </p:nvSpPr>
        <p:spPr>
          <a:xfrm flipH="1">
            <a:off x="6627888" y="3318985"/>
            <a:ext cx="2665937" cy="2778151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3" name="Google Shape;2813;p119"/>
          <p:cNvSpPr/>
          <p:nvPr/>
        </p:nvSpPr>
        <p:spPr>
          <a:xfrm rot="-5400000">
            <a:off x="7233435" y="-351342"/>
            <a:ext cx="3021471" cy="1245429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accen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4" name="Google Shape;2814;p119"/>
          <p:cNvSpPr/>
          <p:nvPr/>
        </p:nvSpPr>
        <p:spPr>
          <a:xfrm rot="-5400000">
            <a:off x="-793653" y="3177741"/>
            <a:ext cx="2810710" cy="1223408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5" name="Google Shape;2815;p119"/>
          <p:cNvSpPr/>
          <p:nvPr/>
        </p:nvSpPr>
        <p:spPr>
          <a:xfrm rot="-906775">
            <a:off x="6090638" y="379274"/>
            <a:ext cx="605796" cy="14193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6" name="Google Shape;2816;p119"/>
          <p:cNvSpPr/>
          <p:nvPr/>
        </p:nvSpPr>
        <p:spPr>
          <a:xfrm rot="9965797">
            <a:off x="-318118" y="-18831"/>
            <a:ext cx="993864" cy="1557213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17" name="Google Shape;2817;p119"/>
          <p:cNvGrpSpPr/>
          <p:nvPr/>
        </p:nvGrpSpPr>
        <p:grpSpPr>
          <a:xfrm rot="1310449">
            <a:off x="8221027" y="1368344"/>
            <a:ext cx="251676" cy="227987"/>
            <a:chOff x="1640475" y="1197075"/>
            <a:chExt cx="55475" cy="50250"/>
          </a:xfrm>
        </p:grpSpPr>
        <p:sp>
          <p:nvSpPr>
            <p:cNvPr id="2818" name="Google Shape;2818;p11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11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11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21" name="Google Shape;2821;p119"/>
          <p:cNvGrpSpPr/>
          <p:nvPr/>
        </p:nvGrpSpPr>
        <p:grpSpPr>
          <a:xfrm rot="-6151375">
            <a:off x="1256890" y="4184201"/>
            <a:ext cx="251675" cy="227988"/>
            <a:chOff x="1640475" y="1197075"/>
            <a:chExt cx="55475" cy="50250"/>
          </a:xfrm>
        </p:grpSpPr>
        <p:sp>
          <p:nvSpPr>
            <p:cNvPr id="2822" name="Google Shape;2822;p11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11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11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25" name="Google Shape;2825;p119"/>
          <p:cNvGrpSpPr/>
          <p:nvPr/>
        </p:nvGrpSpPr>
        <p:grpSpPr>
          <a:xfrm rot="-6151375">
            <a:off x="3578215" y="336251"/>
            <a:ext cx="251675" cy="227988"/>
            <a:chOff x="1640475" y="1197075"/>
            <a:chExt cx="55475" cy="50250"/>
          </a:xfrm>
        </p:grpSpPr>
        <p:sp>
          <p:nvSpPr>
            <p:cNvPr id="2826" name="Google Shape;2826;p11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11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11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29" name="Google Shape;2829;p119"/>
          <p:cNvSpPr/>
          <p:nvPr/>
        </p:nvSpPr>
        <p:spPr>
          <a:xfrm rot="496725">
            <a:off x="6393888" y="4453034"/>
            <a:ext cx="605803" cy="14193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0" name="Google Shape;2830;p119"/>
          <p:cNvSpPr/>
          <p:nvPr/>
        </p:nvSpPr>
        <p:spPr>
          <a:xfrm rot="6293788">
            <a:off x="8351781" y="3151021"/>
            <a:ext cx="959267" cy="701802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1" name="Google Shape;2831;p119"/>
          <p:cNvSpPr txBox="1"/>
          <p:nvPr>
            <p:ph type="title"/>
          </p:nvPr>
        </p:nvSpPr>
        <p:spPr>
          <a:xfrm>
            <a:off x="2906875" y="1270638"/>
            <a:ext cx="3330300" cy="942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832" name="Google Shape;2832;p119"/>
          <p:cNvSpPr txBox="1"/>
          <p:nvPr>
            <p:ph idx="1" type="subTitle"/>
          </p:nvPr>
        </p:nvSpPr>
        <p:spPr>
          <a:xfrm>
            <a:off x="1982875" y="2912938"/>
            <a:ext cx="5178300" cy="111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6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0">
  <p:cSld name="TITLE_AND_BODY_1_1_1_2_1_1_1_1_1_1">
    <p:spTree>
      <p:nvGrpSpPr>
        <p:cNvPr id="2833" name="Shape 28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4" name="Google Shape;2834;p120"/>
          <p:cNvSpPr txBox="1"/>
          <p:nvPr>
            <p:ph type="title"/>
          </p:nvPr>
        </p:nvSpPr>
        <p:spPr>
          <a:xfrm>
            <a:off x="1693050" y="445025"/>
            <a:ext cx="5757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835" name="Google Shape;2835;p120"/>
          <p:cNvSpPr txBox="1"/>
          <p:nvPr>
            <p:ph idx="1" type="body"/>
          </p:nvPr>
        </p:nvSpPr>
        <p:spPr>
          <a:xfrm>
            <a:off x="969788" y="1214050"/>
            <a:ext cx="3258600" cy="338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655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700"/>
              <a:buFont typeface="Gloria Hallelujah"/>
              <a:buChar char="●"/>
              <a:defRPr sz="1400">
                <a:latin typeface="Raleway"/>
                <a:ea typeface="Raleway"/>
                <a:cs typeface="Raleway"/>
                <a:sym typeface="Raleway"/>
              </a:defRPr>
            </a:lvl1pPr>
            <a:lvl2pPr indent="-3175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175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175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175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175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175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175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175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836" name="Google Shape;2836;p120"/>
          <p:cNvSpPr txBox="1"/>
          <p:nvPr>
            <p:ph idx="2" type="body"/>
          </p:nvPr>
        </p:nvSpPr>
        <p:spPr>
          <a:xfrm>
            <a:off x="4915613" y="1214050"/>
            <a:ext cx="3258600" cy="3389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655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700"/>
              <a:buFont typeface="Gloria Hallelujah"/>
              <a:buChar char="●"/>
              <a:defRPr sz="1400">
                <a:latin typeface="Raleway"/>
                <a:ea typeface="Raleway"/>
                <a:cs typeface="Raleway"/>
                <a:sym typeface="Raleway"/>
              </a:defRPr>
            </a:lvl1pPr>
            <a:lvl2pPr indent="-3175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175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175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175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175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175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175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175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837" name="Google Shape;2837;p120"/>
          <p:cNvSpPr/>
          <p:nvPr/>
        </p:nvSpPr>
        <p:spPr>
          <a:xfrm>
            <a:off x="6777626" y="-372150"/>
            <a:ext cx="3877467" cy="1370005"/>
          </a:xfrm>
          <a:custGeom>
            <a:rect b="b" l="l" r="r" t="t"/>
            <a:pathLst>
              <a:path extrusionOk="0" h="8613" w="24377">
                <a:moveTo>
                  <a:pt x="22626" y="1"/>
                </a:moveTo>
                <a:cubicBezTo>
                  <a:pt x="22431" y="1"/>
                  <a:pt x="22241" y="55"/>
                  <a:pt x="22058" y="101"/>
                </a:cubicBezTo>
                <a:cubicBezTo>
                  <a:pt x="21511" y="238"/>
                  <a:pt x="20953" y="349"/>
                  <a:pt x="20391" y="439"/>
                </a:cubicBezTo>
                <a:cubicBezTo>
                  <a:pt x="18472" y="743"/>
                  <a:pt x="16508" y="793"/>
                  <a:pt x="14552" y="793"/>
                </a:cubicBezTo>
                <a:cubicBezTo>
                  <a:pt x="14183" y="793"/>
                  <a:pt x="13813" y="791"/>
                  <a:pt x="13445" y="789"/>
                </a:cubicBezTo>
                <a:cubicBezTo>
                  <a:pt x="11020" y="775"/>
                  <a:pt x="8592" y="763"/>
                  <a:pt x="6170" y="648"/>
                </a:cubicBezTo>
                <a:cubicBezTo>
                  <a:pt x="4959" y="590"/>
                  <a:pt x="3748" y="506"/>
                  <a:pt x="2545" y="383"/>
                </a:cubicBezTo>
                <a:cubicBezTo>
                  <a:pt x="2238" y="351"/>
                  <a:pt x="1932" y="316"/>
                  <a:pt x="1627" y="279"/>
                </a:cubicBezTo>
                <a:cubicBezTo>
                  <a:pt x="1398" y="252"/>
                  <a:pt x="1163" y="215"/>
                  <a:pt x="930" y="215"/>
                </a:cubicBezTo>
                <a:cubicBezTo>
                  <a:pt x="895" y="215"/>
                  <a:pt x="861" y="215"/>
                  <a:pt x="827" y="217"/>
                </a:cubicBezTo>
                <a:cubicBezTo>
                  <a:pt x="405" y="240"/>
                  <a:pt x="13" y="441"/>
                  <a:pt x="5" y="792"/>
                </a:cubicBezTo>
                <a:cubicBezTo>
                  <a:pt x="1" y="936"/>
                  <a:pt x="84" y="1057"/>
                  <a:pt x="235" y="1138"/>
                </a:cubicBezTo>
                <a:cubicBezTo>
                  <a:pt x="259" y="1152"/>
                  <a:pt x="283" y="1157"/>
                  <a:pt x="305" y="1157"/>
                </a:cubicBezTo>
                <a:cubicBezTo>
                  <a:pt x="307" y="1157"/>
                  <a:pt x="309" y="1157"/>
                  <a:pt x="311" y="1157"/>
                </a:cubicBezTo>
                <a:lnTo>
                  <a:pt x="311" y="1157"/>
                </a:lnTo>
                <a:cubicBezTo>
                  <a:pt x="180" y="1807"/>
                  <a:pt x="426" y="2480"/>
                  <a:pt x="944" y="3003"/>
                </a:cubicBezTo>
                <a:cubicBezTo>
                  <a:pt x="1219" y="3281"/>
                  <a:pt x="1569" y="3518"/>
                  <a:pt x="1974" y="3679"/>
                </a:cubicBezTo>
                <a:cubicBezTo>
                  <a:pt x="2424" y="3858"/>
                  <a:pt x="2928" y="3933"/>
                  <a:pt x="3430" y="3957"/>
                </a:cubicBezTo>
                <a:cubicBezTo>
                  <a:pt x="3565" y="3964"/>
                  <a:pt x="3702" y="3967"/>
                  <a:pt x="3838" y="3967"/>
                </a:cubicBezTo>
                <a:cubicBezTo>
                  <a:pt x="4389" y="3967"/>
                  <a:pt x="4946" y="3924"/>
                  <a:pt x="5497" y="3924"/>
                </a:cubicBezTo>
                <a:cubicBezTo>
                  <a:pt x="5880" y="3924"/>
                  <a:pt x="6260" y="3944"/>
                  <a:pt x="6634" y="4014"/>
                </a:cubicBezTo>
                <a:cubicBezTo>
                  <a:pt x="7452" y="4167"/>
                  <a:pt x="8044" y="4590"/>
                  <a:pt x="8476" y="5128"/>
                </a:cubicBezTo>
                <a:cubicBezTo>
                  <a:pt x="8889" y="5644"/>
                  <a:pt x="9168" y="6215"/>
                  <a:pt x="9504" y="6761"/>
                </a:cubicBezTo>
                <a:cubicBezTo>
                  <a:pt x="9818" y="7272"/>
                  <a:pt x="10194" y="7795"/>
                  <a:pt x="10779" y="8153"/>
                </a:cubicBezTo>
                <a:cubicBezTo>
                  <a:pt x="11306" y="8477"/>
                  <a:pt x="11931" y="8612"/>
                  <a:pt x="12573" y="8612"/>
                </a:cubicBezTo>
                <a:cubicBezTo>
                  <a:pt x="12917" y="8612"/>
                  <a:pt x="13266" y="8573"/>
                  <a:pt x="13607" y="8503"/>
                </a:cubicBezTo>
                <a:cubicBezTo>
                  <a:pt x="14755" y="8264"/>
                  <a:pt x="15723" y="7708"/>
                  <a:pt x="16790" y="7327"/>
                </a:cubicBezTo>
                <a:cubicBezTo>
                  <a:pt x="17672" y="7012"/>
                  <a:pt x="18645" y="6819"/>
                  <a:pt x="19621" y="6819"/>
                </a:cubicBezTo>
                <a:cubicBezTo>
                  <a:pt x="19841" y="6819"/>
                  <a:pt x="20062" y="6829"/>
                  <a:pt x="20281" y="6849"/>
                </a:cubicBezTo>
                <a:cubicBezTo>
                  <a:pt x="21290" y="6943"/>
                  <a:pt x="22275" y="7285"/>
                  <a:pt x="22992" y="7844"/>
                </a:cubicBezTo>
                <a:cubicBezTo>
                  <a:pt x="23170" y="7982"/>
                  <a:pt x="23328" y="8133"/>
                  <a:pt x="23467" y="8296"/>
                </a:cubicBezTo>
                <a:cubicBezTo>
                  <a:pt x="23495" y="8329"/>
                  <a:pt x="23541" y="8346"/>
                  <a:pt x="23587" y="8346"/>
                </a:cubicBezTo>
                <a:cubicBezTo>
                  <a:pt x="23643" y="8346"/>
                  <a:pt x="23698" y="8320"/>
                  <a:pt x="23718" y="8271"/>
                </a:cubicBezTo>
                <a:cubicBezTo>
                  <a:pt x="24376" y="6550"/>
                  <a:pt x="24252" y="4734"/>
                  <a:pt x="23880" y="2982"/>
                </a:cubicBezTo>
                <a:cubicBezTo>
                  <a:pt x="23786" y="2536"/>
                  <a:pt x="23676" y="2093"/>
                  <a:pt x="23557" y="1650"/>
                </a:cubicBezTo>
                <a:cubicBezTo>
                  <a:pt x="23441" y="1217"/>
                  <a:pt x="23343" y="773"/>
                  <a:pt x="23189" y="348"/>
                </a:cubicBezTo>
                <a:cubicBezTo>
                  <a:pt x="23127" y="176"/>
                  <a:pt x="22987" y="38"/>
                  <a:pt x="22748" y="8"/>
                </a:cubicBezTo>
                <a:cubicBezTo>
                  <a:pt x="22707" y="3"/>
                  <a:pt x="22666" y="1"/>
                  <a:pt x="22626" y="1"/>
                </a:cubicBezTo>
                <a:close/>
              </a:path>
            </a:pathLst>
          </a:custGeom>
          <a:solidFill>
            <a:schemeClr val="dk2">
              <a:alpha val="4776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8" name="Google Shape;2838;p120"/>
          <p:cNvSpPr/>
          <p:nvPr/>
        </p:nvSpPr>
        <p:spPr>
          <a:xfrm flipH="1" rot="5400000">
            <a:off x="-477525" y="-353486"/>
            <a:ext cx="2068926" cy="2074970"/>
          </a:xfrm>
          <a:custGeom>
            <a:rect b="b" l="l" r="r" t="t"/>
            <a:pathLst>
              <a:path extrusionOk="0" h="13045" w="13007">
                <a:moveTo>
                  <a:pt x="11086" y="1"/>
                </a:moveTo>
                <a:cubicBezTo>
                  <a:pt x="10136" y="1"/>
                  <a:pt x="9220" y="578"/>
                  <a:pt x="8514" y="1160"/>
                </a:cubicBezTo>
                <a:cubicBezTo>
                  <a:pt x="7734" y="1801"/>
                  <a:pt x="7147" y="2603"/>
                  <a:pt x="6690" y="3499"/>
                </a:cubicBezTo>
                <a:cubicBezTo>
                  <a:pt x="6269" y="4325"/>
                  <a:pt x="5846" y="5241"/>
                  <a:pt x="4914" y="5581"/>
                </a:cubicBezTo>
                <a:cubicBezTo>
                  <a:pt x="3974" y="5923"/>
                  <a:pt x="2923" y="5759"/>
                  <a:pt x="2005" y="6187"/>
                </a:cubicBezTo>
                <a:cubicBezTo>
                  <a:pt x="1188" y="6570"/>
                  <a:pt x="602" y="7349"/>
                  <a:pt x="329" y="8196"/>
                </a:cubicBezTo>
                <a:cubicBezTo>
                  <a:pt x="1" y="9208"/>
                  <a:pt x="140" y="10320"/>
                  <a:pt x="509" y="11301"/>
                </a:cubicBezTo>
                <a:cubicBezTo>
                  <a:pt x="597" y="11534"/>
                  <a:pt x="989" y="11993"/>
                  <a:pt x="1051" y="11993"/>
                </a:cubicBezTo>
                <a:cubicBezTo>
                  <a:pt x="1057" y="11993"/>
                  <a:pt x="1060" y="11988"/>
                  <a:pt x="1059" y="11977"/>
                </a:cubicBezTo>
                <a:lnTo>
                  <a:pt x="1059" y="11977"/>
                </a:lnTo>
                <a:cubicBezTo>
                  <a:pt x="1717" y="12454"/>
                  <a:pt x="2513" y="12576"/>
                  <a:pt x="3318" y="12576"/>
                </a:cubicBezTo>
                <a:cubicBezTo>
                  <a:pt x="3796" y="12576"/>
                  <a:pt x="4277" y="12533"/>
                  <a:pt x="4735" y="12495"/>
                </a:cubicBezTo>
                <a:cubicBezTo>
                  <a:pt x="5450" y="12436"/>
                  <a:pt x="6168" y="12406"/>
                  <a:pt x="6885" y="12406"/>
                </a:cubicBezTo>
                <a:cubicBezTo>
                  <a:pt x="7827" y="12406"/>
                  <a:pt x="8769" y="12458"/>
                  <a:pt x="9706" y="12564"/>
                </a:cubicBezTo>
                <a:cubicBezTo>
                  <a:pt x="10641" y="12670"/>
                  <a:pt x="11568" y="12831"/>
                  <a:pt x="12485" y="13041"/>
                </a:cubicBezTo>
                <a:cubicBezTo>
                  <a:pt x="12495" y="13043"/>
                  <a:pt x="12505" y="13045"/>
                  <a:pt x="12515" y="13045"/>
                </a:cubicBezTo>
                <a:cubicBezTo>
                  <a:pt x="12578" y="13045"/>
                  <a:pt x="12630" y="12997"/>
                  <a:pt x="12632" y="12929"/>
                </a:cubicBezTo>
                <a:lnTo>
                  <a:pt x="12879" y="5509"/>
                </a:lnTo>
                <a:cubicBezTo>
                  <a:pt x="12900" y="4891"/>
                  <a:pt x="12920" y="4272"/>
                  <a:pt x="12940" y="3654"/>
                </a:cubicBezTo>
                <a:cubicBezTo>
                  <a:pt x="12960" y="3073"/>
                  <a:pt x="13006" y="2485"/>
                  <a:pt x="12985" y="1903"/>
                </a:cubicBezTo>
                <a:cubicBezTo>
                  <a:pt x="12967" y="1412"/>
                  <a:pt x="12856" y="914"/>
                  <a:pt x="12502" y="551"/>
                </a:cubicBezTo>
                <a:cubicBezTo>
                  <a:pt x="12188" y="228"/>
                  <a:pt x="11746" y="54"/>
                  <a:pt x="11303" y="11"/>
                </a:cubicBezTo>
                <a:cubicBezTo>
                  <a:pt x="11230" y="4"/>
                  <a:pt x="11158" y="1"/>
                  <a:pt x="11086" y="1"/>
                </a:cubicBezTo>
                <a:close/>
              </a:path>
            </a:pathLst>
          </a:custGeom>
          <a:solidFill>
            <a:schemeClr val="accent1">
              <a:alpha val="598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9" name="Google Shape;2839;p120"/>
          <p:cNvSpPr/>
          <p:nvPr/>
        </p:nvSpPr>
        <p:spPr>
          <a:xfrm flipH="1">
            <a:off x="5696165" y="4019619"/>
            <a:ext cx="4163302" cy="2268390"/>
          </a:xfrm>
          <a:custGeom>
            <a:rect b="b" l="l" r="r" t="t"/>
            <a:pathLst>
              <a:path extrusionOk="0" h="14261" w="26174">
                <a:moveTo>
                  <a:pt x="4863" y="0"/>
                </a:moveTo>
                <a:cubicBezTo>
                  <a:pt x="4600" y="0"/>
                  <a:pt x="4337" y="25"/>
                  <a:pt x="4079" y="86"/>
                </a:cubicBezTo>
                <a:cubicBezTo>
                  <a:pt x="3577" y="206"/>
                  <a:pt x="3127" y="469"/>
                  <a:pt x="2736" y="803"/>
                </a:cubicBezTo>
                <a:cubicBezTo>
                  <a:pt x="1930" y="1492"/>
                  <a:pt x="1836" y="3135"/>
                  <a:pt x="799" y="3280"/>
                </a:cubicBezTo>
                <a:cubicBezTo>
                  <a:pt x="128" y="3374"/>
                  <a:pt x="0" y="4462"/>
                  <a:pt x="66" y="4462"/>
                </a:cubicBezTo>
                <a:cubicBezTo>
                  <a:pt x="68" y="4462"/>
                  <a:pt x="70" y="4461"/>
                  <a:pt x="72" y="4459"/>
                </a:cubicBezTo>
                <a:lnTo>
                  <a:pt x="72" y="4459"/>
                </a:lnTo>
                <a:cubicBezTo>
                  <a:pt x="67" y="5698"/>
                  <a:pt x="63" y="6939"/>
                  <a:pt x="59" y="8179"/>
                </a:cubicBezTo>
                <a:cubicBezTo>
                  <a:pt x="56" y="8831"/>
                  <a:pt x="53" y="9483"/>
                  <a:pt x="51" y="10135"/>
                </a:cubicBezTo>
                <a:cubicBezTo>
                  <a:pt x="50" y="10457"/>
                  <a:pt x="49" y="10777"/>
                  <a:pt x="48" y="11099"/>
                </a:cubicBezTo>
                <a:cubicBezTo>
                  <a:pt x="47" y="11393"/>
                  <a:pt x="48" y="11687"/>
                  <a:pt x="100" y="11976"/>
                </a:cubicBezTo>
                <a:cubicBezTo>
                  <a:pt x="186" y="12456"/>
                  <a:pt x="458" y="12928"/>
                  <a:pt x="933" y="13108"/>
                </a:cubicBezTo>
                <a:cubicBezTo>
                  <a:pt x="1033" y="13146"/>
                  <a:pt x="1145" y="13169"/>
                  <a:pt x="1252" y="13169"/>
                </a:cubicBezTo>
                <a:cubicBezTo>
                  <a:pt x="1254" y="13169"/>
                  <a:pt x="1257" y="13169"/>
                  <a:pt x="1259" y="13169"/>
                </a:cubicBezTo>
                <a:cubicBezTo>
                  <a:pt x="1388" y="13167"/>
                  <a:pt x="1479" y="13054"/>
                  <a:pt x="1583" y="12989"/>
                </a:cubicBezTo>
                <a:cubicBezTo>
                  <a:pt x="1788" y="12861"/>
                  <a:pt x="2013" y="12777"/>
                  <a:pt x="2247" y="12724"/>
                </a:cubicBezTo>
                <a:cubicBezTo>
                  <a:pt x="2483" y="12671"/>
                  <a:pt x="2724" y="12651"/>
                  <a:pt x="2966" y="12651"/>
                </a:cubicBezTo>
                <a:cubicBezTo>
                  <a:pt x="3233" y="12651"/>
                  <a:pt x="3501" y="12676"/>
                  <a:pt x="3763" y="12707"/>
                </a:cubicBezTo>
                <a:cubicBezTo>
                  <a:pt x="4310" y="12772"/>
                  <a:pt x="4853" y="12875"/>
                  <a:pt x="5400" y="12938"/>
                </a:cubicBezTo>
                <a:cubicBezTo>
                  <a:pt x="6669" y="13085"/>
                  <a:pt x="7946" y="13111"/>
                  <a:pt x="9219" y="13205"/>
                </a:cubicBezTo>
                <a:cubicBezTo>
                  <a:pt x="9860" y="13253"/>
                  <a:pt x="10500" y="13317"/>
                  <a:pt x="11134" y="13424"/>
                </a:cubicBezTo>
                <a:cubicBezTo>
                  <a:pt x="11749" y="13526"/>
                  <a:pt x="12358" y="13663"/>
                  <a:pt x="12967" y="13796"/>
                </a:cubicBezTo>
                <a:cubicBezTo>
                  <a:pt x="14136" y="14051"/>
                  <a:pt x="15300" y="14261"/>
                  <a:pt x="16498" y="14261"/>
                </a:cubicBezTo>
                <a:cubicBezTo>
                  <a:pt x="16552" y="14261"/>
                  <a:pt x="16606" y="14260"/>
                  <a:pt x="16660" y="14259"/>
                </a:cubicBezTo>
                <a:cubicBezTo>
                  <a:pt x="17953" y="14238"/>
                  <a:pt x="19236" y="14050"/>
                  <a:pt x="20525" y="13980"/>
                </a:cubicBezTo>
                <a:cubicBezTo>
                  <a:pt x="21615" y="13919"/>
                  <a:pt x="22718" y="13973"/>
                  <a:pt x="23796" y="13769"/>
                </a:cubicBezTo>
                <a:cubicBezTo>
                  <a:pt x="24313" y="13670"/>
                  <a:pt x="24820" y="13506"/>
                  <a:pt x="25277" y="13242"/>
                </a:cubicBezTo>
                <a:cubicBezTo>
                  <a:pt x="25711" y="12992"/>
                  <a:pt x="26148" y="12628"/>
                  <a:pt x="26165" y="12087"/>
                </a:cubicBezTo>
                <a:cubicBezTo>
                  <a:pt x="26174" y="11806"/>
                  <a:pt x="26071" y="11536"/>
                  <a:pt x="25960" y="11284"/>
                </a:cubicBezTo>
                <a:cubicBezTo>
                  <a:pt x="25831" y="10995"/>
                  <a:pt x="25692" y="10711"/>
                  <a:pt x="25556" y="10424"/>
                </a:cubicBezTo>
                <a:cubicBezTo>
                  <a:pt x="25280" y="9836"/>
                  <a:pt x="25017" y="9241"/>
                  <a:pt x="24726" y="8660"/>
                </a:cubicBezTo>
                <a:cubicBezTo>
                  <a:pt x="24617" y="8443"/>
                  <a:pt x="24475" y="8244"/>
                  <a:pt x="24244" y="8148"/>
                </a:cubicBezTo>
                <a:cubicBezTo>
                  <a:pt x="23992" y="8043"/>
                  <a:pt x="23700" y="8056"/>
                  <a:pt x="23431" y="8053"/>
                </a:cubicBezTo>
                <a:cubicBezTo>
                  <a:pt x="23345" y="8052"/>
                  <a:pt x="23259" y="8052"/>
                  <a:pt x="23173" y="8052"/>
                </a:cubicBezTo>
                <a:cubicBezTo>
                  <a:pt x="22618" y="8052"/>
                  <a:pt x="22062" y="8075"/>
                  <a:pt x="21508" y="8122"/>
                </a:cubicBezTo>
                <a:cubicBezTo>
                  <a:pt x="20999" y="8165"/>
                  <a:pt x="20489" y="8243"/>
                  <a:pt x="19978" y="8243"/>
                </a:cubicBezTo>
                <a:cubicBezTo>
                  <a:pt x="19867" y="8243"/>
                  <a:pt x="19756" y="8239"/>
                  <a:pt x="19645" y="8231"/>
                </a:cubicBezTo>
                <a:cubicBezTo>
                  <a:pt x="19110" y="8189"/>
                  <a:pt x="18609" y="8002"/>
                  <a:pt x="18163" y="7708"/>
                </a:cubicBezTo>
                <a:cubicBezTo>
                  <a:pt x="17269" y="7121"/>
                  <a:pt x="16691" y="6224"/>
                  <a:pt x="16067" y="5381"/>
                </a:cubicBezTo>
                <a:cubicBezTo>
                  <a:pt x="15751" y="4955"/>
                  <a:pt x="15397" y="4546"/>
                  <a:pt x="14929" y="4285"/>
                </a:cubicBezTo>
                <a:cubicBezTo>
                  <a:pt x="14463" y="4025"/>
                  <a:pt x="13935" y="3920"/>
                  <a:pt x="13408" y="3879"/>
                </a:cubicBezTo>
                <a:cubicBezTo>
                  <a:pt x="13154" y="3860"/>
                  <a:pt x="12899" y="3855"/>
                  <a:pt x="12643" y="3855"/>
                </a:cubicBezTo>
                <a:cubicBezTo>
                  <a:pt x="12450" y="3855"/>
                  <a:pt x="12257" y="3858"/>
                  <a:pt x="12064" y="3858"/>
                </a:cubicBezTo>
                <a:cubicBezTo>
                  <a:pt x="11487" y="3858"/>
                  <a:pt x="10912" y="3836"/>
                  <a:pt x="10354" y="3664"/>
                </a:cubicBezTo>
                <a:cubicBezTo>
                  <a:pt x="9893" y="3522"/>
                  <a:pt x="9465" y="3265"/>
                  <a:pt x="9185" y="2863"/>
                </a:cubicBezTo>
                <a:cubicBezTo>
                  <a:pt x="8887" y="2436"/>
                  <a:pt x="8747" y="1924"/>
                  <a:pt x="8473" y="1483"/>
                </a:cubicBezTo>
                <a:cubicBezTo>
                  <a:pt x="7915" y="585"/>
                  <a:pt x="6844" y="273"/>
                  <a:pt x="5861" y="99"/>
                </a:cubicBezTo>
                <a:cubicBezTo>
                  <a:pt x="5533" y="41"/>
                  <a:pt x="5197" y="0"/>
                  <a:pt x="4863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0" name="Google Shape;2840;p120"/>
          <p:cNvSpPr/>
          <p:nvPr/>
        </p:nvSpPr>
        <p:spPr>
          <a:xfrm rot="2024276">
            <a:off x="8338770" y="842317"/>
            <a:ext cx="755189" cy="17692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41" name="Google Shape;2841;p120"/>
          <p:cNvGrpSpPr/>
          <p:nvPr/>
        </p:nvGrpSpPr>
        <p:grpSpPr>
          <a:xfrm>
            <a:off x="6928061" y="349247"/>
            <a:ext cx="221772" cy="200884"/>
            <a:chOff x="1640475" y="1197075"/>
            <a:chExt cx="55475" cy="50250"/>
          </a:xfrm>
        </p:grpSpPr>
        <p:sp>
          <p:nvSpPr>
            <p:cNvPr id="2842" name="Google Shape;2842;p12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12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12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45" name="Google Shape;2845;p120"/>
          <p:cNvGrpSpPr/>
          <p:nvPr/>
        </p:nvGrpSpPr>
        <p:grpSpPr>
          <a:xfrm rot="10468240">
            <a:off x="1666764" y="197950"/>
            <a:ext cx="221772" cy="200884"/>
            <a:chOff x="1640475" y="1197075"/>
            <a:chExt cx="55475" cy="50250"/>
          </a:xfrm>
        </p:grpSpPr>
        <p:sp>
          <p:nvSpPr>
            <p:cNvPr id="2846" name="Google Shape;2846;p12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12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12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49" name="Google Shape;2849;p120"/>
          <p:cNvGrpSpPr/>
          <p:nvPr/>
        </p:nvGrpSpPr>
        <p:grpSpPr>
          <a:xfrm rot="3155490">
            <a:off x="7186097" y="4770947"/>
            <a:ext cx="221774" cy="200886"/>
            <a:chOff x="1640475" y="1197075"/>
            <a:chExt cx="55475" cy="50250"/>
          </a:xfrm>
        </p:grpSpPr>
        <p:sp>
          <p:nvSpPr>
            <p:cNvPr id="2850" name="Google Shape;2850;p12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12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12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53" name="Google Shape;2853;p120"/>
          <p:cNvSpPr/>
          <p:nvPr/>
        </p:nvSpPr>
        <p:spPr>
          <a:xfrm flipH="1" rot="10800000">
            <a:off x="-59881" y="4256559"/>
            <a:ext cx="2299567" cy="1009729"/>
          </a:xfrm>
          <a:custGeom>
            <a:rect b="b" l="l" r="r" t="t"/>
            <a:pathLst>
              <a:path extrusionOk="0" h="6348" w="14457">
                <a:moveTo>
                  <a:pt x="0" y="1"/>
                </a:moveTo>
                <a:lnTo>
                  <a:pt x="0" y="6160"/>
                </a:lnTo>
                <a:cubicBezTo>
                  <a:pt x="307" y="6283"/>
                  <a:pt x="641" y="6348"/>
                  <a:pt x="972" y="6348"/>
                </a:cubicBezTo>
                <a:cubicBezTo>
                  <a:pt x="1431" y="6348"/>
                  <a:pt x="1886" y="6223"/>
                  <a:pt x="2259" y="5957"/>
                </a:cubicBezTo>
                <a:cubicBezTo>
                  <a:pt x="2971" y="5450"/>
                  <a:pt x="3272" y="4560"/>
                  <a:pt x="3620" y="3758"/>
                </a:cubicBezTo>
                <a:cubicBezTo>
                  <a:pt x="3967" y="2955"/>
                  <a:pt x="4504" y="2110"/>
                  <a:pt x="5362" y="1938"/>
                </a:cubicBezTo>
                <a:cubicBezTo>
                  <a:pt x="5472" y="1916"/>
                  <a:pt x="5582" y="1906"/>
                  <a:pt x="5692" y="1906"/>
                </a:cubicBezTo>
                <a:cubicBezTo>
                  <a:pt x="6160" y="1906"/>
                  <a:pt x="6628" y="2081"/>
                  <a:pt x="7080" y="2232"/>
                </a:cubicBezTo>
                <a:cubicBezTo>
                  <a:pt x="7585" y="2401"/>
                  <a:pt x="8141" y="2535"/>
                  <a:pt x="8672" y="2535"/>
                </a:cubicBezTo>
                <a:cubicBezTo>
                  <a:pt x="9138" y="2535"/>
                  <a:pt x="9586" y="2431"/>
                  <a:pt x="9965" y="2156"/>
                </a:cubicBezTo>
                <a:cubicBezTo>
                  <a:pt x="10504" y="1765"/>
                  <a:pt x="10846" y="1060"/>
                  <a:pt x="11419" y="789"/>
                </a:cubicBezTo>
                <a:lnTo>
                  <a:pt x="11420" y="789"/>
                </a:lnTo>
                <a:cubicBezTo>
                  <a:pt x="11436" y="781"/>
                  <a:pt x="11452" y="774"/>
                  <a:pt x="11469" y="767"/>
                </a:cubicBezTo>
                <a:cubicBezTo>
                  <a:pt x="11544" y="736"/>
                  <a:pt x="11623" y="712"/>
                  <a:pt x="11706" y="696"/>
                </a:cubicBezTo>
                <a:cubicBezTo>
                  <a:pt x="11777" y="683"/>
                  <a:pt x="11848" y="678"/>
                  <a:pt x="11919" y="678"/>
                </a:cubicBezTo>
                <a:cubicBezTo>
                  <a:pt x="12271" y="678"/>
                  <a:pt x="12623" y="809"/>
                  <a:pt x="12978" y="824"/>
                </a:cubicBezTo>
                <a:cubicBezTo>
                  <a:pt x="12999" y="824"/>
                  <a:pt x="13020" y="825"/>
                  <a:pt x="13041" y="825"/>
                </a:cubicBezTo>
                <a:cubicBezTo>
                  <a:pt x="13511" y="825"/>
                  <a:pt x="13977" y="611"/>
                  <a:pt x="14281" y="253"/>
                </a:cubicBezTo>
                <a:cubicBezTo>
                  <a:pt x="14348" y="175"/>
                  <a:pt x="14407" y="90"/>
                  <a:pt x="14457" y="1"/>
                </a:cubicBezTo>
                <a:close/>
              </a:path>
            </a:pathLst>
          </a:custGeom>
          <a:solidFill>
            <a:schemeClr val="l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4" name="Google Shape;2854;p120"/>
          <p:cNvSpPr/>
          <p:nvPr/>
        </p:nvSpPr>
        <p:spPr>
          <a:xfrm rot="-8833383">
            <a:off x="923277" y="4582056"/>
            <a:ext cx="1292676" cy="1177550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1">
  <p:cSld name="CUSTOM_6">
    <p:spTree>
      <p:nvGrpSpPr>
        <p:cNvPr id="2855" name="Shape 28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6" name="Google Shape;2856;p121"/>
          <p:cNvSpPr txBox="1"/>
          <p:nvPr>
            <p:ph hasCustomPrompt="1" type="title"/>
          </p:nvPr>
        </p:nvSpPr>
        <p:spPr>
          <a:xfrm>
            <a:off x="1453450" y="1418358"/>
            <a:ext cx="2751900" cy="1963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857" name="Google Shape;2857;p121"/>
          <p:cNvSpPr txBox="1"/>
          <p:nvPr>
            <p:ph idx="2" type="title"/>
          </p:nvPr>
        </p:nvSpPr>
        <p:spPr>
          <a:xfrm>
            <a:off x="4862088" y="1676222"/>
            <a:ext cx="3149400" cy="718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2858" name="Google Shape;2858;p121"/>
          <p:cNvSpPr txBox="1"/>
          <p:nvPr>
            <p:ph idx="3" type="title"/>
          </p:nvPr>
        </p:nvSpPr>
        <p:spPr>
          <a:xfrm>
            <a:off x="4862088" y="2535068"/>
            <a:ext cx="3149400" cy="41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1600"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2859" name="Google Shape;2859;p121"/>
          <p:cNvSpPr/>
          <p:nvPr/>
        </p:nvSpPr>
        <p:spPr>
          <a:xfrm flipH="1" rot="10800000">
            <a:off x="-426183" y="4147653"/>
            <a:ext cx="4076399" cy="1099141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0" name="Google Shape;2860;p121"/>
          <p:cNvSpPr/>
          <p:nvPr/>
        </p:nvSpPr>
        <p:spPr>
          <a:xfrm rot="9900019">
            <a:off x="7095004" y="-874636"/>
            <a:ext cx="2599579" cy="2709000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1" name="Google Shape;2861;p121"/>
          <p:cNvSpPr/>
          <p:nvPr/>
        </p:nvSpPr>
        <p:spPr>
          <a:xfrm rot="4851914">
            <a:off x="-1544179" y="-754466"/>
            <a:ext cx="3522283" cy="2810013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2" name="Google Shape;2862;p121"/>
          <p:cNvSpPr/>
          <p:nvPr/>
        </p:nvSpPr>
        <p:spPr>
          <a:xfrm flipH="1" rot="-5015029">
            <a:off x="7313217" y="3496321"/>
            <a:ext cx="2946331" cy="1214456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63" name="Google Shape;2863;p121"/>
          <p:cNvGrpSpPr/>
          <p:nvPr/>
        </p:nvGrpSpPr>
        <p:grpSpPr>
          <a:xfrm flipH="1" rot="-899970">
            <a:off x="1760784" y="4172269"/>
            <a:ext cx="215932" cy="195605"/>
            <a:chOff x="1640475" y="1197075"/>
            <a:chExt cx="55475" cy="50250"/>
          </a:xfrm>
        </p:grpSpPr>
        <p:sp>
          <p:nvSpPr>
            <p:cNvPr id="2864" name="Google Shape;2864;p12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12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12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67" name="Google Shape;2867;p121"/>
          <p:cNvGrpSpPr/>
          <p:nvPr/>
        </p:nvGrpSpPr>
        <p:grpSpPr>
          <a:xfrm flipH="1" rot="6649759">
            <a:off x="1641791" y="225957"/>
            <a:ext cx="279617" cy="253295"/>
            <a:chOff x="1640475" y="1197075"/>
            <a:chExt cx="55475" cy="50250"/>
          </a:xfrm>
        </p:grpSpPr>
        <p:sp>
          <p:nvSpPr>
            <p:cNvPr id="2868" name="Google Shape;2868;p12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12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12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71" name="Google Shape;2871;p121"/>
          <p:cNvSpPr/>
          <p:nvPr/>
        </p:nvSpPr>
        <p:spPr>
          <a:xfrm rot="-8678282">
            <a:off x="7640087" y="3913453"/>
            <a:ext cx="888103" cy="20804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72" name="Google Shape;2872;p121"/>
          <p:cNvSpPr/>
          <p:nvPr/>
        </p:nvSpPr>
        <p:spPr>
          <a:xfrm rot="4808201">
            <a:off x="359983" y="1957583"/>
            <a:ext cx="545173" cy="12771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73" name="Google Shape;2873;p121"/>
          <p:cNvGrpSpPr/>
          <p:nvPr/>
        </p:nvGrpSpPr>
        <p:grpSpPr>
          <a:xfrm flipH="1" rot="4499988">
            <a:off x="8640970" y="873713"/>
            <a:ext cx="290790" cy="263412"/>
            <a:chOff x="1640475" y="1197075"/>
            <a:chExt cx="55475" cy="50250"/>
          </a:xfrm>
        </p:grpSpPr>
        <p:sp>
          <p:nvSpPr>
            <p:cNvPr id="2874" name="Google Shape;2874;p12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12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12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TITLE_AND_BODY_1_1_1_1">
    <p:spTree>
      <p:nvGrpSpPr>
        <p:cNvPr id="2877" name="Shape 2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8" name="Google Shape;2878;p122"/>
          <p:cNvSpPr txBox="1"/>
          <p:nvPr>
            <p:ph idx="1" type="subTitle"/>
          </p:nvPr>
        </p:nvSpPr>
        <p:spPr>
          <a:xfrm flipH="1">
            <a:off x="1547694" y="3071081"/>
            <a:ext cx="3779400" cy="869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loria Hallelujah"/>
              <a:buNone/>
              <a:defRPr sz="16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879" name="Google Shape;2879;p122"/>
          <p:cNvSpPr txBox="1"/>
          <p:nvPr>
            <p:ph type="ctrTitle"/>
          </p:nvPr>
        </p:nvSpPr>
        <p:spPr>
          <a:xfrm flipH="1">
            <a:off x="1143650" y="1309006"/>
            <a:ext cx="4602300" cy="142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600"/>
              <a:buNone/>
              <a:defRPr sz="9600"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880" name="Google Shape;2880;p122"/>
          <p:cNvSpPr/>
          <p:nvPr/>
        </p:nvSpPr>
        <p:spPr>
          <a:xfrm>
            <a:off x="5548426" y="-346475"/>
            <a:ext cx="3877467" cy="1370005"/>
          </a:xfrm>
          <a:custGeom>
            <a:rect b="b" l="l" r="r" t="t"/>
            <a:pathLst>
              <a:path extrusionOk="0" h="8613" w="24377">
                <a:moveTo>
                  <a:pt x="22626" y="1"/>
                </a:moveTo>
                <a:cubicBezTo>
                  <a:pt x="22431" y="1"/>
                  <a:pt x="22241" y="55"/>
                  <a:pt x="22058" y="101"/>
                </a:cubicBezTo>
                <a:cubicBezTo>
                  <a:pt x="21511" y="238"/>
                  <a:pt x="20953" y="349"/>
                  <a:pt x="20391" y="439"/>
                </a:cubicBezTo>
                <a:cubicBezTo>
                  <a:pt x="18472" y="743"/>
                  <a:pt x="16508" y="793"/>
                  <a:pt x="14552" y="793"/>
                </a:cubicBezTo>
                <a:cubicBezTo>
                  <a:pt x="14183" y="793"/>
                  <a:pt x="13813" y="791"/>
                  <a:pt x="13445" y="789"/>
                </a:cubicBezTo>
                <a:cubicBezTo>
                  <a:pt x="11020" y="775"/>
                  <a:pt x="8592" y="763"/>
                  <a:pt x="6170" y="648"/>
                </a:cubicBezTo>
                <a:cubicBezTo>
                  <a:pt x="4959" y="590"/>
                  <a:pt x="3748" y="506"/>
                  <a:pt x="2545" y="383"/>
                </a:cubicBezTo>
                <a:cubicBezTo>
                  <a:pt x="2238" y="351"/>
                  <a:pt x="1932" y="316"/>
                  <a:pt x="1627" y="279"/>
                </a:cubicBezTo>
                <a:cubicBezTo>
                  <a:pt x="1398" y="252"/>
                  <a:pt x="1163" y="215"/>
                  <a:pt x="930" y="215"/>
                </a:cubicBezTo>
                <a:cubicBezTo>
                  <a:pt x="895" y="215"/>
                  <a:pt x="861" y="215"/>
                  <a:pt x="827" y="217"/>
                </a:cubicBezTo>
                <a:cubicBezTo>
                  <a:pt x="405" y="240"/>
                  <a:pt x="13" y="441"/>
                  <a:pt x="5" y="792"/>
                </a:cubicBezTo>
                <a:cubicBezTo>
                  <a:pt x="1" y="936"/>
                  <a:pt x="84" y="1057"/>
                  <a:pt x="235" y="1138"/>
                </a:cubicBezTo>
                <a:cubicBezTo>
                  <a:pt x="259" y="1152"/>
                  <a:pt x="283" y="1157"/>
                  <a:pt x="305" y="1157"/>
                </a:cubicBezTo>
                <a:cubicBezTo>
                  <a:pt x="307" y="1157"/>
                  <a:pt x="309" y="1157"/>
                  <a:pt x="311" y="1157"/>
                </a:cubicBezTo>
                <a:lnTo>
                  <a:pt x="311" y="1157"/>
                </a:lnTo>
                <a:cubicBezTo>
                  <a:pt x="180" y="1807"/>
                  <a:pt x="426" y="2480"/>
                  <a:pt x="944" y="3003"/>
                </a:cubicBezTo>
                <a:cubicBezTo>
                  <a:pt x="1219" y="3281"/>
                  <a:pt x="1569" y="3518"/>
                  <a:pt x="1974" y="3679"/>
                </a:cubicBezTo>
                <a:cubicBezTo>
                  <a:pt x="2424" y="3858"/>
                  <a:pt x="2928" y="3933"/>
                  <a:pt x="3430" y="3957"/>
                </a:cubicBezTo>
                <a:cubicBezTo>
                  <a:pt x="3565" y="3964"/>
                  <a:pt x="3702" y="3967"/>
                  <a:pt x="3838" y="3967"/>
                </a:cubicBezTo>
                <a:cubicBezTo>
                  <a:pt x="4389" y="3967"/>
                  <a:pt x="4946" y="3924"/>
                  <a:pt x="5497" y="3924"/>
                </a:cubicBezTo>
                <a:cubicBezTo>
                  <a:pt x="5880" y="3924"/>
                  <a:pt x="6260" y="3944"/>
                  <a:pt x="6634" y="4014"/>
                </a:cubicBezTo>
                <a:cubicBezTo>
                  <a:pt x="7452" y="4167"/>
                  <a:pt x="8044" y="4590"/>
                  <a:pt x="8476" y="5128"/>
                </a:cubicBezTo>
                <a:cubicBezTo>
                  <a:pt x="8889" y="5644"/>
                  <a:pt x="9168" y="6215"/>
                  <a:pt x="9504" y="6761"/>
                </a:cubicBezTo>
                <a:cubicBezTo>
                  <a:pt x="9818" y="7272"/>
                  <a:pt x="10194" y="7795"/>
                  <a:pt x="10779" y="8153"/>
                </a:cubicBezTo>
                <a:cubicBezTo>
                  <a:pt x="11306" y="8477"/>
                  <a:pt x="11931" y="8612"/>
                  <a:pt x="12573" y="8612"/>
                </a:cubicBezTo>
                <a:cubicBezTo>
                  <a:pt x="12917" y="8612"/>
                  <a:pt x="13266" y="8573"/>
                  <a:pt x="13607" y="8503"/>
                </a:cubicBezTo>
                <a:cubicBezTo>
                  <a:pt x="14755" y="8264"/>
                  <a:pt x="15723" y="7708"/>
                  <a:pt x="16790" y="7327"/>
                </a:cubicBezTo>
                <a:cubicBezTo>
                  <a:pt x="17672" y="7012"/>
                  <a:pt x="18645" y="6819"/>
                  <a:pt x="19621" y="6819"/>
                </a:cubicBezTo>
                <a:cubicBezTo>
                  <a:pt x="19841" y="6819"/>
                  <a:pt x="20062" y="6829"/>
                  <a:pt x="20281" y="6849"/>
                </a:cubicBezTo>
                <a:cubicBezTo>
                  <a:pt x="21290" y="6943"/>
                  <a:pt x="22275" y="7285"/>
                  <a:pt x="22992" y="7844"/>
                </a:cubicBezTo>
                <a:cubicBezTo>
                  <a:pt x="23170" y="7982"/>
                  <a:pt x="23328" y="8133"/>
                  <a:pt x="23467" y="8296"/>
                </a:cubicBezTo>
                <a:cubicBezTo>
                  <a:pt x="23495" y="8329"/>
                  <a:pt x="23541" y="8346"/>
                  <a:pt x="23587" y="8346"/>
                </a:cubicBezTo>
                <a:cubicBezTo>
                  <a:pt x="23643" y="8346"/>
                  <a:pt x="23698" y="8320"/>
                  <a:pt x="23718" y="8271"/>
                </a:cubicBezTo>
                <a:cubicBezTo>
                  <a:pt x="24376" y="6550"/>
                  <a:pt x="24252" y="4734"/>
                  <a:pt x="23880" y="2982"/>
                </a:cubicBezTo>
                <a:cubicBezTo>
                  <a:pt x="23786" y="2536"/>
                  <a:pt x="23676" y="2093"/>
                  <a:pt x="23557" y="1650"/>
                </a:cubicBezTo>
                <a:cubicBezTo>
                  <a:pt x="23441" y="1217"/>
                  <a:pt x="23343" y="773"/>
                  <a:pt x="23189" y="348"/>
                </a:cubicBezTo>
                <a:cubicBezTo>
                  <a:pt x="23127" y="176"/>
                  <a:pt x="22987" y="38"/>
                  <a:pt x="22748" y="8"/>
                </a:cubicBezTo>
                <a:cubicBezTo>
                  <a:pt x="22707" y="3"/>
                  <a:pt x="22666" y="1"/>
                  <a:pt x="22626" y="1"/>
                </a:cubicBezTo>
                <a:close/>
              </a:path>
            </a:pathLst>
          </a:custGeom>
          <a:solidFill>
            <a:schemeClr val="dk2">
              <a:alpha val="4776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1" name="Google Shape;2881;p122"/>
          <p:cNvSpPr/>
          <p:nvPr/>
        </p:nvSpPr>
        <p:spPr>
          <a:xfrm flipH="1" rot="5400000">
            <a:off x="-133350" y="-219449"/>
            <a:ext cx="2068926" cy="2074970"/>
          </a:xfrm>
          <a:custGeom>
            <a:rect b="b" l="l" r="r" t="t"/>
            <a:pathLst>
              <a:path extrusionOk="0" h="13045" w="13007">
                <a:moveTo>
                  <a:pt x="11086" y="1"/>
                </a:moveTo>
                <a:cubicBezTo>
                  <a:pt x="10136" y="1"/>
                  <a:pt x="9220" y="578"/>
                  <a:pt x="8514" y="1160"/>
                </a:cubicBezTo>
                <a:cubicBezTo>
                  <a:pt x="7734" y="1801"/>
                  <a:pt x="7147" y="2603"/>
                  <a:pt x="6690" y="3499"/>
                </a:cubicBezTo>
                <a:cubicBezTo>
                  <a:pt x="6269" y="4325"/>
                  <a:pt x="5846" y="5241"/>
                  <a:pt x="4914" y="5581"/>
                </a:cubicBezTo>
                <a:cubicBezTo>
                  <a:pt x="3974" y="5923"/>
                  <a:pt x="2923" y="5759"/>
                  <a:pt x="2005" y="6187"/>
                </a:cubicBezTo>
                <a:cubicBezTo>
                  <a:pt x="1188" y="6570"/>
                  <a:pt x="602" y="7349"/>
                  <a:pt x="329" y="8196"/>
                </a:cubicBezTo>
                <a:cubicBezTo>
                  <a:pt x="1" y="9208"/>
                  <a:pt x="140" y="10320"/>
                  <a:pt x="509" y="11301"/>
                </a:cubicBezTo>
                <a:cubicBezTo>
                  <a:pt x="597" y="11534"/>
                  <a:pt x="989" y="11993"/>
                  <a:pt x="1051" y="11993"/>
                </a:cubicBezTo>
                <a:cubicBezTo>
                  <a:pt x="1057" y="11993"/>
                  <a:pt x="1060" y="11988"/>
                  <a:pt x="1059" y="11977"/>
                </a:cubicBezTo>
                <a:lnTo>
                  <a:pt x="1059" y="11977"/>
                </a:lnTo>
                <a:cubicBezTo>
                  <a:pt x="1717" y="12454"/>
                  <a:pt x="2513" y="12576"/>
                  <a:pt x="3318" y="12576"/>
                </a:cubicBezTo>
                <a:cubicBezTo>
                  <a:pt x="3796" y="12576"/>
                  <a:pt x="4277" y="12533"/>
                  <a:pt x="4735" y="12495"/>
                </a:cubicBezTo>
                <a:cubicBezTo>
                  <a:pt x="5450" y="12436"/>
                  <a:pt x="6168" y="12406"/>
                  <a:pt x="6885" y="12406"/>
                </a:cubicBezTo>
                <a:cubicBezTo>
                  <a:pt x="7827" y="12406"/>
                  <a:pt x="8769" y="12458"/>
                  <a:pt x="9706" y="12564"/>
                </a:cubicBezTo>
                <a:cubicBezTo>
                  <a:pt x="10641" y="12670"/>
                  <a:pt x="11568" y="12831"/>
                  <a:pt x="12485" y="13041"/>
                </a:cubicBezTo>
                <a:cubicBezTo>
                  <a:pt x="12495" y="13043"/>
                  <a:pt x="12505" y="13045"/>
                  <a:pt x="12515" y="13045"/>
                </a:cubicBezTo>
                <a:cubicBezTo>
                  <a:pt x="12578" y="13045"/>
                  <a:pt x="12630" y="12997"/>
                  <a:pt x="12632" y="12929"/>
                </a:cubicBezTo>
                <a:lnTo>
                  <a:pt x="12879" y="5509"/>
                </a:lnTo>
                <a:cubicBezTo>
                  <a:pt x="12900" y="4891"/>
                  <a:pt x="12920" y="4272"/>
                  <a:pt x="12940" y="3654"/>
                </a:cubicBezTo>
                <a:cubicBezTo>
                  <a:pt x="12960" y="3073"/>
                  <a:pt x="13006" y="2485"/>
                  <a:pt x="12985" y="1903"/>
                </a:cubicBezTo>
                <a:cubicBezTo>
                  <a:pt x="12967" y="1412"/>
                  <a:pt x="12856" y="914"/>
                  <a:pt x="12502" y="551"/>
                </a:cubicBezTo>
                <a:cubicBezTo>
                  <a:pt x="12188" y="228"/>
                  <a:pt x="11746" y="54"/>
                  <a:pt x="11303" y="11"/>
                </a:cubicBezTo>
                <a:cubicBezTo>
                  <a:pt x="11230" y="4"/>
                  <a:pt x="11158" y="1"/>
                  <a:pt x="11086" y="1"/>
                </a:cubicBezTo>
                <a:close/>
              </a:path>
            </a:pathLst>
          </a:custGeom>
          <a:solidFill>
            <a:schemeClr val="accent1">
              <a:alpha val="598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2" name="Google Shape;2882;p122"/>
          <p:cNvSpPr/>
          <p:nvPr/>
        </p:nvSpPr>
        <p:spPr>
          <a:xfrm flipH="1" rot="10800000">
            <a:off x="-59881" y="4256559"/>
            <a:ext cx="2299567" cy="1009729"/>
          </a:xfrm>
          <a:custGeom>
            <a:rect b="b" l="l" r="r" t="t"/>
            <a:pathLst>
              <a:path extrusionOk="0" h="6348" w="14457">
                <a:moveTo>
                  <a:pt x="0" y="1"/>
                </a:moveTo>
                <a:lnTo>
                  <a:pt x="0" y="6160"/>
                </a:lnTo>
                <a:cubicBezTo>
                  <a:pt x="307" y="6283"/>
                  <a:pt x="641" y="6348"/>
                  <a:pt x="972" y="6348"/>
                </a:cubicBezTo>
                <a:cubicBezTo>
                  <a:pt x="1431" y="6348"/>
                  <a:pt x="1886" y="6223"/>
                  <a:pt x="2259" y="5957"/>
                </a:cubicBezTo>
                <a:cubicBezTo>
                  <a:pt x="2971" y="5450"/>
                  <a:pt x="3272" y="4560"/>
                  <a:pt x="3620" y="3758"/>
                </a:cubicBezTo>
                <a:cubicBezTo>
                  <a:pt x="3967" y="2955"/>
                  <a:pt x="4504" y="2110"/>
                  <a:pt x="5362" y="1938"/>
                </a:cubicBezTo>
                <a:cubicBezTo>
                  <a:pt x="5472" y="1916"/>
                  <a:pt x="5582" y="1906"/>
                  <a:pt x="5692" y="1906"/>
                </a:cubicBezTo>
                <a:cubicBezTo>
                  <a:pt x="6160" y="1906"/>
                  <a:pt x="6628" y="2081"/>
                  <a:pt x="7080" y="2232"/>
                </a:cubicBezTo>
                <a:cubicBezTo>
                  <a:pt x="7585" y="2401"/>
                  <a:pt x="8141" y="2535"/>
                  <a:pt x="8672" y="2535"/>
                </a:cubicBezTo>
                <a:cubicBezTo>
                  <a:pt x="9138" y="2535"/>
                  <a:pt x="9586" y="2431"/>
                  <a:pt x="9965" y="2156"/>
                </a:cubicBezTo>
                <a:cubicBezTo>
                  <a:pt x="10504" y="1765"/>
                  <a:pt x="10846" y="1060"/>
                  <a:pt x="11419" y="789"/>
                </a:cubicBezTo>
                <a:lnTo>
                  <a:pt x="11420" y="789"/>
                </a:lnTo>
                <a:cubicBezTo>
                  <a:pt x="11436" y="781"/>
                  <a:pt x="11452" y="774"/>
                  <a:pt x="11469" y="767"/>
                </a:cubicBezTo>
                <a:cubicBezTo>
                  <a:pt x="11544" y="736"/>
                  <a:pt x="11623" y="712"/>
                  <a:pt x="11706" y="696"/>
                </a:cubicBezTo>
                <a:cubicBezTo>
                  <a:pt x="11777" y="683"/>
                  <a:pt x="11848" y="678"/>
                  <a:pt x="11919" y="678"/>
                </a:cubicBezTo>
                <a:cubicBezTo>
                  <a:pt x="12271" y="678"/>
                  <a:pt x="12623" y="809"/>
                  <a:pt x="12978" y="824"/>
                </a:cubicBezTo>
                <a:cubicBezTo>
                  <a:pt x="12999" y="824"/>
                  <a:pt x="13020" y="825"/>
                  <a:pt x="13041" y="825"/>
                </a:cubicBezTo>
                <a:cubicBezTo>
                  <a:pt x="13511" y="825"/>
                  <a:pt x="13977" y="611"/>
                  <a:pt x="14281" y="253"/>
                </a:cubicBezTo>
                <a:cubicBezTo>
                  <a:pt x="14348" y="175"/>
                  <a:pt x="14407" y="90"/>
                  <a:pt x="14457" y="1"/>
                </a:cubicBezTo>
                <a:close/>
              </a:path>
            </a:pathLst>
          </a:custGeom>
          <a:solidFill>
            <a:schemeClr val="l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3" name="Google Shape;2883;p122"/>
          <p:cNvSpPr/>
          <p:nvPr/>
        </p:nvSpPr>
        <p:spPr>
          <a:xfrm flipH="1">
            <a:off x="5320140" y="3198044"/>
            <a:ext cx="4163302" cy="2268390"/>
          </a:xfrm>
          <a:custGeom>
            <a:rect b="b" l="l" r="r" t="t"/>
            <a:pathLst>
              <a:path extrusionOk="0" h="14261" w="26174">
                <a:moveTo>
                  <a:pt x="4863" y="0"/>
                </a:moveTo>
                <a:cubicBezTo>
                  <a:pt x="4600" y="0"/>
                  <a:pt x="4337" y="25"/>
                  <a:pt x="4079" y="86"/>
                </a:cubicBezTo>
                <a:cubicBezTo>
                  <a:pt x="3577" y="206"/>
                  <a:pt x="3127" y="469"/>
                  <a:pt x="2736" y="803"/>
                </a:cubicBezTo>
                <a:cubicBezTo>
                  <a:pt x="1930" y="1492"/>
                  <a:pt x="1836" y="3135"/>
                  <a:pt x="799" y="3280"/>
                </a:cubicBezTo>
                <a:cubicBezTo>
                  <a:pt x="128" y="3374"/>
                  <a:pt x="0" y="4462"/>
                  <a:pt x="66" y="4462"/>
                </a:cubicBezTo>
                <a:cubicBezTo>
                  <a:pt x="68" y="4462"/>
                  <a:pt x="70" y="4461"/>
                  <a:pt x="72" y="4459"/>
                </a:cubicBezTo>
                <a:lnTo>
                  <a:pt x="72" y="4459"/>
                </a:lnTo>
                <a:cubicBezTo>
                  <a:pt x="67" y="5698"/>
                  <a:pt x="63" y="6939"/>
                  <a:pt x="59" y="8179"/>
                </a:cubicBezTo>
                <a:cubicBezTo>
                  <a:pt x="56" y="8831"/>
                  <a:pt x="53" y="9483"/>
                  <a:pt x="51" y="10135"/>
                </a:cubicBezTo>
                <a:cubicBezTo>
                  <a:pt x="50" y="10457"/>
                  <a:pt x="49" y="10777"/>
                  <a:pt x="48" y="11099"/>
                </a:cubicBezTo>
                <a:cubicBezTo>
                  <a:pt x="47" y="11393"/>
                  <a:pt x="48" y="11687"/>
                  <a:pt x="100" y="11976"/>
                </a:cubicBezTo>
                <a:cubicBezTo>
                  <a:pt x="186" y="12456"/>
                  <a:pt x="458" y="12928"/>
                  <a:pt x="933" y="13108"/>
                </a:cubicBezTo>
                <a:cubicBezTo>
                  <a:pt x="1033" y="13146"/>
                  <a:pt x="1145" y="13169"/>
                  <a:pt x="1252" y="13169"/>
                </a:cubicBezTo>
                <a:cubicBezTo>
                  <a:pt x="1254" y="13169"/>
                  <a:pt x="1257" y="13169"/>
                  <a:pt x="1259" y="13169"/>
                </a:cubicBezTo>
                <a:cubicBezTo>
                  <a:pt x="1388" y="13167"/>
                  <a:pt x="1479" y="13054"/>
                  <a:pt x="1583" y="12989"/>
                </a:cubicBezTo>
                <a:cubicBezTo>
                  <a:pt x="1788" y="12861"/>
                  <a:pt x="2013" y="12777"/>
                  <a:pt x="2247" y="12724"/>
                </a:cubicBezTo>
                <a:cubicBezTo>
                  <a:pt x="2483" y="12671"/>
                  <a:pt x="2724" y="12651"/>
                  <a:pt x="2966" y="12651"/>
                </a:cubicBezTo>
                <a:cubicBezTo>
                  <a:pt x="3233" y="12651"/>
                  <a:pt x="3501" y="12676"/>
                  <a:pt x="3763" y="12707"/>
                </a:cubicBezTo>
                <a:cubicBezTo>
                  <a:pt x="4310" y="12772"/>
                  <a:pt x="4853" y="12875"/>
                  <a:pt x="5400" y="12938"/>
                </a:cubicBezTo>
                <a:cubicBezTo>
                  <a:pt x="6669" y="13085"/>
                  <a:pt x="7946" y="13111"/>
                  <a:pt x="9219" y="13205"/>
                </a:cubicBezTo>
                <a:cubicBezTo>
                  <a:pt x="9860" y="13253"/>
                  <a:pt x="10500" y="13317"/>
                  <a:pt x="11134" y="13424"/>
                </a:cubicBezTo>
                <a:cubicBezTo>
                  <a:pt x="11749" y="13526"/>
                  <a:pt x="12358" y="13663"/>
                  <a:pt x="12967" y="13796"/>
                </a:cubicBezTo>
                <a:cubicBezTo>
                  <a:pt x="14136" y="14051"/>
                  <a:pt x="15300" y="14261"/>
                  <a:pt x="16498" y="14261"/>
                </a:cubicBezTo>
                <a:cubicBezTo>
                  <a:pt x="16552" y="14261"/>
                  <a:pt x="16606" y="14260"/>
                  <a:pt x="16660" y="14259"/>
                </a:cubicBezTo>
                <a:cubicBezTo>
                  <a:pt x="17953" y="14238"/>
                  <a:pt x="19236" y="14050"/>
                  <a:pt x="20525" y="13980"/>
                </a:cubicBezTo>
                <a:cubicBezTo>
                  <a:pt x="21615" y="13919"/>
                  <a:pt x="22718" y="13973"/>
                  <a:pt x="23796" y="13769"/>
                </a:cubicBezTo>
                <a:cubicBezTo>
                  <a:pt x="24313" y="13670"/>
                  <a:pt x="24820" y="13506"/>
                  <a:pt x="25277" y="13242"/>
                </a:cubicBezTo>
                <a:cubicBezTo>
                  <a:pt x="25711" y="12992"/>
                  <a:pt x="26148" y="12628"/>
                  <a:pt x="26165" y="12087"/>
                </a:cubicBezTo>
                <a:cubicBezTo>
                  <a:pt x="26174" y="11806"/>
                  <a:pt x="26071" y="11536"/>
                  <a:pt x="25960" y="11284"/>
                </a:cubicBezTo>
                <a:cubicBezTo>
                  <a:pt x="25831" y="10995"/>
                  <a:pt x="25692" y="10711"/>
                  <a:pt x="25556" y="10424"/>
                </a:cubicBezTo>
                <a:cubicBezTo>
                  <a:pt x="25280" y="9836"/>
                  <a:pt x="25017" y="9241"/>
                  <a:pt x="24726" y="8660"/>
                </a:cubicBezTo>
                <a:cubicBezTo>
                  <a:pt x="24617" y="8443"/>
                  <a:pt x="24475" y="8244"/>
                  <a:pt x="24244" y="8148"/>
                </a:cubicBezTo>
                <a:cubicBezTo>
                  <a:pt x="23992" y="8043"/>
                  <a:pt x="23700" y="8056"/>
                  <a:pt x="23431" y="8053"/>
                </a:cubicBezTo>
                <a:cubicBezTo>
                  <a:pt x="23345" y="8052"/>
                  <a:pt x="23259" y="8052"/>
                  <a:pt x="23173" y="8052"/>
                </a:cubicBezTo>
                <a:cubicBezTo>
                  <a:pt x="22618" y="8052"/>
                  <a:pt x="22062" y="8075"/>
                  <a:pt x="21508" y="8122"/>
                </a:cubicBezTo>
                <a:cubicBezTo>
                  <a:pt x="20999" y="8165"/>
                  <a:pt x="20489" y="8243"/>
                  <a:pt x="19978" y="8243"/>
                </a:cubicBezTo>
                <a:cubicBezTo>
                  <a:pt x="19867" y="8243"/>
                  <a:pt x="19756" y="8239"/>
                  <a:pt x="19645" y="8231"/>
                </a:cubicBezTo>
                <a:cubicBezTo>
                  <a:pt x="19110" y="8189"/>
                  <a:pt x="18609" y="8002"/>
                  <a:pt x="18163" y="7708"/>
                </a:cubicBezTo>
                <a:cubicBezTo>
                  <a:pt x="17269" y="7121"/>
                  <a:pt x="16691" y="6224"/>
                  <a:pt x="16067" y="5381"/>
                </a:cubicBezTo>
                <a:cubicBezTo>
                  <a:pt x="15751" y="4955"/>
                  <a:pt x="15397" y="4546"/>
                  <a:pt x="14929" y="4285"/>
                </a:cubicBezTo>
                <a:cubicBezTo>
                  <a:pt x="14463" y="4025"/>
                  <a:pt x="13935" y="3920"/>
                  <a:pt x="13408" y="3879"/>
                </a:cubicBezTo>
                <a:cubicBezTo>
                  <a:pt x="13154" y="3860"/>
                  <a:pt x="12899" y="3855"/>
                  <a:pt x="12643" y="3855"/>
                </a:cubicBezTo>
                <a:cubicBezTo>
                  <a:pt x="12450" y="3855"/>
                  <a:pt x="12257" y="3858"/>
                  <a:pt x="12064" y="3858"/>
                </a:cubicBezTo>
                <a:cubicBezTo>
                  <a:pt x="11487" y="3858"/>
                  <a:pt x="10912" y="3836"/>
                  <a:pt x="10354" y="3664"/>
                </a:cubicBezTo>
                <a:cubicBezTo>
                  <a:pt x="9893" y="3522"/>
                  <a:pt x="9465" y="3265"/>
                  <a:pt x="9185" y="2863"/>
                </a:cubicBezTo>
                <a:cubicBezTo>
                  <a:pt x="8887" y="2436"/>
                  <a:pt x="8747" y="1924"/>
                  <a:pt x="8473" y="1483"/>
                </a:cubicBezTo>
                <a:cubicBezTo>
                  <a:pt x="7915" y="585"/>
                  <a:pt x="6844" y="273"/>
                  <a:pt x="5861" y="99"/>
                </a:cubicBezTo>
                <a:cubicBezTo>
                  <a:pt x="5533" y="41"/>
                  <a:pt x="5197" y="0"/>
                  <a:pt x="4863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4" name="Google Shape;2884;p122"/>
          <p:cNvSpPr/>
          <p:nvPr/>
        </p:nvSpPr>
        <p:spPr>
          <a:xfrm rot="2024276">
            <a:off x="8351633" y="1663617"/>
            <a:ext cx="755189" cy="17692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5" name="Google Shape;2885;p122"/>
          <p:cNvSpPr/>
          <p:nvPr/>
        </p:nvSpPr>
        <p:spPr>
          <a:xfrm>
            <a:off x="7073440" y="-275926"/>
            <a:ext cx="1292661" cy="1177544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86" name="Google Shape;2886;p122"/>
          <p:cNvGrpSpPr/>
          <p:nvPr/>
        </p:nvGrpSpPr>
        <p:grpSpPr>
          <a:xfrm>
            <a:off x="8144336" y="3252147"/>
            <a:ext cx="221772" cy="200884"/>
            <a:chOff x="1640475" y="1197075"/>
            <a:chExt cx="55475" cy="50250"/>
          </a:xfrm>
        </p:grpSpPr>
        <p:sp>
          <p:nvSpPr>
            <p:cNvPr id="2887" name="Google Shape;2887;p12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12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12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90" name="Google Shape;2890;p122"/>
          <p:cNvGrpSpPr/>
          <p:nvPr/>
        </p:nvGrpSpPr>
        <p:grpSpPr>
          <a:xfrm flipH="1" rot="7529702">
            <a:off x="460810" y="487975"/>
            <a:ext cx="221773" cy="200885"/>
            <a:chOff x="1640475" y="1197075"/>
            <a:chExt cx="55475" cy="50250"/>
          </a:xfrm>
        </p:grpSpPr>
        <p:sp>
          <p:nvSpPr>
            <p:cNvPr id="2891" name="Google Shape;2891;p12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12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12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94" name="Google Shape;2894;p122"/>
          <p:cNvGrpSpPr/>
          <p:nvPr/>
        </p:nvGrpSpPr>
        <p:grpSpPr>
          <a:xfrm>
            <a:off x="1648299" y="4503035"/>
            <a:ext cx="221772" cy="200884"/>
            <a:chOff x="1640475" y="1197075"/>
            <a:chExt cx="55475" cy="50250"/>
          </a:xfrm>
        </p:grpSpPr>
        <p:sp>
          <p:nvSpPr>
            <p:cNvPr id="2895" name="Google Shape;2895;p12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12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12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98" name="Google Shape;2898;p122"/>
          <p:cNvGrpSpPr/>
          <p:nvPr/>
        </p:nvGrpSpPr>
        <p:grpSpPr>
          <a:xfrm>
            <a:off x="7209124" y="114872"/>
            <a:ext cx="221772" cy="200884"/>
            <a:chOff x="1640475" y="1197075"/>
            <a:chExt cx="55475" cy="50250"/>
          </a:xfrm>
        </p:grpSpPr>
        <p:sp>
          <p:nvSpPr>
            <p:cNvPr id="2899" name="Google Shape;2899;p12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12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12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02" name="Google Shape;2902;p122"/>
          <p:cNvGrpSpPr/>
          <p:nvPr/>
        </p:nvGrpSpPr>
        <p:grpSpPr>
          <a:xfrm rot="10468240">
            <a:off x="1819739" y="114875"/>
            <a:ext cx="221772" cy="200884"/>
            <a:chOff x="1640475" y="1197075"/>
            <a:chExt cx="55475" cy="50250"/>
          </a:xfrm>
        </p:grpSpPr>
        <p:sp>
          <p:nvSpPr>
            <p:cNvPr id="2903" name="Google Shape;2903;p12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12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12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06" name="Google Shape;2906;p122"/>
          <p:cNvSpPr/>
          <p:nvPr/>
        </p:nvSpPr>
        <p:spPr>
          <a:xfrm rot="-1439237">
            <a:off x="229358" y="4354592"/>
            <a:ext cx="755196" cy="17693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7" name="Google Shape;2907;p122"/>
          <p:cNvSpPr/>
          <p:nvPr/>
        </p:nvSpPr>
        <p:spPr>
          <a:xfrm flipH="1" rot="6471385">
            <a:off x="8124343" y="4299394"/>
            <a:ext cx="1292668" cy="1177548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08" name="Google Shape;2908;p122"/>
          <p:cNvGrpSpPr/>
          <p:nvPr/>
        </p:nvGrpSpPr>
        <p:grpSpPr>
          <a:xfrm rot="3155490">
            <a:off x="6966697" y="4660972"/>
            <a:ext cx="221774" cy="200886"/>
            <a:chOff x="1640475" y="1197075"/>
            <a:chExt cx="55475" cy="50250"/>
          </a:xfrm>
        </p:grpSpPr>
        <p:sp>
          <p:nvSpPr>
            <p:cNvPr id="2909" name="Google Shape;2909;p12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12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12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12" name="Google Shape;2912;p122"/>
          <p:cNvGrpSpPr/>
          <p:nvPr/>
        </p:nvGrpSpPr>
        <p:grpSpPr>
          <a:xfrm rot="-5400064">
            <a:off x="6187029" y="2959875"/>
            <a:ext cx="297246" cy="269250"/>
            <a:chOff x="1640475" y="1197075"/>
            <a:chExt cx="55475" cy="50250"/>
          </a:xfrm>
        </p:grpSpPr>
        <p:sp>
          <p:nvSpPr>
            <p:cNvPr id="2913" name="Google Shape;2913;p12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12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12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SECTION_TITLE_AND_DESCRIPTION_1">
    <p:spTree>
      <p:nvGrpSpPr>
        <p:cNvPr id="2916" name="Shape 29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7" name="Google Shape;2917;p123"/>
          <p:cNvSpPr/>
          <p:nvPr/>
        </p:nvSpPr>
        <p:spPr>
          <a:xfrm rot="10800000">
            <a:off x="5503960" y="-195863"/>
            <a:ext cx="3782139" cy="1779867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8" name="Google Shape;2918;p123"/>
          <p:cNvSpPr/>
          <p:nvPr/>
        </p:nvSpPr>
        <p:spPr>
          <a:xfrm rot="10800000">
            <a:off x="6095615" y="3584390"/>
            <a:ext cx="3260760" cy="1799884"/>
          </a:xfrm>
          <a:custGeom>
            <a:rect b="b" l="l" r="r" t="t"/>
            <a:pathLst>
              <a:path extrusionOk="0" h="11330" w="20526">
                <a:moveTo>
                  <a:pt x="12939" y="1"/>
                </a:moveTo>
                <a:cubicBezTo>
                  <a:pt x="11999" y="1"/>
                  <a:pt x="11086" y="167"/>
                  <a:pt x="10169" y="370"/>
                </a:cubicBezTo>
                <a:cubicBezTo>
                  <a:pt x="9691" y="476"/>
                  <a:pt x="9213" y="584"/>
                  <a:pt x="8731" y="667"/>
                </a:cubicBezTo>
                <a:cubicBezTo>
                  <a:pt x="8234" y="750"/>
                  <a:pt x="7732" y="802"/>
                  <a:pt x="7229" y="839"/>
                </a:cubicBezTo>
                <a:cubicBezTo>
                  <a:pt x="6231" y="913"/>
                  <a:pt x="5230" y="935"/>
                  <a:pt x="4235" y="1052"/>
                </a:cubicBezTo>
                <a:cubicBezTo>
                  <a:pt x="3806" y="1102"/>
                  <a:pt x="3380" y="1184"/>
                  <a:pt x="2951" y="1235"/>
                </a:cubicBezTo>
                <a:cubicBezTo>
                  <a:pt x="2746" y="1260"/>
                  <a:pt x="2537" y="1279"/>
                  <a:pt x="2328" y="1279"/>
                </a:cubicBezTo>
                <a:cubicBezTo>
                  <a:pt x="2138" y="1279"/>
                  <a:pt x="1948" y="1263"/>
                  <a:pt x="1762" y="1222"/>
                </a:cubicBezTo>
                <a:cubicBezTo>
                  <a:pt x="1578" y="1180"/>
                  <a:pt x="1402" y="1113"/>
                  <a:pt x="1242" y="1012"/>
                </a:cubicBezTo>
                <a:cubicBezTo>
                  <a:pt x="1161" y="960"/>
                  <a:pt x="1089" y="870"/>
                  <a:pt x="988" y="868"/>
                </a:cubicBezTo>
                <a:cubicBezTo>
                  <a:pt x="985" y="868"/>
                  <a:pt x="983" y="868"/>
                  <a:pt x="981" y="868"/>
                </a:cubicBezTo>
                <a:cubicBezTo>
                  <a:pt x="897" y="868"/>
                  <a:pt x="810" y="887"/>
                  <a:pt x="732" y="917"/>
                </a:cubicBezTo>
                <a:cubicBezTo>
                  <a:pt x="360" y="1060"/>
                  <a:pt x="147" y="1435"/>
                  <a:pt x="79" y="1816"/>
                </a:cubicBezTo>
                <a:cubicBezTo>
                  <a:pt x="38" y="2046"/>
                  <a:pt x="37" y="2279"/>
                  <a:pt x="38" y="2512"/>
                </a:cubicBezTo>
                <a:cubicBezTo>
                  <a:pt x="38" y="2767"/>
                  <a:pt x="39" y="3024"/>
                  <a:pt x="40" y="3279"/>
                </a:cubicBezTo>
                <a:cubicBezTo>
                  <a:pt x="42" y="3797"/>
                  <a:pt x="44" y="4315"/>
                  <a:pt x="46" y="4833"/>
                </a:cubicBezTo>
                <a:cubicBezTo>
                  <a:pt x="50" y="5817"/>
                  <a:pt x="54" y="6803"/>
                  <a:pt x="57" y="7787"/>
                </a:cubicBezTo>
                <a:cubicBezTo>
                  <a:pt x="55" y="7786"/>
                  <a:pt x="54" y="7785"/>
                  <a:pt x="52" y="7785"/>
                </a:cubicBezTo>
                <a:cubicBezTo>
                  <a:pt x="0" y="7785"/>
                  <a:pt x="101" y="8649"/>
                  <a:pt x="628" y="8724"/>
                </a:cubicBezTo>
                <a:cubicBezTo>
                  <a:pt x="1441" y="8840"/>
                  <a:pt x="1514" y="10145"/>
                  <a:pt x="2146" y="10693"/>
                </a:cubicBezTo>
                <a:cubicBezTo>
                  <a:pt x="2452" y="10957"/>
                  <a:pt x="2805" y="11167"/>
                  <a:pt x="3199" y="11261"/>
                </a:cubicBezTo>
                <a:cubicBezTo>
                  <a:pt x="3402" y="11310"/>
                  <a:pt x="3609" y="11330"/>
                  <a:pt x="3816" y="11330"/>
                </a:cubicBezTo>
                <a:cubicBezTo>
                  <a:pt x="4077" y="11330"/>
                  <a:pt x="4340" y="11298"/>
                  <a:pt x="4597" y="11251"/>
                </a:cubicBezTo>
                <a:cubicBezTo>
                  <a:pt x="5367" y="11113"/>
                  <a:pt x="6207" y="10865"/>
                  <a:pt x="6645" y="10152"/>
                </a:cubicBezTo>
                <a:cubicBezTo>
                  <a:pt x="6859" y="9801"/>
                  <a:pt x="6970" y="9395"/>
                  <a:pt x="7203" y="9055"/>
                </a:cubicBezTo>
                <a:cubicBezTo>
                  <a:pt x="7421" y="8736"/>
                  <a:pt x="7758" y="8532"/>
                  <a:pt x="8120" y="8419"/>
                </a:cubicBezTo>
                <a:cubicBezTo>
                  <a:pt x="8559" y="8282"/>
                  <a:pt x="9011" y="8265"/>
                  <a:pt x="9465" y="8265"/>
                </a:cubicBezTo>
                <a:cubicBezTo>
                  <a:pt x="9615" y="8265"/>
                  <a:pt x="9765" y="8267"/>
                  <a:pt x="9915" y="8267"/>
                </a:cubicBezTo>
                <a:cubicBezTo>
                  <a:pt x="10115" y="8267"/>
                  <a:pt x="10316" y="8264"/>
                  <a:pt x="10515" y="8248"/>
                </a:cubicBezTo>
                <a:cubicBezTo>
                  <a:pt x="10927" y="8216"/>
                  <a:pt x="11342" y="8132"/>
                  <a:pt x="11707" y="7927"/>
                </a:cubicBezTo>
                <a:cubicBezTo>
                  <a:pt x="12074" y="7718"/>
                  <a:pt x="12352" y="7394"/>
                  <a:pt x="12600" y="7055"/>
                </a:cubicBezTo>
                <a:cubicBezTo>
                  <a:pt x="13089" y="6385"/>
                  <a:pt x="13543" y="5673"/>
                  <a:pt x="14244" y="5207"/>
                </a:cubicBezTo>
                <a:cubicBezTo>
                  <a:pt x="14594" y="4972"/>
                  <a:pt x="14986" y="4825"/>
                  <a:pt x="15405" y="4792"/>
                </a:cubicBezTo>
                <a:cubicBezTo>
                  <a:pt x="15494" y="4785"/>
                  <a:pt x="15582" y="4782"/>
                  <a:pt x="15670" y="4782"/>
                </a:cubicBezTo>
                <a:cubicBezTo>
                  <a:pt x="16070" y="4782"/>
                  <a:pt x="16469" y="4843"/>
                  <a:pt x="16866" y="4877"/>
                </a:cubicBezTo>
                <a:cubicBezTo>
                  <a:pt x="17302" y="4915"/>
                  <a:pt x="17740" y="4933"/>
                  <a:pt x="18178" y="4933"/>
                </a:cubicBezTo>
                <a:cubicBezTo>
                  <a:pt x="18243" y="4933"/>
                  <a:pt x="18309" y="4933"/>
                  <a:pt x="18374" y="4932"/>
                </a:cubicBezTo>
                <a:cubicBezTo>
                  <a:pt x="18585" y="4929"/>
                  <a:pt x="18814" y="4941"/>
                  <a:pt x="19012" y="4857"/>
                </a:cubicBezTo>
                <a:cubicBezTo>
                  <a:pt x="19193" y="4780"/>
                  <a:pt x="19305" y="4623"/>
                  <a:pt x="19390" y="4450"/>
                </a:cubicBezTo>
                <a:cubicBezTo>
                  <a:pt x="19618" y="3989"/>
                  <a:pt x="19825" y="3515"/>
                  <a:pt x="20041" y="3049"/>
                </a:cubicBezTo>
                <a:cubicBezTo>
                  <a:pt x="20147" y="2821"/>
                  <a:pt x="20256" y="2595"/>
                  <a:pt x="20357" y="2365"/>
                </a:cubicBezTo>
                <a:cubicBezTo>
                  <a:pt x="20444" y="2165"/>
                  <a:pt x="20525" y="1951"/>
                  <a:pt x="20518" y="1728"/>
                </a:cubicBezTo>
                <a:cubicBezTo>
                  <a:pt x="20505" y="1297"/>
                  <a:pt x="20161" y="1008"/>
                  <a:pt x="19822" y="810"/>
                </a:cubicBezTo>
                <a:cubicBezTo>
                  <a:pt x="19463" y="601"/>
                  <a:pt x="19065" y="469"/>
                  <a:pt x="18660" y="392"/>
                </a:cubicBezTo>
                <a:cubicBezTo>
                  <a:pt x="17815" y="229"/>
                  <a:pt x="16950" y="272"/>
                  <a:pt x="16095" y="224"/>
                </a:cubicBezTo>
                <a:cubicBezTo>
                  <a:pt x="15084" y="168"/>
                  <a:pt x="14079" y="19"/>
                  <a:pt x="13065" y="2"/>
                </a:cubicBezTo>
                <a:cubicBezTo>
                  <a:pt x="13023" y="1"/>
                  <a:pt x="12981" y="1"/>
                  <a:pt x="12939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9" name="Google Shape;2919;p123"/>
          <p:cNvSpPr/>
          <p:nvPr/>
        </p:nvSpPr>
        <p:spPr>
          <a:xfrm rot="10800000">
            <a:off x="-390198" y="3241570"/>
            <a:ext cx="2066292" cy="2072329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0" name="Google Shape;2920;p123"/>
          <p:cNvSpPr/>
          <p:nvPr/>
        </p:nvSpPr>
        <p:spPr>
          <a:xfrm rot="10800000">
            <a:off x="-258336" y="-384598"/>
            <a:ext cx="3872371" cy="1368261"/>
          </a:xfrm>
          <a:custGeom>
            <a:rect b="b" l="l" r="r" t="t"/>
            <a:pathLst>
              <a:path extrusionOk="0" h="8613" w="24376">
                <a:moveTo>
                  <a:pt x="12572" y="1"/>
                </a:moveTo>
                <a:cubicBezTo>
                  <a:pt x="11930" y="1"/>
                  <a:pt x="11305" y="137"/>
                  <a:pt x="10778" y="460"/>
                </a:cubicBezTo>
                <a:cubicBezTo>
                  <a:pt x="10193" y="818"/>
                  <a:pt x="9818" y="1341"/>
                  <a:pt x="9503" y="1852"/>
                </a:cubicBezTo>
                <a:cubicBezTo>
                  <a:pt x="9167" y="2398"/>
                  <a:pt x="8889" y="2969"/>
                  <a:pt x="8475" y="3485"/>
                </a:cubicBezTo>
                <a:cubicBezTo>
                  <a:pt x="8044" y="4023"/>
                  <a:pt x="7451" y="4445"/>
                  <a:pt x="6633" y="4599"/>
                </a:cubicBezTo>
                <a:cubicBezTo>
                  <a:pt x="6259" y="4669"/>
                  <a:pt x="5879" y="4690"/>
                  <a:pt x="5496" y="4690"/>
                </a:cubicBezTo>
                <a:cubicBezTo>
                  <a:pt x="4945" y="4690"/>
                  <a:pt x="4388" y="4646"/>
                  <a:pt x="3837" y="4646"/>
                </a:cubicBezTo>
                <a:cubicBezTo>
                  <a:pt x="3701" y="4646"/>
                  <a:pt x="3564" y="4649"/>
                  <a:pt x="3429" y="4656"/>
                </a:cubicBezTo>
                <a:cubicBezTo>
                  <a:pt x="2927" y="4680"/>
                  <a:pt x="2424" y="4755"/>
                  <a:pt x="1974" y="4934"/>
                </a:cubicBezTo>
                <a:cubicBezTo>
                  <a:pt x="1568" y="5095"/>
                  <a:pt x="1218" y="5332"/>
                  <a:pt x="943" y="5611"/>
                </a:cubicBezTo>
                <a:cubicBezTo>
                  <a:pt x="425" y="6133"/>
                  <a:pt x="179" y="6806"/>
                  <a:pt x="311" y="7456"/>
                </a:cubicBezTo>
                <a:cubicBezTo>
                  <a:pt x="309" y="7456"/>
                  <a:pt x="307" y="7456"/>
                  <a:pt x="305" y="7456"/>
                </a:cubicBezTo>
                <a:cubicBezTo>
                  <a:pt x="282" y="7456"/>
                  <a:pt x="258" y="7461"/>
                  <a:pt x="234" y="7475"/>
                </a:cubicBezTo>
                <a:cubicBezTo>
                  <a:pt x="83" y="7556"/>
                  <a:pt x="1" y="7677"/>
                  <a:pt x="4" y="7821"/>
                </a:cubicBezTo>
                <a:cubicBezTo>
                  <a:pt x="12" y="8172"/>
                  <a:pt x="404" y="8373"/>
                  <a:pt x="826" y="8396"/>
                </a:cubicBezTo>
                <a:cubicBezTo>
                  <a:pt x="860" y="8398"/>
                  <a:pt x="894" y="8399"/>
                  <a:pt x="929" y="8399"/>
                </a:cubicBezTo>
                <a:cubicBezTo>
                  <a:pt x="1162" y="8399"/>
                  <a:pt x="1397" y="8361"/>
                  <a:pt x="1626" y="8334"/>
                </a:cubicBezTo>
                <a:cubicBezTo>
                  <a:pt x="1931" y="8297"/>
                  <a:pt x="2238" y="8262"/>
                  <a:pt x="2544" y="8230"/>
                </a:cubicBezTo>
                <a:cubicBezTo>
                  <a:pt x="3747" y="8107"/>
                  <a:pt x="4958" y="8023"/>
                  <a:pt x="6170" y="7965"/>
                </a:cubicBezTo>
                <a:cubicBezTo>
                  <a:pt x="8591" y="7850"/>
                  <a:pt x="11019" y="7838"/>
                  <a:pt x="13445" y="7824"/>
                </a:cubicBezTo>
                <a:cubicBezTo>
                  <a:pt x="13813" y="7822"/>
                  <a:pt x="14182" y="7820"/>
                  <a:pt x="14552" y="7820"/>
                </a:cubicBezTo>
                <a:cubicBezTo>
                  <a:pt x="16507" y="7820"/>
                  <a:pt x="18472" y="7870"/>
                  <a:pt x="20390" y="8174"/>
                </a:cubicBezTo>
                <a:cubicBezTo>
                  <a:pt x="20952" y="8264"/>
                  <a:pt x="21511" y="8375"/>
                  <a:pt x="22057" y="8512"/>
                </a:cubicBezTo>
                <a:cubicBezTo>
                  <a:pt x="22240" y="8558"/>
                  <a:pt x="22430" y="8612"/>
                  <a:pt x="22625" y="8612"/>
                </a:cubicBezTo>
                <a:cubicBezTo>
                  <a:pt x="22665" y="8612"/>
                  <a:pt x="22706" y="8610"/>
                  <a:pt x="22747" y="8605"/>
                </a:cubicBezTo>
                <a:cubicBezTo>
                  <a:pt x="22986" y="8575"/>
                  <a:pt x="23126" y="8437"/>
                  <a:pt x="23188" y="8265"/>
                </a:cubicBezTo>
                <a:cubicBezTo>
                  <a:pt x="23342" y="7840"/>
                  <a:pt x="23440" y="7396"/>
                  <a:pt x="23556" y="6963"/>
                </a:cubicBezTo>
                <a:cubicBezTo>
                  <a:pt x="23675" y="6520"/>
                  <a:pt x="23785" y="6077"/>
                  <a:pt x="23879" y="5631"/>
                </a:cubicBezTo>
                <a:cubicBezTo>
                  <a:pt x="24251" y="3879"/>
                  <a:pt x="24375" y="2063"/>
                  <a:pt x="23717" y="343"/>
                </a:cubicBezTo>
                <a:cubicBezTo>
                  <a:pt x="23697" y="293"/>
                  <a:pt x="23642" y="267"/>
                  <a:pt x="23586" y="267"/>
                </a:cubicBezTo>
                <a:cubicBezTo>
                  <a:pt x="23541" y="267"/>
                  <a:pt x="23495" y="284"/>
                  <a:pt x="23467" y="317"/>
                </a:cubicBezTo>
                <a:cubicBezTo>
                  <a:pt x="23327" y="480"/>
                  <a:pt x="23169" y="631"/>
                  <a:pt x="22991" y="769"/>
                </a:cubicBezTo>
                <a:cubicBezTo>
                  <a:pt x="22274" y="1328"/>
                  <a:pt x="21289" y="1670"/>
                  <a:pt x="20281" y="1764"/>
                </a:cubicBezTo>
                <a:cubicBezTo>
                  <a:pt x="20062" y="1784"/>
                  <a:pt x="19841" y="1794"/>
                  <a:pt x="19620" y="1794"/>
                </a:cubicBezTo>
                <a:cubicBezTo>
                  <a:pt x="18644" y="1794"/>
                  <a:pt x="17671" y="1601"/>
                  <a:pt x="16789" y="1286"/>
                </a:cubicBezTo>
                <a:cubicBezTo>
                  <a:pt x="15722" y="905"/>
                  <a:pt x="14754" y="349"/>
                  <a:pt x="13607" y="110"/>
                </a:cubicBezTo>
                <a:cubicBezTo>
                  <a:pt x="13266" y="40"/>
                  <a:pt x="12917" y="1"/>
                  <a:pt x="12572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1" name="Google Shape;2921;p123"/>
          <p:cNvSpPr txBox="1"/>
          <p:nvPr>
            <p:ph type="title"/>
          </p:nvPr>
        </p:nvSpPr>
        <p:spPr>
          <a:xfrm>
            <a:off x="3079950" y="966254"/>
            <a:ext cx="2984100" cy="84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5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2922" name="Google Shape;2922;p123"/>
          <p:cNvSpPr txBox="1"/>
          <p:nvPr>
            <p:ph idx="1" type="body"/>
          </p:nvPr>
        </p:nvSpPr>
        <p:spPr>
          <a:xfrm>
            <a:off x="1234375" y="3235750"/>
            <a:ext cx="2721900" cy="102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04800" lvl="0" marL="4572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●"/>
              <a:defRPr sz="1400"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indent="-3048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048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048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048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048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048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048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048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2923" name="Google Shape;2923;p123"/>
          <p:cNvSpPr txBox="1"/>
          <p:nvPr/>
        </p:nvSpPr>
        <p:spPr>
          <a:xfrm>
            <a:off x="5390907" y="3188897"/>
            <a:ext cx="2289900" cy="70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rPr>
              <a:t>CREDITS: This presentation template was created by </a:t>
            </a:r>
            <a:r>
              <a:rPr b="1" lang="en" sz="1000">
                <a:solidFill>
                  <a:schemeClr val="dk2"/>
                </a:solidFill>
                <a:uFill>
                  <a:noFill/>
                </a:uFill>
                <a:latin typeface="Raleway"/>
                <a:ea typeface="Raleway"/>
                <a:cs typeface="Raleway"/>
                <a:sym typeface="Raleway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rPr>
              <a:t>, including icons by </a:t>
            </a:r>
            <a:r>
              <a:rPr b="1" lang="en" sz="1000">
                <a:solidFill>
                  <a:schemeClr val="dk2"/>
                </a:solidFill>
                <a:uFill>
                  <a:noFill/>
                </a:uFill>
                <a:latin typeface="Raleway"/>
                <a:ea typeface="Raleway"/>
                <a:cs typeface="Raleway"/>
                <a:sym typeface="Raleway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rPr>
              <a:t>, and infographics &amp; images by </a:t>
            </a:r>
            <a:r>
              <a:rPr b="1" lang="en" sz="1000">
                <a:solidFill>
                  <a:schemeClr val="dk2"/>
                </a:solidFill>
                <a:uFill>
                  <a:noFill/>
                </a:uFill>
                <a:latin typeface="Raleway"/>
                <a:ea typeface="Raleway"/>
                <a:cs typeface="Raleway"/>
                <a:sym typeface="Raleway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lang="en" sz="1000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rPr>
              <a:t>.</a:t>
            </a:r>
            <a:endParaRPr sz="1000">
              <a:solidFill>
                <a:schemeClr val="dk1"/>
              </a:solidFill>
            </a:endParaRPr>
          </a:p>
        </p:txBody>
      </p:sp>
      <p:grpSp>
        <p:nvGrpSpPr>
          <p:cNvPr id="2924" name="Google Shape;2924;p123"/>
          <p:cNvGrpSpPr/>
          <p:nvPr/>
        </p:nvGrpSpPr>
        <p:grpSpPr>
          <a:xfrm rot="9300375">
            <a:off x="1127031" y="4402137"/>
            <a:ext cx="226551" cy="205211"/>
            <a:chOff x="1640475" y="1197075"/>
            <a:chExt cx="55475" cy="50250"/>
          </a:xfrm>
        </p:grpSpPr>
        <p:sp>
          <p:nvSpPr>
            <p:cNvPr id="2925" name="Google Shape;2925;p12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12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12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28" name="Google Shape;2928;p123"/>
          <p:cNvSpPr/>
          <p:nvPr/>
        </p:nvSpPr>
        <p:spPr>
          <a:xfrm flipH="1" rot="-510326">
            <a:off x="375317" y="272405"/>
            <a:ext cx="574893" cy="13467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9" name="Google Shape;2929;p123"/>
          <p:cNvSpPr/>
          <p:nvPr/>
        </p:nvSpPr>
        <p:spPr>
          <a:xfrm flipH="1" rot="-9899901">
            <a:off x="4951535" y="4570194"/>
            <a:ext cx="545173" cy="12772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30" name="Google Shape;2930;p123"/>
          <p:cNvGrpSpPr/>
          <p:nvPr/>
        </p:nvGrpSpPr>
        <p:grpSpPr>
          <a:xfrm rot="2217042">
            <a:off x="7251693" y="4647997"/>
            <a:ext cx="365864" cy="331431"/>
            <a:chOff x="1640475" y="1197075"/>
            <a:chExt cx="55475" cy="50250"/>
          </a:xfrm>
        </p:grpSpPr>
        <p:sp>
          <p:nvSpPr>
            <p:cNvPr id="2931" name="Google Shape;2931;p12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12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12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34" name="Google Shape;2934;p123"/>
          <p:cNvGrpSpPr/>
          <p:nvPr/>
        </p:nvGrpSpPr>
        <p:grpSpPr>
          <a:xfrm rot="-7117196">
            <a:off x="7733082" y="352399"/>
            <a:ext cx="324154" cy="293632"/>
            <a:chOff x="1640475" y="1197075"/>
            <a:chExt cx="55475" cy="50250"/>
          </a:xfrm>
        </p:grpSpPr>
        <p:sp>
          <p:nvSpPr>
            <p:cNvPr id="2935" name="Google Shape;2935;p12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12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12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38" name="Google Shape;2938;p123"/>
          <p:cNvGrpSpPr/>
          <p:nvPr/>
        </p:nvGrpSpPr>
        <p:grpSpPr>
          <a:xfrm rot="-7256213">
            <a:off x="430054" y="976951"/>
            <a:ext cx="225183" cy="266962"/>
            <a:chOff x="1640475" y="1197075"/>
            <a:chExt cx="55475" cy="50250"/>
          </a:xfrm>
        </p:grpSpPr>
        <p:sp>
          <p:nvSpPr>
            <p:cNvPr id="2939" name="Google Shape;2939;p12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12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12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42" name="Google Shape;2942;p123"/>
          <p:cNvSpPr/>
          <p:nvPr/>
        </p:nvSpPr>
        <p:spPr>
          <a:xfrm rot="-5211900">
            <a:off x="-17670" y="2640499"/>
            <a:ext cx="988852" cy="900801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4">
    <p:spTree>
      <p:nvGrpSpPr>
        <p:cNvPr id="2943" name="Shape 29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4" name="Google Shape;2944;p124"/>
          <p:cNvSpPr/>
          <p:nvPr/>
        </p:nvSpPr>
        <p:spPr>
          <a:xfrm flipH="1">
            <a:off x="5463834" y="-171500"/>
            <a:ext cx="3715991" cy="1895529"/>
          </a:xfrm>
          <a:custGeom>
            <a:rect b="b" l="l" r="r" t="t"/>
            <a:pathLst>
              <a:path extrusionOk="0" h="6348" w="14457">
                <a:moveTo>
                  <a:pt x="0" y="1"/>
                </a:moveTo>
                <a:lnTo>
                  <a:pt x="0" y="6160"/>
                </a:lnTo>
                <a:cubicBezTo>
                  <a:pt x="307" y="6283"/>
                  <a:pt x="641" y="6348"/>
                  <a:pt x="972" y="6348"/>
                </a:cubicBezTo>
                <a:cubicBezTo>
                  <a:pt x="1431" y="6348"/>
                  <a:pt x="1886" y="6223"/>
                  <a:pt x="2259" y="5957"/>
                </a:cubicBezTo>
                <a:cubicBezTo>
                  <a:pt x="2971" y="5450"/>
                  <a:pt x="3272" y="4560"/>
                  <a:pt x="3620" y="3758"/>
                </a:cubicBezTo>
                <a:cubicBezTo>
                  <a:pt x="3967" y="2955"/>
                  <a:pt x="4504" y="2110"/>
                  <a:pt x="5362" y="1938"/>
                </a:cubicBezTo>
                <a:cubicBezTo>
                  <a:pt x="5472" y="1916"/>
                  <a:pt x="5582" y="1906"/>
                  <a:pt x="5692" y="1906"/>
                </a:cubicBezTo>
                <a:cubicBezTo>
                  <a:pt x="6160" y="1906"/>
                  <a:pt x="6628" y="2081"/>
                  <a:pt x="7080" y="2232"/>
                </a:cubicBezTo>
                <a:cubicBezTo>
                  <a:pt x="7585" y="2401"/>
                  <a:pt x="8141" y="2535"/>
                  <a:pt x="8672" y="2535"/>
                </a:cubicBezTo>
                <a:cubicBezTo>
                  <a:pt x="9138" y="2535"/>
                  <a:pt x="9586" y="2431"/>
                  <a:pt x="9965" y="2156"/>
                </a:cubicBezTo>
                <a:cubicBezTo>
                  <a:pt x="10504" y="1765"/>
                  <a:pt x="10846" y="1060"/>
                  <a:pt x="11419" y="789"/>
                </a:cubicBezTo>
                <a:lnTo>
                  <a:pt x="11420" y="789"/>
                </a:lnTo>
                <a:cubicBezTo>
                  <a:pt x="11436" y="781"/>
                  <a:pt x="11452" y="774"/>
                  <a:pt x="11469" y="767"/>
                </a:cubicBezTo>
                <a:cubicBezTo>
                  <a:pt x="11544" y="736"/>
                  <a:pt x="11623" y="712"/>
                  <a:pt x="11706" y="696"/>
                </a:cubicBezTo>
                <a:cubicBezTo>
                  <a:pt x="11777" y="683"/>
                  <a:pt x="11848" y="678"/>
                  <a:pt x="11919" y="678"/>
                </a:cubicBezTo>
                <a:cubicBezTo>
                  <a:pt x="12271" y="678"/>
                  <a:pt x="12623" y="809"/>
                  <a:pt x="12978" y="824"/>
                </a:cubicBezTo>
                <a:cubicBezTo>
                  <a:pt x="12999" y="824"/>
                  <a:pt x="13020" y="825"/>
                  <a:pt x="13041" y="825"/>
                </a:cubicBezTo>
                <a:cubicBezTo>
                  <a:pt x="13511" y="825"/>
                  <a:pt x="13977" y="611"/>
                  <a:pt x="14281" y="253"/>
                </a:cubicBezTo>
                <a:cubicBezTo>
                  <a:pt x="14348" y="175"/>
                  <a:pt x="14407" y="90"/>
                  <a:pt x="14457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45" name="Google Shape;2945;p124"/>
          <p:cNvSpPr/>
          <p:nvPr/>
        </p:nvSpPr>
        <p:spPr>
          <a:xfrm flipH="1">
            <a:off x="6310157" y="3340499"/>
            <a:ext cx="3132243" cy="2074976"/>
          </a:xfrm>
          <a:custGeom>
            <a:rect b="b" l="l" r="r" t="t"/>
            <a:pathLst>
              <a:path extrusionOk="0" h="14261" w="26174">
                <a:moveTo>
                  <a:pt x="4863" y="0"/>
                </a:moveTo>
                <a:cubicBezTo>
                  <a:pt x="4600" y="0"/>
                  <a:pt x="4337" y="25"/>
                  <a:pt x="4079" y="86"/>
                </a:cubicBezTo>
                <a:cubicBezTo>
                  <a:pt x="3577" y="206"/>
                  <a:pt x="3127" y="469"/>
                  <a:pt x="2736" y="803"/>
                </a:cubicBezTo>
                <a:cubicBezTo>
                  <a:pt x="1930" y="1492"/>
                  <a:pt x="1836" y="3135"/>
                  <a:pt x="799" y="3280"/>
                </a:cubicBezTo>
                <a:cubicBezTo>
                  <a:pt x="128" y="3374"/>
                  <a:pt x="0" y="4462"/>
                  <a:pt x="66" y="4462"/>
                </a:cubicBezTo>
                <a:cubicBezTo>
                  <a:pt x="68" y="4462"/>
                  <a:pt x="70" y="4461"/>
                  <a:pt x="72" y="4459"/>
                </a:cubicBezTo>
                <a:lnTo>
                  <a:pt x="72" y="4459"/>
                </a:lnTo>
                <a:cubicBezTo>
                  <a:pt x="67" y="5698"/>
                  <a:pt x="63" y="6939"/>
                  <a:pt x="59" y="8179"/>
                </a:cubicBezTo>
                <a:cubicBezTo>
                  <a:pt x="56" y="8831"/>
                  <a:pt x="53" y="9483"/>
                  <a:pt x="51" y="10135"/>
                </a:cubicBezTo>
                <a:cubicBezTo>
                  <a:pt x="50" y="10457"/>
                  <a:pt x="49" y="10777"/>
                  <a:pt x="48" y="11099"/>
                </a:cubicBezTo>
                <a:cubicBezTo>
                  <a:pt x="47" y="11393"/>
                  <a:pt x="48" y="11687"/>
                  <a:pt x="100" y="11976"/>
                </a:cubicBezTo>
                <a:cubicBezTo>
                  <a:pt x="186" y="12456"/>
                  <a:pt x="458" y="12928"/>
                  <a:pt x="933" y="13108"/>
                </a:cubicBezTo>
                <a:cubicBezTo>
                  <a:pt x="1033" y="13146"/>
                  <a:pt x="1145" y="13169"/>
                  <a:pt x="1252" y="13169"/>
                </a:cubicBezTo>
                <a:cubicBezTo>
                  <a:pt x="1254" y="13169"/>
                  <a:pt x="1257" y="13169"/>
                  <a:pt x="1259" y="13169"/>
                </a:cubicBezTo>
                <a:cubicBezTo>
                  <a:pt x="1388" y="13167"/>
                  <a:pt x="1479" y="13054"/>
                  <a:pt x="1583" y="12989"/>
                </a:cubicBezTo>
                <a:cubicBezTo>
                  <a:pt x="1788" y="12861"/>
                  <a:pt x="2013" y="12777"/>
                  <a:pt x="2247" y="12724"/>
                </a:cubicBezTo>
                <a:cubicBezTo>
                  <a:pt x="2483" y="12671"/>
                  <a:pt x="2724" y="12651"/>
                  <a:pt x="2966" y="12651"/>
                </a:cubicBezTo>
                <a:cubicBezTo>
                  <a:pt x="3233" y="12651"/>
                  <a:pt x="3501" y="12676"/>
                  <a:pt x="3763" y="12707"/>
                </a:cubicBezTo>
                <a:cubicBezTo>
                  <a:pt x="4310" y="12772"/>
                  <a:pt x="4853" y="12875"/>
                  <a:pt x="5400" y="12938"/>
                </a:cubicBezTo>
                <a:cubicBezTo>
                  <a:pt x="6669" y="13085"/>
                  <a:pt x="7946" y="13111"/>
                  <a:pt x="9219" y="13205"/>
                </a:cubicBezTo>
                <a:cubicBezTo>
                  <a:pt x="9860" y="13253"/>
                  <a:pt x="10500" y="13317"/>
                  <a:pt x="11134" y="13424"/>
                </a:cubicBezTo>
                <a:cubicBezTo>
                  <a:pt x="11749" y="13526"/>
                  <a:pt x="12358" y="13663"/>
                  <a:pt x="12967" y="13796"/>
                </a:cubicBezTo>
                <a:cubicBezTo>
                  <a:pt x="14136" y="14051"/>
                  <a:pt x="15300" y="14261"/>
                  <a:pt x="16498" y="14261"/>
                </a:cubicBezTo>
                <a:cubicBezTo>
                  <a:pt x="16552" y="14261"/>
                  <a:pt x="16606" y="14260"/>
                  <a:pt x="16660" y="14259"/>
                </a:cubicBezTo>
                <a:cubicBezTo>
                  <a:pt x="17953" y="14238"/>
                  <a:pt x="19236" y="14050"/>
                  <a:pt x="20525" y="13980"/>
                </a:cubicBezTo>
                <a:cubicBezTo>
                  <a:pt x="21615" y="13919"/>
                  <a:pt x="22718" y="13973"/>
                  <a:pt x="23796" y="13769"/>
                </a:cubicBezTo>
                <a:cubicBezTo>
                  <a:pt x="24313" y="13670"/>
                  <a:pt x="24820" y="13506"/>
                  <a:pt x="25277" y="13242"/>
                </a:cubicBezTo>
                <a:cubicBezTo>
                  <a:pt x="25711" y="12992"/>
                  <a:pt x="26148" y="12628"/>
                  <a:pt x="26165" y="12087"/>
                </a:cubicBezTo>
                <a:cubicBezTo>
                  <a:pt x="26174" y="11806"/>
                  <a:pt x="26071" y="11536"/>
                  <a:pt x="25960" y="11284"/>
                </a:cubicBezTo>
                <a:cubicBezTo>
                  <a:pt x="25831" y="10995"/>
                  <a:pt x="25692" y="10711"/>
                  <a:pt x="25556" y="10424"/>
                </a:cubicBezTo>
                <a:cubicBezTo>
                  <a:pt x="25280" y="9836"/>
                  <a:pt x="25017" y="9241"/>
                  <a:pt x="24726" y="8660"/>
                </a:cubicBezTo>
                <a:cubicBezTo>
                  <a:pt x="24617" y="8443"/>
                  <a:pt x="24475" y="8244"/>
                  <a:pt x="24244" y="8148"/>
                </a:cubicBezTo>
                <a:cubicBezTo>
                  <a:pt x="23992" y="8043"/>
                  <a:pt x="23700" y="8056"/>
                  <a:pt x="23431" y="8053"/>
                </a:cubicBezTo>
                <a:cubicBezTo>
                  <a:pt x="23345" y="8052"/>
                  <a:pt x="23259" y="8052"/>
                  <a:pt x="23173" y="8052"/>
                </a:cubicBezTo>
                <a:cubicBezTo>
                  <a:pt x="22618" y="8052"/>
                  <a:pt x="22062" y="8075"/>
                  <a:pt x="21508" y="8122"/>
                </a:cubicBezTo>
                <a:cubicBezTo>
                  <a:pt x="20999" y="8165"/>
                  <a:pt x="20489" y="8243"/>
                  <a:pt x="19978" y="8243"/>
                </a:cubicBezTo>
                <a:cubicBezTo>
                  <a:pt x="19867" y="8243"/>
                  <a:pt x="19756" y="8239"/>
                  <a:pt x="19645" y="8231"/>
                </a:cubicBezTo>
                <a:cubicBezTo>
                  <a:pt x="19110" y="8189"/>
                  <a:pt x="18609" y="8002"/>
                  <a:pt x="18163" y="7708"/>
                </a:cubicBezTo>
                <a:cubicBezTo>
                  <a:pt x="17269" y="7121"/>
                  <a:pt x="16691" y="6224"/>
                  <a:pt x="16067" y="5381"/>
                </a:cubicBezTo>
                <a:cubicBezTo>
                  <a:pt x="15751" y="4955"/>
                  <a:pt x="15397" y="4546"/>
                  <a:pt x="14929" y="4285"/>
                </a:cubicBezTo>
                <a:cubicBezTo>
                  <a:pt x="14463" y="4025"/>
                  <a:pt x="13935" y="3920"/>
                  <a:pt x="13408" y="3879"/>
                </a:cubicBezTo>
                <a:cubicBezTo>
                  <a:pt x="13154" y="3860"/>
                  <a:pt x="12899" y="3855"/>
                  <a:pt x="12643" y="3855"/>
                </a:cubicBezTo>
                <a:cubicBezTo>
                  <a:pt x="12450" y="3855"/>
                  <a:pt x="12257" y="3858"/>
                  <a:pt x="12064" y="3858"/>
                </a:cubicBezTo>
                <a:cubicBezTo>
                  <a:pt x="11487" y="3858"/>
                  <a:pt x="10912" y="3836"/>
                  <a:pt x="10354" y="3664"/>
                </a:cubicBezTo>
                <a:cubicBezTo>
                  <a:pt x="9893" y="3522"/>
                  <a:pt x="9465" y="3265"/>
                  <a:pt x="9185" y="2863"/>
                </a:cubicBezTo>
                <a:cubicBezTo>
                  <a:pt x="8887" y="2436"/>
                  <a:pt x="8747" y="1924"/>
                  <a:pt x="8473" y="1483"/>
                </a:cubicBezTo>
                <a:cubicBezTo>
                  <a:pt x="7915" y="585"/>
                  <a:pt x="6844" y="273"/>
                  <a:pt x="5861" y="99"/>
                </a:cubicBezTo>
                <a:cubicBezTo>
                  <a:pt x="5533" y="41"/>
                  <a:pt x="5197" y="0"/>
                  <a:pt x="486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46" name="Google Shape;2946;p124"/>
          <p:cNvSpPr/>
          <p:nvPr/>
        </p:nvSpPr>
        <p:spPr>
          <a:xfrm flipH="1">
            <a:off x="-305030" y="3501099"/>
            <a:ext cx="3502005" cy="1817658"/>
          </a:xfrm>
          <a:custGeom>
            <a:rect b="b" l="l" r="r" t="t"/>
            <a:pathLst>
              <a:path extrusionOk="0" h="13045" w="13007">
                <a:moveTo>
                  <a:pt x="11086" y="1"/>
                </a:moveTo>
                <a:cubicBezTo>
                  <a:pt x="10136" y="1"/>
                  <a:pt x="9220" y="578"/>
                  <a:pt x="8514" y="1160"/>
                </a:cubicBezTo>
                <a:cubicBezTo>
                  <a:pt x="7734" y="1801"/>
                  <a:pt x="7147" y="2603"/>
                  <a:pt x="6690" y="3499"/>
                </a:cubicBezTo>
                <a:cubicBezTo>
                  <a:pt x="6269" y="4325"/>
                  <a:pt x="5846" y="5241"/>
                  <a:pt x="4914" y="5581"/>
                </a:cubicBezTo>
                <a:cubicBezTo>
                  <a:pt x="3974" y="5923"/>
                  <a:pt x="2923" y="5759"/>
                  <a:pt x="2005" y="6187"/>
                </a:cubicBezTo>
                <a:cubicBezTo>
                  <a:pt x="1188" y="6570"/>
                  <a:pt x="602" y="7349"/>
                  <a:pt x="329" y="8196"/>
                </a:cubicBezTo>
                <a:cubicBezTo>
                  <a:pt x="1" y="9208"/>
                  <a:pt x="140" y="10320"/>
                  <a:pt x="509" y="11301"/>
                </a:cubicBezTo>
                <a:cubicBezTo>
                  <a:pt x="597" y="11534"/>
                  <a:pt x="989" y="11993"/>
                  <a:pt x="1051" y="11993"/>
                </a:cubicBezTo>
                <a:cubicBezTo>
                  <a:pt x="1057" y="11993"/>
                  <a:pt x="1060" y="11988"/>
                  <a:pt x="1059" y="11977"/>
                </a:cubicBezTo>
                <a:lnTo>
                  <a:pt x="1059" y="11977"/>
                </a:lnTo>
                <a:cubicBezTo>
                  <a:pt x="1717" y="12454"/>
                  <a:pt x="2513" y="12576"/>
                  <a:pt x="3318" y="12576"/>
                </a:cubicBezTo>
                <a:cubicBezTo>
                  <a:pt x="3796" y="12576"/>
                  <a:pt x="4277" y="12533"/>
                  <a:pt x="4735" y="12495"/>
                </a:cubicBezTo>
                <a:cubicBezTo>
                  <a:pt x="5450" y="12436"/>
                  <a:pt x="6168" y="12406"/>
                  <a:pt x="6885" y="12406"/>
                </a:cubicBezTo>
                <a:cubicBezTo>
                  <a:pt x="7827" y="12406"/>
                  <a:pt x="8769" y="12458"/>
                  <a:pt x="9706" y="12564"/>
                </a:cubicBezTo>
                <a:cubicBezTo>
                  <a:pt x="10641" y="12670"/>
                  <a:pt x="11568" y="12831"/>
                  <a:pt x="12485" y="13041"/>
                </a:cubicBezTo>
                <a:cubicBezTo>
                  <a:pt x="12495" y="13043"/>
                  <a:pt x="12505" y="13045"/>
                  <a:pt x="12515" y="13045"/>
                </a:cubicBezTo>
                <a:cubicBezTo>
                  <a:pt x="12578" y="13045"/>
                  <a:pt x="12630" y="12997"/>
                  <a:pt x="12632" y="12929"/>
                </a:cubicBezTo>
                <a:lnTo>
                  <a:pt x="12879" y="5509"/>
                </a:lnTo>
                <a:cubicBezTo>
                  <a:pt x="12900" y="4891"/>
                  <a:pt x="12920" y="4272"/>
                  <a:pt x="12940" y="3654"/>
                </a:cubicBezTo>
                <a:cubicBezTo>
                  <a:pt x="12960" y="3073"/>
                  <a:pt x="13006" y="2485"/>
                  <a:pt x="12985" y="1903"/>
                </a:cubicBezTo>
                <a:cubicBezTo>
                  <a:pt x="12967" y="1412"/>
                  <a:pt x="12856" y="914"/>
                  <a:pt x="12502" y="551"/>
                </a:cubicBezTo>
                <a:cubicBezTo>
                  <a:pt x="12188" y="228"/>
                  <a:pt x="11746" y="54"/>
                  <a:pt x="11303" y="11"/>
                </a:cubicBezTo>
                <a:cubicBezTo>
                  <a:pt x="11230" y="4"/>
                  <a:pt x="11158" y="1"/>
                  <a:pt x="11086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47" name="Google Shape;2947;p124"/>
          <p:cNvSpPr/>
          <p:nvPr/>
        </p:nvSpPr>
        <p:spPr>
          <a:xfrm flipH="1">
            <a:off x="-172967" y="-346475"/>
            <a:ext cx="3877467" cy="2004202"/>
          </a:xfrm>
          <a:custGeom>
            <a:rect b="b" l="l" r="r" t="t"/>
            <a:pathLst>
              <a:path extrusionOk="0" h="8613" w="24377">
                <a:moveTo>
                  <a:pt x="22626" y="1"/>
                </a:moveTo>
                <a:cubicBezTo>
                  <a:pt x="22431" y="1"/>
                  <a:pt x="22241" y="55"/>
                  <a:pt x="22058" y="101"/>
                </a:cubicBezTo>
                <a:cubicBezTo>
                  <a:pt x="21511" y="238"/>
                  <a:pt x="20953" y="349"/>
                  <a:pt x="20391" y="439"/>
                </a:cubicBezTo>
                <a:cubicBezTo>
                  <a:pt x="18472" y="743"/>
                  <a:pt x="16508" y="793"/>
                  <a:pt x="14552" y="793"/>
                </a:cubicBezTo>
                <a:cubicBezTo>
                  <a:pt x="14183" y="793"/>
                  <a:pt x="13813" y="791"/>
                  <a:pt x="13445" y="789"/>
                </a:cubicBezTo>
                <a:cubicBezTo>
                  <a:pt x="11020" y="775"/>
                  <a:pt x="8592" y="763"/>
                  <a:pt x="6170" y="648"/>
                </a:cubicBezTo>
                <a:cubicBezTo>
                  <a:pt x="4959" y="590"/>
                  <a:pt x="3748" y="506"/>
                  <a:pt x="2545" y="383"/>
                </a:cubicBezTo>
                <a:cubicBezTo>
                  <a:pt x="2238" y="351"/>
                  <a:pt x="1932" y="316"/>
                  <a:pt x="1627" y="279"/>
                </a:cubicBezTo>
                <a:cubicBezTo>
                  <a:pt x="1398" y="252"/>
                  <a:pt x="1163" y="215"/>
                  <a:pt x="930" y="215"/>
                </a:cubicBezTo>
                <a:cubicBezTo>
                  <a:pt x="895" y="215"/>
                  <a:pt x="861" y="215"/>
                  <a:pt x="827" y="217"/>
                </a:cubicBezTo>
                <a:cubicBezTo>
                  <a:pt x="405" y="240"/>
                  <a:pt x="13" y="441"/>
                  <a:pt x="5" y="792"/>
                </a:cubicBezTo>
                <a:cubicBezTo>
                  <a:pt x="1" y="936"/>
                  <a:pt x="84" y="1057"/>
                  <a:pt x="235" y="1138"/>
                </a:cubicBezTo>
                <a:cubicBezTo>
                  <a:pt x="259" y="1152"/>
                  <a:pt x="283" y="1157"/>
                  <a:pt x="305" y="1157"/>
                </a:cubicBezTo>
                <a:cubicBezTo>
                  <a:pt x="307" y="1157"/>
                  <a:pt x="309" y="1157"/>
                  <a:pt x="311" y="1157"/>
                </a:cubicBezTo>
                <a:lnTo>
                  <a:pt x="311" y="1157"/>
                </a:lnTo>
                <a:cubicBezTo>
                  <a:pt x="180" y="1807"/>
                  <a:pt x="426" y="2480"/>
                  <a:pt x="944" y="3003"/>
                </a:cubicBezTo>
                <a:cubicBezTo>
                  <a:pt x="1219" y="3281"/>
                  <a:pt x="1569" y="3518"/>
                  <a:pt x="1974" y="3679"/>
                </a:cubicBezTo>
                <a:cubicBezTo>
                  <a:pt x="2424" y="3858"/>
                  <a:pt x="2928" y="3933"/>
                  <a:pt x="3430" y="3957"/>
                </a:cubicBezTo>
                <a:cubicBezTo>
                  <a:pt x="3565" y="3964"/>
                  <a:pt x="3702" y="3967"/>
                  <a:pt x="3838" y="3967"/>
                </a:cubicBezTo>
                <a:cubicBezTo>
                  <a:pt x="4389" y="3967"/>
                  <a:pt x="4946" y="3924"/>
                  <a:pt x="5497" y="3924"/>
                </a:cubicBezTo>
                <a:cubicBezTo>
                  <a:pt x="5880" y="3924"/>
                  <a:pt x="6260" y="3944"/>
                  <a:pt x="6634" y="4014"/>
                </a:cubicBezTo>
                <a:cubicBezTo>
                  <a:pt x="7452" y="4167"/>
                  <a:pt x="8044" y="4590"/>
                  <a:pt x="8476" y="5128"/>
                </a:cubicBezTo>
                <a:cubicBezTo>
                  <a:pt x="8889" y="5644"/>
                  <a:pt x="9168" y="6215"/>
                  <a:pt x="9504" y="6761"/>
                </a:cubicBezTo>
                <a:cubicBezTo>
                  <a:pt x="9818" y="7272"/>
                  <a:pt x="10194" y="7795"/>
                  <a:pt x="10779" y="8153"/>
                </a:cubicBezTo>
                <a:cubicBezTo>
                  <a:pt x="11306" y="8477"/>
                  <a:pt x="11931" y="8612"/>
                  <a:pt x="12573" y="8612"/>
                </a:cubicBezTo>
                <a:cubicBezTo>
                  <a:pt x="12917" y="8612"/>
                  <a:pt x="13266" y="8573"/>
                  <a:pt x="13607" y="8503"/>
                </a:cubicBezTo>
                <a:cubicBezTo>
                  <a:pt x="14755" y="8264"/>
                  <a:pt x="15723" y="7708"/>
                  <a:pt x="16790" y="7327"/>
                </a:cubicBezTo>
                <a:cubicBezTo>
                  <a:pt x="17672" y="7012"/>
                  <a:pt x="18645" y="6819"/>
                  <a:pt x="19621" y="6819"/>
                </a:cubicBezTo>
                <a:cubicBezTo>
                  <a:pt x="19841" y="6819"/>
                  <a:pt x="20062" y="6829"/>
                  <a:pt x="20281" y="6849"/>
                </a:cubicBezTo>
                <a:cubicBezTo>
                  <a:pt x="21290" y="6943"/>
                  <a:pt x="22275" y="7285"/>
                  <a:pt x="22992" y="7844"/>
                </a:cubicBezTo>
                <a:cubicBezTo>
                  <a:pt x="23170" y="7982"/>
                  <a:pt x="23328" y="8133"/>
                  <a:pt x="23467" y="8296"/>
                </a:cubicBezTo>
                <a:cubicBezTo>
                  <a:pt x="23495" y="8329"/>
                  <a:pt x="23541" y="8346"/>
                  <a:pt x="23587" y="8346"/>
                </a:cubicBezTo>
                <a:cubicBezTo>
                  <a:pt x="23643" y="8346"/>
                  <a:pt x="23698" y="8320"/>
                  <a:pt x="23718" y="8271"/>
                </a:cubicBezTo>
                <a:cubicBezTo>
                  <a:pt x="24376" y="6550"/>
                  <a:pt x="24252" y="4734"/>
                  <a:pt x="23880" y="2982"/>
                </a:cubicBezTo>
                <a:cubicBezTo>
                  <a:pt x="23786" y="2536"/>
                  <a:pt x="23676" y="2093"/>
                  <a:pt x="23557" y="1650"/>
                </a:cubicBezTo>
                <a:cubicBezTo>
                  <a:pt x="23441" y="1217"/>
                  <a:pt x="23343" y="773"/>
                  <a:pt x="23189" y="348"/>
                </a:cubicBezTo>
                <a:cubicBezTo>
                  <a:pt x="23127" y="176"/>
                  <a:pt x="22987" y="38"/>
                  <a:pt x="22748" y="8"/>
                </a:cubicBezTo>
                <a:cubicBezTo>
                  <a:pt x="22707" y="3"/>
                  <a:pt x="22666" y="1"/>
                  <a:pt x="22626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48" name="Google Shape;2948;p124"/>
          <p:cNvGrpSpPr/>
          <p:nvPr/>
        </p:nvGrpSpPr>
        <p:grpSpPr>
          <a:xfrm rot="899994">
            <a:off x="1016472" y="201882"/>
            <a:ext cx="454166" cy="411416"/>
            <a:chOff x="1640475" y="1197075"/>
            <a:chExt cx="55475" cy="50250"/>
          </a:xfrm>
        </p:grpSpPr>
        <p:sp>
          <p:nvSpPr>
            <p:cNvPr id="2949" name="Google Shape;2949;p12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12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12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52" name="Google Shape;2952;p124"/>
          <p:cNvGrpSpPr/>
          <p:nvPr/>
        </p:nvGrpSpPr>
        <p:grpSpPr>
          <a:xfrm rot="-765977">
            <a:off x="8251989" y="1521724"/>
            <a:ext cx="279616" cy="253294"/>
            <a:chOff x="1640475" y="1197075"/>
            <a:chExt cx="55475" cy="50250"/>
          </a:xfrm>
        </p:grpSpPr>
        <p:sp>
          <p:nvSpPr>
            <p:cNvPr id="2953" name="Google Shape;2953;p12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12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12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56" name="Google Shape;2956;p124"/>
          <p:cNvSpPr/>
          <p:nvPr/>
        </p:nvSpPr>
        <p:spPr>
          <a:xfrm flipH="1" rot="-1686808">
            <a:off x="3194336" y="4571863"/>
            <a:ext cx="695049" cy="16282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57" name="Google Shape;2957;p124"/>
          <p:cNvSpPr/>
          <p:nvPr/>
        </p:nvSpPr>
        <p:spPr>
          <a:xfrm flipH="1" rot="117">
            <a:off x="7874199" y="150134"/>
            <a:ext cx="545177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58" name="Google Shape;2958;p124"/>
          <p:cNvGrpSpPr/>
          <p:nvPr/>
        </p:nvGrpSpPr>
        <p:grpSpPr>
          <a:xfrm rot="-4475517">
            <a:off x="7432742" y="4442182"/>
            <a:ext cx="197770" cy="213810"/>
            <a:chOff x="1640475" y="1197075"/>
            <a:chExt cx="55475" cy="50250"/>
          </a:xfrm>
        </p:grpSpPr>
        <p:sp>
          <p:nvSpPr>
            <p:cNvPr id="2959" name="Google Shape;2959;p12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12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12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62" name="Google Shape;2962;p124"/>
          <p:cNvSpPr/>
          <p:nvPr/>
        </p:nvSpPr>
        <p:spPr>
          <a:xfrm>
            <a:off x="891612" y="4121988"/>
            <a:ext cx="1167574" cy="854200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63" name="Google Shape;2963;p124"/>
          <p:cNvSpPr/>
          <p:nvPr/>
        </p:nvSpPr>
        <p:spPr>
          <a:xfrm rot="368157">
            <a:off x="8269118" y="4245138"/>
            <a:ext cx="520982" cy="81628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64" name="Google Shape;2964;p124"/>
          <p:cNvGrpSpPr/>
          <p:nvPr/>
        </p:nvGrpSpPr>
        <p:grpSpPr>
          <a:xfrm rot="-765935">
            <a:off x="274629" y="3048883"/>
            <a:ext cx="221762" cy="200885"/>
            <a:chOff x="1640475" y="1197075"/>
            <a:chExt cx="55475" cy="50250"/>
          </a:xfrm>
        </p:grpSpPr>
        <p:sp>
          <p:nvSpPr>
            <p:cNvPr id="2965" name="Google Shape;2965;p12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12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12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4_1">
    <p:spTree>
      <p:nvGrpSpPr>
        <p:cNvPr id="2968" name="Shape 29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" name="Google Shape;2969;p125"/>
          <p:cNvSpPr/>
          <p:nvPr/>
        </p:nvSpPr>
        <p:spPr>
          <a:xfrm>
            <a:off x="-128824" y="4059063"/>
            <a:ext cx="3566130" cy="1156248"/>
          </a:xfrm>
          <a:custGeom>
            <a:rect b="b" l="l" r="r" t="t"/>
            <a:pathLst>
              <a:path extrusionOk="0" h="7088" w="21861">
                <a:moveTo>
                  <a:pt x="1470" y="1"/>
                </a:moveTo>
                <a:cubicBezTo>
                  <a:pt x="969" y="1"/>
                  <a:pt x="465" y="73"/>
                  <a:pt x="0" y="211"/>
                </a:cubicBezTo>
                <a:lnTo>
                  <a:pt x="0" y="7087"/>
                </a:lnTo>
                <a:lnTo>
                  <a:pt x="21860" y="7087"/>
                </a:lnTo>
                <a:cubicBezTo>
                  <a:pt x="21784" y="6987"/>
                  <a:pt x="21696" y="6892"/>
                  <a:pt x="21596" y="6806"/>
                </a:cubicBezTo>
                <a:cubicBezTo>
                  <a:pt x="21135" y="6406"/>
                  <a:pt x="20429" y="6167"/>
                  <a:pt x="19720" y="6167"/>
                </a:cubicBezTo>
                <a:cubicBezTo>
                  <a:pt x="19688" y="6167"/>
                  <a:pt x="19657" y="6168"/>
                  <a:pt x="19626" y="6169"/>
                </a:cubicBezTo>
                <a:cubicBezTo>
                  <a:pt x="19086" y="6184"/>
                  <a:pt x="18553" y="6331"/>
                  <a:pt x="18022" y="6331"/>
                </a:cubicBezTo>
                <a:cubicBezTo>
                  <a:pt x="17915" y="6331"/>
                  <a:pt x="17808" y="6325"/>
                  <a:pt x="17701" y="6311"/>
                </a:cubicBezTo>
                <a:cubicBezTo>
                  <a:pt x="17575" y="6294"/>
                  <a:pt x="17455" y="6267"/>
                  <a:pt x="17341" y="6232"/>
                </a:cubicBezTo>
                <a:cubicBezTo>
                  <a:pt x="17316" y="6223"/>
                  <a:pt x="17292" y="6216"/>
                  <a:pt x="17268" y="6207"/>
                </a:cubicBezTo>
                <a:cubicBezTo>
                  <a:pt x="16400" y="5904"/>
                  <a:pt x="15883" y="5118"/>
                  <a:pt x="15068" y="4680"/>
                </a:cubicBezTo>
                <a:cubicBezTo>
                  <a:pt x="14496" y="4373"/>
                  <a:pt x="13820" y="4258"/>
                  <a:pt x="13115" y="4258"/>
                </a:cubicBezTo>
                <a:cubicBezTo>
                  <a:pt x="12312" y="4258"/>
                  <a:pt x="11471" y="4408"/>
                  <a:pt x="10706" y="4596"/>
                </a:cubicBezTo>
                <a:cubicBezTo>
                  <a:pt x="10023" y="4765"/>
                  <a:pt x="9316" y="4959"/>
                  <a:pt x="8608" y="4959"/>
                </a:cubicBezTo>
                <a:cubicBezTo>
                  <a:pt x="8441" y="4959"/>
                  <a:pt x="8274" y="4948"/>
                  <a:pt x="8107" y="4924"/>
                </a:cubicBezTo>
                <a:cubicBezTo>
                  <a:pt x="6811" y="4733"/>
                  <a:pt x="5999" y="3788"/>
                  <a:pt x="5474" y="2893"/>
                </a:cubicBezTo>
                <a:cubicBezTo>
                  <a:pt x="4948" y="1997"/>
                  <a:pt x="4493" y="1003"/>
                  <a:pt x="3416" y="436"/>
                </a:cubicBezTo>
                <a:cubicBezTo>
                  <a:pt x="2851" y="140"/>
                  <a:pt x="2164" y="1"/>
                  <a:pt x="1470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0" name="Google Shape;2970;p125"/>
          <p:cNvSpPr/>
          <p:nvPr/>
        </p:nvSpPr>
        <p:spPr>
          <a:xfrm>
            <a:off x="7070064" y="-128785"/>
            <a:ext cx="2145942" cy="1053151"/>
          </a:xfrm>
          <a:custGeom>
            <a:rect b="b" l="l" r="r" t="t"/>
            <a:pathLst>
              <a:path extrusionOk="0" h="6456" w="13155">
                <a:moveTo>
                  <a:pt x="11275" y="1"/>
                </a:moveTo>
                <a:lnTo>
                  <a:pt x="11275" y="4"/>
                </a:lnTo>
                <a:lnTo>
                  <a:pt x="209" y="2"/>
                </a:lnTo>
                <a:cubicBezTo>
                  <a:pt x="185" y="57"/>
                  <a:pt x="164" y="111"/>
                  <a:pt x="145" y="167"/>
                </a:cubicBezTo>
                <a:cubicBezTo>
                  <a:pt x="138" y="184"/>
                  <a:pt x="132" y="203"/>
                  <a:pt x="127" y="221"/>
                </a:cubicBezTo>
                <a:cubicBezTo>
                  <a:pt x="59" y="429"/>
                  <a:pt x="18" y="643"/>
                  <a:pt x="6" y="860"/>
                </a:cubicBezTo>
                <a:cubicBezTo>
                  <a:pt x="0" y="984"/>
                  <a:pt x="3" y="1110"/>
                  <a:pt x="14" y="1233"/>
                </a:cubicBezTo>
                <a:cubicBezTo>
                  <a:pt x="16" y="1251"/>
                  <a:pt x="18" y="1270"/>
                  <a:pt x="20" y="1288"/>
                </a:cubicBezTo>
                <a:cubicBezTo>
                  <a:pt x="60" y="1638"/>
                  <a:pt x="172" y="1982"/>
                  <a:pt x="341" y="2300"/>
                </a:cubicBezTo>
                <a:cubicBezTo>
                  <a:pt x="351" y="2319"/>
                  <a:pt x="361" y="2337"/>
                  <a:pt x="371" y="2355"/>
                </a:cubicBezTo>
                <a:cubicBezTo>
                  <a:pt x="531" y="2642"/>
                  <a:pt x="740" y="2905"/>
                  <a:pt x="987" y="3134"/>
                </a:cubicBezTo>
                <a:cubicBezTo>
                  <a:pt x="1075" y="3217"/>
                  <a:pt x="1169" y="3295"/>
                  <a:pt x="1269" y="3368"/>
                </a:cubicBezTo>
                <a:cubicBezTo>
                  <a:pt x="1295" y="3387"/>
                  <a:pt x="1320" y="3405"/>
                  <a:pt x="1345" y="3422"/>
                </a:cubicBezTo>
                <a:cubicBezTo>
                  <a:pt x="1608" y="3604"/>
                  <a:pt x="1902" y="3745"/>
                  <a:pt x="2218" y="3827"/>
                </a:cubicBezTo>
                <a:cubicBezTo>
                  <a:pt x="2441" y="3883"/>
                  <a:pt x="2668" y="3908"/>
                  <a:pt x="2896" y="3908"/>
                </a:cubicBezTo>
                <a:cubicBezTo>
                  <a:pt x="3496" y="3908"/>
                  <a:pt x="4103" y="3734"/>
                  <a:pt x="4654" y="3501"/>
                </a:cubicBezTo>
                <a:cubicBezTo>
                  <a:pt x="4713" y="3476"/>
                  <a:pt x="4773" y="3450"/>
                  <a:pt x="4833" y="3424"/>
                </a:cubicBezTo>
                <a:cubicBezTo>
                  <a:pt x="4873" y="3406"/>
                  <a:pt x="4915" y="3387"/>
                  <a:pt x="4955" y="3369"/>
                </a:cubicBezTo>
                <a:cubicBezTo>
                  <a:pt x="5539" y="3105"/>
                  <a:pt x="6130" y="2820"/>
                  <a:pt x="6764" y="2820"/>
                </a:cubicBezTo>
                <a:cubicBezTo>
                  <a:pt x="6811" y="2820"/>
                  <a:pt x="6859" y="2822"/>
                  <a:pt x="6907" y="2825"/>
                </a:cubicBezTo>
                <a:cubicBezTo>
                  <a:pt x="7405" y="2860"/>
                  <a:pt x="7836" y="3071"/>
                  <a:pt x="8213" y="3369"/>
                </a:cubicBezTo>
                <a:cubicBezTo>
                  <a:pt x="8237" y="3387"/>
                  <a:pt x="8259" y="3405"/>
                  <a:pt x="8281" y="3424"/>
                </a:cubicBezTo>
                <a:cubicBezTo>
                  <a:pt x="8634" y="3715"/>
                  <a:pt x="8939" y="4078"/>
                  <a:pt x="9207" y="4436"/>
                </a:cubicBezTo>
                <a:cubicBezTo>
                  <a:pt x="9219" y="4454"/>
                  <a:pt x="9233" y="4472"/>
                  <a:pt x="9246" y="4490"/>
                </a:cubicBezTo>
                <a:cubicBezTo>
                  <a:pt x="9246" y="4490"/>
                  <a:pt x="9247" y="4490"/>
                  <a:pt x="9247" y="4491"/>
                </a:cubicBezTo>
                <a:cubicBezTo>
                  <a:pt x="9498" y="4831"/>
                  <a:pt x="9757" y="5189"/>
                  <a:pt x="10053" y="5504"/>
                </a:cubicBezTo>
                <a:cubicBezTo>
                  <a:pt x="10070" y="5523"/>
                  <a:pt x="10087" y="5541"/>
                  <a:pt x="10104" y="5559"/>
                </a:cubicBezTo>
                <a:cubicBezTo>
                  <a:pt x="10436" y="5901"/>
                  <a:pt x="10812" y="6189"/>
                  <a:pt x="11272" y="6342"/>
                </a:cubicBezTo>
                <a:cubicBezTo>
                  <a:pt x="11292" y="6348"/>
                  <a:pt x="11311" y="6355"/>
                  <a:pt x="11333" y="6361"/>
                </a:cubicBezTo>
                <a:cubicBezTo>
                  <a:pt x="11361" y="6370"/>
                  <a:pt x="11391" y="6378"/>
                  <a:pt x="11420" y="6386"/>
                </a:cubicBezTo>
                <a:cubicBezTo>
                  <a:pt x="11605" y="6434"/>
                  <a:pt x="11791" y="6456"/>
                  <a:pt x="11976" y="6456"/>
                </a:cubicBezTo>
                <a:cubicBezTo>
                  <a:pt x="12384" y="6456"/>
                  <a:pt x="12786" y="6349"/>
                  <a:pt x="13154" y="6177"/>
                </a:cubicBezTo>
                <a:lnTo>
                  <a:pt x="13154" y="5505"/>
                </a:lnTo>
                <a:lnTo>
                  <a:pt x="13154" y="4492"/>
                </a:lnTo>
                <a:lnTo>
                  <a:pt x="13154" y="3371"/>
                </a:lnTo>
                <a:lnTo>
                  <a:pt x="13155" y="2358"/>
                </a:lnTo>
                <a:lnTo>
                  <a:pt x="13155" y="1236"/>
                </a:lnTo>
                <a:lnTo>
                  <a:pt x="13155" y="221"/>
                </a:lnTo>
                <a:lnTo>
                  <a:pt x="13155" y="5"/>
                </a:lnTo>
                <a:lnTo>
                  <a:pt x="11334" y="4"/>
                </a:lnTo>
                <a:lnTo>
                  <a:pt x="11334" y="1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1" name="Google Shape;2971;p125"/>
          <p:cNvSpPr/>
          <p:nvPr/>
        </p:nvSpPr>
        <p:spPr>
          <a:xfrm>
            <a:off x="-445550" y="-291750"/>
            <a:ext cx="4706555" cy="1587067"/>
          </a:xfrm>
          <a:custGeom>
            <a:rect b="b" l="l" r="r" t="t"/>
            <a:pathLst>
              <a:path extrusionOk="0" h="9729" w="28852">
                <a:moveTo>
                  <a:pt x="27909" y="1"/>
                </a:moveTo>
                <a:cubicBezTo>
                  <a:pt x="27641" y="1"/>
                  <a:pt x="27359" y="65"/>
                  <a:pt x="27138" y="117"/>
                </a:cubicBezTo>
                <a:cubicBezTo>
                  <a:pt x="26393" y="292"/>
                  <a:pt x="25642" y="438"/>
                  <a:pt x="24886" y="556"/>
                </a:cubicBezTo>
                <a:cubicBezTo>
                  <a:pt x="23384" y="791"/>
                  <a:pt x="21867" y="918"/>
                  <a:pt x="20347" y="969"/>
                </a:cubicBezTo>
                <a:cubicBezTo>
                  <a:pt x="19779" y="988"/>
                  <a:pt x="19211" y="997"/>
                  <a:pt x="18643" y="997"/>
                </a:cubicBezTo>
                <a:cubicBezTo>
                  <a:pt x="16156" y="997"/>
                  <a:pt x="13669" y="829"/>
                  <a:pt x="11190" y="628"/>
                </a:cubicBezTo>
                <a:cubicBezTo>
                  <a:pt x="9660" y="504"/>
                  <a:pt x="8132" y="368"/>
                  <a:pt x="6601" y="249"/>
                </a:cubicBezTo>
                <a:cubicBezTo>
                  <a:pt x="5839" y="189"/>
                  <a:pt x="5076" y="132"/>
                  <a:pt x="4312" y="87"/>
                </a:cubicBezTo>
                <a:cubicBezTo>
                  <a:pt x="4099" y="75"/>
                  <a:pt x="3881" y="64"/>
                  <a:pt x="3664" y="64"/>
                </a:cubicBezTo>
                <a:cubicBezTo>
                  <a:pt x="3221" y="64"/>
                  <a:pt x="2777" y="107"/>
                  <a:pt x="2362" y="261"/>
                </a:cubicBezTo>
                <a:cubicBezTo>
                  <a:pt x="1198" y="695"/>
                  <a:pt x="625" y="1959"/>
                  <a:pt x="327" y="3085"/>
                </a:cubicBezTo>
                <a:cubicBezTo>
                  <a:pt x="51" y="4125"/>
                  <a:pt x="0" y="5240"/>
                  <a:pt x="241" y="6293"/>
                </a:cubicBezTo>
                <a:cubicBezTo>
                  <a:pt x="475" y="7320"/>
                  <a:pt x="1013" y="8271"/>
                  <a:pt x="1861" y="8911"/>
                </a:cubicBezTo>
                <a:cubicBezTo>
                  <a:pt x="2297" y="9241"/>
                  <a:pt x="2827" y="9490"/>
                  <a:pt x="3378" y="9490"/>
                </a:cubicBezTo>
                <a:cubicBezTo>
                  <a:pt x="3472" y="9490"/>
                  <a:pt x="3567" y="9482"/>
                  <a:pt x="3662" y="9467"/>
                </a:cubicBezTo>
                <a:cubicBezTo>
                  <a:pt x="4312" y="9361"/>
                  <a:pt x="4799" y="8877"/>
                  <a:pt x="5302" y="8495"/>
                </a:cubicBezTo>
                <a:cubicBezTo>
                  <a:pt x="5837" y="8088"/>
                  <a:pt x="6442" y="7738"/>
                  <a:pt x="7106" y="7594"/>
                </a:cubicBezTo>
                <a:cubicBezTo>
                  <a:pt x="7279" y="7557"/>
                  <a:pt x="7450" y="7538"/>
                  <a:pt x="7618" y="7538"/>
                </a:cubicBezTo>
                <a:cubicBezTo>
                  <a:pt x="8095" y="7538"/>
                  <a:pt x="8551" y="7686"/>
                  <a:pt x="8965" y="7966"/>
                </a:cubicBezTo>
                <a:cubicBezTo>
                  <a:pt x="9884" y="8588"/>
                  <a:pt x="10692" y="9729"/>
                  <a:pt x="11891" y="9729"/>
                </a:cubicBezTo>
                <a:cubicBezTo>
                  <a:pt x="11980" y="9729"/>
                  <a:pt x="12071" y="9723"/>
                  <a:pt x="12164" y="9709"/>
                </a:cubicBezTo>
                <a:cubicBezTo>
                  <a:pt x="13260" y="9554"/>
                  <a:pt x="13511" y="8401"/>
                  <a:pt x="13804" y="7521"/>
                </a:cubicBezTo>
                <a:cubicBezTo>
                  <a:pt x="13945" y="7099"/>
                  <a:pt x="14127" y="6643"/>
                  <a:pt x="14504" y="6377"/>
                </a:cubicBezTo>
                <a:cubicBezTo>
                  <a:pt x="14738" y="6212"/>
                  <a:pt x="15003" y="6142"/>
                  <a:pt x="15276" y="6142"/>
                </a:cubicBezTo>
                <a:cubicBezTo>
                  <a:pt x="15402" y="6142"/>
                  <a:pt x="15530" y="6157"/>
                  <a:pt x="15656" y="6184"/>
                </a:cubicBezTo>
                <a:cubicBezTo>
                  <a:pt x="16572" y="6381"/>
                  <a:pt x="17354" y="6961"/>
                  <a:pt x="18244" y="7232"/>
                </a:cubicBezTo>
                <a:cubicBezTo>
                  <a:pt x="18502" y="7311"/>
                  <a:pt x="18774" y="7363"/>
                  <a:pt x="19044" y="7363"/>
                </a:cubicBezTo>
                <a:cubicBezTo>
                  <a:pt x="19207" y="7363"/>
                  <a:pt x="19369" y="7344"/>
                  <a:pt x="19529" y="7301"/>
                </a:cubicBezTo>
                <a:cubicBezTo>
                  <a:pt x="19978" y="7178"/>
                  <a:pt x="20331" y="6877"/>
                  <a:pt x="20595" y="6501"/>
                </a:cubicBezTo>
                <a:cubicBezTo>
                  <a:pt x="21130" y="5738"/>
                  <a:pt x="21292" y="4712"/>
                  <a:pt x="21999" y="4070"/>
                </a:cubicBezTo>
                <a:cubicBezTo>
                  <a:pt x="22362" y="3741"/>
                  <a:pt x="22807" y="3634"/>
                  <a:pt x="23269" y="3634"/>
                </a:cubicBezTo>
                <a:cubicBezTo>
                  <a:pt x="23739" y="3634"/>
                  <a:pt x="24227" y="3745"/>
                  <a:pt x="24664" y="3849"/>
                </a:cubicBezTo>
                <a:cubicBezTo>
                  <a:pt x="25227" y="3981"/>
                  <a:pt x="25851" y="4166"/>
                  <a:pt x="26455" y="4166"/>
                </a:cubicBezTo>
                <a:cubicBezTo>
                  <a:pt x="26763" y="4166"/>
                  <a:pt x="27066" y="4118"/>
                  <a:pt x="27353" y="3990"/>
                </a:cubicBezTo>
                <a:cubicBezTo>
                  <a:pt x="28400" y="3523"/>
                  <a:pt x="28496" y="2313"/>
                  <a:pt x="28400" y="1304"/>
                </a:cubicBezTo>
                <a:cubicBezTo>
                  <a:pt x="28773" y="1190"/>
                  <a:pt x="28851" y="712"/>
                  <a:pt x="28673" y="381"/>
                </a:cubicBezTo>
                <a:cubicBezTo>
                  <a:pt x="28515" y="88"/>
                  <a:pt x="28221" y="1"/>
                  <a:pt x="27909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2" name="Google Shape;2972;p125"/>
          <p:cNvSpPr/>
          <p:nvPr/>
        </p:nvSpPr>
        <p:spPr>
          <a:xfrm>
            <a:off x="7237760" y="3032148"/>
            <a:ext cx="2387697" cy="2484758"/>
          </a:xfrm>
          <a:custGeom>
            <a:rect b="b" l="l" r="r" t="t"/>
            <a:pathLst>
              <a:path extrusionOk="0" h="15232" w="14637">
                <a:moveTo>
                  <a:pt x="11445" y="0"/>
                </a:moveTo>
                <a:cubicBezTo>
                  <a:pt x="11308" y="0"/>
                  <a:pt x="11172" y="12"/>
                  <a:pt x="11039" y="38"/>
                </a:cubicBezTo>
                <a:cubicBezTo>
                  <a:pt x="10644" y="116"/>
                  <a:pt x="10316" y="327"/>
                  <a:pt x="10145" y="596"/>
                </a:cubicBezTo>
                <a:cubicBezTo>
                  <a:pt x="9794" y="1152"/>
                  <a:pt x="10018" y="1791"/>
                  <a:pt x="9781" y="2367"/>
                </a:cubicBezTo>
                <a:cubicBezTo>
                  <a:pt x="9296" y="3551"/>
                  <a:pt x="6867" y="3019"/>
                  <a:pt x="6220" y="4123"/>
                </a:cubicBezTo>
                <a:cubicBezTo>
                  <a:pt x="6016" y="4474"/>
                  <a:pt x="6063" y="4867"/>
                  <a:pt x="6119" y="5237"/>
                </a:cubicBezTo>
                <a:cubicBezTo>
                  <a:pt x="6188" y="5684"/>
                  <a:pt x="6293" y="6128"/>
                  <a:pt x="6331" y="6578"/>
                </a:cubicBezTo>
                <a:cubicBezTo>
                  <a:pt x="6392" y="7292"/>
                  <a:pt x="6256" y="8099"/>
                  <a:pt x="5518" y="8624"/>
                </a:cubicBezTo>
                <a:cubicBezTo>
                  <a:pt x="4829" y="9115"/>
                  <a:pt x="3797" y="9174"/>
                  <a:pt x="2910" y="9343"/>
                </a:cubicBezTo>
                <a:cubicBezTo>
                  <a:pt x="2462" y="9427"/>
                  <a:pt x="2020" y="9543"/>
                  <a:pt x="1637" y="9735"/>
                </a:cubicBezTo>
                <a:cubicBezTo>
                  <a:pt x="1309" y="9901"/>
                  <a:pt x="1030" y="10112"/>
                  <a:pt x="810" y="10355"/>
                </a:cubicBezTo>
                <a:cubicBezTo>
                  <a:pt x="347" y="10864"/>
                  <a:pt x="157" y="11482"/>
                  <a:pt x="81" y="12082"/>
                </a:cubicBezTo>
                <a:cubicBezTo>
                  <a:pt x="1" y="12715"/>
                  <a:pt x="23" y="13379"/>
                  <a:pt x="158" y="14007"/>
                </a:cubicBezTo>
                <a:cubicBezTo>
                  <a:pt x="228" y="14329"/>
                  <a:pt x="371" y="14667"/>
                  <a:pt x="709" y="14896"/>
                </a:cubicBezTo>
                <a:cubicBezTo>
                  <a:pt x="1077" y="15146"/>
                  <a:pt x="1583" y="15204"/>
                  <a:pt x="2068" y="15214"/>
                </a:cubicBezTo>
                <a:cubicBezTo>
                  <a:pt x="2549" y="15226"/>
                  <a:pt x="3032" y="15229"/>
                  <a:pt x="3515" y="15229"/>
                </a:cubicBezTo>
                <a:cubicBezTo>
                  <a:pt x="4226" y="15229"/>
                  <a:pt x="4937" y="15222"/>
                  <a:pt x="5646" y="15222"/>
                </a:cubicBezTo>
                <a:cubicBezTo>
                  <a:pt x="5675" y="15222"/>
                  <a:pt x="5704" y="15222"/>
                  <a:pt x="5733" y="15222"/>
                </a:cubicBezTo>
                <a:lnTo>
                  <a:pt x="9469" y="15227"/>
                </a:lnTo>
                <a:cubicBezTo>
                  <a:pt x="10086" y="15228"/>
                  <a:pt x="10704" y="15228"/>
                  <a:pt x="11322" y="15229"/>
                </a:cubicBezTo>
                <a:cubicBezTo>
                  <a:pt x="11640" y="15230"/>
                  <a:pt x="11959" y="15231"/>
                  <a:pt x="12278" y="15231"/>
                </a:cubicBezTo>
                <a:cubicBezTo>
                  <a:pt x="12529" y="15231"/>
                  <a:pt x="12784" y="15225"/>
                  <a:pt x="13014" y="15145"/>
                </a:cubicBezTo>
                <a:cubicBezTo>
                  <a:pt x="13410" y="15008"/>
                  <a:pt x="13574" y="14685"/>
                  <a:pt x="13640" y="14388"/>
                </a:cubicBezTo>
                <a:cubicBezTo>
                  <a:pt x="13728" y="13988"/>
                  <a:pt x="13742" y="13577"/>
                  <a:pt x="13785" y="13173"/>
                </a:cubicBezTo>
                <a:cubicBezTo>
                  <a:pt x="13882" y="12264"/>
                  <a:pt x="13977" y="11357"/>
                  <a:pt x="14072" y="10449"/>
                </a:cubicBezTo>
                <a:cubicBezTo>
                  <a:pt x="14166" y="9541"/>
                  <a:pt x="14259" y="8633"/>
                  <a:pt x="14352" y="7724"/>
                </a:cubicBezTo>
                <a:cubicBezTo>
                  <a:pt x="14437" y="6875"/>
                  <a:pt x="14530" y="6026"/>
                  <a:pt x="14567" y="5174"/>
                </a:cubicBezTo>
                <a:cubicBezTo>
                  <a:pt x="14637" y="3541"/>
                  <a:pt x="14491" y="1869"/>
                  <a:pt x="13640" y="340"/>
                </a:cubicBezTo>
                <a:cubicBezTo>
                  <a:pt x="13611" y="289"/>
                  <a:pt x="13548" y="267"/>
                  <a:pt x="13488" y="267"/>
                </a:cubicBezTo>
                <a:cubicBezTo>
                  <a:pt x="13394" y="267"/>
                  <a:pt x="13305" y="319"/>
                  <a:pt x="13349" y="398"/>
                </a:cubicBezTo>
                <a:cubicBezTo>
                  <a:pt x="13385" y="461"/>
                  <a:pt x="13419" y="526"/>
                  <a:pt x="13452" y="589"/>
                </a:cubicBezTo>
                <a:cubicBezTo>
                  <a:pt x="13105" y="411"/>
                  <a:pt x="12738" y="253"/>
                  <a:pt x="12342" y="140"/>
                </a:cubicBezTo>
                <a:cubicBezTo>
                  <a:pt x="12060" y="59"/>
                  <a:pt x="11751" y="0"/>
                  <a:pt x="11445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3" name="Google Shape;2973;p125"/>
          <p:cNvSpPr/>
          <p:nvPr/>
        </p:nvSpPr>
        <p:spPr>
          <a:xfrm rot="10800000">
            <a:off x="7573482" y="3136804"/>
            <a:ext cx="12575" cy="4050"/>
          </a:xfrm>
          <a:custGeom>
            <a:rect b="b" l="l" r="r" t="t"/>
            <a:pathLst>
              <a:path extrusionOk="0" h="162" w="503">
                <a:moveTo>
                  <a:pt x="61" y="0"/>
                </a:moveTo>
                <a:cubicBezTo>
                  <a:pt x="37" y="0"/>
                  <a:pt x="16" y="17"/>
                  <a:pt x="9" y="40"/>
                </a:cubicBezTo>
                <a:cubicBezTo>
                  <a:pt x="1" y="70"/>
                  <a:pt x="18" y="101"/>
                  <a:pt x="47" y="110"/>
                </a:cubicBezTo>
                <a:cubicBezTo>
                  <a:pt x="170" y="145"/>
                  <a:pt x="298" y="162"/>
                  <a:pt x="429" y="162"/>
                </a:cubicBezTo>
                <a:lnTo>
                  <a:pt x="447" y="162"/>
                </a:lnTo>
                <a:cubicBezTo>
                  <a:pt x="478" y="162"/>
                  <a:pt x="503" y="136"/>
                  <a:pt x="502" y="105"/>
                </a:cubicBezTo>
                <a:cubicBezTo>
                  <a:pt x="502" y="78"/>
                  <a:pt x="483" y="50"/>
                  <a:pt x="454" y="50"/>
                </a:cubicBezTo>
                <a:cubicBezTo>
                  <a:pt x="451" y="50"/>
                  <a:pt x="449" y="50"/>
                  <a:pt x="446" y="51"/>
                </a:cubicBezTo>
                <a:cubicBezTo>
                  <a:pt x="442" y="51"/>
                  <a:pt x="438" y="51"/>
                  <a:pt x="435" y="51"/>
                </a:cubicBezTo>
                <a:cubicBezTo>
                  <a:pt x="312" y="51"/>
                  <a:pt x="192" y="35"/>
                  <a:pt x="78" y="3"/>
                </a:cubicBezTo>
                <a:cubicBezTo>
                  <a:pt x="72" y="1"/>
                  <a:pt x="67" y="0"/>
                  <a:pt x="6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4" name="Google Shape;2974;p125"/>
          <p:cNvSpPr/>
          <p:nvPr/>
        </p:nvSpPr>
        <p:spPr>
          <a:xfrm rot="10800000">
            <a:off x="7341532" y="3544979"/>
            <a:ext cx="10925" cy="8600"/>
          </a:xfrm>
          <a:custGeom>
            <a:rect b="b" l="l" r="r" t="t"/>
            <a:pathLst>
              <a:path extrusionOk="0" h="344" w="437">
                <a:moveTo>
                  <a:pt x="63" y="0"/>
                </a:moveTo>
                <a:cubicBezTo>
                  <a:pt x="45" y="0"/>
                  <a:pt x="28" y="9"/>
                  <a:pt x="17" y="25"/>
                </a:cubicBezTo>
                <a:cubicBezTo>
                  <a:pt x="0" y="49"/>
                  <a:pt x="6" y="85"/>
                  <a:pt x="32" y="102"/>
                </a:cubicBezTo>
                <a:cubicBezTo>
                  <a:pt x="137" y="173"/>
                  <a:pt x="240" y="250"/>
                  <a:pt x="340" y="332"/>
                </a:cubicBezTo>
                <a:cubicBezTo>
                  <a:pt x="350" y="340"/>
                  <a:pt x="362" y="343"/>
                  <a:pt x="375" y="343"/>
                </a:cubicBezTo>
                <a:cubicBezTo>
                  <a:pt x="391" y="343"/>
                  <a:pt x="407" y="337"/>
                  <a:pt x="418" y="323"/>
                </a:cubicBezTo>
                <a:cubicBezTo>
                  <a:pt x="437" y="299"/>
                  <a:pt x="434" y="264"/>
                  <a:pt x="410" y="245"/>
                </a:cubicBezTo>
                <a:cubicBezTo>
                  <a:pt x="308" y="162"/>
                  <a:pt x="202" y="83"/>
                  <a:pt x="94" y="10"/>
                </a:cubicBezTo>
                <a:cubicBezTo>
                  <a:pt x="84" y="4"/>
                  <a:pt x="74" y="0"/>
                  <a:pt x="6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5" name="Google Shape;2975;p125"/>
          <p:cNvSpPr/>
          <p:nvPr/>
        </p:nvSpPr>
        <p:spPr>
          <a:xfrm rot="10800000">
            <a:off x="7022857" y="2140429"/>
            <a:ext cx="738550" cy="540325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6" name="Google Shape;2976;p125"/>
          <p:cNvSpPr/>
          <p:nvPr/>
        </p:nvSpPr>
        <p:spPr>
          <a:xfrm rot="9893225">
            <a:off x="1777086" y="371868"/>
            <a:ext cx="605796" cy="14193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77" name="Google Shape;2977;p125"/>
          <p:cNvGrpSpPr/>
          <p:nvPr/>
        </p:nvGrpSpPr>
        <p:grpSpPr>
          <a:xfrm rot="5400000">
            <a:off x="278835" y="4536755"/>
            <a:ext cx="221772" cy="200884"/>
            <a:chOff x="1640475" y="1197075"/>
            <a:chExt cx="55475" cy="50250"/>
          </a:xfrm>
        </p:grpSpPr>
        <p:sp>
          <p:nvSpPr>
            <p:cNvPr id="2978" name="Google Shape;2978;p12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12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12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81" name="Google Shape;2981;p125"/>
          <p:cNvSpPr/>
          <p:nvPr/>
        </p:nvSpPr>
        <p:spPr>
          <a:xfrm rot="-834203">
            <a:off x="8546511" y="363435"/>
            <a:ext cx="993864" cy="1557213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82" name="Google Shape;2982;p125"/>
          <p:cNvGrpSpPr/>
          <p:nvPr/>
        </p:nvGrpSpPr>
        <p:grpSpPr>
          <a:xfrm rot="4654902">
            <a:off x="7263554" y="408293"/>
            <a:ext cx="433642" cy="392824"/>
            <a:chOff x="1640475" y="1197075"/>
            <a:chExt cx="55475" cy="50250"/>
          </a:xfrm>
        </p:grpSpPr>
        <p:sp>
          <p:nvSpPr>
            <p:cNvPr id="2983" name="Google Shape;2983;p12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12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12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86" name="Google Shape;2986;p125"/>
          <p:cNvGrpSpPr/>
          <p:nvPr/>
        </p:nvGrpSpPr>
        <p:grpSpPr>
          <a:xfrm rot="5400000">
            <a:off x="571217" y="1059896"/>
            <a:ext cx="244822" cy="221773"/>
            <a:chOff x="1640475" y="1197075"/>
            <a:chExt cx="55475" cy="50250"/>
          </a:xfrm>
        </p:grpSpPr>
        <p:sp>
          <p:nvSpPr>
            <p:cNvPr id="2987" name="Google Shape;2987;p12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12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12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90" name="Google Shape;2990;p125"/>
          <p:cNvSpPr/>
          <p:nvPr/>
        </p:nvSpPr>
        <p:spPr>
          <a:xfrm rot="6477717">
            <a:off x="8298149" y="4511777"/>
            <a:ext cx="580167" cy="13591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91" name="Google Shape;2991;p125"/>
          <p:cNvGrpSpPr/>
          <p:nvPr/>
        </p:nvGrpSpPr>
        <p:grpSpPr>
          <a:xfrm rot="5400000">
            <a:off x="7550086" y="4483922"/>
            <a:ext cx="221772" cy="200884"/>
            <a:chOff x="1640475" y="1197075"/>
            <a:chExt cx="55475" cy="50250"/>
          </a:xfrm>
        </p:grpSpPr>
        <p:sp>
          <p:nvSpPr>
            <p:cNvPr id="2992" name="Google Shape;2992;p12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12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12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CUSTOM_4_1_1">
    <p:spTree>
      <p:nvGrpSpPr>
        <p:cNvPr id="2995" name="Shape 29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6" name="Google Shape;2996;p126"/>
          <p:cNvSpPr/>
          <p:nvPr/>
        </p:nvSpPr>
        <p:spPr>
          <a:xfrm flipH="1">
            <a:off x="6975401" y="2798485"/>
            <a:ext cx="2665937" cy="2778151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7" name="Google Shape;2997;p126"/>
          <p:cNvSpPr/>
          <p:nvPr/>
        </p:nvSpPr>
        <p:spPr>
          <a:xfrm flipH="1">
            <a:off x="-517990" y="4092608"/>
            <a:ext cx="3021471" cy="1245429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8" name="Google Shape;2998;p126"/>
          <p:cNvSpPr/>
          <p:nvPr/>
        </p:nvSpPr>
        <p:spPr>
          <a:xfrm flipH="1">
            <a:off x="5299521" y="-196435"/>
            <a:ext cx="4180419" cy="1127189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9" name="Google Shape;2999;p126"/>
          <p:cNvSpPr/>
          <p:nvPr/>
        </p:nvSpPr>
        <p:spPr>
          <a:xfrm flipH="1">
            <a:off x="-543725" y="-421026"/>
            <a:ext cx="3612183" cy="2881733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0" name="Google Shape;3000;p126"/>
          <p:cNvSpPr/>
          <p:nvPr/>
        </p:nvSpPr>
        <p:spPr>
          <a:xfrm>
            <a:off x="1945325" y="2102150"/>
            <a:ext cx="12575" cy="4050"/>
          </a:xfrm>
          <a:custGeom>
            <a:rect b="b" l="l" r="r" t="t"/>
            <a:pathLst>
              <a:path extrusionOk="0" h="162" w="503">
                <a:moveTo>
                  <a:pt x="61" y="0"/>
                </a:moveTo>
                <a:cubicBezTo>
                  <a:pt x="37" y="0"/>
                  <a:pt x="16" y="17"/>
                  <a:pt x="9" y="40"/>
                </a:cubicBezTo>
                <a:cubicBezTo>
                  <a:pt x="1" y="70"/>
                  <a:pt x="18" y="101"/>
                  <a:pt x="47" y="110"/>
                </a:cubicBezTo>
                <a:cubicBezTo>
                  <a:pt x="170" y="145"/>
                  <a:pt x="298" y="162"/>
                  <a:pt x="429" y="162"/>
                </a:cubicBezTo>
                <a:lnTo>
                  <a:pt x="447" y="162"/>
                </a:lnTo>
                <a:cubicBezTo>
                  <a:pt x="478" y="162"/>
                  <a:pt x="503" y="136"/>
                  <a:pt x="502" y="105"/>
                </a:cubicBezTo>
                <a:cubicBezTo>
                  <a:pt x="502" y="78"/>
                  <a:pt x="483" y="50"/>
                  <a:pt x="454" y="50"/>
                </a:cubicBezTo>
                <a:cubicBezTo>
                  <a:pt x="451" y="50"/>
                  <a:pt x="449" y="50"/>
                  <a:pt x="446" y="51"/>
                </a:cubicBezTo>
                <a:cubicBezTo>
                  <a:pt x="442" y="51"/>
                  <a:pt x="438" y="51"/>
                  <a:pt x="435" y="51"/>
                </a:cubicBezTo>
                <a:cubicBezTo>
                  <a:pt x="312" y="51"/>
                  <a:pt x="192" y="35"/>
                  <a:pt x="78" y="3"/>
                </a:cubicBezTo>
                <a:cubicBezTo>
                  <a:pt x="72" y="1"/>
                  <a:pt x="67" y="0"/>
                  <a:pt x="6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1" name="Google Shape;3001;p126"/>
          <p:cNvSpPr/>
          <p:nvPr/>
        </p:nvSpPr>
        <p:spPr>
          <a:xfrm>
            <a:off x="2178925" y="1689425"/>
            <a:ext cx="10925" cy="8600"/>
          </a:xfrm>
          <a:custGeom>
            <a:rect b="b" l="l" r="r" t="t"/>
            <a:pathLst>
              <a:path extrusionOk="0" h="344" w="437">
                <a:moveTo>
                  <a:pt x="63" y="0"/>
                </a:moveTo>
                <a:cubicBezTo>
                  <a:pt x="45" y="0"/>
                  <a:pt x="28" y="9"/>
                  <a:pt x="17" y="25"/>
                </a:cubicBezTo>
                <a:cubicBezTo>
                  <a:pt x="0" y="49"/>
                  <a:pt x="6" y="85"/>
                  <a:pt x="32" y="102"/>
                </a:cubicBezTo>
                <a:cubicBezTo>
                  <a:pt x="137" y="173"/>
                  <a:pt x="240" y="250"/>
                  <a:pt x="340" y="332"/>
                </a:cubicBezTo>
                <a:cubicBezTo>
                  <a:pt x="350" y="340"/>
                  <a:pt x="362" y="343"/>
                  <a:pt x="375" y="343"/>
                </a:cubicBezTo>
                <a:cubicBezTo>
                  <a:pt x="391" y="343"/>
                  <a:pt x="407" y="337"/>
                  <a:pt x="418" y="323"/>
                </a:cubicBezTo>
                <a:cubicBezTo>
                  <a:pt x="437" y="299"/>
                  <a:pt x="434" y="264"/>
                  <a:pt x="410" y="245"/>
                </a:cubicBezTo>
                <a:cubicBezTo>
                  <a:pt x="308" y="162"/>
                  <a:pt x="202" y="83"/>
                  <a:pt x="94" y="10"/>
                </a:cubicBezTo>
                <a:cubicBezTo>
                  <a:pt x="84" y="4"/>
                  <a:pt x="74" y="0"/>
                  <a:pt x="6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2" name="Google Shape;3002;p126"/>
          <p:cNvSpPr/>
          <p:nvPr/>
        </p:nvSpPr>
        <p:spPr>
          <a:xfrm>
            <a:off x="1769975" y="2562250"/>
            <a:ext cx="738550" cy="540325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3" name="Google Shape;3003;p126"/>
          <p:cNvSpPr/>
          <p:nvPr/>
        </p:nvSpPr>
        <p:spPr>
          <a:xfrm rot="-906775">
            <a:off x="7086838" y="296199"/>
            <a:ext cx="605796" cy="14193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04" name="Google Shape;3004;p126"/>
          <p:cNvGrpSpPr/>
          <p:nvPr/>
        </p:nvGrpSpPr>
        <p:grpSpPr>
          <a:xfrm rot="-5400000">
            <a:off x="8646175" y="1002690"/>
            <a:ext cx="221772" cy="200884"/>
            <a:chOff x="1640475" y="1197075"/>
            <a:chExt cx="55475" cy="50250"/>
          </a:xfrm>
        </p:grpSpPr>
        <p:sp>
          <p:nvSpPr>
            <p:cNvPr id="3005" name="Google Shape;3005;p12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12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12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08" name="Google Shape;3008;p126"/>
          <p:cNvSpPr/>
          <p:nvPr/>
        </p:nvSpPr>
        <p:spPr>
          <a:xfrm rot="9965797">
            <a:off x="-506318" y="3859694"/>
            <a:ext cx="993864" cy="1557213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09" name="Google Shape;3009;p126"/>
          <p:cNvGrpSpPr/>
          <p:nvPr/>
        </p:nvGrpSpPr>
        <p:grpSpPr>
          <a:xfrm rot="-6145098">
            <a:off x="376587" y="480362"/>
            <a:ext cx="433642" cy="392824"/>
            <a:chOff x="1640475" y="1197075"/>
            <a:chExt cx="55475" cy="50250"/>
          </a:xfrm>
        </p:grpSpPr>
        <p:sp>
          <p:nvSpPr>
            <p:cNvPr id="3010" name="Google Shape;3010;p12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12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12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13" name="Google Shape;3013;p126"/>
          <p:cNvGrpSpPr/>
          <p:nvPr/>
        </p:nvGrpSpPr>
        <p:grpSpPr>
          <a:xfrm rot="-5400000">
            <a:off x="1758442" y="4714359"/>
            <a:ext cx="244822" cy="221773"/>
            <a:chOff x="1640475" y="1197075"/>
            <a:chExt cx="55475" cy="50250"/>
          </a:xfrm>
        </p:grpSpPr>
        <p:sp>
          <p:nvSpPr>
            <p:cNvPr id="3014" name="Google Shape;3014;p12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12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12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17" name="Google Shape;3017;p126"/>
          <p:cNvSpPr/>
          <p:nvPr/>
        </p:nvSpPr>
        <p:spPr>
          <a:xfrm rot="-308323">
            <a:off x="1184892" y="245385"/>
            <a:ext cx="580167" cy="13591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18" name="Google Shape;3018;p126"/>
          <p:cNvGrpSpPr/>
          <p:nvPr/>
        </p:nvGrpSpPr>
        <p:grpSpPr>
          <a:xfrm rot="-5400000">
            <a:off x="8191474" y="4616297"/>
            <a:ext cx="221772" cy="200884"/>
            <a:chOff x="1640475" y="1197075"/>
            <a:chExt cx="55475" cy="50250"/>
          </a:xfrm>
        </p:grpSpPr>
        <p:sp>
          <p:nvSpPr>
            <p:cNvPr id="3019" name="Google Shape;3019;p12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12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12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1">
  <p:cSld name="TITLE_AND_BODY_2">
    <p:spTree>
      <p:nvGrpSpPr>
        <p:cNvPr id="3022" name="Shape 30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3" name="Google Shape;3023;p127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024" name="Google Shape;3024;p127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  <p:sp>
        <p:nvSpPr>
          <p:cNvPr id="3025" name="Google Shape;3025;p127"/>
          <p:cNvSpPr txBox="1"/>
          <p:nvPr>
            <p:ph idx="12" type="sldNum"/>
          </p:nvPr>
        </p:nvSpPr>
        <p:spPr>
          <a:xfrm>
            <a:off x="8490250" y="4681009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>
            <a:lvl1pPr lvl="0">
              <a:buNone/>
              <a:defRPr sz="1100"/>
            </a:lvl1pPr>
            <a:lvl2pPr lvl="1">
              <a:buNone/>
              <a:defRPr sz="1100"/>
            </a:lvl2pPr>
            <a:lvl3pPr lvl="2">
              <a:buNone/>
              <a:defRPr sz="1100"/>
            </a:lvl3pPr>
            <a:lvl4pPr lvl="3">
              <a:buNone/>
              <a:defRPr sz="1100"/>
            </a:lvl4pPr>
            <a:lvl5pPr lvl="4">
              <a:buNone/>
              <a:defRPr sz="1100"/>
            </a:lvl5pPr>
            <a:lvl6pPr lvl="5">
              <a:buNone/>
              <a:defRPr sz="1100"/>
            </a:lvl6pPr>
            <a:lvl7pPr lvl="6">
              <a:buNone/>
              <a:defRPr sz="1100"/>
            </a:lvl7pPr>
            <a:lvl8pPr lvl="7">
              <a:buNone/>
              <a:defRPr sz="1100"/>
            </a:lvl8pPr>
            <a:lvl9pPr lvl="8">
              <a:buNone/>
              <a:defRPr sz="1100"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4">
  <p:cSld name="SECTION_HEADER_2">
    <p:spTree>
      <p:nvGrpSpPr>
        <p:cNvPr id="3026" name="Shape 30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7" name="Google Shape;3027;p128"/>
          <p:cNvSpPr txBox="1"/>
          <p:nvPr>
            <p:ph type="title"/>
          </p:nvPr>
        </p:nvSpPr>
        <p:spPr>
          <a:xfrm>
            <a:off x="458975" y="1438150"/>
            <a:ext cx="8226000" cy="3189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 b="0" sz="3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3028" name="Google Shape;3028;p128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2">
  <p:cSld name="TITLE_AND_BODY_3">
    <p:spTree>
      <p:nvGrpSpPr>
        <p:cNvPr id="3029" name="Shape 30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0" name="Google Shape;3030;p129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031" name="Google Shape;3031;p129"/>
          <p:cNvSpPr txBox="1"/>
          <p:nvPr>
            <p:ph idx="1" type="body"/>
          </p:nvPr>
        </p:nvSpPr>
        <p:spPr>
          <a:xfrm>
            <a:off x="458975" y="1438275"/>
            <a:ext cx="8226000" cy="2981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 sz="1400"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3032" name="Google Shape;3032;p129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ultiple choice options">
  <p:cSld name="TITLE_ONLY_1_1_1_1">
    <p:spTree>
      <p:nvGrpSpPr>
        <p:cNvPr id="3033" name="Shape 30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4" name="Google Shape;3034;p130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035" name="Google Shape;3035;p130"/>
          <p:cNvSpPr txBox="1"/>
          <p:nvPr>
            <p:ph idx="1" type="subTitle"/>
          </p:nvPr>
        </p:nvSpPr>
        <p:spPr>
          <a:xfrm>
            <a:off x="458975" y="1438150"/>
            <a:ext cx="3128400" cy="453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lv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1pPr>
            <a:lvl2pPr lvl="1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latin typeface="Poppins"/>
                <a:ea typeface="Poppins"/>
                <a:cs typeface="Poppins"/>
                <a:sym typeface="Poppins"/>
              </a:defRPr>
            </a:lvl2pPr>
            <a:lvl3pPr lvl="2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3pPr>
            <a:lvl4pPr lvl="3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4pPr>
            <a:lvl5pPr lvl="4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5pPr>
            <a:lvl6pPr lvl="5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6pPr>
            <a:lvl7pPr lvl="6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7pPr>
            <a:lvl8pPr lvl="7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8pPr>
            <a:lvl9pPr lvl="8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9pPr>
          </a:lstStyle>
          <a:p/>
        </p:txBody>
      </p:sp>
      <p:sp>
        <p:nvSpPr>
          <p:cNvPr id="3036" name="Google Shape;3036;p130"/>
          <p:cNvSpPr txBox="1"/>
          <p:nvPr>
            <p:ph idx="2" type="body"/>
          </p:nvPr>
        </p:nvSpPr>
        <p:spPr>
          <a:xfrm>
            <a:off x="458975" y="2070075"/>
            <a:ext cx="3951000" cy="630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3037" name="Google Shape;3037;p130"/>
          <p:cNvSpPr txBox="1"/>
          <p:nvPr>
            <p:ph idx="3" type="subTitle"/>
          </p:nvPr>
        </p:nvSpPr>
        <p:spPr>
          <a:xfrm>
            <a:off x="4734000" y="1438150"/>
            <a:ext cx="3128400" cy="4533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lv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1pPr>
            <a:lvl2pPr lvl="1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latin typeface="Poppins"/>
                <a:ea typeface="Poppins"/>
                <a:cs typeface="Poppins"/>
                <a:sym typeface="Poppins"/>
              </a:defRPr>
            </a:lvl2pPr>
            <a:lvl3pPr lvl="2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3pPr>
            <a:lvl4pPr lvl="3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4pPr>
            <a:lvl5pPr lvl="4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5pPr>
            <a:lvl6pPr lvl="5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6pPr>
            <a:lvl7pPr lvl="6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7pPr>
            <a:lvl8pPr lvl="7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8pPr>
            <a:lvl9pPr lvl="8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9pPr>
          </a:lstStyle>
          <a:p/>
        </p:txBody>
      </p:sp>
      <p:sp>
        <p:nvSpPr>
          <p:cNvPr id="3038" name="Google Shape;3038;p130"/>
          <p:cNvSpPr txBox="1"/>
          <p:nvPr>
            <p:ph idx="4" type="body"/>
          </p:nvPr>
        </p:nvSpPr>
        <p:spPr>
          <a:xfrm>
            <a:off x="4734000" y="2070075"/>
            <a:ext cx="3951000" cy="630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3039" name="Google Shape;3039;p130"/>
          <p:cNvSpPr txBox="1"/>
          <p:nvPr>
            <p:ph idx="5" type="subTitle"/>
          </p:nvPr>
        </p:nvSpPr>
        <p:spPr>
          <a:xfrm>
            <a:off x="458975" y="2952375"/>
            <a:ext cx="3128400" cy="4533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lv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1pPr>
            <a:lvl2pPr lvl="1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040" name="Google Shape;3040;p130"/>
          <p:cNvSpPr txBox="1"/>
          <p:nvPr>
            <p:ph idx="6" type="body"/>
          </p:nvPr>
        </p:nvSpPr>
        <p:spPr>
          <a:xfrm>
            <a:off x="458975" y="3584300"/>
            <a:ext cx="3951000" cy="630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3041" name="Google Shape;3041;p130"/>
          <p:cNvSpPr txBox="1"/>
          <p:nvPr>
            <p:ph idx="7" type="subTitle"/>
          </p:nvPr>
        </p:nvSpPr>
        <p:spPr>
          <a:xfrm>
            <a:off x="4734000" y="2952375"/>
            <a:ext cx="3128400" cy="4533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lv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1pPr>
            <a:lvl2pPr lvl="1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latin typeface="Poppins"/>
                <a:ea typeface="Poppins"/>
                <a:cs typeface="Poppins"/>
                <a:sym typeface="Poppins"/>
              </a:defRPr>
            </a:lvl2pPr>
            <a:lvl3pPr lvl="2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3pPr>
            <a:lvl4pPr lvl="3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4pPr>
            <a:lvl5pPr lvl="4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5pPr>
            <a:lvl6pPr lvl="5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6pPr>
            <a:lvl7pPr lvl="6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7pPr>
            <a:lvl8pPr lvl="7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8pPr>
            <a:lvl9pPr lvl="8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9pPr>
          </a:lstStyle>
          <a:p/>
        </p:txBody>
      </p:sp>
      <p:sp>
        <p:nvSpPr>
          <p:cNvPr id="3042" name="Google Shape;3042;p130"/>
          <p:cNvSpPr txBox="1"/>
          <p:nvPr>
            <p:ph idx="8" type="body"/>
          </p:nvPr>
        </p:nvSpPr>
        <p:spPr>
          <a:xfrm>
            <a:off x="4734000" y="3584300"/>
            <a:ext cx="3951000" cy="630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3043" name="Google Shape;3043;p130"/>
          <p:cNvSpPr txBox="1"/>
          <p:nvPr>
            <p:ph idx="12" type="sldNum"/>
          </p:nvPr>
        </p:nvSpPr>
        <p:spPr>
          <a:xfrm>
            <a:off x="458972" y="4793325"/>
            <a:ext cx="1905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5">
  <p:cSld name="SECTION_HEADER_3">
    <p:bg>
      <p:bgPr>
        <a:solidFill>
          <a:schemeClr val="accent4"/>
        </a:solidFill>
      </p:bgPr>
    </p:bg>
    <p:spTree>
      <p:nvGrpSpPr>
        <p:cNvPr id="3044" name="Shape 30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5" name="Google Shape;3045;p131"/>
          <p:cNvSpPr txBox="1"/>
          <p:nvPr>
            <p:ph type="title"/>
          </p:nvPr>
        </p:nvSpPr>
        <p:spPr>
          <a:xfrm>
            <a:off x="458975" y="1438150"/>
            <a:ext cx="8226000" cy="3189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 b="0" sz="3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3046" name="Google Shape;3046;p131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3">
  <p:cSld name="TITLE_AND_BODY_4">
    <p:spTree>
      <p:nvGrpSpPr>
        <p:cNvPr id="3047" name="Shape 30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8" name="Google Shape;3048;p132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049" name="Google Shape;3049;p132"/>
          <p:cNvSpPr txBox="1"/>
          <p:nvPr>
            <p:ph idx="1" type="body"/>
          </p:nvPr>
        </p:nvSpPr>
        <p:spPr>
          <a:xfrm>
            <a:off x="458975" y="1438275"/>
            <a:ext cx="8226000" cy="2981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 sz="1400"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3050" name="Google Shape;3050;p132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6">
  <p:cSld name="SECTION_HEADER_4">
    <p:spTree>
      <p:nvGrpSpPr>
        <p:cNvPr id="3051" name="Shape 30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2" name="Google Shape;3052;p133"/>
          <p:cNvSpPr txBox="1"/>
          <p:nvPr>
            <p:ph type="title"/>
          </p:nvPr>
        </p:nvSpPr>
        <p:spPr>
          <a:xfrm>
            <a:off x="458975" y="1438150"/>
            <a:ext cx="8226000" cy="3189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 b="0" sz="3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3053" name="Google Shape;3053;p133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4">
  <p:cSld name="TITLE_AND_BODY_5">
    <p:spTree>
      <p:nvGrpSpPr>
        <p:cNvPr id="3054" name="Shape 30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5" name="Google Shape;3055;p134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056" name="Google Shape;3056;p134"/>
          <p:cNvSpPr txBox="1"/>
          <p:nvPr>
            <p:ph idx="1" type="body"/>
          </p:nvPr>
        </p:nvSpPr>
        <p:spPr>
          <a:xfrm>
            <a:off x="458975" y="1438275"/>
            <a:ext cx="8226000" cy="2981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 sz="1400"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3057" name="Google Shape;3057;p134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7">
  <p:cSld name="SECTION_HEADER_5">
    <p:bg>
      <p:bgPr>
        <a:solidFill>
          <a:schemeClr val="accent4"/>
        </a:solidFill>
      </p:bgPr>
    </p:bg>
    <p:spTree>
      <p:nvGrpSpPr>
        <p:cNvPr id="3058" name="Shape 30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9" name="Google Shape;3059;p135"/>
          <p:cNvSpPr txBox="1"/>
          <p:nvPr>
            <p:ph type="title"/>
          </p:nvPr>
        </p:nvSpPr>
        <p:spPr>
          <a:xfrm>
            <a:off x="458975" y="1438150"/>
            <a:ext cx="8226000" cy="3189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 b="0" sz="3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3060" name="Google Shape;3060;p135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6 1">
  <p:cSld name="SECTION_HEADER_4_1">
    <p:bg>
      <p:bgPr>
        <a:solidFill>
          <a:schemeClr val="accent4"/>
        </a:solidFill>
      </p:bgPr>
    </p:bg>
    <p:spTree>
      <p:nvGrpSpPr>
        <p:cNvPr id="3061" name="Shape 30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2" name="Google Shape;3062;p136"/>
          <p:cNvSpPr txBox="1"/>
          <p:nvPr>
            <p:ph type="title"/>
          </p:nvPr>
        </p:nvSpPr>
        <p:spPr>
          <a:xfrm>
            <a:off x="458975" y="1438150"/>
            <a:ext cx="8226000" cy="3189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 b="0" sz="3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3063" name="Google Shape;3063;p136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6 2">
  <p:cSld name="SECTION_HEADER_4_2">
    <p:spTree>
      <p:nvGrpSpPr>
        <p:cNvPr id="3064" name="Shape 3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5" name="Google Shape;3065;p137"/>
          <p:cNvSpPr txBox="1"/>
          <p:nvPr>
            <p:ph type="title"/>
          </p:nvPr>
        </p:nvSpPr>
        <p:spPr>
          <a:xfrm>
            <a:off x="458975" y="1438150"/>
            <a:ext cx="8226000" cy="3189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 b="0" sz="3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3066" name="Google Shape;3066;p137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3 1">
  <p:cSld name="TITLE_AND_BODY_4_1">
    <p:spTree>
      <p:nvGrpSpPr>
        <p:cNvPr id="3067" name="Shape 3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8" name="Google Shape;3068;p138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069" name="Google Shape;3069;p138"/>
          <p:cNvSpPr txBox="1"/>
          <p:nvPr>
            <p:ph idx="1" type="body"/>
          </p:nvPr>
        </p:nvSpPr>
        <p:spPr>
          <a:xfrm>
            <a:off x="458975" y="1438275"/>
            <a:ext cx="8226000" cy="2981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 sz="1400"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3070" name="Google Shape;3070;p138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5">
  <p:cSld name="TITLE_AND_BODY_6">
    <p:spTree>
      <p:nvGrpSpPr>
        <p:cNvPr id="3071" name="Shape 30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" name="Google Shape;3072;p139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073" name="Google Shape;3073;p139"/>
          <p:cNvSpPr txBox="1"/>
          <p:nvPr>
            <p:ph idx="1" type="body"/>
          </p:nvPr>
        </p:nvSpPr>
        <p:spPr>
          <a:xfrm>
            <a:off x="458975" y="1438275"/>
            <a:ext cx="8226000" cy="2981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 sz="1400"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3074" name="Google Shape;3074;p139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3078" name="Shape 30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9" name="Google Shape;3079;p141"/>
          <p:cNvSpPr/>
          <p:nvPr/>
        </p:nvSpPr>
        <p:spPr>
          <a:xfrm>
            <a:off x="-69007" y="-101129"/>
            <a:ext cx="2299567" cy="1009729"/>
          </a:xfrm>
          <a:custGeom>
            <a:rect b="b" l="l" r="r" t="t"/>
            <a:pathLst>
              <a:path extrusionOk="0" h="6348" w="14457">
                <a:moveTo>
                  <a:pt x="0" y="1"/>
                </a:moveTo>
                <a:lnTo>
                  <a:pt x="0" y="6160"/>
                </a:lnTo>
                <a:cubicBezTo>
                  <a:pt x="307" y="6283"/>
                  <a:pt x="641" y="6348"/>
                  <a:pt x="972" y="6348"/>
                </a:cubicBezTo>
                <a:cubicBezTo>
                  <a:pt x="1431" y="6348"/>
                  <a:pt x="1886" y="6223"/>
                  <a:pt x="2259" y="5957"/>
                </a:cubicBezTo>
                <a:cubicBezTo>
                  <a:pt x="2971" y="5450"/>
                  <a:pt x="3272" y="4560"/>
                  <a:pt x="3620" y="3758"/>
                </a:cubicBezTo>
                <a:cubicBezTo>
                  <a:pt x="3967" y="2955"/>
                  <a:pt x="4504" y="2110"/>
                  <a:pt x="5362" y="1938"/>
                </a:cubicBezTo>
                <a:cubicBezTo>
                  <a:pt x="5472" y="1916"/>
                  <a:pt x="5582" y="1906"/>
                  <a:pt x="5692" y="1906"/>
                </a:cubicBezTo>
                <a:cubicBezTo>
                  <a:pt x="6160" y="1906"/>
                  <a:pt x="6628" y="2081"/>
                  <a:pt x="7080" y="2232"/>
                </a:cubicBezTo>
                <a:cubicBezTo>
                  <a:pt x="7585" y="2401"/>
                  <a:pt x="8141" y="2535"/>
                  <a:pt x="8672" y="2535"/>
                </a:cubicBezTo>
                <a:cubicBezTo>
                  <a:pt x="9138" y="2535"/>
                  <a:pt x="9586" y="2431"/>
                  <a:pt x="9965" y="2156"/>
                </a:cubicBezTo>
                <a:cubicBezTo>
                  <a:pt x="10504" y="1765"/>
                  <a:pt x="10846" y="1060"/>
                  <a:pt x="11419" y="789"/>
                </a:cubicBezTo>
                <a:lnTo>
                  <a:pt x="11420" y="789"/>
                </a:lnTo>
                <a:cubicBezTo>
                  <a:pt x="11436" y="781"/>
                  <a:pt x="11452" y="774"/>
                  <a:pt x="11469" y="767"/>
                </a:cubicBezTo>
                <a:cubicBezTo>
                  <a:pt x="11544" y="736"/>
                  <a:pt x="11623" y="712"/>
                  <a:pt x="11706" y="696"/>
                </a:cubicBezTo>
                <a:cubicBezTo>
                  <a:pt x="11777" y="683"/>
                  <a:pt x="11848" y="678"/>
                  <a:pt x="11919" y="678"/>
                </a:cubicBezTo>
                <a:cubicBezTo>
                  <a:pt x="12271" y="678"/>
                  <a:pt x="12623" y="809"/>
                  <a:pt x="12978" y="824"/>
                </a:cubicBezTo>
                <a:cubicBezTo>
                  <a:pt x="12999" y="824"/>
                  <a:pt x="13020" y="825"/>
                  <a:pt x="13041" y="825"/>
                </a:cubicBezTo>
                <a:cubicBezTo>
                  <a:pt x="13511" y="825"/>
                  <a:pt x="13977" y="611"/>
                  <a:pt x="14281" y="253"/>
                </a:cubicBezTo>
                <a:cubicBezTo>
                  <a:pt x="14348" y="175"/>
                  <a:pt x="14407" y="90"/>
                  <a:pt x="14457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80" name="Google Shape;3080;p141"/>
          <p:cNvSpPr/>
          <p:nvPr/>
        </p:nvSpPr>
        <p:spPr>
          <a:xfrm>
            <a:off x="-311600" y="3147069"/>
            <a:ext cx="4163302" cy="2268390"/>
          </a:xfrm>
          <a:custGeom>
            <a:rect b="b" l="l" r="r" t="t"/>
            <a:pathLst>
              <a:path extrusionOk="0" h="14261" w="26174">
                <a:moveTo>
                  <a:pt x="4863" y="0"/>
                </a:moveTo>
                <a:cubicBezTo>
                  <a:pt x="4600" y="0"/>
                  <a:pt x="4337" y="25"/>
                  <a:pt x="4079" y="86"/>
                </a:cubicBezTo>
                <a:cubicBezTo>
                  <a:pt x="3577" y="206"/>
                  <a:pt x="3127" y="469"/>
                  <a:pt x="2736" y="803"/>
                </a:cubicBezTo>
                <a:cubicBezTo>
                  <a:pt x="1930" y="1492"/>
                  <a:pt x="1836" y="3135"/>
                  <a:pt x="799" y="3280"/>
                </a:cubicBezTo>
                <a:cubicBezTo>
                  <a:pt x="128" y="3374"/>
                  <a:pt x="0" y="4462"/>
                  <a:pt x="66" y="4462"/>
                </a:cubicBezTo>
                <a:cubicBezTo>
                  <a:pt x="68" y="4462"/>
                  <a:pt x="70" y="4461"/>
                  <a:pt x="72" y="4459"/>
                </a:cubicBezTo>
                <a:lnTo>
                  <a:pt x="72" y="4459"/>
                </a:lnTo>
                <a:cubicBezTo>
                  <a:pt x="67" y="5698"/>
                  <a:pt x="63" y="6939"/>
                  <a:pt x="59" y="8179"/>
                </a:cubicBezTo>
                <a:cubicBezTo>
                  <a:pt x="56" y="8831"/>
                  <a:pt x="53" y="9483"/>
                  <a:pt x="51" y="10135"/>
                </a:cubicBezTo>
                <a:cubicBezTo>
                  <a:pt x="50" y="10457"/>
                  <a:pt x="49" y="10777"/>
                  <a:pt x="48" y="11099"/>
                </a:cubicBezTo>
                <a:cubicBezTo>
                  <a:pt x="47" y="11393"/>
                  <a:pt x="48" y="11687"/>
                  <a:pt x="100" y="11976"/>
                </a:cubicBezTo>
                <a:cubicBezTo>
                  <a:pt x="186" y="12456"/>
                  <a:pt x="458" y="12928"/>
                  <a:pt x="933" y="13108"/>
                </a:cubicBezTo>
                <a:cubicBezTo>
                  <a:pt x="1033" y="13146"/>
                  <a:pt x="1145" y="13169"/>
                  <a:pt x="1252" y="13169"/>
                </a:cubicBezTo>
                <a:cubicBezTo>
                  <a:pt x="1254" y="13169"/>
                  <a:pt x="1257" y="13169"/>
                  <a:pt x="1259" y="13169"/>
                </a:cubicBezTo>
                <a:cubicBezTo>
                  <a:pt x="1388" y="13167"/>
                  <a:pt x="1479" y="13054"/>
                  <a:pt x="1583" y="12989"/>
                </a:cubicBezTo>
                <a:cubicBezTo>
                  <a:pt x="1788" y="12861"/>
                  <a:pt x="2013" y="12777"/>
                  <a:pt x="2247" y="12724"/>
                </a:cubicBezTo>
                <a:cubicBezTo>
                  <a:pt x="2483" y="12671"/>
                  <a:pt x="2724" y="12651"/>
                  <a:pt x="2966" y="12651"/>
                </a:cubicBezTo>
                <a:cubicBezTo>
                  <a:pt x="3233" y="12651"/>
                  <a:pt x="3501" y="12676"/>
                  <a:pt x="3763" y="12707"/>
                </a:cubicBezTo>
                <a:cubicBezTo>
                  <a:pt x="4310" y="12772"/>
                  <a:pt x="4853" y="12875"/>
                  <a:pt x="5400" y="12938"/>
                </a:cubicBezTo>
                <a:cubicBezTo>
                  <a:pt x="6669" y="13085"/>
                  <a:pt x="7946" y="13111"/>
                  <a:pt x="9219" y="13205"/>
                </a:cubicBezTo>
                <a:cubicBezTo>
                  <a:pt x="9860" y="13253"/>
                  <a:pt x="10500" y="13317"/>
                  <a:pt x="11134" y="13424"/>
                </a:cubicBezTo>
                <a:cubicBezTo>
                  <a:pt x="11749" y="13526"/>
                  <a:pt x="12358" y="13663"/>
                  <a:pt x="12967" y="13796"/>
                </a:cubicBezTo>
                <a:cubicBezTo>
                  <a:pt x="14136" y="14051"/>
                  <a:pt x="15300" y="14261"/>
                  <a:pt x="16498" y="14261"/>
                </a:cubicBezTo>
                <a:cubicBezTo>
                  <a:pt x="16552" y="14261"/>
                  <a:pt x="16606" y="14260"/>
                  <a:pt x="16660" y="14259"/>
                </a:cubicBezTo>
                <a:cubicBezTo>
                  <a:pt x="17953" y="14238"/>
                  <a:pt x="19236" y="14050"/>
                  <a:pt x="20525" y="13980"/>
                </a:cubicBezTo>
                <a:cubicBezTo>
                  <a:pt x="21615" y="13919"/>
                  <a:pt x="22718" y="13973"/>
                  <a:pt x="23796" y="13769"/>
                </a:cubicBezTo>
                <a:cubicBezTo>
                  <a:pt x="24313" y="13670"/>
                  <a:pt x="24820" y="13506"/>
                  <a:pt x="25277" y="13242"/>
                </a:cubicBezTo>
                <a:cubicBezTo>
                  <a:pt x="25711" y="12992"/>
                  <a:pt x="26148" y="12628"/>
                  <a:pt x="26165" y="12087"/>
                </a:cubicBezTo>
                <a:cubicBezTo>
                  <a:pt x="26174" y="11806"/>
                  <a:pt x="26071" y="11536"/>
                  <a:pt x="25960" y="11284"/>
                </a:cubicBezTo>
                <a:cubicBezTo>
                  <a:pt x="25831" y="10995"/>
                  <a:pt x="25692" y="10711"/>
                  <a:pt x="25556" y="10424"/>
                </a:cubicBezTo>
                <a:cubicBezTo>
                  <a:pt x="25280" y="9836"/>
                  <a:pt x="25017" y="9241"/>
                  <a:pt x="24726" y="8660"/>
                </a:cubicBezTo>
                <a:cubicBezTo>
                  <a:pt x="24617" y="8443"/>
                  <a:pt x="24475" y="8244"/>
                  <a:pt x="24244" y="8148"/>
                </a:cubicBezTo>
                <a:cubicBezTo>
                  <a:pt x="23992" y="8043"/>
                  <a:pt x="23700" y="8056"/>
                  <a:pt x="23431" y="8053"/>
                </a:cubicBezTo>
                <a:cubicBezTo>
                  <a:pt x="23345" y="8052"/>
                  <a:pt x="23259" y="8052"/>
                  <a:pt x="23173" y="8052"/>
                </a:cubicBezTo>
                <a:cubicBezTo>
                  <a:pt x="22618" y="8052"/>
                  <a:pt x="22062" y="8075"/>
                  <a:pt x="21508" y="8122"/>
                </a:cubicBezTo>
                <a:cubicBezTo>
                  <a:pt x="20999" y="8165"/>
                  <a:pt x="20489" y="8243"/>
                  <a:pt x="19978" y="8243"/>
                </a:cubicBezTo>
                <a:cubicBezTo>
                  <a:pt x="19867" y="8243"/>
                  <a:pt x="19756" y="8239"/>
                  <a:pt x="19645" y="8231"/>
                </a:cubicBezTo>
                <a:cubicBezTo>
                  <a:pt x="19110" y="8189"/>
                  <a:pt x="18609" y="8002"/>
                  <a:pt x="18163" y="7708"/>
                </a:cubicBezTo>
                <a:cubicBezTo>
                  <a:pt x="17269" y="7121"/>
                  <a:pt x="16691" y="6224"/>
                  <a:pt x="16067" y="5381"/>
                </a:cubicBezTo>
                <a:cubicBezTo>
                  <a:pt x="15751" y="4955"/>
                  <a:pt x="15397" y="4546"/>
                  <a:pt x="14929" y="4285"/>
                </a:cubicBezTo>
                <a:cubicBezTo>
                  <a:pt x="14463" y="4025"/>
                  <a:pt x="13935" y="3920"/>
                  <a:pt x="13408" y="3879"/>
                </a:cubicBezTo>
                <a:cubicBezTo>
                  <a:pt x="13154" y="3860"/>
                  <a:pt x="12899" y="3855"/>
                  <a:pt x="12643" y="3855"/>
                </a:cubicBezTo>
                <a:cubicBezTo>
                  <a:pt x="12450" y="3855"/>
                  <a:pt x="12257" y="3858"/>
                  <a:pt x="12064" y="3858"/>
                </a:cubicBezTo>
                <a:cubicBezTo>
                  <a:pt x="11487" y="3858"/>
                  <a:pt x="10912" y="3836"/>
                  <a:pt x="10354" y="3664"/>
                </a:cubicBezTo>
                <a:cubicBezTo>
                  <a:pt x="9893" y="3522"/>
                  <a:pt x="9465" y="3265"/>
                  <a:pt x="9185" y="2863"/>
                </a:cubicBezTo>
                <a:cubicBezTo>
                  <a:pt x="8887" y="2436"/>
                  <a:pt x="8747" y="1924"/>
                  <a:pt x="8473" y="1483"/>
                </a:cubicBezTo>
                <a:cubicBezTo>
                  <a:pt x="7915" y="585"/>
                  <a:pt x="6844" y="273"/>
                  <a:pt x="5861" y="99"/>
                </a:cubicBezTo>
                <a:cubicBezTo>
                  <a:pt x="5533" y="41"/>
                  <a:pt x="5197" y="0"/>
                  <a:pt x="4863" y="0"/>
                </a:cubicBezTo>
                <a:close/>
              </a:path>
            </a:pathLst>
          </a:custGeom>
          <a:solidFill>
            <a:schemeClr val="dk2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81" name="Google Shape;3081;p141"/>
          <p:cNvSpPr/>
          <p:nvPr/>
        </p:nvSpPr>
        <p:spPr>
          <a:xfrm>
            <a:off x="7386716" y="3243776"/>
            <a:ext cx="2068926" cy="2074970"/>
          </a:xfrm>
          <a:custGeom>
            <a:rect b="b" l="l" r="r" t="t"/>
            <a:pathLst>
              <a:path extrusionOk="0" h="13045" w="13007">
                <a:moveTo>
                  <a:pt x="11086" y="1"/>
                </a:moveTo>
                <a:cubicBezTo>
                  <a:pt x="10136" y="1"/>
                  <a:pt x="9220" y="578"/>
                  <a:pt x="8514" y="1160"/>
                </a:cubicBezTo>
                <a:cubicBezTo>
                  <a:pt x="7734" y="1801"/>
                  <a:pt x="7147" y="2603"/>
                  <a:pt x="6690" y="3499"/>
                </a:cubicBezTo>
                <a:cubicBezTo>
                  <a:pt x="6269" y="4325"/>
                  <a:pt x="5846" y="5241"/>
                  <a:pt x="4914" y="5581"/>
                </a:cubicBezTo>
                <a:cubicBezTo>
                  <a:pt x="3974" y="5923"/>
                  <a:pt x="2923" y="5759"/>
                  <a:pt x="2005" y="6187"/>
                </a:cubicBezTo>
                <a:cubicBezTo>
                  <a:pt x="1188" y="6570"/>
                  <a:pt x="602" y="7349"/>
                  <a:pt x="329" y="8196"/>
                </a:cubicBezTo>
                <a:cubicBezTo>
                  <a:pt x="1" y="9208"/>
                  <a:pt x="140" y="10320"/>
                  <a:pt x="509" y="11301"/>
                </a:cubicBezTo>
                <a:cubicBezTo>
                  <a:pt x="597" y="11534"/>
                  <a:pt x="989" y="11993"/>
                  <a:pt x="1051" y="11993"/>
                </a:cubicBezTo>
                <a:cubicBezTo>
                  <a:pt x="1057" y="11993"/>
                  <a:pt x="1060" y="11988"/>
                  <a:pt x="1059" y="11977"/>
                </a:cubicBezTo>
                <a:lnTo>
                  <a:pt x="1059" y="11977"/>
                </a:lnTo>
                <a:cubicBezTo>
                  <a:pt x="1717" y="12454"/>
                  <a:pt x="2513" y="12576"/>
                  <a:pt x="3318" y="12576"/>
                </a:cubicBezTo>
                <a:cubicBezTo>
                  <a:pt x="3796" y="12576"/>
                  <a:pt x="4277" y="12533"/>
                  <a:pt x="4735" y="12495"/>
                </a:cubicBezTo>
                <a:cubicBezTo>
                  <a:pt x="5450" y="12436"/>
                  <a:pt x="6168" y="12406"/>
                  <a:pt x="6885" y="12406"/>
                </a:cubicBezTo>
                <a:cubicBezTo>
                  <a:pt x="7827" y="12406"/>
                  <a:pt x="8769" y="12458"/>
                  <a:pt x="9706" y="12564"/>
                </a:cubicBezTo>
                <a:cubicBezTo>
                  <a:pt x="10641" y="12670"/>
                  <a:pt x="11568" y="12831"/>
                  <a:pt x="12485" y="13041"/>
                </a:cubicBezTo>
                <a:cubicBezTo>
                  <a:pt x="12495" y="13043"/>
                  <a:pt x="12505" y="13045"/>
                  <a:pt x="12515" y="13045"/>
                </a:cubicBezTo>
                <a:cubicBezTo>
                  <a:pt x="12578" y="13045"/>
                  <a:pt x="12630" y="12997"/>
                  <a:pt x="12632" y="12929"/>
                </a:cubicBezTo>
                <a:lnTo>
                  <a:pt x="12879" y="5509"/>
                </a:lnTo>
                <a:cubicBezTo>
                  <a:pt x="12900" y="4891"/>
                  <a:pt x="12920" y="4272"/>
                  <a:pt x="12940" y="3654"/>
                </a:cubicBezTo>
                <a:cubicBezTo>
                  <a:pt x="12960" y="3073"/>
                  <a:pt x="13006" y="2485"/>
                  <a:pt x="12985" y="1903"/>
                </a:cubicBezTo>
                <a:cubicBezTo>
                  <a:pt x="12967" y="1412"/>
                  <a:pt x="12856" y="914"/>
                  <a:pt x="12502" y="551"/>
                </a:cubicBezTo>
                <a:cubicBezTo>
                  <a:pt x="12188" y="228"/>
                  <a:pt x="11746" y="54"/>
                  <a:pt x="11303" y="11"/>
                </a:cubicBezTo>
                <a:cubicBezTo>
                  <a:pt x="11230" y="4"/>
                  <a:pt x="11158" y="1"/>
                  <a:pt x="11086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82" name="Google Shape;3082;p141"/>
          <p:cNvSpPr/>
          <p:nvPr/>
        </p:nvSpPr>
        <p:spPr>
          <a:xfrm>
            <a:off x="5446124" y="-346475"/>
            <a:ext cx="3877467" cy="1370005"/>
          </a:xfrm>
          <a:custGeom>
            <a:rect b="b" l="l" r="r" t="t"/>
            <a:pathLst>
              <a:path extrusionOk="0" h="8613" w="24377">
                <a:moveTo>
                  <a:pt x="22626" y="1"/>
                </a:moveTo>
                <a:cubicBezTo>
                  <a:pt x="22431" y="1"/>
                  <a:pt x="22241" y="55"/>
                  <a:pt x="22058" y="101"/>
                </a:cubicBezTo>
                <a:cubicBezTo>
                  <a:pt x="21511" y="238"/>
                  <a:pt x="20953" y="349"/>
                  <a:pt x="20391" y="439"/>
                </a:cubicBezTo>
                <a:cubicBezTo>
                  <a:pt x="18472" y="743"/>
                  <a:pt x="16508" y="793"/>
                  <a:pt x="14552" y="793"/>
                </a:cubicBezTo>
                <a:cubicBezTo>
                  <a:pt x="14183" y="793"/>
                  <a:pt x="13813" y="791"/>
                  <a:pt x="13445" y="789"/>
                </a:cubicBezTo>
                <a:cubicBezTo>
                  <a:pt x="11020" y="775"/>
                  <a:pt x="8592" y="763"/>
                  <a:pt x="6170" y="648"/>
                </a:cubicBezTo>
                <a:cubicBezTo>
                  <a:pt x="4959" y="590"/>
                  <a:pt x="3748" y="506"/>
                  <a:pt x="2545" y="383"/>
                </a:cubicBezTo>
                <a:cubicBezTo>
                  <a:pt x="2238" y="351"/>
                  <a:pt x="1932" y="316"/>
                  <a:pt x="1627" y="279"/>
                </a:cubicBezTo>
                <a:cubicBezTo>
                  <a:pt x="1398" y="252"/>
                  <a:pt x="1163" y="215"/>
                  <a:pt x="930" y="215"/>
                </a:cubicBezTo>
                <a:cubicBezTo>
                  <a:pt x="895" y="215"/>
                  <a:pt x="861" y="215"/>
                  <a:pt x="827" y="217"/>
                </a:cubicBezTo>
                <a:cubicBezTo>
                  <a:pt x="405" y="240"/>
                  <a:pt x="13" y="441"/>
                  <a:pt x="5" y="792"/>
                </a:cubicBezTo>
                <a:cubicBezTo>
                  <a:pt x="1" y="936"/>
                  <a:pt x="84" y="1057"/>
                  <a:pt x="235" y="1138"/>
                </a:cubicBezTo>
                <a:cubicBezTo>
                  <a:pt x="259" y="1152"/>
                  <a:pt x="283" y="1157"/>
                  <a:pt x="305" y="1157"/>
                </a:cubicBezTo>
                <a:cubicBezTo>
                  <a:pt x="307" y="1157"/>
                  <a:pt x="309" y="1157"/>
                  <a:pt x="311" y="1157"/>
                </a:cubicBezTo>
                <a:lnTo>
                  <a:pt x="311" y="1157"/>
                </a:lnTo>
                <a:cubicBezTo>
                  <a:pt x="180" y="1807"/>
                  <a:pt x="426" y="2480"/>
                  <a:pt x="944" y="3003"/>
                </a:cubicBezTo>
                <a:cubicBezTo>
                  <a:pt x="1219" y="3281"/>
                  <a:pt x="1569" y="3518"/>
                  <a:pt x="1974" y="3679"/>
                </a:cubicBezTo>
                <a:cubicBezTo>
                  <a:pt x="2424" y="3858"/>
                  <a:pt x="2928" y="3933"/>
                  <a:pt x="3430" y="3957"/>
                </a:cubicBezTo>
                <a:cubicBezTo>
                  <a:pt x="3565" y="3964"/>
                  <a:pt x="3702" y="3967"/>
                  <a:pt x="3838" y="3967"/>
                </a:cubicBezTo>
                <a:cubicBezTo>
                  <a:pt x="4389" y="3967"/>
                  <a:pt x="4946" y="3924"/>
                  <a:pt x="5497" y="3924"/>
                </a:cubicBezTo>
                <a:cubicBezTo>
                  <a:pt x="5880" y="3924"/>
                  <a:pt x="6260" y="3944"/>
                  <a:pt x="6634" y="4014"/>
                </a:cubicBezTo>
                <a:cubicBezTo>
                  <a:pt x="7452" y="4167"/>
                  <a:pt x="8044" y="4590"/>
                  <a:pt x="8476" y="5128"/>
                </a:cubicBezTo>
                <a:cubicBezTo>
                  <a:pt x="8889" y="5644"/>
                  <a:pt x="9168" y="6215"/>
                  <a:pt x="9504" y="6761"/>
                </a:cubicBezTo>
                <a:cubicBezTo>
                  <a:pt x="9818" y="7272"/>
                  <a:pt x="10194" y="7795"/>
                  <a:pt x="10779" y="8153"/>
                </a:cubicBezTo>
                <a:cubicBezTo>
                  <a:pt x="11306" y="8477"/>
                  <a:pt x="11931" y="8612"/>
                  <a:pt x="12573" y="8612"/>
                </a:cubicBezTo>
                <a:cubicBezTo>
                  <a:pt x="12917" y="8612"/>
                  <a:pt x="13266" y="8573"/>
                  <a:pt x="13607" y="8503"/>
                </a:cubicBezTo>
                <a:cubicBezTo>
                  <a:pt x="14755" y="8264"/>
                  <a:pt x="15723" y="7708"/>
                  <a:pt x="16790" y="7327"/>
                </a:cubicBezTo>
                <a:cubicBezTo>
                  <a:pt x="17672" y="7012"/>
                  <a:pt x="18645" y="6819"/>
                  <a:pt x="19621" y="6819"/>
                </a:cubicBezTo>
                <a:cubicBezTo>
                  <a:pt x="19841" y="6819"/>
                  <a:pt x="20062" y="6829"/>
                  <a:pt x="20281" y="6849"/>
                </a:cubicBezTo>
                <a:cubicBezTo>
                  <a:pt x="21290" y="6943"/>
                  <a:pt x="22275" y="7285"/>
                  <a:pt x="22992" y="7844"/>
                </a:cubicBezTo>
                <a:cubicBezTo>
                  <a:pt x="23170" y="7982"/>
                  <a:pt x="23328" y="8133"/>
                  <a:pt x="23467" y="8296"/>
                </a:cubicBezTo>
                <a:cubicBezTo>
                  <a:pt x="23495" y="8329"/>
                  <a:pt x="23541" y="8346"/>
                  <a:pt x="23587" y="8346"/>
                </a:cubicBezTo>
                <a:cubicBezTo>
                  <a:pt x="23643" y="8346"/>
                  <a:pt x="23698" y="8320"/>
                  <a:pt x="23718" y="8271"/>
                </a:cubicBezTo>
                <a:cubicBezTo>
                  <a:pt x="24376" y="6550"/>
                  <a:pt x="24252" y="4734"/>
                  <a:pt x="23880" y="2982"/>
                </a:cubicBezTo>
                <a:cubicBezTo>
                  <a:pt x="23786" y="2536"/>
                  <a:pt x="23676" y="2093"/>
                  <a:pt x="23557" y="1650"/>
                </a:cubicBezTo>
                <a:cubicBezTo>
                  <a:pt x="23441" y="1217"/>
                  <a:pt x="23343" y="773"/>
                  <a:pt x="23189" y="348"/>
                </a:cubicBezTo>
                <a:cubicBezTo>
                  <a:pt x="23127" y="176"/>
                  <a:pt x="22987" y="38"/>
                  <a:pt x="22748" y="8"/>
                </a:cubicBezTo>
                <a:cubicBezTo>
                  <a:pt x="22707" y="3"/>
                  <a:pt x="22666" y="1"/>
                  <a:pt x="22626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83" name="Google Shape;3083;p141"/>
          <p:cNvSpPr/>
          <p:nvPr/>
        </p:nvSpPr>
        <p:spPr>
          <a:xfrm>
            <a:off x="7999891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84" name="Google Shape;3084;p141"/>
          <p:cNvSpPr/>
          <p:nvPr/>
        </p:nvSpPr>
        <p:spPr>
          <a:xfrm>
            <a:off x="7999891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85" name="Google Shape;3085;p141"/>
          <p:cNvSpPr/>
          <p:nvPr/>
        </p:nvSpPr>
        <p:spPr>
          <a:xfrm>
            <a:off x="7999891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86" name="Google Shape;3086;p141"/>
          <p:cNvSpPr txBox="1"/>
          <p:nvPr>
            <p:ph type="ctrTitle"/>
          </p:nvPr>
        </p:nvSpPr>
        <p:spPr>
          <a:xfrm>
            <a:off x="1069650" y="1237975"/>
            <a:ext cx="7004700" cy="1887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Gloria Hallelujah"/>
              <a:buNone/>
              <a:defRPr sz="4600"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3087" name="Google Shape;3087;p141"/>
          <p:cNvSpPr txBox="1"/>
          <p:nvPr>
            <p:ph idx="1" type="subTitle"/>
          </p:nvPr>
        </p:nvSpPr>
        <p:spPr>
          <a:xfrm>
            <a:off x="3327311" y="3762300"/>
            <a:ext cx="2489400" cy="670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aleway SemiBold"/>
              <a:buNone/>
              <a:defRPr sz="18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grpSp>
        <p:nvGrpSpPr>
          <p:cNvPr id="3088" name="Google Shape;3088;p141"/>
          <p:cNvGrpSpPr/>
          <p:nvPr/>
        </p:nvGrpSpPr>
        <p:grpSpPr>
          <a:xfrm>
            <a:off x="6771196" y="4117427"/>
            <a:ext cx="609627" cy="821484"/>
            <a:chOff x="4295900" y="1116675"/>
            <a:chExt cx="145125" cy="208875"/>
          </a:xfrm>
        </p:grpSpPr>
        <p:sp>
          <p:nvSpPr>
            <p:cNvPr id="3089" name="Google Shape;3089;p141"/>
            <p:cNvSpPr/>
            <p:nvPr/>
          </p:nvSpPr>
          <p:spPr>
            <a:xfrm>
              <a:off x="4295900" y="1116675"/>
              <a:ext cx="133450" cy="175625"/>
            </a:xfrm>
            <a:custGeom>
              <a:rect b="b" l="l" r="r" t="t"/>
              <a:pathLst>
                <a:path extrusionOk="0" h="7025" w="5338">
                  <a:moveTo>
                    <a:pt x="2701" y="136"/>
                  </a:moveTo>
                  <a:cubicBezTo>
                    <a:pt x="2815" y="136"/>
                    <a:pt x="2928" y="145"/>
                    <a:pt x="3039" y="165"/>
                  </a:cubicBezTo>
                  <a:cubicBezTo>
                    <a:pt x="3773" y="292"/>
                    <a:pt x="4450" y="847"/>
                    <a:pt x="4806" y="1613"/>
                  </a:cubicBezTo>
                  <a:cubicBezTo>
                    <a:pt x="5109" y="2268"/>
                    <a:pt x="5200" y="3057"/>
                    <a:pt x="5074" y="3956"/>
                  </a:cubicBezTo>
                  <a:cubicBezTo>
                    <a:pt x="5036" y="4222"/>
                    <a:pt x="4975" y="4524"/>
                    <a:pt x="4804" y="4758"/>
                  </a:cubicBezTo>
                  <a:lnTo>
                    <a:pt x="4782" y="4787"/>
                  </a:lnTo>
                  <a:cubicBezTo>
                    <a:pt x="4735" y="4849"/>
                    <a:pt x="4682" y="4920"/>
                    <a:pt x="4673" y="5011"/>
                  </a:cubicBezTo>
                  <a:cubicBezTo>
                    <a:pt x="4666" y="5087"/>
                    <a:pt x="4694" y="5158"/>
                    <a:pt x="4716" y="5215"/>
                  </a:cubicBezTo>
                  <a:lnTo>
                    <a:pt x="4984" y="5904"/>
                  </a:lnTo>
                  <a:cubicBezTo>
                    <a:pt x="5013" y="5977"/>
                    <a:pt x="5048" y="6068"/>
                    <a:pt x="5031" y="6145"/>
                  </a:cubicBezTo>
                  <a:cubicBezTo>
                    <a:pt x="5010" y="6239"/>
                    <a:pt x="4918" y="6308"/>
                    <a:pt x="4817" y="6376"/>
                  </a:cubicBezTo>
                  <a:cubicBezTo>
                    <a:pt x="4410" y="6649"/>
                    <a:pt x="4041" y="6877"/>
                    <a:pt x="3626" y="6889"/>
                  </a:cubicBezTo>
                  <a:cubicBezTo>
                    <a:pt x="3619" y="6889"/>
                    <a:pt x="3613" y="6889"/>
                    <a:pt x="3606" y="6889"/>
                  </a:cubicBezTo>
                  <a:cubicBezTo>
                    <a:pt x="3294" y="6889"/>
                    <a:pt x="3188" y="6670"/>
                    <a:pt x="3049" y="6394"/>
                  </a:cubicBezTo>
                  <a:cubicBezTo>
                    <a:pt x="3017" y="6331"/>
                    <a:pt x="2984" y="6265"/>
                    <a:pt x="2948" y="6201"/>
                  </a:cubicBezTo>
                  <a:cubicBezTo>
                    <a:pt x="2900" y="6116"/>
                    <a:pt x="2845" y="6021"/>
                    <a:pt x="2762" y="5951"/>
                  </a:cubicBezTo>
                  <a:cubicBezTo>
                    <a:pt x="2696" y="5893"/>
                    <a:pt x="2617" y="5857"/>
                    <a:pt x="2547" y="5829"/>
                  </a:cubicBezTo>
                  <a:cubicBezTo>
                    <a:pt x="2420" y="5776"/>
                    <a:pt x="2289" y="5735"/>
                    <a:pt x="2162" y="5695"/>
                  </a:cubicBezTo>
                  <a:cubicBezTo>
                    <a:pt x="2026" y="5653"/>
                    <a:pt x="1886" y="5609"/>
                    <a:pt x="1755" y="5552"/>
                  </a:cubicBezTo>
                  <a:cubicBezTo>
                    <a:pt x="1017" y="5234"/>
                    <a:pt x="457" y="4448"/>
                    <a:pt x="293" y="3499"/>
                  </a:cubicBezTo>
                  <a:cubicBezTo>
                    <a:pt x="139" y="2612"/>
                    <a:pt x="332" y="1736"/>
                    <a:pt x="821" y="1094"/>
                  </a:cubicBezTo>
                  <a:cubicBezTo>
                    <a:pt x="1276" y="496"/>
                    <a:pt x="2000" y="136"/>
                    <a:pt x="2701" y="136"/>
                  </a:cubicBezTo>
                  <a:close/>
                  <a:moveTo>
                    <a:pt x="2703" y="1"/>
                  </a:moveTo>
                  <a:cubicBezTo>
                    <a:pt x="1960" y="1"/>
                    <a:pt x="1195" y="381"/>
                    <a:pt x="713" y="1012"/>
                  </a:cubicBezTo>
                  <a:cubicBezTo>
                    <a:pt x="202" y="1684"/>
                    <a:pt x="1" y="2598"/>
                    <a:pt x="160" y="3522"/>
                  </a:cubicBezTo>
                  <a:cubicBezTo>
                    <a:pt x="332" y="4515"/>
                    <a:pt x="923" y="5341"/>
                    <a:pt x="1702" y="5676"/>
                  </a:cubicBezTo>
                  <a:cubicBezTo>
                    <a:pt x="1839" y="5735"/>
                    <a:pt x="1982" y="5781"/>
                    <a:pt x="2121" y="5823"/>
                  </a:cubicBezTo>
                  <a:cubicBezTo>
                    <a:pt x="2246" y="5863"/>
                    <a:pt x="2374" y="5904"/>
                    <a:pt x="2496" y="5953"/>
                  </a:cubicBezTo>
                  <a:cubicBezTo>
                    <a:pt x="2558" y="5978"/>
                    <a:pt x="2623" y="6008"/>
                    <a:pt x="2674" y="6053"/>
                  </a:cubicBezTo>
                  <a:cubicBezTo>
                    <a:pt x="2740" y="6109"/>
                    <a:pt x="2786" y="6189"/>
                    <a:pt x="2830" y="6267"/>
                  </a:cubicBezTo>
                  <a:cubicBezTo>
                    <a:pt x="2865" y="6329"/>
                    <a:pt x="2897" y="6393"/>
                    <a:pt x="2928" y="6455"/>
                  </a:cubicBezTo>
                  <a:cubicBezTo>
                    <a:pt x="3069" y="6735"/>
                    <a:pt x="3214" y="7024"/>
                    <a:pt x="3607" y="7024"/>
                  </a:cubicBezTo>
                  <a:lnTo>
                    <a:pt x="3631" y="7024"/>
                  </a:lnTo>
                  <a:cubicBezTo>
                    <a:pt x="4118" y="7010"/>
                    <a:pt x="4566" y="6708"/>
                    <a:pt x="4893" y="6488"/>
                  </a:cubicBezTo>
                  <a:cubicBezTo>
                    <a:pt x="5012" y="6408"/>
                    <a:pt x="5132" y="6317"/>
                    <a:pt x="5164" y="6174"/>
                  </a:cubicBezTo>
                  <a:cubicBezTo>
                    <a:pt x="5189" y="6057"/>
                    <a:pt x="5144" y="5940"/>
                    <a:pt x="5110" y="5854"/>
                  </a:cubicBezTo>
                  <a:lnTo>
                    <a:pt x="4842" y="5165"/>
                  </a:lnTo>
                  <a:cubicBezTo>
                    <a:pt x="4824" y="5119"/>
                    <a:pt x="4804" y="5068"/>
                    <a:pt x="4808" y="5023"/>
                  </a:cubicBezTo>
                  <a:cubicBezTo>
                    <a:pt x="4813" y="4971"/>
                    <a:pt x="4851" y="4921"/>
                    <a:pt x="4891" y="4868"/>
                  </a:cubicBezTo>
                  <a:lnTo>
                    <a:pt x="4914" y="4839"/>
                  </a:lnTo>
                  <a:cubicBezTo>
                    <a:pt x="5102" y="4580"/>
                    <a:pt x="5168" y="4257"/>
                    <a:pt x="5207" y="3974"/>
                  </a:cubicBezTo>
                  <a:cubicBezTo>
                    <a:pt x="5338" y="3049"/>
                    <a:pt x="5244" y="2235"/>
                    <a:pt x="4929" y="1556"/>
                  </a:cubicBezTo>
                  <a:cubicBezTo>
                    <a:pt x="4555" y="750"/>
                    <a:pt x="3840" y="167"/>
                    <a:pt x="3062" y="31"/>
                  </a:cubicBezTo>
                  <a:cubicBezTo>
                    <a:pt x="2944" y="11"/>
                    <a:pt x="2824" y="1"/>
                    <a:pt x="2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3090" name="Google Shape;3090;p141"/>
            <p:cNvSpPr/>
            <p:nvPr/>
          </p:nvSpPr>
          <p:spPr>
            <a:xfrm>
              <a:off x="4379125" y="1270250"/>
              <a:ext cx="61900" cy="55300"/>
            </a:xfrm>
            <a:custGeom>
              <a:rect b="b" l="l" r="r" t="t"/>
              <a:pathLst>
                <a:path extrusionOk="0" h="2212" w="2476">
                  <a:moveTo>
                    <a:pt x="1814" y="1"/>
                  </a:moveTo>
                  <a:cubicBezTo>
                    <a:pt x="1780" y="2"/>
                    <a:pt x="1746" y="29"/>
                    <a:pt x="1745" y="66"/>
                  </a:cubicBezTo>
                  <a:cubicBezTo>
                    <a:pt x="1743" y="104"/>
                    <a:pt x="1772" y="135"/>
                    <a:pt x="1809" y="137"/>
                  </a:cubicBezTo>
                  <a:cubicBezTo>
                    <a:pt x="1855" y="138"/>
                    <a:pt x="1900" y="161"/>
                    <a:pt x="1935" y="200"/>
                  </a:cubicBezTo>
                  <a:cubicBezTo>
                    <a:pt x="1968" y="237"/>
                    <a:pt x="1986" y="283"/>
                    <a:pt x="1983" y="328"/>
                  </a:cubicBezTo>
                  <a:cubicBezTo>
                    <a:pt x="1982" y="343"/>
                    <a:pt x="1980" y="357"/>
                    <a:pt x="1978" y="372"/>
                  </a:cubicBezTo>
                  <a:cubicBezTo>
                    <a:pt x="1969" y="421"/>
                    <a:pt x="1960" y="483"/>
                    <a:pt x="1992" y="540"/>
                  </a:cubicBezTo>
                  <a:cubicBezTo>
                    <a:pt x="2020" y="593"/>
                    <a:pt x="2070" y="618"/>
                    <a:pt x="2109" y="639"/>
                  </a:cubicBezTo>
                  <a:cubicBezTo>
                    <a:pt x="2137" y="653"/>
                    <a:pt x="2161" y="665"/>
                    <a:pt x="2171" y="681"/>
                  </a:cubicBezTo>
                  <a:cubicBezTo>
                    <a:pt x="2183" y="701"/>
                    <a:pt x="2178" y="736"/>
                    <a:pt x="2171" y="773"/>
                  </a:cubicBezTo>
                  <a:cubicBezTo>
                    <a:pt x="2163" y="832"/>
                    <a:pt x="2152" y="904"/>
                    <a:pt x="2199" y="967"/>
                  </a:cubicBezTo>
                  <a:cubicBezTo>
                    <a:pt x="2218" y="991"/>
                    <a:pt x="2243" y="1007"/>
                    <a:pt x="2262" y="1020"/>
                  </a:cubicBezTo>
                  <a:cubicBezTo>
                    <a:pt x="2269" y="1024"/>
                    <a:pt x="2277" y="1030"/>
                    <a:pt x="2283" y="1035"/>
                  </a:cubicBezTo>
                  <a:cubicBezTo>
                    <a:pt x="2328" y="1071"/>
                    <a:pt x="2332" y="1145"/>
                    <a:pt x="2314" y="1200"/>
                  </a:cubicBezTo>
                  <a:cubicBezTo>
                    <a:pt x="2290" y="1269"/>
                    <a:pt x="2231" y="1330"/>
                    <a:pt x="2179" y="1380"/>
                  </a:cubicBezTo>
                  <a:cubicBezTo>
                    <a:pt x="1861" y="1687"/>
                    <a:pt x="1469" y="1914"/>
                    <a:pt x="1045" y="2039"/>
                  </a:cubicBezTo>
                  <a:cubicBezTo>
                    <a:pt x="980" y="2059"/>
                    <a:pt x="912" y="2076"/>
                    <a:pt x="847" y="2076"/>
                  </a:cubicBezTo>
                  <a:cubicBezTo>
                    <a:pt x="828" y="2076"/>
                    <a:pt x="809" y="2075"/>
                    <a:pt x="790" y="2071"/>
                  </a:cubicBezTo>
                  <a:cubicBezTo>
                    <a:pt x="727" y="2061"/>
                    <a:pt x="651" y="2017"/>
                    <a:pt x="636" y="1947"/>
                  </a:cubicBezTo>
                  <a:cubicBezTo>
                    <a:pt x="632" y="1930"/>
                    <a:pt x="632" y="1909"/>
                    <a:pt x="631" y="1887"/>
                  </a:cubicBezTo>
                  <a:cubicBezTo>
                    <a:pt x="631" y="1842"/>
                    <a:pt x="628" y="1790"/>
                    <a:pt x="601" y="1741"/>
                  </a:cubicBezTo>
                  <a:cubicBezTo>
                    <a:pt x="563" y="1677"/>
                    <a:pt x="499" y="1649"/>
                    <a:pt x="442" y="1624"/>
                  </a:cubicBezTo>
                  <a:cubicBezTo>
                    <a:pt x="389" y="1601"/>
                    <a:pt x="356" y="1585"/>
                    <a:pt x="349" y="1561"/>
                  </a:cubicBezTo>
                  <a:cubicBezTo>
                    <a:pt x="343" y="1544"/>
                    <a:pt x="350" y="1518"/>
                    <a:pt x="356" y="1490"/>
                  </a:cubicBezTo>
                  <a:cubicBezTo>
                    <a:pt x="366" y="1451"/>
                    <a:pt x="376" y="1406"/>
                    <a:pt x="365" y="1357"/>
                  </a:cubicBezTo>
                  <a:cubicBezTo>
                    <a:pt x="349" y="1296"/>
                    <a:pt x="305" y="1256"/>
                    <a:pt x="271" y="1224"/>
                  </a:cubicBezTo>
                  <a:cubicBezTo>
                    <a:pt x="260" y="1215"/>
                    <a:pt x="249" y="1205"/>
                    <a:pt x="240" y="1195"/>
                  </a:cubicBezTo>
                  <a:cubicBezTo>
                    <a:pt x="131" y="1080"/>
                    <a:pt x="171" y="938"/>
                    <a:pt x="224" y="839"/>
                  </a:cubicBezTo>
                  <a:cubicBezTo>
                    <a:pt x="242" y="805"/>
                    <a:pt x="229" y="765"/>
                    <a:pt x="196" y="747"/>
                  </a:cubicBezTo>
                  <a:cubicBezTo>
                    <a:pt x="186" y="742"/>
                    <a:pt x="175" y="739"/>
                    <a:pt x="165" y="739"/>
                  </a:cubicBezTo>
                  <a:cubicBezTo>
                    <a:pt x="140" y="739"/>
                    <a:pt x="117" y="752"/>
                    <a:pt x="104" y="775"/>
                  </a:cubicBezTo>
                  <a:cubicBezTo>
                    <a:pt x="0" y="971"/>
                    <a:pt x="14" y="1153"/>
                    <a:pt x="141" y="1288"/>
                  </a:cubicBezTo>
                  <a:cubicBezTo>
                    <a:pt x="153" y="1300"/>
                    <a:pt x="166" y="1312"/>
                    <a:pt x="179" y="1324"/>
                  </a:cubicBezTo>
                  <a:cubicBezTo>
                    <a:pt x="204" y="1346"/>
                    <a:pt x="228" y="1368"/>
                    <a:pt x="233" y="1389"/>
                  </a:cubicBezTo>
                  <a:cubicBezTo>
                    <a:pt x="238" y="1407"/>
                    <a:pt x="231" y="1431"/>
                    <a:pt x="225" y="1459"/>
                  </a:cubicBezTo>
                  <a:cubicBezTo>
                    <a:pt x="215" y="1499"/>
                    <a:pt x="203" y="1549"/>
                    <a:pt x="219" y="1601"/>
                  </a:cubicBezTo>
                  <a:cubicBezTo>
                    <a:pt x="246" y="1686"/>
                    <a:pt x="325" y="1720"/>
                    <a:pt x="387" y="1748"/>
                  </a:cubicBezTo>
                  <a:cubicBezTo>
                    <a:pt x="430" y="1766"/>
                    <a:pt x="469" y="1783"/>
                    <a:pt x="483" y="1809"/>
                  </a:cubicBezTo>
                  <a:cubicBezTo>
                    <a:pt x="495" y="1828"/>
                    <a:pt x="495" y="1857"/>
                    <a:pt x="496" y="1890"/>
                  </a:cubicBezTo>
                  <a:cubicBezTo>
                    <a:pt x="496" y="1916"/>
                    <a:pt x="497" y="1946"/>
                    <a:pt x="504" y="1976"/>
                  </a:cubicBezTo>
                  <a:cubicBezTo>
                    <a:pt x="532" y="2108"/>
                    <a:pt x="656" y="2186"/>
                    <a:pt x="766" y="2205"/>
                  </a:cubicBezTo>
                  <a:cubicBezTo>
                    <a:pt x="793" y="2209"/>
                    <a:pt x="820" y="2211"/>
                    <a:pt x="846" y="2211"/>
                  </a:cubicBezTo>
                  <a:cubicBezTo>
                    <a:pt x="928" y="2211"/>
                    <a:pt x="1008" y="2192"/>
                    <a:pt x="1084" y="2170"/>
                  </a:cubicBezTo>
                  <a:cubicBezTo>
                    <a:pt x="1529" y="2038"/>
                    <a:pt x="1940" y="1799"/>
                    <a:pt x="2273" y="1478"/>
                  </a:cubicBezTo>
                  <a:cubicBezTo>
                    <a:pt x="2337" y="1416"/>
                    <a:pt x="2407" y="1343"/>
                    <a:pt x="2441" y="1243"/>
                  </a:cubicBezTo>
                  <a:cubicBezTo>
                    <a:pt x="2476" y="1145"/>
                    <a:pt x="2467" y="1011"/>
                    <a:pt x="2370" y="930"/>
                  </a:cubicBezTo>
                  <a:cubicBezTo>
                    <a:pt x="2359" y="922"/>
                    <a:pt x="2347" y="914"/>
                    <a:pt x="2337" y="907"/>
                  </a:cubicBezTo>
                  <a:cubicBezTo>
                    <a:pt x="2324" y="898"/>
                    <a:pt x="2312" y="891"/>
                    <a:pt x="2307" y="884"/>
                  </a:cubicBezTo>
                  <a:cubicBezTo>
                    <a:pt x="2294" y="867"/>
                    <a:pt x="2299" y="832"/>
                    <a:pt x="2305" y="794"/>
                  </a:cubicBezTo>
                  <a:cubicBezTo>
                    <a:pt x="2313" y="740"/>
                    <a:pt x="2323" y="674"/>
                    <a:pt x="2288" y="613"/>
                  </a:cubicBezTo>
                  <a:cubicBezTo>
                    <a:pt x="2259" y="564"/>
                    <a:pt x="2211" y="538"/>
                    <a:pt x="2172" y="519"/>
                  </a:cubicBezTo>
                  <a:cubicBezTo>
                    <a:pt x="2144" y="504"/>
                    <a:pt x="2119" y="491"/>
                    <a:pt x="2110" y="475"/>
                  </a:cubicBezTo>
                  <a:cubicBezTo>
                    <a:pt x="2101" y="458"/>
                    <a:pt x="2106" y="427"/>
                    <a:pt x="2111" y="394"/>
                  </a:cubicBezTo>
                  <a:cubicBezTo>
                    <a:pt x="2113" y="375"/>
                    <a:pt x="2117" y="356"/>
                    <a:pt x="2118" y="336"/>
                  </a:cubicBezTo>
                  <a:cubicBezTo>
                    <a:pt x="2123" y="256"/>
                    <a:pt x="2093" y="173"/>
                    <a:pt x="2035" y="109"/>
                  </a:cubicBezTo>
                  <a:cubicBezTo>
                    <a:pt x="1977" y="44"/>
                    <a:pt x="1897" y="4"/>
                    <a:pt x="18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3091" name="Google Shape;3091;p141"/>
            <p:cNvSpPr/>
            <p:nvPr/>
          </p:nvSpPr>
          <p:spPr>
            <a:xfrm>
              <a:off x="4384675" y="1290125"/>
              <a:ext cx="32500" cy="16125"/>
            </a:xfrm>
            <a:custGeom>
              <a:rect b="b" l="l" r="r" t="t"/>
              <a:pathLst>
                <a:path extrusionOk="0" h="645" w="1300">
                  <a:moveTo>
                    <a:pt x="1223" y="1"/>
                  </a:moveTo>
                  <a:cubicBezTo>
                    <a:pt x="1211" y="1"/>
                    <a:pt x="1199" y="4"/>
                    <a:pt x="1187" y="10"/>
                  </a:cubicBezTo>
                  <a:cubicBezTo>
                    <a:pt x="675" y="323"/>
                    <a:pt x="63" y="511"/>
                    <a:pt x="57" y="514"/>
                  </a:cubicBezTo>
                  <a:cubicBezTo>
                    <a:pt x="21" y="524"/>
                    <a:pt x="1" y="562"/>
                    <a:pt x="11" y="598"/>
                  </a:cubicBezTo>
                  <a:cubicBezTo>
                    <a:pt x="21" y="627"/>
                    <a:pt x="48" y="645"/>
                    <a:pt x="76" y="645"/>
                  </a:cubicBezTo>
                  <a:cubicBezTo>
                    <a:pt x="83" y="645"/>
                    <a:pt x="89" y="645"/>
                    <a:pt x="96" y="643"/>
                  </a:cubicBezTo>
                  <a:cubicBezTo>
                    <a:pt x="121" y="634"/>
                    <a:pt x="729" y="448"/>
                    <a:pt x="1258" y="126"/>
                  </a:cubicBezTo>
                  <a:cubicBezTo>
                    <a:pt x="1290" y="107"/>
                    <a:pt x="1300" y="65"/>
                    <a:pt x="1280" y="33"/>
                  </a:cubicBezTo>
                  <a:cubicBezTo>
                    <a:pt x="1268" y="12"/>
                    <a:pt x="1246" y="1"/>
                    <a:pt x="1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3092" name="Google Shape;3092;p141"/>
            <p:cNvSpPr/>
            <p:nvPr/>
          </p:nvSpPr>
          <p:spPr>
            <a:xfrm>
              <a:off x="4412275" y="1292725"/>
              <a:ext cx="25325" cy="17500"/>
            </a:xfrm>
            <a:custGeom>
              <a:rect b="b" l="l" r="r" t="t"/>
              <a:pathLst>
                <a:path extrusionOk="0" h="700" w="1013">
                  <a:moveTo>
                    <a:pt x="936" y="1"/>
                  </a:moveTo>
                  <a:cubicBezTo>
                    <a:pt x="922" y="1"/>
                    <a:pt x="907" y="5"/>
                    <a:pt x="894" y="15"/>
                  </a:cubicBezTo>
                  <a:cubicBezTo>
                    <a:pt x="610" y="243"/>
                    <a:pt x="49" y="570"/>
                    <a:pt x="44" y="573"/>
                  </a:cubicBezTo>
                  <a:cubicBezTo>
                    <a:pt x="12" y="591"/>
                    <a:pt x="0" y="633"/>
                    <a:pt x="19" y="665"/>
                  </a:cubicBezTo>
                  <a:cubicBezTo>
                    <a:pt x="32" y="687"/>
                    <a:pt x="55" y="699"/>
                    <a:pt x="78" y="699"/>
                  </a:cubicBezTo>
                  <a:cubicBezTo>
                    <a:pt x="90" y="699"/>
                    <a:pt x="102" y="696"/>
                    <a:pt x="112" y="689"/>
                  </a:cubicBezTo>
                  <a:cubicBezTo>
                    <a:pt x="135" y="677"/>
                    <a:pt x="687" y="355"/>
                    <a:pt x="979" y="121"/>
                  </a:cubicBezTo>
                  <a:cubicBezTo>
                    <a:pt x="1009" y="98"/>
                    <a:pt x="1013" y="55"/>
                    <a:pt x="989" y="26"/>
                  </a:cubicBezTo>
                  <a:cubicBezTo>
                    <a:pt x="976" y="9"/>
                    <a:pt x="956" y="1"/>
                    <a:pt x="9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3093" name="Google Shape;3093;p141"/>
            <p:cNvSpPr/>
            <p:nvPr/>
          </p:nvSpPr>
          <p:spPr>
            <a:xfrm>
              <a:off x="4334825" y="1181475"/>
              <a:ext cx="85175" cy="108850"/>
            </a:xfrm>
            <a:custGeom>
              <a:rect b="b" l="l" r="r" t="t"/>
              <a:pathLst>
                <a:path extrusionOk="0" h="4354" w="3407">
                  <a:moveTo>
                    <a:pt x="2348" y="136"/>
                  </a:moveTo>
                  <a:cubicBezTo>
                    <a:pt x="2362" y="136"/>
                    <a:pt x="2377" y="138"/>
                    <a:pt x="2392" y="144"/>
                  </a:cubicBezTo>
                  <a:cubicBezTo>
                    <a:pt x="2435" y="162"/>
                    <a:pt x="2471" y="207"/>
                    <a:pt x="2501" y="278"/>
                  </a:cubicBezTo>
                  <a:cubicBezTo>
                    <a:pt x="2593" y="500"/>
                    <a:pt x="2543" y="778"/>
                    <a:pt x="2380" y="955"/>
                  </a:cubicBezTo>
                  <a:cubicBezTo>
                    <a:pt x="2370" y="968"/>
                    <a:pt x="2358" y="978"/>
                    <a:pt x="2346" y="989"/>
                  </a:cubicBezTo>
                  <a:lnTo>
                    <a:pt x="2231" y="679"/>
                  </a:lnTo>
                  <a:cubicBezTo>
                    <a:pt x="2189" y="566"/>
                    <a:pt x="2137" y="426"/>
                    <a:pt x="2165" y="301"/>
                  </a:cubicBezTo>
                  <a:cubicBezTo>
                    <a:pt x="2179" y="241"/>
                    <a:pt x="2226" y="182"/>
                    <a:pt x="2282" y="154"/>
                  </a:cubicBezTo>
                  <a:cubicBezTo>
                    <a:pt x="2300" y="144"/>
                    <a:pt x="2323" y="136"/>
                    <a:pt x="2348" y="136"/>
                  </a:cubicBezTo>
                  <a:close/>
                  <a:moveTo>
                    <a:pt x="1150" y="257"/>
                  </a:moveTo>
                  <a:cubicBezTo>
                    <a:pt x="1166" y="261"/>
                    <a:pt x="1185" y="273"/>
                    <a:pt x="1203" y="287"/>
                  </a:cubicBezTo>
                  <a:cubicBezTo>
                    <a:pt x="1451" y="473"/>
                    <a:pt x="1593" y="780"/>
                    <a:pt x="1574" y="1078"/>
                  </a:cubicBezTo>
                  <a:cubicBezTo>
                    <a:pt x="1327" y="939"/>
                    <a:pt x="1182" y="663"/>
                    <a:pt x="1112" y="496"/>
                  </a:cubicBezTo>
                  <a:cubicBezTo>
                    <a:pt x="1091" y="443"/>
                    <a:pt x="1067" y="381"/>
                    <a:pt x="1078" y="328"/>
                  </a:cubicBezTo>
                  <a:cubicBezTo>
                    <a:pt x="1084" y="290"/>
                    <a:pt x="1116" y="257"/>
                    <a:pt x="1144" y="257"/>
                  </a:cubicBezTo>
                  <a:close/>
                  <a:moveTo>
                    <a:pt x="241" y="1540"/>
                  </a:moveTo>
                  <a:cubicBezTo>
                    <a:pt x="272" y="1540"/>
                    <a:pt x="305" y="1548"/>
                    <a:pt x="332" y="1555"/>
                  </a:cubicBezTo>
                  <a:cubicBezTo>
                    <a:pt x="527" y="1608"/>
                    <a:pt x="692" y="1720"/>
                    <a:pt x="837" y="1862"/>
                  </a:cubicBezTo>
                  <a:cubicBezTo>
                    <a:pt x="811" y="1864"/>
                    <a:pt x="786" y="1866"/>
                    <a:pt x="760" y="1866"/>
                  </a:cubicBezTo>
                  <a:cubicBezTo>
                    <a:pt x="527" y="1866"/>
                    <a:pt x="293" y="1766"/>
                    <a:pt x="146" y="1592"/>
                  </a:cubicBezTo>
                  <a:cubicBezTo>
                    <a:pt x="153" y="1574"/>
                    <a:pt x="173" y="1555"/>
                    <a:pt x="196" y="1547"/>
                  </a:cubicBezTo>
                  <a:cubicBezTo>
                    <a:pt x="210" y="1542"/>
                    <a:pt x="225" y="1540"/>
                    <a:pt x="241" y="1540"/>
                  </a:cubicBezTo>
                  <a:close/>
                  <a:moveTo>
                    <a:pt x="2348" y="1"/>
                  </a:moveTo>
                  <a:cubicBezTo>
                    <a:pt x="2305" y="1"/>
                    <a:pt x="2262" y="11"/>
                    <a:pt x="2220" y="33"/>
                  </a:cubicBezTo>
                  <a:cubicBezTo>
                    <a:pt x="2128" y="80"/>
                    <a:pt x="2057" y="171"/>
                    <a:pt x="2034" y="271"/>
                  </a:cubicBezTo>
                  <a:cubicBezTo>
                    <a:pt x="1996" y="435"/>
                    <a:pt x="2055" y="596"/>
                    <a:pt x="2104" y="726"/>
                  </a:cubicBezTo>
                  <a:lnTo>
                    <a:pt x="2233" y="1072"/>
                  </a:lnTo>
                  <a:cubicBezTo>
                    <a:pt x="2130" y="1131"/>
                    <a:pt x="2011" y="1163"/>
                    <a:pt x="1892" y="1163"/>
                  </a:cubicBezTo>
                  <a:cubicBezTo>
                    <a:pt x="1830" y="1163"/>
                    <a:pt x="1768" y="1155"/>
                    <a:pt x="1709" y="1137"/>
                  </a:cubicBezTo>
                  <a:cubicBezTo>
                    <a:pt x="1708" y="1137"/>
                    <a:pt x="1706" y="1136"/>
                    <a:pt x="1705" y="1136"/>
                  </a:cubicBezTo>
                  <a:cubicBezTo>
                    <a:pt x="1746" y="777"/>
                    <a:pt x="1582" y="403"/>
                    <a:pt x="1284" y="179"/>
                  </a:cubicBezTo>
                  <a:cubicBezTo>
                    <a:pt x="1252" y="155"/>
                    <a:pt x="1215" y="131"/>
                    <a:pt x="1169" y="124"/>
                  </a:cubicBezTo>
                  <a:cubicBezTo>
                    <a:pt x="1160" y="123"/>
                    <a:pt x="1152" y="122"/>
                    <a:pt x="1144" y="122"/>
                  </a:cubicBezTo>
                  <a:cubicBezTo>
                    <a:pt x="1044" y="122"/>
                    <a:pt x="961" y="210"/>
                    <a:pt x="944" y="303"/>
                  </a:cubicBezTo>
                  <a:cubicBezTo>
                    <a:pt x="928" y="389"/>
                    <a:pt x="956" y="471"/>
                    <a:pt x="987" y="548"/>
                  </a:cubicBezTo>
                  <a:cubicBezTo>
                    <a:pt x="1122" y="872"/>
                    <a:pt x="1319" y="1105"/>
                    <a:pt x="1552" y="1220"/>
                  </a:cubicBezTo>
                  <a:cubicBezTo>
                    <a:pt x="1483" y="1500"/>
                    <a:pt x="1264" y="1743"/>
                    <a:pt x="994" y="1830"/>
                  </a:cubicBezTo>
                  <a:cubicBezTo>
                    <a:pt x="822" y="1644"/>
                    <a:pt x="618" y="1492"/>
                    <a:pt x="366" y="1425"/>
                  </a:cubicBezTo>
                  <a:cubicBezTo>
                    <a:pt x="330" y="1415"/>
                    <a:pt x="286" y="1406"/>
                    <a:pt x="240" y="1406"/>
                  </a:cubicBezTo>
                  <a:cubicBezTo>
                    <a:pt x="212" y="1406"/>
                    <a:pt x="183" y="1409"/>
                    <a:pt x="154" y="1419"/>
                  </a:cubicBezTo>
                  <a:cubicBezTo>
                    <a:pt x="61" y="1450"/>
                    <a:pt x="0" y="1537"/>
                    <a:pt x="11" y="1623"/>
                  </a:cubicBezTo>
                  <a:lnTo>
                    <a:pt x="14" y="1642"/>
                  </a:lnTo>
                  <a:lnTo>
                    <a:pt x="25" y="1656"/>
                  </a:lnTo>
                  <a:cubicBezTo>
                    <a:pt x="195" y="1874"/>
                    <a:pt x="479" y="2001"/>
                    <a:pt x="761" y="2001"/>
                  </a:cubicBezTo>
                  <a:cubicBezTo>
                    <a:pt x="824" y="2001"/>
                    <a:pt x="886" y="1994"/>
                    <a:pt x="948" y="1982"/>
                  </a:cubicBezTo>
                  <a:cubicBezTo>
                    <a:pt x="1058" y="2110"/>
                    <a:pt x="1155" y="2253"/>
                    <a:pt x="1242" y="2392"/>
                  </a:cubicBezTo>
                  <a:cubicBezTo>
                    <a:pt x="1621" y="2995"/>
                    <a:pt x="1936" y="3641"/>
                    <a:pt x="2179" y="4309"/>
                  </a:cubicBezTo>
                  <a:cubicBezTo>
                    <a:pt x="2189" y="4336"/>
                    <a:pt x="2215" y="4353"/>
                    <a:pt x="2242" y="4353"/>
                  </a:cubicBezTo>
                  <a:cubicBezTo>
                    <a:pt x="2250" y="4353"/>
                    <a:pt x="2257" y="4352"/>
                    <a:pt x="2266" y="4350"/>
                  </a:cubicBezTo>
                  <a:cubicBezTo>
                    <a:pt x="2300" y="4337"/>
                    <a:pt x="2318" y="4299"/>
                    <a:pt x="2305" y="4263"/>
                  </a:cubicBezTo>
                  <a:cubicBezTo>
                    <a:pt x="2060" y="3585"/>
                    <a:pt x="1740" y="2931"/>
                    <a:pt x="1357" y="2320"/>
                  </a:cubicBezTo>
                  <a:cubicBezTo>
                    <a:pt x="1276" y="2192"/>
                    <a:pt x="1188" y="2062"/>
                    <a:pt x="1089" y="1940"/>
                  </a:cubicBezTo>
                  <a:cubicBezTo>
                    <a:pt x="1376" y="1827"/>
                    <a:pt x="1600" y="1571"/>
                    <a:pt x="1679" y="1269"/>
                  </a:cubicBezTo>
                  <a:cubicBezTo>
                    <a:pt x="1750" y="1290"/>
                    <a:pt x="1822" y="1300"/>
                    <a:pt x="1895" y="1300"/>
                  </a:cubicBezTo>
                  <a:cubicBezTo>
                    <a:pt x="2029" y="1300"/>
                    <a:pt x="2163" y="1266"/>
                    <a:pt x="2281" y="1202"/>
                  </a:cubicBezTo>
                  <a:lnTo>
                    <a:pt x="3267" y="3853"/>
                  </a:lnTo>
                  <a:cubicBezTo>
                    <a:pt x="3277" y="3880"/>
                    <a:pt x="3303" y="3897"/>
                    <a:pt x="3331" y="3897"/>
                  </a:cubicBezTo>
                  <a:cubicBezTo>
                    <a:pt x="3339" y="3897"/>
                    <a:pt x="3347" y="3896"/>
                    <a:pt x="3354" y="3893"/>
                  </a:cubicBezTo>
                  <a:cubicBezTo>
                    <a:pt x="3389" y="3880"/>
                    <a:pt x="3407" y="3840"/>
                    <a:pt x="3394" y="3806"/>
                  </a:cubicBezTo>
                  <a:lnTo>
                    <a:pt x="2396" y="1125"/>
                  </a:lnTo>
                  <a:cubicBezTo>
                    <a:pt x="2426" y="1101"/>
                    <a:pt x="2454" y="1075"/>
                    <a:pt x="2480" y="1047"/>
                  </a:cubicBezTo>
                  <a:cubicBezTo>
                    <a:pt x="2680" y="829"/>
                    <a:pt x="2739" y="499"/>
                    <a:pt x="2626" y="226"/>
                  </a:cubicBezTo>
                  <a:cubicBezTo>
                    <a:pt x="2582" y="122"/>
                    <a:pt x="2521" y="52"/>
                    <a:pt x="2443" y="20"/>
                  </a:cubicBezTo>
                  <a:cubicBezTo>
                    <a:pt x="2413" y="7"/>
                    <a:pt x="2381" y="1"/>
                    <a:pt x="2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</p:grpSp>
      <p:grpSp>
        <p:nvGrpSpPr>
          <p:cNvPr id="3094" name="Google Shape;3094;p141"/>
          <p:cNvGrpSpPr/>
          <p:nvPr/>
        </p:nvGrpSpPr>
        <p:grpSpPr>
          <a:xfrm>
            <a:off x="7809148" y="451361"/>
            <a:ext cx="537659" cy="641898"/>
            <a:chOff x="1524325" y="2743250"/>
            <a:chExt cx="246350" cy="294125"/>
          </a:xfrm>
        </p:grpSpPr>
        <p:sp>
          <p:nvSpPr>
            <p:cNvPr id="3095" name="Google Shape;3095;p141"/>
            <p:cNvSpPr/>
            <p:nvPr/>
          </p:nvSpPr>
          <p:spPr>
            <a:xfrm>
              <a:off x="1524325" y="2743250"/>
              <a:ext cx="246350" cy="294125"/>
            </a:xfrm>
            <a:custGeom>
              <a:rect b="b" l="l" r="r" t="t"/>
              <a:pathLst>
                <a:path extrusionOk="0" h="11765" w="9854">
                  <a:moveTo>
                    <a:pt x="4576" y="260"/>
                  </a:moveTo>
                  <a:cubicBezTo>
                    <a:pt x="5377" y="260"/>
                    <a:pt x="6153" y="479"/>
                    <a:pt x="6894" y="904"/>
                  </a:cubicBezTo>
                  <a:cubicBezTo>
                    <a:pt x="8319" y="1721"/>
                    <a:pt x="9294" y="3309"/>
                    <a:pt x="9376" y="4949"/>
                  </a:cubicBezTo>
                  <a:cubicBezTo>
                    <a:pt x="9395" y="5316"/>
                    <a:pt x="9375" y="5711"/>
                    <a:pt x="9313" y="6230"/>
                  </a:cubicBezTo>
                  <a:cubicBezTo>
                    <a:pt x="9159" y="7512"/>
                    <a:pt x="8872" y="8493"/>
                    <a:pt x="8410" y="9318"/>
                  </a:cubicBezTo>
                  <a:cubicBezTo>
                    <a:pt x="7849" y="10320"/>
                    <a:pt x="6994" y="11066"/>
                    <a:pt x="6061" y="11364"/>
                  </a:cubicBezTo>
                  <a:cubicBezTo>
                    <a:pt x="5772" y="11456"/>
                    <a:pt x="5484" y="11503"/>
                    <a:pt x="5210" y="11503"/>
                  </a:cubicBezTo>
                  <a:cubicBezTo>
                    <a:pt x="4952" y="11503"/>
                    <a:pt x="4708" y="11462"/>
                    <a:pt x="4487" y="11380"/>
                  </a:cubicBezTo>
                  <a:cubicBezTo>
                    <a:pt x="3971" y="11189"/>
                    <a:pt x="3774" y="11020"/>
                    <a:pt x="3688" y="10540"/>
                  </a:cubicBezTo>
                  <a:cubicBezTo>
                    <a:pt x="3651" y="10324"/>
                    <a:pt x="3477" y="9824"/>
                    <a:pt x="3495" y="9600"/>
                  </a:cubicBezTo>
                  <a:cubicBezTo>
                    <a:pt x="3516" y="9332"/>
                    <a:pt x="3539" y="9056"/>
                    <a:pt x="3474" y="8782"/>
                  </a:cubicBezTo>
                  <a:cubicBezTo>
                    <a:pt x="3308" y="8086"/>
                    <a:pt x="2636" y="7650"/>
                    <a:pt x="2145" y="7384"/>
                  </a:cubicBezTo>
                  <a:cubicBezTo>
                    <a:pt x="2083" y="7350"/>
                    <a:pt x="2021" y="7317"/>
                    <a:pt x="1958" y="7284"/>
                  </a:cubicBezTo>
                  <a:lnTo>
                    <a:pt x="1950" y="7280"/>
                  </a:lnTo>
                  <a:cubicBezTo>
                    <a:pt x="1473" y="7025"/>
                    <a:pt x="979" y="6763"/>
                    <a:pt x="696" y="6327"/>
                  </a:cubicBezTo>
                  <a:cubicBezTo>
                    <a:pt x="555" y="6109"/>
                    <a:pt x="459" y="5839"/>
                    <a:pt x="394" y="5474"/>
                  </a:cubicBezTo>
                  <a:cubicBezTo>
                    <a:pt x="267" y="4766"/>
                    <a:pt x="318" y="4009"/>
                    <a:pt x="541" y="3285"/>
                  </a:cubicBezTo>
                  <a:cubicBezTo>
                    <a:pt x="1022" y="1732"/>
                    <a:pt x="2281" y="769"/>
                    <a:pt x="3092" y="505"/>
                  </a:cubicBezTo>
                  <a:cubicBezTo>
                    <a:pt x="3595" y="341"/>
                    <a:pt x="4090" y="260"/>
                    <a:pt x="4576" y="260"/>
                  </a:cubicBezTo>
                  <a:close/>
                  <a:moveTo>
                    <a:pt x="4424" y="1"/>
                  </a:moveTo>
                  <a:cubicBezTo>
                    <a:pt x="3870" y="1"/>
                    <a:pt x="3314" y="85"/>
                    <a:pt x="2785" y="258"/>
                  </a:cubicBezTo>
                  <a:cubicBezTo>
                    <a:pt x="1571" y="652"/>
                    <a:pt x="658" y="2024"/>
                    <a:pt x="291" y="3208"/>
                  </a:cubicBezTo>
                  <a:cubicBezTo>
                    <a:pt x="55" y="3971"/>
                    <a:pt x="1" y="4771"/>
                    <a:pt x="135" y="5521"/>
                  </a:cubicBezTo>
                  <a:cubicBezTo>
                    <a:pt x="207" y="5920"/>
                    <a:pt x="315" y="6221"/>
                    <a:pt x="476" y="6469"/>
                  </a:cubicBezTo>
                  <a:cubicBezTo>
                    <a:pt x="795" y="6962"/>
                    <a:pt x="784" y="7172"/>
                    <a:pt x="1290" y="7441"/>
                  </a:cubicBezTo>
                  <a:cubicBezTo>
                    <a:pt x="1355" y="7476"/>
                    <a:pt x="1956" y="7580"/>
                    <a:pt x="2020" y="7614"/>
                  </a:cubicBezTo>
                  <a:cubicBezTo>
                    <a:pt x="2466" y="7857"/>
                    <a:pt x="3077" y="8249"/>
                    <a:pt x="3218" y="8843"/>
                  </a:cubicBezTo>
                  <a:cubicBezTo>
                    <a:pt x="3274" y="9076"/>
                    <a:pt x="3255" y="9320"/>
                    <a:pt x="3234" y="9579"/>
                  </a:cubicBezTo>
                  <a:cubicBezTo>
                    <a:pt x="3215" y="9821"/>
                    <a:pt x="3195" y="10070"/>
                    <a:pt x="3240" y="10319"/>
                  </a:cubicBezTo>
                  <a:cubicBezTo>
                    <a:pt x="3340" y="10889"/>
                    <a:pt x="3794" y="11402"/>
                    <a:pt x="4396" y="11626"/>
                  </a:cubicBezTo>
                  <a:cubicBezTo>
                    <a:pt x="4644" y="11717"/>
                    <a:pt x="4918" y="11764"/>
                    <a:pt x="5211" y="11764"/>
                  </a:cubicBezTo>
                  <a:cubicBezTo>
                    <a:pt x="5515" y="11764"/>
                    <a:pt x="5828" y="11714"/>
                    <a:pt x="6140" y="11614"/>
                  </a:cubicBezTo>
                  <a:cubicBezTo>
                    <a:pt x="7151" y="11291"/>
                    <a:pt x="8037" y="10521"/>
                    <a:pt x="8639" y="9445"/>
                  </a:cubicBezTo>
                  <a:cubicBezTo>
                    <a:pt x="9117" y="8591"/>
                    <a:pt x="9414" y="7578"/>
                    <a:pt x="9572" y="6261"/>
                  </a:cubicBezTo>
                  <a:cubicBezTo>
                    <a:pt x="9637" y="5727"/>
                    <a:pt x="9853" y="5252"/>
                    <a:pt x="9834" y="4869"/>
                  </a:cubicBezTo>
                  <a:cubicBezTo>
                    <a:pt x="9747" y="3141"/>
                    <a:pt x="8524" y="1538"/>
                    <a:pt x="7024" y="677"/>
                  </a:cubicBezTo>
                  <a:cubicBezTo>
                    <a:pt x="6244" y="230"/>
                    <a:pt x="5336" y="1"/>
                    <a:pt x="4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3096" name="Google Shape;3096;p141"/>
            <p:cNvSpPr/>
            <p:nvPr/>
          </p:nvSpPr>
          <p:spPr>
            <a:xfrm>
              <a:off x="1547000" y="2776375"/>
              <a:ext cx="81750" cy="72700"/>
            </a:xfrm>
            <a:custGeom>
              <a:rect b="b" l="l" r="r" t="t"/>
              <a:pathLst>
                <a:path extrusionOk="0" h="2908" w="3270">
                  <a:moveTo>
                    <a:pt x="1800" y="248"/>
                  </a:moveTo>
                  <a:cubicBezTo>
                    <a:pt x="2191" y="248"/>
                    <a:pt x="2675" y="374"/>
                    <a:pt x="2873" y="656"/>
                  </a:cubicBezTo>
                  <a:cubicBezTo>
                    <a:pt x="2963" y="783"/>
                    <a:pt x="3000" y="943"/>
                    <a:pt x="2978" y="1097"/>
                  </a:cubicBezTo>
                  <a:cubicBezTo>
                    <a:pt x="2928" y="1428"/>
                    <a:pt x="2932" y="1447"/>
                    <a:pt x="2684" y="1585"/>
                  </a:cubicBezTo>
                  <a:cubicBezTo>
                    <a:pt x="2583" y="1641"/>
                    <a:pt x="2050" y="1747"/>
                    <a:pt x="1946" y="1797"/>
                  </a:cubicBezTo>
                  <a:lnTo>
                    <a:pt x="1741" y="1957"/>
                  </a:lnTo>
                  <a:cubicBezTo>
                    <a:pt x="1521" y="2063"/>
                    <a:pt x="1435" y="2310"/>
                    <a:pt x="1238" y="2473"/>
                  </a:cubicBezTo>
                  <a:cubicBezTo>
                    <a:pt x="1205" y="2501"/>
                    <a:pt x="853" y="2583"/>
                    <a:pt x="764" y="2622"/>
                  </a:cubicBezTo>
                  <a:cubicBezTo>
                    <a:pt x="721" y="2640"/>
                    <a:pt x="686" y="2649"/>
                    <a:pt x="656" y="2649"/>
                  </a:cubicBezTo>
                  <a:cubicBezTo>
                    <a:pt x="546" y="2649"/>
                    <a:pt x="506" y="2530"/>
                    <a:pt x="396" y="2304"/>
                  </a:cubicBezTo>
                  <a:cubicBezTo>
                    <a:pt x="268" y="2037"/>
                    <a:pt x="294" y="1654"/>
                    <a:pt x="469" y="1251"/>
                  </a:cubicBezTo>
                  <a:cubicBezTo>
                    <a:pt x="632" y="871"/>
                    <a:pt x="905" y="537"/>
                    <a:pt x="1181" y="380"/>
                  </a:cubicBezTo>
                  <a:cubicBezTo>
                    <a:pt x="1332" y="295"/>
                    <a:pt x="1552" y="248"/>
                    <a:pt x="1800" y="248"/>
                  </a:cubicBezTo>
                  <a:close/>
                  <a:moveTo>
                    <a:pt x="1988" y="0"/>
                  </a:moveTo>
                  <a:cubicBezTo>
                    <a:pt x="1871" y="0"/>
                    <a:pt x="1762" y="23"/>
                    <a:pt x="1661" y="58"/>
                  </a:cubicBezTo>
                  <a:cubicBezTo>
                    <a:pt x="1441" y="73"/>
                    <a:pt x="1238" y="124"/>
                    <a:pt x="1085" y="211"/>
                  </a:cubicBezTo>
                  <a:cubicBezTo>
                    <a:pt x="888" y="322"/>
                    <a:pt x="704" y="500"/>
                    <a:pt x="549" y="714"/>
                  </a:cubicBezTo>
                  <a:cubicBezTo>
                    <a:pt x="415" y="831"/>
                    <a:pt x="300" y="974"/>
                    <a:pt x="222" y="1157"/>
                  </a:cubicBezTo>
                  <a:cubicBezTo>
                    <a:pt x="23" y="1626"/>
                    <a:pt x="1" y="2085"/>
                    <a:pt x="160" y="2418"/>
                  </a:cubicBezTo>
                  <a:cubicBezTo>
                    <a:pt x="299" y="2706"/>
                    <a:pt x="604" y="2908"/>
                    <a:pt x="903" y="2908"/>
                  </a:cubicBezTo>
                  <a:cubicBezTo>
                    <a:pt x="992" y="2908"/>
                    <a:pt x="1077" y="2890"/>
                    <a:pt x="1159" y="2856"/>
                  </a:cubicBezTo>
                  <a:cubicBezTo>
                    <a:pt x="1289" y="2801"/>
                    <a:pt x="1393" y="2707"/>
                    <a:pt x="1484" y="2625"/>
                  </a:cubicBezTo>
                  <a:cubicBezTo>
                    <a:pt x="1514" y="2598"/>
                    <a:pt x="1544" y="2570"/>
                    <a:pt x="1576" y="2544"/>
                  </a:cubicBezTo>
                  <a:cubicBezTo>
                    <a:pt x="1749" y="2402"/>
                    <a:pt x="1952" y="2303"/>
                    <a:pt x="2169" y="2199"/>
                  </a:cubicBezTo>
                  <a:cubicBezTo>
                    <a:pt x="2278" y="2146"/>
                    <a:pt x="2391" y="2092"/>
                    <a:pt x="2500" y="2031"/>
                  </a:cubicBezTo>
                  <a:cubicBezTo>
                    <a:pt x="2801" y="1864"/>
                    <a:pt x="3171" y="1573"/>
                    <a:pt x="3236" y="1136"/>
                  </a:cubicBezTo>
                  <a:cubicBezTo>
                    <a:pt x="3270" y="917"/>
                    <a:pt x="3215" y="687"/>
                    <a:pt x="3088" y="505"/>
                  </a:cubicBezTo>
                  <a:cubicBezTo>
                    <a:pt x="2912" y="255"/>
                    <a:pt x="2561" y="75"/>
                    <a:pt x="2127" y="11"/>
                  </a:cubicBezTo>
                  <a:cubicBezTo>
                    <a:pt x="2079" y="4"/>
                    <a:pt x="2033" y="0"/>
                    <a:pt x="19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3097" name="Google Shape;3097;p141"/>
            <p:cNvSpPr/>
            <p:nvPr/>
          </p:nvSpPr>
          <p:spPr>
            <a:xfrm>
              <a:off x="1646375" y="2771225"/>
              <a:ext cx="68475" cy="74875"/>
            </a:xfrm>
            <a:custGeom>
              <a:rect b="b" l="l" r="r" t="t"/>
              <a:pathLst>
                <a:path extrusionOk="0" h="2995" w="2739">
                  <a:moveTo>
                    <a:pt x="1250" y="363"/>
                  </a:moveTo>
                  <a:cubicBezTo>
                    <a:pt x="1413" y="363"/>
                    <a:pt x="1571" y="399"/>
                    <a:pt x="1694" y="482"/>
                  </a:cubicBezTo>
                  <a:cubicBezTo>
                    <a:pt x="1966" y="664"/>
                    <a:pt x="2299" y="1142"/>
                    <a:pt x="2427" y="1794"/>
                  </a:cubicBezTo>
                  <a:cubicBezTo>
                    <a:pt x="2473" y="2029"/>
                    <a:pt x="2470" y="2219"/>
                    <a:pt x="2415" y="2376"/>
                  </a:cubicBezTo>
                  <a:cubicBezTo>
                    <a:pt x="2353" y="2556"/>
                    <a:pt x="2214" y="2694"/>
                    <a:pt x="2059" y="2725"/>
                  </a:cubicBezTo>
                  <a:cubicBezTo>
                    <a:pt x="2033" y="2730"/>
                    <a:pt x="2007" y="2733"/>
                    <a:pt x="1981" y="2733"/>
                  </a:cubicBezTo>
                  <a:cubicBezTo>
                    <a:pt x="1780" y="2733"/>
                    <a:pt x="1593" y="2587"/>
                    <a:pt x="1493" y="2492"/>
                  </a:cubicBezTo>
                  <a:cubicBezTo>
                    <a:pt x="1429" y="2431"/>
                    <a:pt x="1366" y="2363"/>
                    <a:pt x="1306" y="2297"/>
                  </a:cubicBezTo>
                  <a:lnTo>
                    <a:pt x="1304" y="2295"/>
                  </a:lnTo>
                  <a:cubicBezTo>
                    <a:pt x="1194" y="2174"/>
                    <a:pt x="1179" y="1983"/>
                    <a:pt x="1033" y="1890"/>
                  </a:cubicBezTo>
                  <a:cubicBezTo>
                    <a:pt x="884" y="1797"/>
                    <a:pt x="650" y="1773"/>
                    <a:pt x="582" y="1736"/>
                  </a:cubicBezTo>
                  <a:cubicBezTo>
                    <a:pt x="481" y="1679"/>
                    <a:pt x="525" y="1707"/>
                    <a:pt x="449" y="1637"/>
                  </a:cubicBezTo>
                  <a:cubicBezTo>
                    <a:pt x="336" y="1529"/>
                    <a:pt x="272" y="1372"/>
                    <a:pt x="269" y="1193"/>
                  </a:cubicBezTo>
                  <a:cubicBezTo>
                    <a:pt x="265" y="989"/>
                    <a:pt x="342" y="787"/>
                    <a:pt x="475" y="650"/>
                  </a:cubicBezTo>
                  <a:cubicBezTo>
                    <a:pt x="643" y="478"/>
                    <a:pt x="956" y="363"/>
                    <a:pt x="1250" y="363"/>
                  </a:cubicBezTo>
                  <a:close/>
                  <a:moveTo>
                    <a:pt x="1122" y="0"/>
                  </a:moveTo>
                  <a:cubicBezTo>
                    <a:pt x="813" y="0"/>
                    <a:pt x="528" y="222"/>
                    <a:pt x="287" y="468"/>
                  </a:cubicBezTo>
                  <a:cubicBezTo>
                    <a:pt x="106" y="653"/>
                    <a:pt x="1" y="926"/>
                    <a:pt x="6" y="1197"/>
                  </a:cubicBezTo>
                  <a:cubicBezTo>
                    <a:pt x="11" y="1447"/>
                    <a:pt x="105" y="1671"/>
                    <a:pt x="270" y="1827"/>
                  </a:cubicBezTo>
                  <a:cubicBezTo>
                    <a:pt x="369" y="1921"/>
                    <a:pt x="484" y="1984"/>
                    <a:pt x="595" y="2046"/>
                  </a:cubicBezTo>
                  <a:cubicBezTo>
                    <a:pt x="663" y="2084"/>
                    <a:pt x="727" y="2119"/>
                    <a:pt x="787" y="2162"/>
                  </a:cubicBezTo>
                  <a:cubicBezTo>
                    <a:pt x="904" y="2245"/>
                    <a:pt x="1004" y="2354"/>
                    <a:pt x="1111" y="2471"/>
                  </a:cubicBezTo>
                  <a:cubicBezTo>
                    <a:pt x="1175" y="2541"/>
                    <a:pt x="1241" y="2615"/>
                    <a:pt x="1314" y="2683"/>
                  </a:cubicBezTo>
                  <a:cubicBezTo>
                    <a:pt x="1438" y="2800"/>
                    <a:pt x="1688" y="2994"/>
                    <a:pt x="1981" y="2994"/>
                  </a:cubicBezTo>
                  <a:cubicBezTo>
                    <a:pt x="2025" y="2994"/>
                    <a:pt x="2069" y="2990"/>
                    <a:pt x="2112" y="2981"/>
                  </a:cubicBezTo>
                  <a:cubicBezTo>
                    <a:pt x="2355" y="2932"/>
                    <a:pt x="2572" y="2728"/>
                    <a:pt x="2663" y="2461"/>
                  </a:cubicBezTo>
                  <a:cubicBezTo>
                    <a:pt x="2732" y="2259"/>
                    <a:pt x="2739" y="2024"/>
                    <a:pt x="2684" y="1743"/>
                  </a:cubicBezTo>
                  <a:cubicBezTo>
                    <a:pt x="2649" y="1564"/>
                    <a:pt x="2552" y="1351"/>
                    <a:pt x="2421" y="1139"/>
                  </a:cubicBezTo>
                  <a:cubicBezTo>
                    <a:pt x="2275" y="806"/>
                    <a:pt x="2065" y="496"/>
                    <a:pt x="1803" y="319"/>
                  </a:cubicBezTo>
                  <a:cubicBezTo>
                    <a:pt x="1762" y="293"/>
                    <a:pt x="1720" y="269"/>
                    <a:pt x="1675" y="250"/>
                  </a:cubicBezTo>
                  <a:cubicBezTo>
                    <a:pt x="1621" y="204"/>
                    <a:pt x="1568" y="163"/>
                    <a:pt x="1518" y="129"/>
                  </a:cubicBezTo>
                  <a:cubicBezTo>
                    <a:pt x="1383" y="39"/>
                    <a:pt x="1250" y="0"/>
                    <a:pt x="1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3098" name="Google Shape;3098;p141"/>
            <p:cNvSpPr/>
            <p:nvPr/>
          </p:nvSpPr>
          <p:spPr>
            <a:xfrm>
              <a:off x="1697225" y="2852600"/>
              <a:ext cx="57100" cy="79325"/>
            </a:xfrm>
            <a:custGeom>
              <a:rect b="b" l="l" r="r" t="t"/>
              <a:pathLst>
                <a:path extrusionOk="0" h="3173" w="2284">
                  <a:moveTo>
                    <a:pt x="1024" y="281"/>
                  </a:moveTo>
                  <a:cubicBezTo>
                    <a:pt x="1047" y="281"/>
                    <a:pt x="1070" y="282"/>
                    <a:pt x="1091" y="284"/>
                  </a:cubicBezTo>
                  <a:cubicBezTo>
                    <a:pt x="1465" y="323"/>
                    <a:pt x="1951" y="526"/>
                    <a:pt x="1983" y="937"/>
                  </a:cubicBezTo>
                  <a:cubicBezTo>
                    <a:pt x="2009" y="1265"/>
                    <a:pt x="1839" y="2018"/>
                    <a:pt x="1408" y="2523"/>
                  </a:cubicBezTo>
                  <a:cubicBezTo>
                    <a:pt x="1252" y="2706"/>
                    <a:pt x="1100" y="2821"/>
                    <a:pt x="943" y="2876"/>
                  </a:cubicBezTo>
                  <a:cubicBezTo>
                    <a:pt x="876" y="2900"/>
                    <a:pt x="808" y="2911"/>
                    <a:pt x="742" y="2911"/>
                  </a:cubicBezTo>
                  <a:cubicBezTo>
                    <a:pt x="630" y="2911"/>
                    <a:pt x="525" y="2878"/>
                    <a:pt x="449" y="2814"/>
                  </a:cubicBezTo>
                  <a:cubicBezTo>
                    <a:pt x="270" y="2663"/>
                    <a:pt x="267" y="2381"/>
                    <a:pt x="280" y="2226"/>
                  </a:cubicBezTo>
                  <a:cubicBezTo>
                    <a:pt x="288" y="2138"/>
                    <a:pt x="303" y="2046"/>
                    <a:pt x="317" y="1955"/>
                  </a:cubicBezTo>
                  <a:cubicBezTo>
                    <a:pt x="344" y="1793"/>
                    <a:pt x="434" y="1769"/>
                    <a:pt x="425" y="1596"/>
                  </a:cubicBezTo>
                  <a:cubicBezTo>
                    <a:pt x="421" y="1509"/>
                    <a:pt x="438" y="1440"/>
                    <a:pt x="425" y="1359"/>
                  </a:cubicBezTo>
                  <a:cubicBezTo>
                    <a:pt x="407" y="1245"/>
                    <a:pt x="295" y="980"/>
                    <a:pt x="303" y="876"/>
                  </a:cubicBezTo>
                  <a:cubicBezTo>
                    <a:pt x="317" y="721"/>
                    <a:pt x="400" y="573"/>
                    <a:pt x="538" y="459"/>
                  </a:cubicBezTo>
                  <a:cubicBezTo>
                    <a:pt x="676" y="346"/>
                    <a:pt x="853" y="281"/>
                    <a:pt x="1024" y="281"/>
                  </a:cubicBezTo>
                  <a:close/>
                  <a:moveTo>
                    <a:pt x="803" y="1"/>
                  </a:moveTo>
                  <a:cubicBezTo>
                    <a:pt x="640" y="1"/>
                    <a:pt x="482" y="29"/>
                    <a:pt x="354" y="135"/>
                  </a:cubicBezTo>
                  <a:cubicBezTo>
                    <a:pt x="162" y="293"/>
                    <a:pt x="62" y="627"/>
                    <a:pt x="42" y="854"/>
                  </a:cubicBezTo>
                  <a:cubicBezTo>
                    <a:pt x="31" y="989"/>
                    <a:pt x="51" y="1118"/>
                    <a:pt x="71" y="1243"/>
                  </a:cubicBezTo>
                  <a:lnTo>
                    <a:pt x="137" y="1233"/>
                  </a:lnTo>
                  <a:lnTo>
                    <a:pt x="137" y="1233"/>
                  </a:lnTo>
                  <a:lnTo>
                    <a:pt x="72" y="1246"/>
                  </a:lnTo>
                  <a:cubicBezTo>
                    <a:pt x="84" y="1323"/>
                    <a:pt x="96" y="1395"/>
                    <a:pt x="100" y="1467"/>
                  </a:cubicBezTo>
                  <a:cubicBezTo>
                    <a:pt x="108" y="1611"/>
                    <a:pt x="84" y="1757"/>
                    <a:pt x="58" y="1912"/>
                  </a:cubicBezTo>
                  <a:lnTo>
                    <a:pt x="58" y="1914"/>
                  </a:lnTo>
                  <a:cubicBezTo>
                    <a:pt x="43" y="2008"/>
                    <a:pt x="27" y="2105"/>
                    <a:pt x="19" y="2203"/>
                  </a:cubicBezTo>
                  <a:cubicBezTo>
                    <a:pt x="1" y="2409"/>
                    <a:pt x="11" y="2787"/>
                    <a:pt x="280" y="3014"/>
                  </a:cubicBezTo>
                  <a:cubicBezTo>
                    <a:pt x="401" y="3116"/>
                    <a:pt x="566" y="3173"/>
                    <a:pt x="744" y="3173"/>
                  </a:cubicBezTo>
                  <a:cubicBezTo>
                    <a:pt x="841" y="3173"/>
                    <a:pt x="938" y="3156"/>
                    <a:pt x="1031" y="3124"/>
                  </a:cubicBezTo>
                  <a:cubicBezTo>
                    <a:pt x="1231" y="3052"/>
                    <a:pt x="1420" y="2911"/>
                    <a:pt x="1606" y="2694"/>
                  </a:cubicBezTo>
                  <a:cubicBezTo>
                    <a:pt x="1952" y="2288"/>
                    <a:pt x="2284" y="1643"/>
                    <a:pt x="2242" y="1114"/>
                  </a:cubicBezTo>
                  <a:cubicBezTo>
                    <a:pt x="2198" y="562"/>
                    <a:pt x="1602" y="75"/>
                    <a:pt x="1119" y="23"/>
                  </a:cubicBezTo>
                  <a:cubicBezTo>
                    <a:pt x="1017" y="13"/>
                    <a:pt x="909" y="1"/>
                    <a:pt x="8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3099" name="Google Shape;3099;p141"/>
            <p:cNvSpPr/>
            <p:nvPr/>
          </p:nvSpPr>
          <p:spPr>
            <a:xfrm>
              <a:off x="1677700" y="2941350"/>
              <a:ext cx="45925" cy="63125"/>
            </a:xfrm>
            <a:custGeom>
              <a:rect b="b" l="l" r="r" t="t"/>
              <a:pathLst>
                <a:path extrusionOk="0" h="2525" w="1837">
                  <a:moveTo>
                    <a:pt x="822" y="262"/>
                  </a:moveTo>
                  <a:cubicBezTo>
                    <a:pt x="838" y="262"/>
                    <a:pt x="855" y="263"/>
                    <a:pt x="871" y="264"/>
                  </a:cubicBezTo>
                  <a:cubicBezTo>
                    <a:pt x="1153" y="294"/>
                    <a:pt x="1444" y="370"/>
                    <a:pt x="1468" y="679"/>
                  </a:cubicBezTo>
                  <a:cubicBezTo>
                    <a:pt x="1487" y="921"/>
                    <a:pt x="1431" y="1582"/>
                    <a:pt x="1100" y="1970"/>
                  </a:cubicBezTo>
                  <a:cubicBezTo>
                    <a:pt x="982" y="2108"/>
                    <a:pt x="867" y="2195"/>
                    <a:pt x="750" y="2237"/>
                  </a:cubicBezTo>
                  <a:cubicBezTo>
                    <a:pt x="720" y="2248"/>
                    <a:pt x="696" y="2252"/>
                    <a:pt x="677" y="2252"/>
                  </a:cubicBezTo>
                  <a:cubicBezTo>
                    <a:pt x="612" y="2252"/>
                    <a:pt x="595" y="2199"/>
                    <a:pt x="529" y="2142"/>
                  </a:cubicBezTo>
                  <a:cubicBezTo>
                    <a:pt x="398" y="2033"/>
                    <a:pt x="353" y="2001"/>
                    <a:pt x="364" y="1885"/>
                  </a:cubicBezTo>
                  <a:cubicBezTo>
                    <a:pt x="369" y="1817"/>
                    <a:pt x="286" y="1619"/>
                    <a:pt x="297" y="1551"/>
                  </a:cubicBezTo>
                  <a:lnTo>
                    <a:pt x="298" y="1548"/>
                  </a:lnTo>
                  <a:cubicBezTo>
                    <a:pt x="318" y="1420"/>
                    <a:pt x="341" y="1287"/>
                    <a:pt x="332" y="1148"/>
                  </a:cubicBezTo>
                  <a:cubicBezTo>
                    <a:pt x="329" y="1079"/>
                    <a:pt x="318" y="1014"/>
                    <a:pt x="307" y="950"/>
                  </a:cubicBezTo>
                  <a:cubicBezTo>
                    <a:pt x="294" y="862"/>
                    <a:pt x="280" y="780"/>
                    <a:pt x="287" y="702"/>
                  </a:cubicBezTo>
                  <a:cubicBezTo>
                    <a:pt x="297" y="587"/>
                    <a:pt x="358" y="478"/>
                    <a:pt x="460" y="395"/>
                  </a:cubicBezTo>
                  <a:cubicBezTo>
                    <a:pt x="563" y="311"/>
                    <a:pt x="695" y="262"/>
                    <a:pt x="822" y="262"/>
                  </a:cubicBezTo>
                  <a:close/>
                  <a:moveTo>
                    <a:pt x="822" y="0"/>
                  </a:moveTo>
                  <a:cubicBezTo>
                    <a:pt x="635" y="0"/>
                    <a:pt x="443" y="70"/>
                    <a:pt x="294" y="193"/>
                  </a:cubicBezTo>
                  <a:cubicBezTo>
                    <a:pt x="136" y="323"/>
                    <a:pt x="41" y="495"/>
                    <a:pt x="25" y="679"/>
                  </a:cubicBezTo>
                  <a:cubicBezTo>
                    <a:pt x="16" y="789"/>
                    <a:pt x="33" y="892"/>
                    <a:pt x="49" y="991"/>
                  </a:cubicBezTo>
                  <a:lnTo>
                    <a:pt x="115" y="981"/>
                  </a:lnTo>
                  <a:lnTo>
                    <a:pt x="49" y="993"/>
                  </a:lnTo>
                  <a:cubicBezTo>
                    <a:pt x="59" y="1053"/>
                    <a:pt x="68" y="1109"/>
                    <a:pt x="71" y="1162"/>
                  </a:cubicBezTo>
                  <a:cubicBezTo>
                    <a:pt x="77" y="1273"/>
                    <a:pt x="59" y="1387"/>
                    <a:pt x="39" y="1506"/>
                  </a:cubicBezTo>
                  <a:cubicBezTo>
                    <a:pt x="26" y="1580"/>
                    <a:pt x="117" y="1960"/>
                    <a:pt x="111" y="2039"/>
                  </a:cubicBezTo>
                  <a:cubicBezTo>
                    <a:pt x="96" y="2206"/>
                    <a:pt x="1" y="2208"/>
                    <a:pt x="222" y="2394"/>
                  </a:cubicBezTo>
                  <a:cubicBezTo>
                    <a:pt x="321" y="2478"/>
                    <a:pt x="457" y="2524"/>
                    <a:pt x="603" y="2524"/>
                  </a:cubicBezTo>
                  <a:cubicBezTo>
                    <a:pt x="682" y="2524"/>
                    <a:pt x="760" y="2511"/>
                    <a:pt x="837" y="2485"/>
                  </a:cubicBezTo>
                  <a:cubicBezTo>
                    <a:pt x="999" y="2427"/>
                    <a:pt x="1150" y="2314"/>
                    <a:pt x="1300" y="2140"/>
                  </a:cubicBezTo>
                  <a:cubicBezTo>
                    <a:pt x="1574" y="1818"/>
                    <a:pt x="1836" y="1305"/>
                    <a:pt x="1803" y="883"/>
                  </a:cubicBezTo>
                  <a:cubicBezTo>
                    <a:pt x="1769" y="438"/>
                    <a:pt x="1289" y="45"/>
                    <a:pt x="899" y="4"/>
                  </a:cubicBezTo>
                  <a:cubicBezTo>
                    <a:pt x="874" y="1"/>
                    <a:pt x="848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</p:grpSp>
      <p:grpSp>
        <p:nvGrpSpPr>
          <p:cNvPr id="3100" name="Google Shape;3100;p141"/>
          <p:cNvGrpSpPr/>
          <p:nvPr/>
        </p:nvGrpSpPr>
        <p:grpSpPr>
          <a:xfrm rot="-1922792">
            <a:off x="393737" y="3769542"/>
            <a:ext cx="1115999" cy="1119914"/>
            <a:chOff x="1405075" y="832450"/>
            <a:chExt cx="484700" cy="486400"/>
          </a:xfrm>
        </p:grpSpPr>
        <p:sp>
          <p:nvSpPr>
            <p:cNvPr id="3101" name="Google Shape;3101;p141"/>
            <p:cNvSpPr/>
            <p:nvPr/>
          </p:nvSpPr>
          <p:spPr>
            <a:xfrm>
              <a:off x="1758650" y="993075"/>
              <a:ext cx="127300" cy="146300"/>
            </a:xfrm>
            <a:custGeom>
              <a:rect b="b" l="l" r="r" t="t"/>
              <a:pathLst>
                <a:path extrusionOk="0" h="5852" w="5092">
                  <a:moveTo>
                    <a:pt x="3723" y="0"/>
                  </a:moveTo>
                  <a:cubicBezTo>
                    <a:pt x="3675" y="0"/>
                    <a:pt x="3631" y="31"/>
                    <a:pt x="3616" y="79"/>
                  </a:cubicBezTo>
                  <a:cubicBezTo>
                    <a:pt x="3598" y="137"/>
                    <a:pt x="3632" y="199"/>
                    <a:pt x="3691" y="217"/>
                  </a:cubicBezTo>
                  <a:cubicBezTo>
                    <a:pt x="3692" y="217"/>
                    <a:pt x="3715" y="226"/>
                    <a:pt x="3756" y="241"/>
                  </a:cubicBezTo>
                  <a:cubicBezTo>
                    <a:pt x="3941" y="313"/>
                    <a:pt x="4231" y="457"/>
                    <a:pt x="4434" y="978"/>
                  </a:cubicBezTo>
                  <a:cubicBezTo>
                    <a:pt x="4613" y="1433"/>
                    <a:pt x="5091" y="1085"/>
                    <a:pt x="4410" y="2298"/>
                  </a:cubicBezTo>
                  <a:cubicBezTo>
                    <a:pt x="3566" y="3798"/>
                    <a:pt x="2146" y="5308"/>
                    <a:pt x="1258" y="5569"/>
                  </a:cubicBezTo>
                  <a:cubicBezTo>
                    <a:pt x="1204" y="5585"/>
                    <a:pt x="1152" y="5598"/>
                    <a:pt x="1102" y="5608"/>
                  </a:cubicBezTo>
                  <a:cubicBezTo>
                    <a:pt x="1082" y="5612"/>
                    <a:pt x="1061" y="5615"/>
                    <a:pt x="1041" y="5620"/>
                  </a:cubicBezTo>
                  <a:cubicBezTo>
                    <a:pt x="992" y="5627"/>
                    <a:pt x="946" y="5630"/>
                    <a:pt x="903" y="5630"/>
                  </a:cubicBezTo>
                  <a:cubicBezTo>
                    <a:pt x="793" y="5630"/>
                    <a:pt x="707" y="5607"/>
                    <a:pt x="647" y="5561"/>
                  </a:cubicBezTo>
                  <a:cubicBezTo>
                    <a:pt x="273" y="5276"/>
                    <a:pt x="608" y="4239"/>
                    <a:pt x="835" y="3699"/>
                  </a:cubicBezTo>
                  <a:cubicBezTo>
                    <a:pt x="845" y="3673"/>
                    <a:pt x="855" y="3650"/>
                    <a:pt x="865" y="3627"/>
                  </a:cubicBezTo>
                  <a:cubicBezTo>
                    <a:pt x="871" y="3610"/>
                    <a:pt x="880" y="3594"/>
                    <a:pt x="887" y="3577"/>
                  </a:cubicBezTo>
                  <a:cubicBezTo>
                    <a:pt x="894" y="3562"/>
                    <a:pt x="901" y="3547"/>
                    <a:pt x="908" y="3533"/>
                  </a:cubicBezTo>
                  <a:cubicBezTo>
                    <a:pt x="916" y="3514"/>
                    <a:pt x="920" y="3493"/>
                    <a:pt x="917" y="3472"/>
                  </a:cubicBezTo>
                  <a:cubicBezTo>
                    <a:pt x="912" y="3435"/>
                    <a:pt x="889" y="3402"/>
                    <a:pt x="854" y="3386"/>
                  </a:cubicBezTo>
                  <a:cubicBezTo>
                    <a:pt x="840" y="3380"/>
                    <a:pt x="825" y="3376"/>
                    <a:pt x="810" y="3376"/>
                  </a:cubicBezTo>
                  <a:cubicBezTo>
                    <a:pt x="807" y="3376"/>
                    <a:pt x="803" y="3376"/>
                    <a:pt x="800" y="3376"/>
                  </a:cubicBezTo>
                  <a:cubicBezTo>
                    <a:pt x="760" y="3378"/>
                    <a:pt x="725" y="3401"/>
                    <a:pt x="706" y="3439"/>
                  </a:cubicBezTo>
                  <a:cubicBezTo>
                    <a:pt x="690" y="3474"/>
                    <a:pt x="649" y="3562"/>
                    <a:pt x="600" y="3686"/>
                  </a:cubicBezTo>
                  <a:cubicBezTo>
                    <a:pt x="386" y="4206"/>
                    <a:pt x="1" y="5345"/>
                    <a:pt x="511" y="5737"/>
                  </a:cubicBezTo>
                  <a:cubicBezTo>
                    <a:pt x="532" y="5753"/>
                    <a:pt x="553" y="5767"/>
                    <a:pt x="576" y="5780"/>
                  </a:cubicBezTo>
                  <a:cubicBezTo>
                    <a:pt x="665" y="5828"/>
                    <a:pt x="772" y="5852"/>
                    <a:pt x="898" y="5852"/>
                  </a:cubicBezTo>
                  <a:cubicBezTo>
                    <a:pt x="950" y="5852"/>
                    <a:pt x="1005" y="5848"/>
                    <a:pt x="1064" y="5840"/>
                  </a:cubicBezTo>
                  <a:cubicBezTo>
                    <a:pt x="1090" y="5836"/>
                    <a:pt x="1117" y="5832"/>
                    <a:pt x="1145" y="5827"/>
                  </a:cubicBezTo>
                  <a:cubicBezTo>
                    <a:pt x="1189" y="5817"/>
                    <a:pt x="1235" y="5808"/>
                    <a:pt x="1283" y="5794"/>
                  </a:cubicBezTo>
                  <a:cubicBezTo>
                    <a:pt x="1391" y="5764"/>
                    <a:pt x="1506" y="5722"/>
                    <a:pt x="1625" y="5671"/>
                  </a:cubicBezTo>
                  <a:cubicBezTo>
                    <a:pt x="1719" y="5631"/>
                    <a:pt x="1815" y="5584"/>
                    <a:pt x="1914" y="5531"/>
                  </a:cubicBezTo>
                  <a:cubicBezTo>
                    <a:pt x="2655" y="5131"/>
                    <a:pt x="3531" y="4376"/>
                    <a:pt x="4237" y="3358"/>
                  </a:cubicBezTo>
                  <a:cubicBezTo>
                    <a:pt x="4281" y="3293"/>
                    <a:pt x="4326" y="3224"/>
                    <a:pt x="4371" y="3157"/>
                  </a:cubicBezTo>
                  <a:cubicBezTo>
                    <a:pt x="4434" y="3059"/>
                    <a:pt x="4497" y="2958"/>
                    <a:pt x="4557" y="2855"/>
                  </a:cubicBezTo>
                  <a:cubicBezTo>
                    <a:pt x="4972" y="2147"/>
                    <a:pt x="5078" y="1522"/>
                    <a:pt x="4873" y="999"/>
                  </a:cubicBezTo>
                  <a:cubicBezTo>
                    <a:pt x="4631" y="380"/>
                    <a:pt x="4029" y="106"/>
                    <a:pt x="3823" y="28"/>
                  </a:cubicBezTo>
                  <a:cubicBezTo>
                    <a:pt x="3785" y="13"/>
                    <a:pt x="3760" y="7"/>
                    <a:pt x="3754" y="5"/>
                  </a:cubicBezTo>
                  <a:cubicBezTo>
                    <a:pt x="3743" y="2"/>
                    <a:pt x="3733" y="0"/>
                    <a:pt x="37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3102" name="Google Shape;3102;p141"/>
            <p:cNvSpPr/>
            <p:nvPr/>
          </p:nvSpPr>
          <p:spPr>
            <a:xfrm>
              <a:off x="1784050" y="1071525"/>
              <a:ext cx="105725" cy="116325"/>
            </a:xfrm>
            <a:custGeom>
              <a:rect b="b" l="l" r="r" t="t"/>
              <a:pathLst>
                <a:path extrusionOk="0" h="4653" w="4229">
                  <a:moveTo>
                    <a:pt x="3243" y="1"/>
                  </a:moveTo>
                  <a:cubicBezTo>
                    <a:pt x="3186" y="1"/>
                    <a:pt x="3137" y="44"/>
                    <a:pt x="3132" y="101"/>
                  </a:cubicBezTo>
                  <a:cubicBezTo>
                    <a:pt x="3127" y="163"/>
                    <a:pt x="3171" y="217"/>
                    <a:pt x="3232" y="222"/>
                  </a:cubicBezTo>
                  <a:cubicBezTo>
                    <a:pt x="3237" y="222"/>
                    <a:pt x="3379" y="398"/>
                    <a:pt x="3584" y="715"/>
                  </a:cubicBezTo>
                  <a:cubicBezTo>
                    <a:pt x="3773" y="1005"/>
                    <a:pt x="3996" y="1298"/>
                    <a:pt x="3805" y="1863"/>
                  </a:cubicBezTo>
                  <a:cubicBezTo>
                    <a:pt x="3427" y="2979"/>
                    <a:pt x="2253" y="3710"/>
                    <a:pt x="1367" y="3949"/>
                  </a:cubicBezTo>
                  <a:cubicBezTo>
                    <a:pt x="1130" y="4013"/>
                    <a:pt x="923" y="4167"/>
                    <a:pt x="798" y="4167"/>
                  </a:cubicBezTo>
                  <a:cubicBezTo>
                    <a:pt x="772" y="4167"/>
                    <a:pt x="749" y="4160"/>
                    <a:pt x="730" y="4144"/>
                  </a:cubicBezTo>
                  <a:cubicBezTo>
                    <a:pt x="351" y="3814"/>
                    <a:pt x="1052" y="2469"/>
                    <a:pt x="1225" y="2110"/>
                  </a:cubicBezTo>
                  <a:cubicBezTo>
                    <a:pt x="1227" y="2105"/>
                    <a:pt x="1227" y="2102"/>
                    <a:pt x="1223" y="2102"/>
                  </a:cubicBezTo>
                  <a:cubicBezTo>
                    <a:pt x="1189" y="2102"/>
                    <a:pt x="916" y="2303"/>
                    <a:pt x="846" y="2303"/>
                  </a:cubicBezTo>
                  <a:cubicBezTo>
                    <a:pt x="843" y="2303"/>
                    <a:pt x="840" y="2302"/>
                    <a:pt x="837" y="2301"/>
                  </a:cubicBezTo>
                  <a:cubicBezTo>
                    <a:pt x="822" y="2294"/>
                    <a:pt x="805" y="2290"/>
                    <a:pt x="789" y="2290"/>
                  </a:cubicBezTo>
                  <a:cubicBezTo>
                    <a:pt x="748" y="2290"/>
                    <a:pt x="708" y="2313"/>
                    <a:pt x="689" y="2352"/>
                  </a:cubicBezTo>
                  <a:cubicBezTo>
                    <a:pt x="660" y="2412"/>
                    <a:pt x="1" y="3802"/>
                    <a:pt x="584" y="4312"/>
                  </a:cubicBezTo>
                  <a:cubicBezTo>
                    <a:pt x="610" y="4333"/>
                    <a:pt x="708" y="4616"/>
                    <a:pt x="738" y="4632"/>
                  </a:cubicBezTo>
                  <a:cubicBezTo>
                    <a:pt x="764" y="4646"/>
                    <a:pt x="790" y="4652"/>
                    <a:pt x="816" y="4652"/>
                  </a:cubicBezTo>
                  <a:cubicBezTo>
                    <a:pt x="968" y="4652"/>
                    <a:pt x="1140" y="4455"/>
                    <a:pt x="1408" y="4382"/>
                  </a:cubicBezTo>
                  <a:cubicBezTo>
                    <a:pt x="2221" y="4163"/>
                    <a:pt x="3568" y="3258"/>
                    <a:pt x="4015" y="1934"/>
                  </a:cubicBezTo>
                  <a:cubicBezTo>
                    <a:pt x="4229" y="1301"/>
                    <a:pt x="3953" y="798"/>
                    <a:pt x="3726" y="448"/>
                  </a:cubicBezTo>
                  <a:cubicBezTo>
                    <a:pt x="3462" y="43"/>
                    <a:pt x="3272" y="3"/>
                    <a:pt x="3253" y="1"/>
                  </a:cubicBezTo>
                  <a:cubicBezTo>
                    <a:pt x="3249" y="1"/>
                    <a:pt x="3246" y="1"/>
                    <a:pt x="3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3103" name="Google Shape;3103;p141"/>
            <p:cNvSpPr/>
            <p:nvPr/>
          </p:nvSpPr>
          <p:spPr>
            <a:xfrm>
              <a:off x="1795250" y="1146275"/>
              <a:ext cx="88800" cy="86400"/>
            </a:xfrm>
            <a:custGeom>
              <a:rect b="b" l="l" r="r" t="t"/>
              <a:pathLst>
                <a:path extrusionOk="0" h="3456" w="3552">
                  <a:moveTo>
                    <a:pt x="2840" y="1"/>
                  </a:moveTo>
                  <a:cubicBezTo>
                    <a:pt x="2802" y="1"/>
                    <a:pt x="2764" y="21"/>
                    <a:pt x="2744" y="56"/>
                  </a:cubicBezTo>
                  <a:cubicBezTo>
                    <a:pt x="2713" y="109"/>
                    <a:pt x="2730" y="176"/>
                    <a:pt x="2783" y="207"/>
                  </a:cubicBezTo>
                  <a:cubicBezTo>
                    <a:pt x="2786" y="209"/>
                    <a:pt x="2908" y="436"/>
                    <a:pt x="2982" y="818"/>
                  </a:cubicBezTo>
                  <a:cubicBezTo>
                    <a:pt x="3048" y="1158"/>
                    <a:pt x="3098" y="1507"/>
                    <a:pt x="2766" y="1940"/>
                  </a:cubicBezTo>
                  <a:cubicBezTo>
                    <a:pt x="2049" y="2872"/>
                    <a:pt x="1212" y="3099"/>
                    <a:pt x="767" y="3099"/>
                  </a:cubicBezTo>
                  <a:cubicBezTo>
                    <a:pt x="728" y="3099"/>
                    <a:pt x="693" y="3097"/>
                    <a:pt x="661" y="3094"/>
                  </a:cubicBezTo>
                  <a:cubicBezTo>
                    <a:pt x="654" y="3093"/>
                    <a:pt x="648" y="3093"/>
                    <a:pt x="642" y="3093"/>
                  </a:cubicBezTo>
                  <a:cubicBezTo>
                    <a:pt x="560" y="3093"/>
                    <a:pt x="490" y="3143"/>
                    <a:pt x="449" y="3143"/>
                  </a:cubicBezTo>
                  <a:cubicBezTo>
                    <a:pt x="436" y="3143"/>
                    <a:pt x="426" y="3138"/>
                    <a:pt x="419" y="3125"/>
                  </a:cubicBezTo>
                  <a:cubicBezTo>
                    <a:pt x="301" y="2888"/>
                    <a:pt x="1022" y="1805"/>
                    <a:pt x="1406" y="1225"/>
                  </a:cubicBezTo>
                  <a:cubicBezTo>
                    <a:pt x="1414" y="1214"/>
                    <a:pt x="1407" y="1210"/>
                    <a:pt x="1391" y="1210"/>
                  </a:cubicBezTo>
                  <a:cubicBezTo>
                    <a:pt x="1349" y="1210"/>
                    <a:pt x="1244" y="1239"/>
                    <a:pt x="1181" y="1239"/>
                  </a:cubicBezTo>
                  <a:cubicBezTo>
                    <a:pt x="1164" y="1239"/>
                    <a:pt x="1150" y="1236"/>
                    <a:pt x="1141" y="1231"/>
                  </a:cubicBezTo>
                  <a:cubicBezTo>
                    <a:pt x="1123" y="1218"/>
                    <a:pt x="1101" y="1212"/>
                    <a:pt x="1080" y="1212"/>
                  </a:cubicBezTo>
                  <a:cubicBezTo>
                    <a:pt x="1044" y="1212"/>
                    <a:pt x="1009" y="1229"/>
                    <a:pt x="987" y="1262"/>
                  </a:cubicBezTo>
                  <a:cubicBezTo>
                    <a:pt x="821" y="1513"/>
                    <a:pt x="0" y="2788"/>
                    <a:pt x="221" y="3225"/>
                  </a:cubicBezTo>
                  <a:cubicBezTo>
                    <a:pt x="248" y="3278"/>
                    <a:pt x="295" y="3338"/>
                    <a:pt x="381" y="3384"/>
                  </a:cubicBezTo>
                  <a:cubicBezTo>
                    <a:pt x="442" y="3418"/>
                    <a:pt x="522" y="3443"/>
                    <a:pt x="627" y="3453"/>
                  </a:cubicBezTo>
                  <a:cubicBezTo>
                    <a:pt x="649" y="3455"/>
                    <a:pt x="672" y="3456"/>
                    <a:pt x="695" y="3456"/>
                  </a:cubicBezTo>
                  <a:cubicBezTo>
                    <a:pt x="1300" y="3456"/>
                    <a:pt x="2457" y="2775"/>
                    <a:pt x="3178" y="1835"/>
                  </a:cubicBezTo>
                  <a:cubicBezTo>
                    <a:pt x="3551" y="1349"/>
                    <a:pt x="3293" y="1189"/>
                    <a:pt x="3214" y="783"/>
                  </a:cubicBezTo>
                  <a:cubicBezTo>
                    <a:pt x="3120" y="305"/>
                    <a:pt x="2911" y="26"/>
                    <a:pt x="2895" y="16"/>
                  </a:cubicBezTo>
                  <a:cubicBezTo>
                    <a:pt x="2894" y="16"/>
                    <a:pt x="2893" y="15"/>
                    <a:pt x="2892" y="14"/>
                  </a:cubicBezTo>
                  <a:cubicBezTo>
                    <a:pt x="2876" y="5"/>
                    <a:pt x="2858" y="1"/>
                    <a:pt x="28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3104" name="Google Shape;3104;p141"/>
            <p:cNvSpPr/>
            <p:nvPr/>
          </p:nvSpPr>
          <p:spPr>
            <a:xfrm>
              <a:off x="1521425" y="1020725"/>
              <a:ext cx="237225" cy="123775"/>
            </a:xfrm>
            <a:custGeom>
              <a:rect b="b" l="l" r="r" t="t"/>
              <a:pathLst>
                <a:path extrusionOk="0" h="4951" w="9489">
                  <a:moveTo>
                    <a:pt x="8101" y="0"/>
                  </a:moveTo>
                  <a:cubicBezTo>
                    <a:pt x="8053" y="0"/>
                    <a:pt x="8003" y="1"/>
                    <a:pt x="7954" y="3"/>
                  </a:cubicBezTo>
                  <a:cubicBezTo>
                    <a:pt x="7882" y="5"/>
                    <a:pt x="7807" y="10"/>
                    <a:pt x="7731" y="16"/>
                  </a:cubicBezTo>
                  <a:cubicBezTo>
                    <a:pt x="7452" y="37"/>
                    <a:pt x="7155" y="82"/>
                    <a:pt x="6854" y="139"/>
                  </a:cubicBezTo>
                  <a:cubicBezTo>
                    <a:pt x="6782" y="152"/>
                    <a:pt x="6708" y="167"/>
                    <a:pt x="6635" y="181"/>
                  </a:cubicBezTo>
                  <a:cubicBezTo>
                    <a:pt x="6317" y="246"/>
                    <a:pt x="6000" y="318"/>
                    <a:pt x="5698" y="389"/>
                  </a:cubicBezTo>
                  <a:cubicBezTo>
                    <a:pt x="5397" y="458"/>
                    <a:pt x="5113" y="525"/>
                    <a:pt x="4868" y="572"/>
                  </a:cubicBezTo>
                  <a:cubicBezTo>
                    <a:pt x="3470" y="838"/>
                    <a:pt x="124" y="1887"/>
                    <a:pt x="91" y="1897"/>
                  </a:cubicBezTo>
                  <a:cubicBezTo>
                    <a:pt x="31" y="1915"/>
                    <a:pt x="0" y="1979"/>
                    <a:pt x="17" y="2036"/>
                  </a:cubicBezTo>
                  <a:cubicBezTo>
                    <a:pt x="33" y="2084"/>
                    <a:pt x="77" y="2114"/>
                    <a:pt x="124" y="2114"/>
                  </a:cubicBezTo>
                  <a:cubicBezTo>
                    <a:pt x="135" y="2114"/>
                    <a:pt x="146" y="2112"/>
                    <a:pt x="157" y="2109"/>
                  </a:cubicBezTo>
                  <a:cubicBezTo>
                    <a:pt x="190" y="2098"/>
                    <a:pt x="955" y="1859"/>
                    <a:pt x="2342" y="1594"/>
                  </a:cubicBezTo>
                  <a:cubicBezTo>
                    <a:pt x="2591" y="1547"/>
                    <a:pt x="5388" y="882"/>
                    <a:pt x="5691" y="812"/>
                  </a:cubicBezTo>
                  <a:cubicBezTo>
                    <a:pt x="5979" y="746"/>
                    <a:pt x="6251" y="591"/>
                    <a:pt x="6566" y="527"/>
                  </a:cubicBezTo>
                  <a:cubicBezTo>
                    <a:pt x="6637" y="513"/>
                    <a:pt x="6807" y="471"/>
                    <a:pt x="6881" y="457"/>
                  </a:cubicBezTo>
                  <a:cubicBezTo>
                    <a:pt x="7182" y="402"/>
                    <a:pt x="7256" y="422"/>
                    <a:pt x="7536" y="402"/>
                  </a:cubicBezTo>
                  <a:cubicBezTo>
                    <a:pt x="7612" y="396"/>
                    <a:pt x="7911" y="229"/>
                    <a:pt x="7982" y="227"/>
                  </a:cubicBezTo>
                  <a:cubicBezTo>
                    <a:pt x="8020" y="225"/>
                    <a:pt x="8058" y="225"/>
                    <a:pt x="8095" y="225"/>
                  </a:cubicBezTo>
                  <a:cubicBezTo>
                    <a:pt x="8444" y="225"/>
                    <a:pt x="8746" y="277"/>
                    <a:pt x="8957" y="409"/>
                  </a:cubicBezTo>
                  <a:cubicBezTo>
                    <a:pt x="9075" y="482"/>
                    <a:pt x="9165" y="580"/>
                    <a:pt x="9221" y="710"/>
                  </a:cubicBezTo>
                  <a:cubicBezTo>
                    <a:pt x="9226" y="721"/>
                    <a:pt x="9231" y="733"/>
                    <a:pt x="9236" y="746"/>
                  </a:cubicBezTo>
                  <a:cubicBezTo>
                    <a:pt x="9241" y="761"/>
                    <a:pt x="9241" y="781"/>
                    <a:pt x="9234" y="811"/>
                  </a:cubicBezTo>
                  <a:lnTo>
                    <a:pt x="9233" y="811"/>
                  </a:lnTo>
                  <a:cubicBezTo>
                    <a:pt x="9217" y="877"/>
                    <a:pt x="9162" y="979"/>
                    <a:pt x="9050" y="1121"/>
                  </a:cubicBezTo>
                  <a:cubicBezTo>
                    <a:pt x="8897" y="1318"/>
                    <a:pt x="8663" y="1295"/>
                    <a:pt x="8239" y="1664"/>
                  </a:cubicBezTo>
                  <a:cubicBezTo>
                    <a:pt x="8176" y="1720"/>
                    <a:pt x="8079" y="2079"/>
                    <a:pt x="8007" y="2139"/>
                  </a:cubicBezTo>
                  <a:cubicBezTo>
                    <a:pt x="7819" y="2297"/>
                    <a:pt x="7604" y="2470"/>
                    <a:pt x="7360" y="2659"/>
                  </a:cubicBezTo>
                  <a:cubicBezTo>
                    <a:pt x="7298" y="2707"/>
                    <a:pt x="7236" y="2754"/>
                    <a:pt x="7172" y="2802"/>
                  </a:cubicBezTo>
                  <a:cubicBezTo>
                    <a:pt x="7104" y="2853"/>
                    <a:pt x="7044" y="2924"/>
                    <a:pt x="6965" y="2957"/>
                  </a:cubicBezTo>
                  <a:cubicBezTo>
                    <a:pt x="5836" y="3434"/>
                    <a:pt x="4819" y="4437"/>
                    <a:pt x="4164" y="4740"/>
                  </a:cubicBezTo>
                  <a:cubicBezTo>
                    <a:pt x="4108" y="4765"/>
                    <a:pt x="4083" y="4832"/>
                    <a:pt x="4109" y="4887"/>
                  </a:cubicBezTo>
                  <a:cubicBezTo>
                    <a:pt x="4120" y="4910"/>
                    <a:pt x="4137" y="4926"/>
                    <a:pt x="4158" y="4938"/>
                  </a:cubicBezTo>
                  <a:cubicBezTo>
                    <a:pt x="4174" y="4946"/>
                    <a:pt x="4192" y="4951"/>
                    <a:pt x="4210" y="4951"/>
                  </a:cubicBezTo>
                  <a:cubicBezTo>
                    <a:pt x="4226" y="4951"/>
                    <a:pt x="4242" y="4948"/>
                    <a:pt x="4257" y="4941"/>
                  </a:cubicBezTo>
                  <a:cubicBezTo>
                    <a:pt x="4632" y="4769"/>
                    <a:pt x="5150" y="4467"/>
                    <a:pt x="5719" y="4098"/>
                  </a:cubicBezTo>
                  <a:cubicBezTo>
                    <a:pt x="5790" y="4050"/>
                    <a:pt x="5863" y="4003"/>
                    <a:pt x="5936" y="3956"/>
                  </a:cubicBezTo>
                  <a:cubicBezTo>
                    <a:pt x="6282" y="3724"/>
                    <a:pt x="6643" y="3472"/>
                    <a:pt x="6996" y="3210"/>
                  </a:cubicBezTo>
                  <a:cubicBezTo>
                    <a:pt x="7065" y="3161"/>
                    <a:pt x="7133" y="3110"/>
                    <a:pt x="7203" y="3057"/>
                  </a:cubicBezTo>
                  <a:cubicBezTo>
                    <a:pt x="7301" y="2984"/>
                    <a:pt x="7400" y="2909"/>
                    <a:pt x="7496" y="2834"/>
                  </a:cubicBezTo>
                  <a:cubicBezTo>
                    <a:pt x="7693" y="2683"/>
                    <a:pt x="7875" y="2537"/>
                    <a:pt x="8041" y="2399"/>
                  </a:cubicBezTo>
                  <a:cubicBezTo>
                    <a:pt x="8112" y="2342"/>
                    <a:pt x="8179" y="2285"/>
                    <a:pt x="8243" y="2231"/>
                  </a:cubicBezTo>
                  <a:cubicBezTo>
                    <a:pt x="8607" y="1921"/>
                    <a:pt x="8888" y="1653"/>
                    <a:pt x="9089" y="1422"/>
                  </a:cubicBezTo>
                  <a:cubicBezTo>
                    <a:pt x="9104" y="1405"/>
                    <a:pt x="9119" y="1389"/>
                    <a:pt x="9133" y="1372"/>
                  </a:cubicBezTo>
                  <a:cubicBezTo>
                    <a:pt x="9191" y="1303"/>
                    <a:pt x="9241" y="1239"/>
                    <a:pt x="9281" y="1178"/>
                  </a:cubicBezTo>
                  <a:cubicBezTo>
                    <a:pt x="9435" y="960"/>
                    <a:pt x="9489" y="791"/>
                    <a:pt x="9445" y="669"/>
                  </a:cubicBezTo>
                  <a:cubicBezTo>
                    <a:pt x="9427" y="623"/>
                    <a:pt x="9408" y="579"/>
                    <a:pt x="9384" y="538"/>
                  </a:cubicBezTo>
                  <a:cubicBezTo>
                    <a:pt x="9327" y="435"/>
                    <a:pt x="9254" y="348"/>
                    <a:pt x="9165" y="279"/>
                  </a:cubicBezTo>
                  <a:cubicBezTo>
                    <a:pt x="9093" y="222"/>
                    <a:pt x="9012" y="175"/>
                    <a:pt x="8923" y="138"/>
                  </a:cubicBezTo>
                  <a:cubicBezTo>
                    <a:pt x="8696" y="41"/>
                    <a:pt x="8415" y="0"/>
                    <a:pt x="8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3105" name="Google Shape;3105;p141"/>
            <p:cNvSpPr/>
            <p:nvPr/>
          </p:nvSpPr>
          <p:spPr>
            <a:xfrm>
              <a:off x="1624300" y="1115525"/>
              <a:ext cx="48525" cy="116775"/>
            </a:xfrm>
            <a:custGeom>
              <a:rect b="b" l="l" r="r" t="t"/>
              <a:pathLst>
                <a:path extrusionOk="0" h="4671" w="1941">
                  <a:moveTo>
                    <a:pt x="1705" y="0"/>
                  </a:moveTo>
                  <a:cubicBezTo>
                    <a:pt x="1702" y="0"/>
                    <a:pt x="1699" y="0"/>
                    <a:pt x="1697" y="0"/>
                  </a:cubicBezTo>
                  <a:cubicBezTo>
                    <a:pt x="1635" y="7"/>
                    <a:pt x="1590" y="59"/>
                    <a:pt x="1595" y="121"/>
                  </a:cubicBezTo>
                  <a:cubicBezTo>
                    <a:pt x="1596" y="125"/>
                    <a:pt x="1601" y="193"/>
                    <a:pt x="1604" y="306"/>
                  </a:cubicBezTo>
                  <a:cubicBezTo>
                    <a:pt x="1623" y="990"/>
                    <a:pt x="1724" y="3031"/>
                    <a:pt x="209" y="4099"/>
                  </a:cubicBezTo>
                  <a:cubicBezTo>
                    <a:pt x="159" y="4135"/>
                    <a:pt x="0" y="4573"/>
                    <a:pt x="36" y="4624"/>
                  </a:cubicBezTo>
                  <a:cubicBezTo>
                    <a:pt x="46" y="4638"/>
                    <a:pt x="59" y="4650"/>
                    <a:pt x="74" y="4657"/>
                  </a:cubicBezTo>
                  <a:cubicBezTo>
                    <a:pt x="90" y="4666"/>
                    <a:pt x="108" y="4671"/>
                    <a:pt x="126" y="4671"/>
                  </a:cubicBezTo>
                  <a:cubicBezTo>
                    <a:pt x="148" y="4671"/>
                    <a:pt x="171" y="4664"/>
                    <a:pt x="190" y="4650"/>
                  </a:cubicBezTo>
                  <a:cubicBezTo>
                    <a:pt x="1940" y="3416"/>
                    <a:pt x="1847" y="624"/>
                    <a:pt x="1821" y="164"/>
                  </a:cubicBezTo>
                  <a:cubicBezTo>
                    <a:pt x="1818" y="132"/>
                    <a:pt x="1817" y="112"/>
                    <a:pt x="1816" y="103"/>
                  </a:cubicBezTo>
                  <a:cubicBezTo>
                    <a:pt x="1811" y="45"/>
                    <a:pt x="1763" y="0"/>
                    <a:pt x="1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3106" name="Google Shape;3106;p141"/>
            <p:cNvSpPr/>
            <p:nvPr/>
          </p:nvSpPr>
          <p:spPr>
            <a:xfrm>
              <a:off x="1712000" y="950175"/>
              <a:ext cx="19550" cy="6200"/>
            </a:xfrm>
            <a:custGeom>
              <a:rect b="b" l="l" r="r" t="t"/>
              <a:pathLst>
                <a:path extrusionOk="0" h="248" w="782">
                  <a:moveTo>
                    <a:pt x="529" y="0"/>
                  </a:moveTo>
                  <a:cubicBezTo>
                    <a:pt x="499" y="0"/>
                    <a:pt x="470" y="2"/>
                    <a:pt x="440" y="6"/>
                  </a:cubicBezTo>
                  <a:cubicBezTo>
                    <a:pt x="266" y="28"/>
                    <a:pt x="112" y="113"/>
                    <a:pt x="0" y="247"/>
                  </a:cubicBezTo>
                  <a:cubicBezTo>
                    <a:pt x="253" y="181"/>
                    <a:pt x="514" y="112"/>
                    <a:pt x="781" y="48"/>
                  </a:cubicBezTo>
                  <a:cubicBezTo>
                    <a:pt x="702" y="17"/>
                    <a:pt x="617" y="0"/>
                    <a:pt x="5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3107" name="Google Shape;3107;p141"/>
            <p:cNvSpPr/>
            <p:nvPr/>
          </p:nvSpPr>
          <p:spPr>
            <a:xfrm>
              <a:off x="1747750" y="936200"/>
              <a:ext cx="109225" cy="153200"/>
            </a:xfrm>
            <a:custGeom>
              <a:rect b="b" l="l" r="r" t="t"/>
              <a:pathLst>
                <a:path extrusionOk="0" h="6128" w="4369">
                  <a:moveTo>
                    <a:pt x="1866" y="0"/>
                  </a:moveTo>
                  <a:cubicBezTo>
                    <a:pt x="1573" y="0"/>
                    <a:pt x="1241" y="32"/>
                    <a:pt x="863" y="84"/>
                  </a:cubicBezTo>
                  <a:cubicBezTo>
                    <a:pt x="790" y="95"/>
                    <a:pt x="718" y="106"/>
                    <a:pt x="643" y="117"/>
                  </a:cubicBezTo>
                  <a:lnTo>
                    <a:pt x="665" y="333"/>
                  </a:lnTo>
                  <a:cubicBezTo>
                    <a:pt x="740" y="320"/>
                    <a:pt x="813" y="310"/>
                    <a:pt x="887" y="300"/>
                  </a:cubicBezTo>
                  <a:cubicBezTo>
                    <a:pt x="1169" y="261"/>
                    <a:pt x="1430" y="240"/>
                    <a:pt x="1670" y="240"/>
                  </a:cubicBezTo>
                  <a:cubicBezTo>
                    <a:pt x="2329" y="240"/>
                    <a:pt x="2830" y="401"/>
                    <a:pt x="3195" y="806"/>
                  </a:cubicBezTo>
                  <a:cubicBezTo>
                    <a:pt x="4091" y="1801"/>
                    <a:pt x="4112" y="2167"/>
                    <a:pt x="3912" y="2607"/>
                  </a:cubicBezTo>
                  <a:cubicBezTo>
                    <a:pt x="3725" y="3019"/>
                    <a:pt x="2397" y="4590"/>
                    <a:pt x="1433" y="5409"/>
                  </a:cubicBezTo>
                  <a:cubicBezTo>
                    <a:pt x="1363" y="5468"/>
                    <a:pt x="1294" y="5524"/>
                    <a:pt x="1228" y="5575"/>
                  </a:cubicBezTo>
                  <a:cubicBezTo>
                    <a:pt x="961" y="5781"/>
                    <a:pt x="738" y="5908"/>
                    <a:pt x="593" y="5908"/>
                  </a:cubicBezTo>
                  <a:cubicBezTo>
                    <a:pt x="573" y="5908"/>
                    <a:pt x="554" y="5905"/>
                    <a:pt x="537" y="5900"/>
                  </a:cubicBezTo>
                  <a:cubicBezTo>
                    <a:pt x="481" y="5883"/>
                    <a:pt x="431" y="5854"/>
                    <a:pt x="392" y="5812"/>
                  </a:cubicBezTo>
                  <a:cubicBezTo>
                    <a:pt x="352" y="5771"/>
                    <a:pt x="320" y="5716"/>
                    <a:pt x="297" y="5649"/>
                  </a:cubicBezTo>
                  <a:cubicBezTo>
                    <a:pt x="235" y="5478"/>
                    <a:pt x="224" y="5229"/>
                    <a:pt x="275" y="4916"/>
                  </a:cubicBezTo>
                  <a:cubicBezTo>
                    <a:pt x="352" y="4441"/>
                    <a:pt x="445" y="4521"/>
                    <a:pt x="837" y="3783"/>
                  </a:cubicBezTo>
                  <a:cubicBezTo>
                    <a:pt x="895" y="3672"/>
                    <a:pt x="1081" y="2853"/>
                    <a:pt x="1147" y="2737"/>
                  </a:cubicBezTo>
                  <a:cubicBezTo>
                    <a:pt x="1278" y="2511"/>
                    <a:pt x="1461" y="2464"/>
                    <a:pt x="1585" y="2033"/>
                  </a:cubicBezTo>
                  <a:cubicBezTo>
                    <a:pt x="1602" y="1974"/>
                    <a:pt x="1605" y="1913"/>
                    <a:pt x="1555" y="1879"/>
                  </a:cubicBezTo>
                  <a:cubicBezTo>
                    <a:pt x="1536" y="1866"/>
                    <a:pt x="1515" y="1861"/>
                    <a:pt x="1494" y="1861"/>
                  </a:cubicBezTo>
                  <a:cubicBezTo>
                    <a:pt x="1458" y="1861"/>
                    <a:pt x="1422" y="1878"/>
                    <a:pt x="1400" y="1910"/>
                  </a:cubicBezTo>
                  <a:cubicBezTo>
                    <a:pt x="1298" y="2065"/>
                    <a:pt x="1201" y="2219"/>
                    <a:pt x="1108" y="2369"/>
                  </a:cubicBezTo>
                  <a:cubicBezTo>
                    <a:pt x="1043" y="2478"/>
                    <a:pt x="978" y="2586"/>
                    <a:pt x="920" y="2693"/>
                  </a:cubicBezTo>
                  <a:cubicBezTo>
                    <a:pt x="675" y="3123"/>
                    <a:pt x="477" y="3536"/>
                    <a:pt x="331" y="3918"/>
                  </a:cubicBezTo>
                  <a:cubicBezTo>
                    <a:pt x="279" y="4052"/>
                    <a:pt x="235" y="4179"/>
                    <a:pt x="195" y="4304"/>
                  </a:cubicBezTo>
                  <a:cubicBezTo>
                    <a:pt x="146" y="4461"/>
                    <a:pt x="108" y="4611"/>
                    <a:pt x="80" y="4753"/>
                  </a:cubicBezTo>
                  <a:cubicBezTo>
                    <a:pt x="67" y="4807"/>
                    <a:pt x="59" y="4861"/>
                    <a:pt x="50" y="4913"/>
                  </a:cubicBezTo>
                  <a:cubicBezTo>
                    <a:pt x="1" y="5238"/>
                    <a:pt x="12" y="5513"/>
                    <a:pt x="89" y="5725"/>
                  </a:cubicBezTo>
                  <a:cubicBezTo>
                    <a:pt x="112" y="5790"/>
                    <a:pt x="143" y="5848"/>
                    <a:pt x="179" y="5898"/>
                  </a:cubicBezTo>
                  <a:cubicBezTo>
                    <a:pt x="242" y="5991"/>
                    <a:pt x="328" y="6058"/>
                    <a:pt x="428" y="6099"/>
                  </a:cubicBezTo>
                  <a:cubicBezTo>
                    <a:pt x="443" y="6104"/>
                    <a:pt x="458" y="6109"/>
                    <a:pt x="473" y="6114"/>
                  </a:cubicBezTo>
                  <a:cubicBezTo>
                    <a:pt x="503" y="6123"/>
                    <a:pt x="535" y="6127"/>
                    <a:pt x="569" y="6127"/>
                  </a:cubicBezTo>
                  <a:cubicBezTo>
                    <a:pt x="698" y="6127"/>
                    <a:pt x="857" y="6066"/>
                    <a:pt x="1036" y="5961"/>
                  </a:cubicBezTo>
                  <a:cubicBezTo>
                    <a:pt x="1106" y="5920"/>
                    <a:pt x="1179" y="5873"/>
                    <a:pt x="1254" y="5820"/>
                  </a:cubicBezTo>
                  <a:cubicBezTo>
                    <a:pt x="1286" y="5796"/>
                    <a:pt x="1320" y="5772"/>
                    <a:pt x="1353" y="5747"/>
                  </a:cubicBezTo>
                  <a:cubicBezTo>
                    <a:pt x="1389" y="5721"/>
                    <a:pt x="1425" y="5693"/>
                    <a:pt x="1461" y="5664"/>
                  </a:cubicBezTo>
                  <a:lnTo>
                    <a:pt x="1461" y="5663"/>
                  </a:lnTo>
                  <a:cubicBezTo>
                    <a:pt x="2539" y="4807"/>
                    <a:pt x="3950" y="3459"/>
                    <a:pt x="4114" y="2698"/>
                  </a:cubicBezTo>
                  <a:cubicBezTo>
                    <a:pt x="4129" y="2633"/>
                    <a:pt x="4167" y="2577"/>
                    <a:pt x="4192" y="2517"/>
                  </a:cubicBezTo>
                  <a:cubicBezTo>
                    <a:pt x="4219" y="2446"/>
                    <a:pt x="4242" y="2375"/>
                    <a:pt x="4259" y="2303"/>
                  </a:cubicBezTo>
                  <a:cubicBezTo>
                    <a:pt x="4368" y="1870"/>
                    <a:pt x="4017" y="1340"/>
                    <a:pt x="3314" y="560"/>
                  </a:cubicBezTo>
                  <a:cubicBezTo>
                    <a:pt x="2942" y="146"/>
                    <a:pt x="2489" y="0"/>
                    <a:pt x="18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3108" name="Google Shape;3108;p141"/>
            <p:cNvSpPr/>
            <p:nvPr/>
          </p:nvSpPr>
          <p:spPr>
            <a:xfrm>
              <a:off x="1405075" y="959225"/>
              <a:ext cx="314525" cy="337575"/>
            </a:xfrm>
            <a:custGeom>
              <a:rect b="b" l="l" r="r" t="t"/>
              <a:pathLst>
                <a:path extrusionOk="0" h="13503" w="12581">
                  <a:moveTo>
                    <a:pt x="11199" y="1"/>
                  </a:moveTo>
                  <a:cubicBezTo>
                    <a:pt x="11129" y="28"/>
                    <a:pt x="11059" y="55"/>
                    <a:pt x="10985" y="85"/>
                  </a:cubicBezTo>
                  <a:cubicBezTo>
                    <a:pt x="8233" y="1205"/>
                    <a:pt x="2439" y="4322"/>
                    <a:pt x="2292" y="4482"/>
                  </a:cubicBezTo>
                  <a:lnTo>
                    <a:pt x="2017" y="4922"/>
                  </a:lnTo>
                  <a:cubicBezTo>
                    <a:pt x="2007" y="4932"/>
                    <a:pt x="2001" y="4944"/>
                    <a:pt x="1995" y="4957"/>
                  </a:cubicBezTo>
                  <a:lnTo>
                    <a:pt x="104" y="10206"/>
                  </a:lnTo>
                  <a:cubicBezTo>
                    <a:pt x="1" y="10479"/>
                    <a:pt x="408" y="11108"/>
                    <a:pt x="675" y="11224"/>
                  </a:cubicBezTo>
                  <a:lnTo>
                    <a:pt x="2837" y="11967"/>
                  </a:lnTo>
                  <a:cubicBezTo>
                    <a:pt x="2996" y="12042"/>
                    <a:pt x="6138" y="13502"/>
                    <a:pt x="8598" y="13502"/>
                  </a:cubicBezTo>
                  <a:cubicBezTo>
                    <a:pt x="9112" y="13502"/>
                    <a:pt x="9597" y="13438"/>
                    <a:pt x="10018" y="13285"/>
                  </a:cubicBezTo>
                  <a:cubicBezTo>
                    <a:pt x="11100" y="12891"/>
                    <a:pt x="11864" y="12321"/>
                    <a:pt x="12381" y="11801"/>
                  </a:cubicBezTo>
                  <a:cubicBezTo>
                    <a:pt x="12453" y="11731"/>
                    <a:pt x="12519" y="11661"/>
                    <a:pt x="12581" y="11592"/>
                  </a:cubicBezTo>
                  <a:lnTo>
                    <a:pt x="12543" y="11286"/>
                  </a:lnTo>
                  <a:cubicBezTo>
                    <a:pt x="12483" y="11359"/>
                    <a:pt x="12419" y="11433"/>
                    <a:pt x="12347" y="11510"/>
                  </a:cubicBezTo>
                  <a:cubicBezTo>
                    <a:pt x="11847" y="12044"/>
                    <a:pt x="11071" y="12664"/>
                    <a:pt x="9941" y="13076"/>
                  </a:cubicBezTo>
                  <a:cubicBezTo>
                    <a:pt x="9579" y="13208"/>
                    <a:pt x="9165" y="13264"/>
                    <a:pt x="8722" y="13264"/>
                  </a:cubicBezTo>
                  <a:cubicBezTo>
                    <a:pt x="6289" y="13264"/>
                    <a:pt x="3005" y="11574"/>
                    <a:pt x="2963" y="11554"/>
                  </a:cubicBezTo>
                  <a:lnTo>
                    <a:pt x="1028" y="10611"/>
                  </a:lnTo>
                  <a:cubicBezTo>
                    <a:pt x="644" y="10448"/>
                    <a:pt x="523" y="10221"/>
                    <a:pt x="651" y="9824"/>
                  </a:cubicBezTo>
                  <a:lnTo>
                    <a:pt x="1735" y="6549"/>
                  </a:lnTo>
                  <a:cubicBezTo>
                    <a:pt x="2216" y="5284"/>
                    <a:pt x="3092" y="4137"/>
                    <a:pt x="4335" y="3597"/>
                  </a:cubicBezTo>
                  <a:cubicBezTo>
                    <a:pt x="8435" y="1813"/>
                    <a:pt x="8970" y="1147"/>
                    <a:pt x="10745" y="423"/>
                  </a:cubicBezTo>
                  <a:cubicBezTo>
                    <a:pt x="10817" y="393"/>
                    <a:pt x="11156" y="253"/>
                    <a:pt x="11225" y="226"/>
                  </a:cubicBezTo>
                  <a:lnTo>
                    <a:pt x="1119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3109" name="Google Shape;3109;p141"/>
            <p:cNvSpPr/>
            <p:nvPr/>
          </p:nvSpPr>
          <p:spPr>
            <a:xfrm>
              <a:off x="1790975" y="1180175"/>
              <a:ext cx="31175" cy="18175"/>
            </a:xfrm>
            <a:custGeom>
              <a:rect b="b" l="l" r="r" t="t"/>
              <a:pathLst>
                <a:path extrusionOk="0" h="727" w="1247">
                  <a:moveTo>
                    <a:pt x="1116" y="0"/>
                  </a:moveTo>
                  <a:cubicBezTo>
                    <a:pt x="1110" y="0"/>
                    <a:pt x="1103" y="1"/>
                    <a:pt x="1096" y="2"/>
                  </a:cubicBezTo>
                  <a:cubicBezTo>
                    <a:pt x="1089" y="3"/>
                    <a:pt x="1080" y="6"/>
                    <a:pt x="1073" y="9"/>
                  </a:cubicBezTo>
                  <a:cubicBezTo>
                    <a:pt x="1058" y="17"/>
                    <a:pt x="999" y="41"/>
                    <a:pt x="912" y="83"/>
                  </a:cubicBezTo>
                  <a:lnTo>
                    <a:pt x="911" y="83"/>
                  </a:lnTo>
                  <a:cubicBezTo>
                    <a:pt x="756" y="152"/>
                    <a:pt x="507" y="266"/>
                    <a:pt x="214" y="398"/>
                  </a:cubicBezTo>
                  <a:cubicBezTo>
                    <a:pt x="144" y="429"/>
                    <a:pt x="73" y="461"/>
                    <a:pt x="0" y="495"/>
                  </a:cubicBezTo>
                  <a:lnTo>
                    <a:pt x="25" y="726"/>
                  </a:lnTo>
                  <a:cubicBezTo>
                    <a:pt x="98" y="694"/>
                    <a:pt x="168" y="661"/>
                    <a:pt x="239" y="630"/>
                  </a:cubicBezTo>
                  <a:cubicBezTo>
                    <a:pt x="467" y="525"/>
                    <a:pt x="691" y="426"/>
                    <a:pt x="891" y="335"/>
                  </a:cubicBezTo>
                  <a:cubicBezTo>
                    <a:pt x="989" y="291"/>
                    <a:pt x="1078" y="251"/>
                    <a:pt x="1164" y="212"/>
                  </a:cubicBezTo>
                  <a:cubicBezTo>
                    <a:pt x="1220" y="187"/>
                    <a:pt x="1246" y="120"/>
                    <a:pt x="1220" y="66"/>
                  </a:cubicBezTo>
                  <a:cubicBezTo>
                    <a:pt x="1212" y="48"/>
                    <a:pt x="1199" y="33"/>
                    <a:pt x="1184" y="22"/>
                  </a:cubicBezTo>
                  <a:cubicBezTo>
                    <a:pt x="1165" y="8"/>
                    <a:pt x="1141" y="0"/>
                    <a:pt x="1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3110" name="Google Shape;3110;p141"/>
            <p:cNvSpPr/>
            <p:nvPr/>
          </p:nvSpPr>
          <p:spPr>
            <a:xfrm>
              <a:off x="1668125" y="832450"/>
              <a:ext cx="134425" cy="486400"/>
            </a:xfrm>
            <a:custGeom>
              <a:rect b="b" l="l" r="r" t="t"/>
              <a:pathLst>
                <a:path extrusionOk="0" h="19456" w="5377">
                  <a:moveTo>
                    <a:pt x="1097" y="1"/>
                  </a:moveTo>
                  <a:cubicBezTo>
                    <a:pt x="869" y="21"/>
                    <a:pt x="300" y="249"/>
                    <a:pt x="157" y="426"/>
                  </a:cubicBezTo>
                  <a:cubicBezTo>
                    <a:pt x="12" y="604"/>
                    <a:pt x="0" y="1276"/>
                    <a:pt x="28" y="1504"/>
                  </a:cubicBezTo>
                  <a:lnTo>
                    <a:pt x="463" y="5156"/>
                  </a:lnTo>
                  <a:lnTo>
                    <a:pt x="437" y="5776"/>
                  </a:lnTo>
                  <a:lnTo>
                    <a:pt x="767" y="7711"/>
                  </a:lnTo>
                  <a:lnTo>
                    <a:pt x="794" y="7933"/>
                  </a:lnTo>
                  <a:cubicBezTo>
                    <a:pt x="866" y="7919"/>
                    <a:pt x="939" y="7904"/>
                    <a:pt x="1013" y="7891"/>
                  </a:cubicBezTo>
                  <a:lnTo>
                    <a:pt x="986" y="7669"/>
                  </a:lnTo>
                  <a:lnTo>
                    <a:pt x="703" y="5297"/>
                  </a:lnTo>
                  <a:lnTo>
                    <a:pt x="677" y="5072"/>
                  </a:lnTo>
                  <a:lnTo>
                    <a:pt x="353" y="2353"/>
                  </a:lnTo>
                  <a:lnTo>
                    <a:pt x="326" y="2133"/>
                  </a:lnTo>
                  <a:lnTo>
                    <a:pt x="252" y="1511"/>
                  </a:lnTo>
                  <a:cubicBezTo>
                    <a:pt x="232" y="1344"/>
                    <a:pt x="383" y="835"/>
                    <a:pt x="490" y="705"/>
                  </a:cubicBezTo>
                  <a:cubicBezTo>
                    <a:pt x="596" y="573"/>
                    <a:pt x="586" y="355"/>
                    <a:pt x="664" y="349"/>
                  </a:cubicBezTo>
                  <a:lnTo>
                    <a:pt x="1591" y="269"/>
                  </a:lnTo>
                  <a:cubicBezTo>
                    <a:pt x="1633" y="265"/>
                    <a:pt x="1685" y="263"/>
                    <a:pt x="1744" y="263"/>
                  </a:cubicBezTo>
                  <a:cubicBezTo>
                    <a:pt x="2279" y="263"/>
                    <a:pt x="3417" y="416"/>
                    <a:pt x="3448" y="714"/>
                  </a:cubicBezTo>
                  <a:lnTo>
                    <a:pt x="3565" y="1810"/>
                  </a:lnTo>
                  <a:lnTo>
                    <a:pt x="3590" y="2031"/>
                  </a:lnTo>
                  <a:lnTo>
                    <a:pt x="3828" y="4267"/>
                  </a:lnTo>
                  <a:lnTo>
                    <a:pt x="3850" y="4483"/>
                  </a:lnTo>
                  <a:lnTo>
                    <a:pt x="4105" y="6843"/>
                  </a:lnTo>
                  <a:lnTo>
                    <a:pt x="4145" y="7227"/>
                  </a:lnTo>
                  <a:cubicBezTo>
                    <a:pt x="4203" y="7115"/>
                    <a:pt x="4266" y="7003"/>
                    <a:pt x="4332" y="6887"/>
                  </a:cubicBezTo>
                  <a:lnTo>
                    <a:pt x="4293" y="6519"/>
                  </a:lnTo>
                  <a:lnTo>
                    <a:pt x="4072" y="4450"/>
                  </a:lnTo>
                  <a:lnTo>
                    <a:pt x="4048" y="4234"/>
                  </a:lnTo>
                  <a:lnTo>
                    <a:pt x="3669" y="691"/>
                  </a:lnTo>
                  <a:cubicBezTo>
                    <a:pt x="3625" y="269"/>
                    <a:pt x="2648" y="1"/>
                    <a:pt x="2153" y="1"/>
                  </a:cubicBezTo>
                  <a:cubicBezTo>
                    <a:pt x="2119" y="1"/>
                    <a:pt x="2088" y="2"/>
                    <a:pt x="2059" y="5"/>
                  </a:cubicBezTo>
                  <a:lnTo>
                    <a:pt x="1097" y="1"/>
                  </a:lnTo>
                  <a:close/>
                  <a:moveTo>
                    <a:pt x="4620" y="9559"/>
                  </a:moveTo>
                  <a:cubicBezTo>
                    <a:pt x="4548" y="9618"/>
                    <a:pt x="4479" y="9674"/>
                    <a:pt x="4413" y="9725"/>
                  </a:cubicBezTo>
                  <a:lnTo>
                    <a:pt x="4422" y="9801"/>
                  </a:lnTo>
                  <a:lnTo>
                    <a:pt x="4439" y="9970"/>
                  </a:lnTo>
                  <a:lnTo>
                    <a:pt x="4456" y="10124"/>
                  </a:lnTo>
                  <a:cubicBezTo>
                    <a:pt x="4466" y="10099"/>
                    <a:pt x="4476" y="10076"/>
                    <a:pt x="4486" y="10052"/>
                  </a:cubicBezTo>
                  <a:cubicBezTo>
                    <a:pt x="4493" y="10037"/>
                    <a:pt x="4499" y="10023"/>
                    <a:pt x="4506" y="10009"/>
                  </a:cubicBezTo>
                  <a:lnTo>
                    <a:pt x="4506" y="10009"/>
                  </a:lnTo>
                  <a:cubicBezTo>
                    <a:pt x="4506" y="10007"/>
                    <a:pt x="4507" y="10005"/>
                    <a:pt x="4508" y="10003"/>
                  </a:cubicBezTo>
                  <a:cubicBezTo>
                    <a:pt x="4515" y="9987"/>
                    <a:pt x="4522" y="9972"/>
                    <a:pt x="4529" y="9958"/>
                  </a:cubicBezTo>
                  <a:cubicBezTo>
                    <a:pt x="4537" y="9939"/>
                    <a:pt x="4541" y="9918"/>
                    <a:pt x="4538" y="9897"/>
                  </a:cubicBezTo>
                  <a:lnTo>
                    <a:pt x="4538" y="9897"/>
                  </a:lnTo>
                  <a:cubicBezTo>
                    <a:pt x="4538" y="9897"/>
                    <a:pt x="4538" y="9897"/>
                    <a:pt x="4538" y="9897"/>
                  </a:cubicBezTo>
                  <a:cubicBezTo>
                    <a:pt x="4574" y="9871"/>
                    <a:pt x="4610" y="9843"/>
                    <a:pt x="4646" y="9814"/>
                  </a:cubicBezTo>
                  <a:lnTo>
                    <a:pt x="4646" y="9813"/>
                  </a:lnTo>
                  <a:lnTo>
                    <a:pt x="4620" y="9559"/>
                  </a:lnTo>
                  <a:close/>
                  <a:moveTo>
                    <a:pt x="1304" y="10333"/>
                  </a:moveTo>
                  <a:cubicBezTo>
                    <a:pt x="1236" y="10384"/>
                    <a:pt x="1167" y="10437"/>
                    <a:pt x="1097" y="10488"/>
                  </a:cubicBezTo>
                  <a:lnTo>
                    <a:pt x="1128" y="10741"/>
                  </a:lnTo>
                  <a:lnTo>
                    <a:pt x="1825" y="16579"/>
                  </a:lnTo>
                  <a:lnTo>
                    <a:pt x="1859" y="16872"/>
                  </a:lnTo>
                  <a:lnTo>
                    <a:pt x="1908" y="17286"/>
                  </a:lnTo>
                  <a:cubicBezTo>
                    <a:pt x="1911" y="17310"/>
                    <a:pt x="1922" y="17333"/>
                    <a:pt x="1940" y="17351"/>
                  </a:cubicBezTo>
                  <a:lnTo>
                    <a:pt x="4006" y="19422"/>
                  </a:lnTo>
                  <a:cubicBezTo>
                    <a:pt x="4013" y="19431"/>
                    <a:pt x="4021" y="19437"/>
                    <a:pt x="4031" y="19442"/>
                  </a:cubicBezTo>
                  <a:cubicBezTo>
                    <a:pt x="4048" y="19451"/>
                    <a:pt x="4067" y="19456"/>
                    <a:pt x="4086" y="19456"/>
                  </a:cubicBezTo>
                  <a:cubicBezTo>
                    <a:pt x="4093" y="19456"/>
                    <a:pt x="4099" y="19455"/>
                    <a:pt x="4106" y="19454"/>
                  </a:cubicBezTo>
                  <a:cubicBezTo>
                    <a:pt x="4141" y="19447"/>
                    <a:pt x="4172" y="19422"/>
                    <a:pt x="4186" y="19389"/>
                  </a:cubicBezTo>
                  <a:lnTo>
                    <a:pt x="5366" y="16666"/>
                  </a:lnTo>
                  <a:cubicBezTo>
                    <a:pt x="5374" y="16648"/>
                    <a:pt x="5377" y="16629"/>
                    <a:pt x="5374" y="16609"/>
                  </a:cubicBezTo>
                  <a:lnTo>
                    <a:pt x="5273" y="15665"/>
                  </a:lnTo>
                  <a:lnTo>
                    <a:pt x="5269" y="15633"/>
                  </a:lnTo>
                  <a:lnTo>
                    <a:pt x="5153" y="14539"/>
                  </a:lnTo>
                  <a:lnTo>
                    <a:pt x="5128" y="14307"/>
                  </a:lnTo>
                  <a:lnTo>
                    <a:pt x="5058" y="13647"/>
                  </a:lnTo>
                  <a:lnTo>
                    <a:pt x="5056" y="13645"/>
                  </a:lnTo>
                  <a:lnTo>
                    <a:pt x="4991" y="13037"/>
                  </a:lnTo>
                  <a:lnTo>
                    <a:pt x="4991" y="13035"/>
                  </a:lnTo>
                  <a:lnTo>
                    <a:pt x="4904" y="12219"/>
                  </a:lnTo>
                  <a:lnTo>
                    <a:pt x="4879" y="11993"/>
                  </a:lnTo>
                  <a:cubicBezTo>
                    <a:pt x="4825" y="12011"/>
                    <a:pt x="4773" y="12023"/>
                    <a:pt x="4724" y="12033"/>
                  </a:cubicBezTo>
                  <a:cubicBezTo>
                    <a:pt x="4703" y="12037"/>
                    <a:pt x="4682" y="12040"/>
                    <a:pt x="4662" y="12043"/>
                  </a:cubicBezTo>
                  <a:lnTo>
                    <a:pt x="4686" y="12265"/>
                  </a:lnTo>
                  <a:lnTo>
                    <a:pt x="4914" y="14403"/>
                  </a:lnTo>
                  <a:lnTo>
                    <a:pt x="4939" y="14634"/>
                  </a:lnTo>
                  <a:lnTo>
                    <a:pt x="5138" y="16489"/>
                  </a:lnTo>
                  <a:lnTo>
                    <a:pt x="5150" y="16604"/>
                  </a:lnTo>
                  <a:lnTo>
                    <a:pt x="5099" y="16722"/>
                  </a:lnTo>
                  <a:lnTo>
                    <a:pt x="4267" y="18869"/>
                  </a:lnTo>
                  <a:cubicBezTo>
                    <a:pt x="4209" y="19002"/>
                    <a:pt x="4114" y="19056"/>
                    <a:pt x="4003" y="19056"/>
                  </a:cubicBezTo>
                  <a:cubicBezTo>
                    <a:pt x="3821" y="19056"/>
                    <a:pt x="3596" y="18911"/>
                    <a:pt x="3427" y="18741"/>
                  </a:cubicBezTo>
                  <a:lnTo>
                    <a:pt x="2177" y="17274"/>
                  </a:lnTo>
                  <a:lnTo>
                    <a:pt x="2125" y="17220"/>
                  </a:lnTo>
                  <a:lnTo>
                    <a:pt x="2106" y="17061"/>
                  </a:lnTo>
                  <a:lnTo>
                    <a:pt x="2059" y="16663"/>
                  </a:lnTo>
                  <a:lnTo>
                    <a:pt x="1789" y="12645"/>
                  </a:lnTo>
                  <a:cubicBezTo>
                    <a:pt x="1766" y="12312"/>
                    <a:pt x="1712" y="11982"/>
                    <a:pt x="1624" y="11659"/>
                  </a:cubicBezTo>
                  <a:lnTo>
                    <a:pt x="1335" y="10588"/>
                  </a:lnTo>
                  <a:lnTo>
                    <a:pt x="1304" y="1033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3111" name="Google Shape;3111;p141"/>
            <p:cNvSpPr/>
            <p:nvPr/>
          </p:nvSpPr>
          <p:spPr>
            <a:xfrm>
              <a:off x="1671625" y="877425"/>
              <a:ext cx="91400" cy="14075"/>
            </a:xfrm>
            <a:custGeom>
              <a:rect b="b" l="l" r="r" t="t"/>
              <a:pathLst>
                <a:path extrusionOk="0" h="563" w="3656">
                  <a:moveTo>
                    <a:pt x="3539" y="0"/>
                  </a:moveTo>
                  <a:cubicBezTo>
                    <a:pt x="3535" y="0"/>
                    <a:pt x="3532" y="0"/>
                    <a:pt x="3529" y="1"/>
                  </a:cubicBezTo>
                  <a:lnTo>
                    <a:pt x="3425" y="11"/>
                  </a:lnTo>
                  <a:lnTo>
                    <a:pt x="186" y="334"/>
                  </a:lnTo>
                  <a:lnTo>
                    <a:pt x="107" y="341"/>
                  </a:lnTo>
                  <a:cubicBezTo>
                    <a:pt x="45" y="347"/>
                    <a:pt x="0" y="401"/>
                    <a:pt x="7" y="462"/>
                  </a:cubicBezTo>
                  <a:cubicBezTo>
                    <a:pt x="11" y="501"/>
                    <a:pt x="33" y="533"/>
                    <a:pt x="65" y="549"/>
                  </a:cubicBezTo>
                  <a:cubicBezTo>
                    <a:pt x="82" y="558"/>
                    <a:pt x="102" y="563"/>
                    <a:pt x="122" y="563"/>
                  </a:cubicBezTo>
                  <a:cubicBezTo>
                    <a:pt x="124" y="563"/>
                    <a:pt x="126" y="563"/>
                    <a:pt x="128" y="563"/>
                  </a:cubicBezTo>
                  <a:lnTo>
                    <a:pt x="213" y="554"/>
                  </a:lnTo>
                  <a:lnTo>
                    <a:pt x="3450" y="232"/>
                  </a:lnTo>
                  <a:lnTo>
                    <a:pt x="3550" y="222"/>
                  </a:lnTo>
                  <a:cubicBezTo>
                    <a:pt x="3611" y="216"/>
                    <a:pt x="3656" y="162"/>
                    <a:pt x="3650" y="101"/>
                  </a:cubicBezTo>
                  <a:cubicBezTo>
                    <a:pt x="3644" y="44"/>
                    <a:pt x="3595" y="0"/>
                    <a:pt x="35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3112" name="Google Shape;3112;p141"/>
            <p:cNvSpPr/>
            <p:nvPr/>
          </p:nvSpPr>
          <p:spPr>
            <a:xfrm>
              <a:off x="1716800" y="1244300"/>
              <a:ext cx="84800" cy="20475"/>
            </a:xfrm>
            <a:custGeom>
              <a:rect b="b" l="l" r="r" t="t"/>
              <a:pathLst>
                <a:path extrusionOk="0" h="819" w="3392">
                  <a:moveTo>
                    <a:pt x="3272" y="1"/>
                  </a:moveTo>
                  <a:cubicBezTo>
                    <a:pt x="3265" y="1"/>
                    <a:pt x="3258" y="1"/>
                    <a:pt x="3251" y="3"/>
                  </a:cubicBezTo>
                  <a:lnTo>
                    <a:pt x="621" y="501"/>
                  </a:lnTo>
                  <a:lnTo>
                    <a:pt x="111" y="478"/>
                  </a:lnTo>
                  <a:lnTo>
                    <a:pt x="100" y="598"/>
                  </a:lnTo>
                  <a:cubicBezTo>
                    <a:pt x="41" y="610"/>
                    <a:pt x="1" y="667"/>
                    <a:pt x="13" y="727"/>
                  </a:cubicBezTo>
                  <a:cubicBezTo>
                    <a:pt x="19" y="762"/>
                    <a:pt x="40" y="789"/>
                    <a:pt x="68" y="804"/>
                  </a:cubicBezTo>
                  <a:cubicBezTo>
                    <a:pt x="84" y="813"/>
                    <a:pt x="102" y="818"/>
                    <a:pt x="120" y="818"/>
                  </a:cubicBezTo>
                  <a:cubicBezTo>
                    <a:pt x="127" y="818"/>
                    <a:pt x="135" y="817"/>
                    <a:pt x="142" y="816"/>
                  </a:cubicBezTo>
                  <a:lnTo>
                    <a:pt x="230" y="800"/>
                  </a:lnTo>
                  <a:lnTo>
                    <a:pt x="3152" y="248"/>
                  </a:lnTo>
                  <a:lnTo>
                    <a:pt x="3292" y="221"/>
                  </a:lnTo>
                  <a:cubicBezTo>
                    <a:pt x="3353" y="209"/>
                    <a:pt x="3392" y="152"/>
                    <a:pt x="3380" y="92"/>
                  </a:cubicBezTo>
                  <a:cubicBezTo>
                    <a:pt x="3370" y="38"/>
                    <a:pt x="3324" y="1"/>
                    <a:pt x="3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3113" name="Google Shape;3113;p141"/>
            <p:cNvSpPr/>
            <p:nvPr/>
          </p:nvSpPr>
          <p:spPr>
            <a:xfrm>
              <a:off x="1707400" y="950175"/>
              <a:ext cx="61750" cy="242000"/>
            </a:xfrm>
            <a:custGeom>
              <a:rect b="b" l="l" r="r" t="t"/>
              <a:pathLst>
                <a:path extrusionOk="0" h="9680" w="2470">
                  <a:moveTo>
                    <a:pt x="713" y="0"/>
                  </a:moveTo>
                  <a:cubicBezTo>
                    <a:pt x="683" y="0"/>
                    <a:pt x="654" y="2"/>
                    <a:pt x="624" y="6"/>
                  </a:cubicBezTo>
                  <a:cubicBezTo>
                    <a:pt x="450" y="28"/>
                    <a:pt x="296" y="113"/>
                    <a:pt x="184" y="247"/>
                  </a:cubicBezTo>
                  <a:cubicBezTo>
                    <a:pt x="177" y="255"/>
                    <a:pt x="170" y="262"/>
                    <a:pt x="164" y="271"/>
                  </a:cubicBezTo>
                  <a:cubicBezTo>
                    <a:pt x="51" y="418"/>
                    <a:pt x="1" y="600"/>
                    <a:pt x="25" y="784"/>
                  </a:cubicBezTo>
                  <a:lnTo>
                    <a:pt x="292" y="2837"/>
                  </a:lnTo>
                  <a:lnTo>
                    <a:pt x="322" y="3060"/>
                  </a:lnTo>
                  <a:cubicBezTo>
                    <a:pt x="397" y="3054"/>
                    <a:pt x="472" y="3051"/>
                    <a:pt x="545" y="3047"/>
                  </a:cubicBezTo>
                  <a:lnTo>
                    <a:pt x="603" y="2600"/>
                  </a:lnTo>
                  <a:lnTo>
                    <a:pt x="356" y="1325"/>
                  </a:lnTo>
                  <a:cubicBezTo>
                    <a:pt x="340" y="1201"/>
                    <a:pt x="320" y="860"/>
                    <a:pt x="398" y="760"/>
                  </a:cubicBezTo>
                  <a:cubicBezTo>
                    <a:pt x="475" y="659"/>
                    <a:pt x="455" y="493"/>
                    <a:pt x="580" y="477"/>
                  </a:cubicBezTo>
                  <a:cubicBezTo>
                    <a:pt x="672" y="465"/>
                    <a:pt x="823" y="274"/>
                    <a:pt x="913" y="274"/>
                  </a:cubicBezTo>
                  <a:cubicBezTo>
                    <a:pt x="922" y="274"/>
                    <a:pt x="930" y="276"/>
                    <a:pt x="938" y="280"/>
                  </a:cubicBezTo>
                  <a:cubicBezTo>
                    <a:pt x="1067" y="350"/>
                    <a:pt x="1161" y="477"/>
                    <a:pt x="1181" y="633"/>
                  </a:cubicBezTo>
                  <a:lnTo>
                    <a:pt x="1484" y="2960"/>
                  </a:lnTo>
                  <a:lnTo>
                    <a:pt x="1519" y="3230"/>
                  </a:lnTo>
                  <a:cubicBezTo>
                    <a:pt x="1637" y="3304"/>
                    <a:pt x="1727" y="3402"/>
                    <a:pt x="1782" y="3532"/>
                  </a:cubicBezTo>
                  <a:lnTo>
                    <a:pt x="1726" y="3100"/>
                  </a:lnTo>
                  <a:lnTo>
                    <a:pt x="1401" y="604"/>
                  </a:lnTo>
                  <a:cubicBezTo>
                    <a:pt x="1367" y="345"/>
                    <a:pt x="1194" y="137"/>
                    <a:pt x="965" y="48"/>
                  </a:cubicBezTo>
                  <a:cubicBezTo>
                    <a:pt x="886" y="17"/>
                    <a:pt x="801" y="0"/>
                    <a:pt x="713" y="0"/>
                  </a:cubicBezTo>
                  <a:close/>
                  <a:moveTo>
                    <a:pt x="1794" y="3633"/>
                  </a:moveTo>
                  <a:cubicBezTo>
                    <a:pt x="1778" y="3699"/>
                    <a:pt x="1723" y="3801"/>
                    <a:pt x="1611" y="3943"/>
                  </a:cubicBezTo>
                  <a:lnTo>
                    <a:pt x="1650" y="4244"/>
                  </a:lnTo>
                  <a:lnTo>
                    <a:pt x="1664" y="4355"/>
                  </a:lnTo>
                  <a:lnTo>
                    <a:pt x="1792" y="5339"/>
                  </a:lnTo>
                  <a:lnTo>
                    <a:pt x="2072" y="8237"/>
                  </a:lnTo>
                  <a:cubicBezTo>
                    <a:pt x="2089" y="8362"/>
                    <a:pt x="2208" y="8914"/>
                    <a:pt x="2130" y="9014"/>
                  </a:cubicBezTo>
                  <a:cubicBezTo>
                    <a:pt x="2054" y="9114"/>
                    <a:pt x="1942" y="9178"/>
                    <a:pt x="1818" y="9194"/>
                  </a:cubicBezTo>
                  <a:cubicBezTo>
                    <a:pt x="1798" y="9197"/>
                    <a:pt x="1777" y="9198"/>
                    <a:pt x="1757" y="9198"/>
                  </a:cubicBezTo>
                  <a:cubicBezTo>
                    <a:pt x="1524" y="9198"/>
                    <a:pt x="1321" y="9025"/>
                    <a:pt x="1290" y="8787"/>
                  </a:cubicBezTo>
                  <a:lnTo>
                    <a:pt x="804" y="5053"/>
                  </a:lnTo>
                  <a:lnTo>
                    <a:pt x="770" y="4788"/>
                  </a:lnTo>
                  <a:cubicBezTo>
                    <a:pt x="706" y="4843"/>
                    <a:pt x="640" y="4901"/>
                    <a:pt x="568" y="4961"/>
                  </a:cubicBezTo>
                  <a:lnTo>
                    <a:pt x="602" y="5221"/>
                  </a:lnTo>
                  <a:lnTo>
                    <a:pt x="1069" y="8816"/>
                  </a:lnTo>
                  <a:cubicBezTo>
                    <a:pt x="1099" y="9045"/>
                    <a:pt x="1177" y="9460"/>
                    <a:pt x="1366" y="9563"/>
                  </a:cubicBezTo>
                  <a:cubicBezTo>
                    <a:pt x="1475" y="9622"/>
                    <a:pt x="1781" y="9680"/>
                    <a:pt x="1956" y="9680"/>
                  </a:cubicBezTo>
                  <a:cubicBezTo>
                    <a:pt x="1980" y="9680"/>
                    <a:pt x="2002" y="9679"/>
                    <a:pt x="2020" y="9676"/>
                  </a:cubicBezTo>
                  <a:cubicBezTo>
                    <a:pt x="2204" y="9652"/>
                    <a:pt x="2193" y="9297"/>
                    <a:pt x="2306" y="9150"/>
                  </a:cubicBezTo>
                  <a:cubicBezTo>
                    <a:pt x="2420" y="9002"/>
                    <a:pt x="2470" y="8820"/>
                    <a:pt x="2446" y="8637"/>
                  </a:cubicBezTo>
                  <a:lnTo>
                    <a:pt x="2042" y="5540"/>
                  </a:lnTo>
                  <a:lnTo>
                    <a:pt x="2006" y="5253"/>
                  </a:lnTo>
                  <a:lnTo>
                    <a:pt x="1889" y="4358"/>
                  </a:lnTo>
                  <a:lnTo>
                    <a:pt x="1842" y="4000"/>
                  </a:lnTo>
                  <a:lnTo>
                    <a:pt x="1809" y="3745"/>
                  </a:lnTo>
                  <a:lnTo>
                    <a:pt x="1794" y="363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</p:grpSp>
      <p:sp>
        <p:nvSpPr>
          <p:cNvPr id="3114" name="Google Shape;3114;p141"/>
          <p:cNvSpPr/>
          <p:nvPr/>
        </p:nvSpPr>
        <p:spPr>
          <a:xfrm>
            <a:off x="383871" y="756723"/>
            <a:ext cx="658711" cy="542172"/>
          </a:xfrm>
          <a:custGeom>
            <a:rect b="b" l="l" r="r" t="t"/>
            <a:pathLst>
              <a:path extrusionOk="0" h="9258" w="11248">
                <a:moveTo>
                  <a:pt x="5937" y="3388"/>
                </a:moveTo>
                <a:cubicBezTo>
                  <a:pt x="6793" y="3388"/>
                  <a:pt x="7627" y="3826"/>
                  <a:pt x="8094" y="4613"/>
                </a:cubicBezTo>
                <a:cubicBezTo>
                  <a:pt x="8122" y="4659"/>
                  <a:pt x="8149" y="4707"/>
                  <a:pt x="8173" y="4756"/>
                </a:cubicBezTo>
                <a:lnTo>
                  <a:pt x="7540" y="5109"/>
                </a:lnTo>
                <a:cubicBezTo>
                  <a:pt x="7519" y="5066"/>
                  <a:pt x="7496" y="5023"/>
                  <a:pt x="7472" y="4983"/>
                </a:cubicBezTo>
                <a:cubicBezTo>
                  <a:pt x="7159" y="4455"/>
                  <a:pt x="6768" y="4186"/>
                  <a:pt x="6242" y="4138"/>
                </a:cubicBezTo>
                <a:cubicBezTo>
                  <a:pt x="6180" y="4132"/>
                  <a:pt x="6113" y="4129"/>
                  <a:pt x="6043" y="4129"/>
                </a:cubicBezTo>
                <a:cubicBezTo>
                  <a:pt x="5710" y="4129"/>
                  <a:pt x="5311" y="4196"/>
                  <a:pt x="5033" y="4361"/>
                </a:cubicBezTo>
                <a:cubicBezTo>
                  <a:pt x="4625" y="4603"/>
                  <a:pt x="4335" y="4990"/>
                  <a:pt x="4218" y="5452"/>
                </a:cubicBezTo>
                <a:cubicBezTo>
                  <a:pt x="4100" y="5913"/>
                  <a:pt x="4170" y="6392"/>
                  <a:pt x="4412" y="6800"/>
                </a:cubicBezTo>
                <a:cubicBezTo>
                  <a:pt x="4454" y="6871"/>
                  <a:pt x="4502" y="6940"/>
                  <a:pt x="4555" y="7005"/>
                </a:cubicBezTo>
                <a:lnTo>
                  <a:pt x="3914" y="7361"/>
                </a:lnTo>
                <a:cubicBezTo>
                  <a:pt x="3869" y="7299"/>
                  <a:pt x="3828" y="7235"/>
                  <a:pt x="3788" y="7169"/>
                </a:cubicBezTo>
                <a:cubicBezTo>
                  <a:pt x="3524" y="6725"/>
                  <a:pt x="3517" y="6183"/>
                  <a:pt x="3545" y="5711"/>
                </a:cubicBezTo>
                <a:cubicBezTo>
                  <a:pt x="3582" y="5093"/>
                  <a:pt x="3805" y="4249"/>
                  <a:pt x="4663" y="3738"/>
                </a:cubicBezTo>
                <a:cubicBezTo>
                  <a:pt x="5063" y="3501"/>
                  <a:pt x="5503" y="3388"/>
                  <a:pt x="5937" y="3388"/>
                </a:cubicBezTo>
                <a:close/>
                <a:moveTo>
                  <a:pt x="6046" y="2426"/>
                </a:moveTo>
                <a:cubicBezTo>
                  <a:pt x="6333" y="2426"/>
                  <a:pt x="6616" y="2450"/>
                  <a:pt x="6875" y="2498"/>
                </a:cubicBezTo>
                <a:cubicBezTo>
                  <a:pt x="7789" y="2666"/>
                  <a:pt x="8396" y="3128"/>
                  <a:pt x="8969" y="4093"/>
                </a:cubicBezTo>
                <a:cubicBezTo>
                  <a:pt x="9004" y="4150"/>
                  <a:pt x="9034" y="4206"/>
                  <a:pt x="9063" y="4260"/>
                </a:cubicBezTo>
                <a:lnTo>
                  <a:pt x="8392" y="4634"/>
                </a:lnTo>
                <a:cubicBezTo>
                  <a:pt x="8367" y="4584"/>
                  <a:pt x="8339" y="4534"/>
                  <a:pt x="8310" y="4485"/>
                </a:cubicBezTo>
                <a:cubicBezTo>
                  <a:pt x="7854" y="3716"/>
                  <a:pt x="6836" y="3250"/>
                  <a:pt x="6084" y="3142"/>
                </a:cubicBezTo>
                <a:cubicBezTo>
                  <a:pt x="5965" y="3125"/>
                  <a:pt x="5854" y="3117"/>
                  <a:pt x="5750" y="3117"/>
                </a:cubicBezTo>
                <a:cubicBezTo>
                  <a:pt x="5311" y="3117"/>
                  <a:pt x="4974" y="3263"/>
                  <a:pt x="4535" y="3522"/>
                </a:cubicBezTo>
                <a:cubicBezTo>
                  <a:pt x="3904" y="3898"/>
                  <a:pt x="3455" y="4498"/>
                  <a:pt x="3273" y="5211"/>
                </a:cubicBezTo>
                <a:cubicBezTo>
                  <a:pt x="3092" y="5925"/>
                  <a:pt x="3198" y="6666"/>
                  <a:pt x="3573" y="7298"/>
                </a:cubicBezTo>
                <a:cubicBezTo>
                  <a:pt x="3612" y="7363"/>
                  <a:pt x="3652" y="7425"/>
                  <a:pt x="3694" y="7483"/>
                </a:cubicBezTo>
                <a:lnTo>
                  <a:pt x="3020" y="7856"/>
                </a:lnTo>
                <a:cubicBezTo>
                  <a:pt x="2985" y="7804"/>
                  <a:pt x="2950" y="7748"/>
                  <a:pt x="2914" y="7689"/>
                </a:cubicBezTo>
                <a:cubicBezTo>
                  <a:pt x="2435" y="6881"/>
                  <a:pt x="2298" y="5934"/>
                  <a:pt x="2531" y="5022"/>
                </a:cubicBezTo>
                <a:cubicBezTo>
                  <a:pt x="2764" y="4110"/>
                  <a:pt x="3336" y="3343"/>
                  <a:pt x="4144" y="2863"/>
                </a:cubicBezTo>
                <a:cubicBezTo>
                  <a:pt x="4493" y="2656"/>
                  <a:pt x="4959" y="2515"/>
                  <a:pt x="5489" y="2456"/>
                </a:cubicBezTo>
                <a:cubicBezTo>
                  <a:pt x="5673" y="2436"/>
                  <a:pt x="5860" y="2426"/>
                  <a:pt x="6046" y="2426"/>
                </a:cubicBezTo>
                <a:close/>
                <a:moveTo>
                  <a:pt x="6085" y="1484"/>
                </a:moveTo>
                <a:cubicBezTo>
                  <a:pt x="6298" y="1484"/>
                  <a:pt x="6540" y="1490"/>
                  <a:pt x="6804" y="1507"/>
                </a:cubicBezTo>
                <a:lnTo>
                  <a:pt x="6819" y="1509"/>
                </a:lnTo>
                <a:cubicBezTo>
                  <a:pt x="7235" y="1535"/>
                  <a:pt x="7871" y="1773"/>
                  <a:pt x="8436" y="2116"/>
                </a:cubicBezTo>
                <a:cubicBezTo>
                  <a:pt x="9116" y="2526"/>
                  <a:pt x="9627" y="3034"/>
                  <a:pt x="9879" y="3548"/>
                </a:cubicBezTo>
                <a:cubicBezTo>
                  <a:pt x="9905" y="3599"/>
                  <a:pt x="9933" y="3648"/>
                  <a:pt x="9961" y="3696"/>
                </a:cubicBezTo>
                <a:cubicBezTo>
                  <a:pt x="9970" y="3712"/>
                  <a:pt x="9980" y="3728"/>
                  <a:pt x="9988" y="3746"/>
                </a:cubicBezTo>
                <a:lnTo>
                  <a:pt x="9282" y="4139"/>
                </a:lnTo>
                <a:cubicBezTo>
                  <a:pt x="9252" y="4081"/>
                  <a:pt x="9220" y="4023"/>
                  <a:pt x="9186" y="3965"/>
                </a:cubicBezTo>
                <a:cubicBezTo>
                  <a:pt x="8481" y="2779"/>
                  <a:pt x="7224" y="2119"/>
                  <a:pt x="5936" y="2119"/>
                </a:cubicBezTo>
                <a:cubicBezTo>
                  <a:pt x="5281" y="2119"/>
                  <a:pt x="4618" y="2290"/>
                  <a:pt x="4016" y="2647"/>
                </a:cubicBezTo>
                <a:cubicBezTo>
                  <a:pt x="3471" y="2970"/>
                  <a:pt x="3158" y="3216"/>
                  <a:pt x="2844" y="3737"/>
                </a:cubicBezTo>
                <a:cubicBezTo>
                  <a:pt x="2494" y="4320"/>
                  <a:pt x="2279" y="5033"/>
                  <a:pt x="2237" y="5743"/>
                </a:cubicBezTo>
                <a:cubicBezTo>
                  <a:pt x="2192" y="6517"/>
                  <a:pt x="2351" y="7234"/>
                  <a:pt x="2699" y="7817"/>
                </a:cubicBezTo>
                <a:cubicBezTo>
                  <a:pt x="2732" y="7873"/>
                  <a:pt x="2766" y="7927"/>
                  <a:pt x="2800" y="7978"/>
                </a:cubicBezTo>
                <a:lnTo>
                  <a:pt x="2090" y="8372"/>
                </a:lnTo>
                <a:cubicBezTo>
                  <a:pt x="2060" y="8325"/>
                  <a:pt x="2031" y="8278"/>
                  <a:pt x="2002" y="8230"/>
                </a:cubicBezTo>
                <a:cubicBezTo>
                  <a:pt x="1687" y="7699"/>
                  <a:pt x="1485" y="7122"/>
                  <a:pt x="1403" y="6515"/>
                </a:cubicBezTo>
                <a:cubicBezTo>
                  <a:pt x="1323" y="5927"/>
                  <a:pt x="1357" y="5337"/>
                  <a:pt x="1504" y="4760"/>
                </a:cubicBezTo>
                <a:cubicBezTo>
                  <a:pt x="1651" y="4184"/>
                  <a:pt x="1904" y="3649"/>
                  <a:pt x="2254" y="3172"/>
                </a:cubicBezTo>
                <a:cubicBezTo>
                  <a:pt x="2618" y="2678"/>
                  <a:pt x="3071" y="2267"/>
                  <a:pt x="3602" y="1952"/>
                </a:cubicBezTo>
                <a:cubicBezTo>
                  <a:pt x="4019" y="1705"/>
                  <a:pt x="4648" y="1553"/>
                  <a:pt x="5471" y="1502"/>
                </a:cubicBezTo>
                <a:cubicBezTo>
                  <a:pt x="5629" y="1492"/>
                  <a:pt x="5837" y="1484"/>
                  <a:pt x="6085" y="1484"/>
                </a:cubicBezTo>
                <a:close/>
                <a:moveTo>
                  <a:pt x="5917" y="242"/>
                </a:moveTo>
                <a:cubicBezTo>
                  <a:pt x="6363" y="242"/>
                  <a:pt x="6810" y="298"/>
                  <a:pt x="7249" y="410"/>
                </a:cubicBezTo>
                <a:cubicBezTo>
                  <a:pt x="8655" y="771"/>
                  <a:pt x="9854" y="1683"/>
                  <a:pt x="10623" y="2977"/>
                </a:cubicBezTo>
                <a:cubicBezTo>
                  <a:pt x="10653" y="3029"/>
                  <a:pt x="10720" y="3082"/>
                  <a:pt x="10792" y="3139"/>
                </a:cubicBezTo>
                <a:cubicBezTo>
                  <a:pt x="10832" y="3170"/>
                  <a:pt x="10875" y="3204"/>
                  <a:pt x="10906" y="3235"/>
                </a:cubicBezTo>
                <a:lnTo>
                  <a:pt x="10209" y="3623"/>
                </a:lnTo>
                <a:cubicBezTo>
                  <a:pt x="10173" y="3556"/>
                  <a:pt x="10136" y="3489"/>
                  <a:pt x="10096" y="3424"/>
                </a:cubicBezTo>
                <a:cubicBezTo>
                  <a:pt x="9765" y="2866"/>
                  <a:pt x="9337" y="2395"/>
                  <a:pt x="8822" y="2025"/>
                </a:cubicBezTo>
                <a:cubicBezTo>
                  <a:pt x="8329" y="1670"/>
                  <a:pt x="7772" y="1417"/>
                  <a:pt x="7166" y="1271"/>
                </a:cubicBezTo>
                <a:cubicBezTo>
                  <a:pt x="6776" y="1178"/>
                  <a:pt x="6375" y="1131"/>
                  <a:pt x="5971" y="1131"/>
                </a:cubicBezTo>
                <a:cubicBezTo>
                  <a:pt x="5125" y="1131"/>
                  <a:pt x="4269" y="1335"/>
                  <a:pt x="3477" y="1734"/>
                </a:cubicBezTo>
                <a:cubicBezTo>
                  <a:pt x="2915" y="2018"/>
                  <a:pt x="2337" y="2672"/>
                  <a:pt x="2044" y="3037"/>
                </a:cubicBezTo>
                <a:cubicBezTo>
                  <a:pt x="1441" y="3785"/>
                  <a:pt x="1099" y="4673"/>
                  <a:pt x="1057" y="5603"/>
                </a:cubicBezTo>
                <a:cubicBezTo>
                  <a:pt x="1013" y="6530"/>
                  <a:pt x="1266" y="7482"/>
                  <a:pt x="1786" y="8358"/>
                </a:cubicBezTo>
                <a:cubicBezTo>
                  <a:pt x="1813" y="8404"/>
                  <a:pt x="1841" y="8449"/>
                  <a:pt x="1870" y="8494"/>
                </a:cubicBezTo>
                <a:lnTo>
                  <a:pt x="1389" y="8761"/>
                </a:lnTo>
                <a:lnTo>
                  <a:pt x="1382" y="8764"/>
                </a:lnTo>
                <a:lnTo>
                  <a:pt x="1200" y="8946"/>
                </a:lnTo>
                <a:cubicBezTo>
                  <a:pt x="1163" y="8890"/>
                  <a:pt x="1127" y="8832"/>
                  <a:pt x="1091" y="8771"/>
                </a:cubicBezTo>
                <a:cubicBezTo>
                  <a:pt x="630" y="7996"/>
                  <a:pt x="373" y="7183"/>
                  <a:pt x="325" y="6354"/>
                </a:cubicBezTo>
                <a:cubicBezTo>
                  <a:pt x="279" y="5560"/>
                  <a:pt x="425" y="4745"/>
                  <a:pt x="761" y="3938"/>
                </a:cubicBezTo>
                <a:cubicBezTo>
                  <a:pt x="1075" y="3179"/>
                  <a:pt x="1792" y="1794"/>
                  <a:pt x="3061" y="1041"/>
                </a:cubicBezTo>
                <a:cubicBezTo>
                  <a:pt x="3950" y="513"/>
                  <a:pt x="4932" y="242"/>
                  <a:pt x="5917" y="242"/>
                </a:cubicBezTo>
                <a:close/>
                <a:moveTo>
                  <a:pt x="5928" y="0"/>
                </a:moveTo>
                <a:cubicBezTo>
                  <a:pt x="4873" y="0"/>
                  <a:pt x="3844" y="283"/>
                  <a:pt x="2932" y="825"/>
                </a:cubicBezTo>
                <a:cubicBezTo>
                  <a:pt x="2250" y="1230"/>
                  <a:pt x="1667" y="1759"/>
                  <a:pt x="1199" y="2394"/>
                </a:cubicBezTo>
                <a:cubicBezTo>
                  <a:pt x="747" y="3007"/>
                  <a:pt x="422" y="3695"/>
                  <a:pt x="233" y="4437"/>
                </a:cubicBezTo>
                <a:cubicBezTo>
                  <a:pt x="44" y="5179"/>
                  <a:pt x="0" y="5938"/>
                  <a:pt x="104" y="6693"/>
                </a:cubicBezTo>
                <a:cubicBezTo>
                  <a:pt x="209" y="7474"/>
                  <a:pt x="469" y="8217"/>
                  <a:pt x="875" y="8900"/>
                </a:cubicBezTo>
                <a:cubicBezTo>
                  <a:pt x="922" y="8980"/>
                  <a:pt x="970" y="9056"/>
                  <a:pt x="1017" y="9128"/>
                </a:cubicBezTo>
                <a:lnTo>
                  <a:pt x="1042" y="9164"/>
                </a:lnTo>
                <a:cubicBezTo>
                  <a:pt x="1069" y="9206"/>
                  <a:pt x="1125" y="9211"/>
                  <a:pt x="1179" y="9214"/>
                </a:cubicBezTo>
                <a:cubicBezTo>
                  <a:pt x="1198" y="9216"/>
                  <a:pt x="1227" y="9218"/>
                  <a:pt x="1239" y="9223"/>
                </a:cubicBezTo>
                <a:lnTo>
                  <a:pt x="1264" y="9258"/>
                </a:lnTo>
                <a:lnTo>
                  <a:pt x="1513" y="9109"/>
                </a:lnTo>
                <a:lnTo>
                  <a:pt x="2067" y="8780"/>
                </a:lnTo>
                <a:lnTo>
                  <a:pt x="2244" y="8676"/>
                </a:lnTo>
                <a:lnTo>
                  <a:pt x="3149" y="8138"/>
                </a:lnTo>
                <a:lnTo>
                  <a:pt x="3205" y="8105"/>
                </a:lnTo>
                <a:lnTo>
                  <a:pt x="4735" y="7197"/>
                </a:lnTo>
                <a:lnTo>
                  <a:pt x="4898" y="7100"/>
                </a:lnTo>
                <a:lnTo>
                  <a:pt x="4959" y="7064"/>
                </a:lnTo>
                <a:lnTo>
                  <a:pt x="4907" y="7015"/>
                </a:lnTo>
                <a:cubicBezTo>
                  <a:pt x="4900" y="7009"/>
                  <a:pt x="4894" y="7003"/>
                  <a:pt x="4887" y="6997"/>
                </a:cubicBezTo>
                <a:cubicBezTo>
                  <a:pt x="4856" y="6968"/>
                  <a:pt x="4830" y="6941"/>
                  <a:pt x="4806" y="6913"/>
                </a:cubicBezTo>
                <a:cubicBezTo>
                  <a:pt x="4777" y="6881"/>
                  <a:pt x="4758" y="6802"/>
                  <a:pt x="4741" y="6732"/>
                </a:cubicBezTo>
                <a:cubicBezTo>
                  <a:pt x="4725" y="6663"/>
                  <a:pt x="4709" y="6597"/>
                  <a:pt x="4680" y="6549"/>
                </a:cubicBezTo>
                <a:cubicBezTo>
                  <a:pt x="4471" y="6196"/>
                  <a:pt x="4402" y="5807"/>
                  <a:pt x="4488" y="5452"/>
                </a:cubicBezTo>
                <a:cubicBezTo>
                  <a:pt x="4574" y="5089"/>
                  <a:pt x="4807" y="4786"/>
                  <a:pt x="5161" y="4577"/>
                </a:cubicBezTo>
                <a:cubicBezTo>
                  <a:pt x="5405" y="4432"/>
                  <a:pt x="5674" y="4363"/>
                  <a:pt x="5939" y="4363"/>
                </a:cubicBezTo>
                <a:cubicBezTo>
                  <a:pt x="6461" y="4363"/>
                  <a:pt x="6970" y="4630"/>
                  <a:pt x="7256" y="5111"/>
                </a:cubicBezTo>
                <a:cubicBezTo>
                  <a:pt x="7307" y="5196"/>
                  <a:pt x="7350" y="5288"/>
                  <a:pt x="7383" y="5383"/>
                </a:cubicBezTo>
                <a:cubicBezTo>
                  <a:pt x="7388" y="5397"/>
                  <a:pt x="7394" y="5412"/>
                  <a:pt x="7398" y="5427"/>
                </a:cubicBezTo>
                <a:cubicBezTo>
                  <a:pt x="7410" y="5467"/>
                  <a:pt x="7420" y="5502"/>
                  <a:pt x="7425" y="5520"/>
                </a:cubicBezTo>
                <a:lnTo>
                  <a:pt x="7442" y="5589"/>
                </a:lnTo>
                <a:lnTo>
                  <a:pt x="7499" y="5555"/>
                </a:lnTo>
                <a:lnTo>
                  <a:pt x="8310" y="5073"/>
                </a:lnTo>
                <a:lnTo>
                  <a:pt x="8481" y="4972"/>
                </a:lnTo>
                <a:lnTo>
                  <a:pt x="9229" y="4529"/>
                </a:lnTo>
                <a:lnTo>
                  <a:pt x="9416" y="4418"/>
                </a:lnTo>
                <a:lnTo>
                  <a:pt x="10116" y="4002"/>
                </a:lnTo>
                <a:lnTo>
                  <a:pt x="10243" y="3926"/>
                </a:lnTo>
                <a:lnTo>
                  <a:pt x="11248" y="3330"/>
                </a:lnTo>
                <a:lnTo>
                  <a:pt x="11227" y="3285"/>
                </a:lnTo>
                <a:cubicBezTo>
                  <a:pt x="11206" y="3242"/>
                  <a:pt x="11184" y="3199"/>
                  <a:pt x="11161" y="3156"/>
                </a:cubicBezTo>
                <a:cubicBezTo>
                  <a:pt x="11161" y="3156"/>
                  <a:pt x="11161" y="3155"/>
                  <a:pt x="11161" y="3155"/>
                </a:cubicBezTo>
                <a:lnTo>
                  <a:pt x="11136" y="3107"/>
                </a:lnTo>
                <a:cubicBezTo>
                  <a:pt x="11096" y="3035"/>
                  <a:pt x="11055" y="2959"/>
                  <a:pt x="11009" y="2882"/>
                </a:cubicBezTo>
                <a:cubicBezTo>
                  <a:pt x="10001" y="1187"/>
                  <a:pt x="8219" y="112"/>
                  <a:pt x="6242" y="9"/>
                </a:cubicBezTo>
                <a:cubicBezTo>
                  <a:pt x="6137" y="3"/>
                  <a:pt x="6032" y="0"/>
                  <a:pt x="592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3115" name="Google Shape;3115;p141"/>
          <p:cNvSpPr/>
          <p:nvPr/>
        </p:nvSpPr>
        <p:spPr>
          <a:xfrm rot="-906757">
            <a:off x="3597981" y="4729094"/>
            <a:ext cx="755185" cy="17692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16" name="Google Shape;3116;p141"/>
          <p:cNvGrpSpPr/>
          <p:nvPr/>
        </p:nvGrpSpPr>
        <p:grpSpPr>
          <a:xfrm>
            <a:off x="8692549" y="1738522"/>
            <a:ext cx="221772" cy="200884"/>
            <a:chOff x="1640475" y="1197075"/>
            <a:chExt cx="55475" cy="50250"/>
          </a:xfrm>
        </p:grpSpPr>
        <p:sp>
          <p:nvSpPr>
            <p:cNvPr id="3117" name="Google Shape;3117;p14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14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14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20" name="Google Shape;3120;p141"/>
          <p:cNvSpPr/>
          <p:nvPr/>
        </p:nvSpPr>
        <p:spPr>
          <a:xfrm>
            <a:off x="8536325" y="4434061"/>
            <a:ext cx="609613" cy="95515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21" name="Google Shape;3121;p141"/>
          <p:cNvSpPr/>
          <p:nvPr/>
        </p:nvSpPr>
        <p:spPr>
          <a:xfrm rot="-6249525">
            <a:off x="1370859" y="4322855"/>
            <a:ext cx="1292681" cy="1177560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22" name="Google Shape;3122;p141"/>
          <p:cNvGrpSpPr/>
          <p:nvPr/>
        </p:nvGrpSpPr>
        <p:grpSpPr>
          <a:xfrm>
            <a:off x="1288191" y="762864"/>
            <a:ext cx="433643" cy="392824"/>
            <a:chOff x="1640475" y="1197075"/>
            <a:chExt cx="55475" cy="50250"/>
          </a:xfrm>
        </p:grpSpPr>
        <p:sp>
          <p:nvSpPr>
            <p:cNvPr id="3123" name="Google Shape;3123;p14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14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14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26" name="Google Shape;3126;p141"/>
          <p:cNvGrpSpPr/>
          <p:nvPr/>
        </p:nvGrpSpPr>
        <p:grpSpPr>
          <a:xfrm rot="-5400000">
            <a:off x="7770930" y="4597909"/>
            <a:ext cx="244822" cy="221773"/>
            <a:chOff x="1640475" y="1197075"/>
            <a:chExt cx="55475" cy="50250"/>
          </a:xfrm>
        </p:grpSpPr>
        <p:sp>
          <p:nvSpPr>
            <p:cNvPr id="3127" name="Google Shape;3127;p14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14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14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30" name="Google Shape;3130;p141"/>
          <p:cNvSpPr/>
          <p:nvPr/>
        </p:nvSpPr>
        <p:spPr>
          <a:xfrm rot="581768">
            <a:off x="8313063" y="366023"/>
            <a:ext cx="467849" cy="10960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31" name="Google Shape;3131;p141"/>
          <p:cNvGrpSpPr/>
          <p:nvPr/>
        </p:nvGrpSpPr>
        <p:grpSpPr>
          <a:xfrm>
            <a:off x="324374" y="2819347"/>
            <a:ext cx="221772" cy="200884"/>
            <a:chOff x="1640475" y="1197075"/>
            <a:chExt cx="55475" cy="50250"/>
          </a:xfrm>
        </p:grpSpPr>
        <p:sp>
          <p:nvSpPr>
            <p:cNvPr id="3132" name="Google Shape;3132;p14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14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14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35" name="Google Shape;3135;p141"/>
          <p:cNvGrpSpPr/>
          <p:nvPr/>
        </p:nvGrpSpPr>
        <p:grpSpPr>
          <a:xfrm>
            <a:off x="7880062" y="4042366"/>
            <a:ext cx="395823" cy="325965"/>
            <a:chOff x="6441550" y="2480732"/>
            <a:chExt cx="253700" cy="208925"/>
          </a:xfrm>
        </p:grpSpPr>
        <p:sp>
          <p:nvSpPr>
            <p:cNvPr id="3136" name="Google Shape;3136;p141"/>
            <p:cNvSpPr/>
            <p:nvPr/>
          </p:nvSpPr>
          <p:spPr>
            <a:xfrm>
              <a:off x="6450150" y="2496032"/>
              <a:ext cx="234200" cy="178350"/>
            </a:xfrm>
            <a:custGeom>
              <a:rect b="b" l="l" r="r" t="t"/>
              <a:pathLst>
                <a:path extrusionOk="0" h="7134" w="9368">
                  <a:moveTo>
                    <a:pt x="4659" y="0"/>
                  </a:moveTo>
                  <a:cubicBezTo>
                    <a:pt x="4607" y="0"/>
                    <a:pt x="4541" y="13"/>
                    <a:pt x="4450" y="37"/>
                  </a:cubicBezTo>
                  <a:cubicBezTo>
                    <a:pt x="3877" y="190"/>
                    <a:pt x="3484" y="1286"/>
                    <a:pt x="3251" y="1912"/>
                  </a:cubicBezTo>
                  <a:cubicBezTo>
                    <a:pt x="3320" y="1989"/>
                    <a:pt x="3277" y="2134"/>
                    <a:pt x="3165" y="2176"/>
                  </a:cubicBezTo>
                  <a:lnTo>
                    <a:pt x="3168" y="2185"/>
                  </a:lnTo>
                  <a:cubicBezTo>
                    <a:pt x="3113" y="2194"/>
                    <a:pt x="3054" y="2199"/>
                    <a:pt x="2997" y="2208"/>
                  </a:cubicBezTo>
                  <a:cubicBezTo>
                    <a:pt x="2928" y="2224"/>
                    <a:pt x="2859" y="2242"/>
                    <a:pt x="2789" y="2262"/>
                  </a:cubicBezTo>
                  <a:cubicBezTo>
                    <a:pt x="2774" y="2272"/>
                    <a:pt x="2758" y="2277"/>
                    <a:pt x="2742" y="2277"/>
                  </a:cubicBezTo>
                  <a:cubicBezTo>
                    <a:pt x="2715" y="2277"/>
                    <a:pt x="2691" y="2262"/>
                    <a:pt x="2674" y="2240"/>
                  </a:cubicBezTo>
                  <a:cubicBezTo>
                    <a:pt x="2334" y="2266"/>
                    <a:pt x="1995" y="2268"/>
                    <a:pt x="1658" y="2272"/>
                  </a:cubicBezTo>
                  <a:cubicBezTo>
                    <a:pt x="1653" y="2272"/>
                    <a:pt x="1647" y="2272"/>
                    <a:pt x="1641" y="2272"/>
                  </a:cubicBezTo>
                  <a:cubicBezTo>
                    <a:pt x="1500" y="2272"/>
                    <a:pt x="1246" y="2244"/>
                    <a:pt x="999" y="2244"/>
                  </a:cubicBezTo>
                  <a:cubicBezTo>
                    <a:pt x="731" y="2244"/>
                    <a:pt x="469" y="2277"/>
                    <a:pt x="366" y="2418"/>
                  </a:cubicBezTo>
                  <a:cubicBezTo>
                    <a:pt x="0" y="2908"/>
                    <a:pt x="2213" y="3958"/>
                    <a:pt x="2559" y="4145"/>
                  </a:cubicBezTo>
                  <a:cubicBezTo>
                    <a:pt x="2583" y="4161"/>
                    <a:pt x="2605" y="4177"/>
                    <a:pt x="2621" y="4198"/>
                  </a:cubicBezTo>
                  <a:cubicBezTo>
                    <a:pt x="2684" y="4214"/>
                    <a:pt x="2732" y="4270"/>
                    <a:pt x="2706" y="4346"/>
                  </a:cubicBezTo>
                  <a:cubicBezTo>
                    <a:pt x="2554" y="4801"/>
                    <a:pt x="2408" y="5258"/>
                    <a:pt x="2295" y="5725"/>
                  </a:cubicBezTo>
                  <a:cubicBezTo>
                    <a:pt x="2237" y="5970"/>
                    <a:pt x="2191" y="6212"/>
                    <a:pt x="2161" y="6461"/>
                  </a:cubicBezTo>
                  <a:cubicBezTo>
                    <a:pt x="2127" y="6731"/>
                    <a:pt x="1993" y="7041"/>
                    <a:pt x="2272" y="7123"/>
                  </a:cubicBezTo>
                  <a:cubicBezTo>
                    <a:pt x="2295" y="7130"/>
                    <a:pt x="2320" y="7133"/>
                    <a:pt x="2345" y="7133"/>
                  </a:cubicBezTo>
                  <a:cubicBezTo>
                    <a:pt x="2715" y="7133"/>
                    <a:pt x="3335" y="6449"/>
                    <a:pt x="3602" y="6214"/>
                  </a:cubicBezTo>
                  <a:cubicBezTo>
                    <a:pt x="3939" y="5918"/>
                    <a:pt x="4255" y="5606"/>
                    <a:pt x="4577" y="5298"/>
                  </a:cubicBezTo>
                  <a:cubicBezTo>
                    <a:pt x="4624" y="5252"/>
                    <a:pt x="4676" y="5232"/>
                    <a:pt x="4726" y="5232"/>
                  </a:cubicBezTo>
                  <a:cubicBezTo>
                    <a:pt x="4823" y="5232"/>
                    <a:pt x="4912" y="5304"/>
                    <a:pt x="4943" y="5395"/>
                  </a:cubicBezTo>
                  <a:cubicBezTo>
                    <a:pt x="5748" y="6083"/>
                    <a:pt x="6641" y="6590"/>
                    <a:pt x="7652" y="6886"/>
                  </a:cubicBezTo>
                  <a:cubicBezTo>
                    <a:pt x="7611" y="6433"/>
                    <a:pt x="7534" y="5990"/>
                    <a:pt x="7408" y="5552"/>
                  </a:cubicBezTo>
                  <a:cubicBezTo>
                    <a:pt x="7269" y="5069"/>
                    <a:pt x="7001" y="4628"/>
                    <a:pt x="6887" y="4143"/>
                  </a:cubicBezTo>
                  <a:cubicBezTo>
                    <a:pt x="6863" y="4039"/>
                    <a:pt x="6937" y="3942"/>
                    <a:pt x="7024" y="3914"/>
                  </a:cubicBezTo>
                  <a:cubicBezTo>
                    <a:pt x="7026" y="3866"/>
                    <a:pt x="7050" y="3815"/>
                    <a:pt x="7107" y="3781"/>
                  </a:cubicBezTo>
                  <a:cubicBezTo>
                    <a:pt x="7386" y="3602"/>
                    <a:pt x="9368" y="2256"/>
                    <a:pt x="9139" y="1904"/>
                  </a:cubicBezTo>
                  <a:cubicBezTo>
                    <a:pt x="9087" y="1823"/>
                    <a:pt x="8893" y="1797"/>
                    <a:pt x="8659" y="1797"/>
                  </a:cubicBezTo>
                  <a:cubicBezTo>
                    <a:pt x="8282" y="1797"/>
                    <a:pt x="7801" y="1864"/>
                    <a:pt x="7633" y="1875"/>
                  </a:cubicBezTo>
                  <a:cubicBezTo>
                    <a:pt x="7146" y="1908"/>
                    <a:pt x="6661" y="1988"/>
                    <a:pt x="6177" y="2002"/>
                  </a:cubicBezTo>
                  <a:cubicBezTo>
                    <a:pt x="6173" y="2002"/>
                    <a:pt x="6170" y="2002"/>
                    <a:pt x="6166" y="2002"/>
                  </a:cubicBezTo>
                  <a:cubicBezTo>
                    <a:pt x="6063" y="2002"/>
                    <a:pt x="6000" y="1931"/>
                    <a:pt x="5976" y="1848"/>
                  </a:cubicBezTo>
                  <a:cubicBezTo>
                    <a:pt x="5937" y="1836"/>
                    <a:pt x="5899" y="1815"/>
                    <a:pt x="5874" y="1781"/>
                  </a:cubicBezTo>
                  <a:cubicBezTo>
                    <a:pt x="5664" y="1476"/>
                    <a:pt x="5549" y="1118"/>
                    <a:pt x="5354" y="802"/>
                  </a:cubicBezTo>
                  <a:cubicBezTo>
                    <a:pt x="5241" y="617"/>
                    <a:pt x="5117" y="437"/>
                    <a:pt x="4980" y="270"/>
                  </a:cubicBezTo>
                  <a:cubicBezTo>
                    <a:pt x="4832" y="88"/>
                    <a:pt x="4795" y="0"/>
                    <a:pt x="46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141"/>
            <p:cNvSpPr/>
            <p:nvPr/>
          </p:nvSpPr>
          <p:spPr>
            <a:xfrm>
              <a:off x="6441550" y="2480732"/>
              <a:ext cx="253700" cy="208925"/>
            </a:xfrm>
            <a:custGeom>
              <a:rect b="b" l="l" r="r" t="t"/>
              <a:pathLst>
                <a:path extrusionOk="0" h="8357" w="10148">
                  <a:moveTo>
                    <a:pt x="5002" y="612"/>
                  </a:moveTo>
                  <a:cubicBezTo>
                    <a:pt x="5139" y="612"/>
                    <a:pt x="5176" y="700"/>
                    <a:pt x="5324" y="883"/>
                  </a:cubicBezTo>
                  <a:cubicBezTo>
                    <a:pt x="5461" y="1049"/>
                    <a:pt x="5585" y="1229"/>
                    <a:pt x="5698" y="1414"/>
                  </a:cubicBezTo>
                  <a:cubicBezTo>
                    <a:pt x="5893" y="1730"/>
                    <a:pt x="6008" y="2088"/>
                    <a:pt x="6219" y="2393"/>
                  </a:cubicBezTo>
                  <a:cubicBezTo>
                    <a:pt x="6243" y="2428"/>
                    <a:pt x="6281" y="2448"/>
                    <a:pt x="6320" y="2460"/>
                  </a:cubicBezTo>
                  <a:cubicBezTo>
                    <a:pt x="6344" y="2543"/>
                    <a:pt x="6408" y="2615"/>
                    <a:pt x="6512" y="2615"/>
                  </a:cubicBezTo>
                  <a:cubicBezTo>
                    <a:pt x="6515" y="2615"/>
                    <a:pt x="6518" y="2615"/>
                    <a:pt x="6521" y="2615"/>
                  </a:cubicBezTo>
                  <a:cubicBezTo>
                    <a:pt x="7006" y="2601"/>
                    <a:pt x="7490" y="2520"/>
                    <a:pt x="7977" y="2488"/>
                  </a:cubicBezTo>
                  <a:cubicBezTo>
                    <a:pt x="8145" y="2476"/>
                    <a:pt x="8627" y="2409"/>
                    <a:pt x="9004" y="2409"/>
                  </a:cubicBezTo>
                  <a:cubicBezTo>
                    <a:pt x="9238" y="2409"/>
                    <a:pt x="9431" y="2435"/>
                    <a:pt x="9483" y="2516"/>
                  </a:cubicBezTo>
                  <a:cubicBezTo>
                    <a:pt x="9711" y="2868"/>
                    <a:pt x="7730" y="4214"/>
                    <a:pt x="7451" y="4393"/>
                  </a:cubicBezTo>
                  <a:cubicBezTo>
                    <a:pt x="7394" y="4427"/>
                    <a:pt x="7370" y="4478"/>
                    <a:pt x="7368" y="4526"/>
                  </a:cubicBezTo>
                  <a:cubicBezTo>
                    <a:pt x="7281" y="4554"/>
                    <a:pt x="7207" y="4651"/>
                    <a:pt x="7231" y="4755"/>
                  </a:cubicBezTo>
                  <a:cubicBezTo>
                    <a:pt x="7345" y="5240"/>
                    <a:pt x="7613" y="5681"/>
                    <a:pt x="7752" y="6164"/>
                  </a:cubicBezTo>
                  <a:cubicBezTo>
                    <a:pt x="7878" y="6602"/>
                    <a:pt x="7955" y="7045"/>
                    <a:pt x="7996" y="7498"/>
                  </a:cubicBezTo>
                  <a:cubicBezTo>
                    <a:pt x="6985" y="7202"/>
                    <a:pt x="6092" y="6695"/>
                    <a:pt x="5287" y="6007"/>
                  </a:cubicBezTo>
                  <a:cubicBezTo>
                    <a:pt x="5256" y="5916"/>
                    <a:pt x="5167" y="5845"/>
                    <a:pt x="5070" y="5845"/>
                  </a:cubicBezTo>
                  <a:cubicBezTo>
                    <a:pt x="5020" y="5845"/>
                    <a:pt x="4968" y="5864"/>
                    <a:pt x="4921" y="5910"/>
                  </a:cubicBezTo>
                  <a:cubicBezTo>
                    <a:pt x="4599" y="6219"/>
                    <a:pt x="4283" y="6530"/>
                    <a:pt x="3946" y="6826"/>
                  </a:cubicBezTo>
                  <a:cubicBezTo>
                    <a:pt x="3678" y="7061"/>
                    <a:pt x="3059" y="7746"/>
                    <a:pt x="2689" y="7746"/>
                  </a:cubicBezTo>
                  <a:cubicBezTo>
                    <a:pt x="2663" y="7746"/>
                    <a:pt x="2639" y="7743"/>
                    <a:pt x="2616" y="7736"/>
                  </a:cubicBezTo>
                  <a:cubicBezTo>
                    <a:pt x="2337" y="7653"/>
                    <a:pt x="2471" y="7343"/>
                    <a:pt x="2505" y="7073"/>
                  </a:cubicBezTo>
                  <a:cubicBezTo>
                    <a:pt x="2535" y="6824"/>
                    <a:pt x="2581" y="6582"/>
                    <a:pt x="2639" y="6337"/>
                  </a:cubicBezTo>
                  <a:cubicBezTo>
                    <a:pt x="2752" y="5870"/>
                    <a:pt x="2898" y="5413"/>
                    <a:pt x="3050" y="4958"/>
                  </a:cubicBezTo>
                  <a:cubicBezTo>
                    <a:pt x="3076" y="4882"/>
                    <a:pt x="3028" y="4826"/>
                    <a:pt x="2965" y="4810"/>
                  </a:cubicBezTo>
                  <a:cubicBezTo>
                    <a:pt x="2949" y="4790"/>
                    <a:pt x="2928" y="4773"/>
                    <a:pt x="2903" y="4757"/>
                  </a:cubicBezTo>
                  <a:cubicBezTo>
                    <a:pt x="2557" y="4570"/>
                    <a:pt x="344" y="3520"/>
                    <a:pt x="710" y="3031"/>
                  </a:cubicBezTo>
                  <a:cubicBezTo>
                    <a:pt x="813" y="2890"/>
                    <a:pt x="1076" y="2857"/>
                    <a:pt x="1345" y="2857"/>
                  </a:cubicBezTo>
                  <a:cubicBezTo>
                    <a:pt x="1593" y="2857"/>
                    <a:pt x="1848" y="2885"/>
                    <a:pt x="1988" y="2885"/>
                  </a:cubicBezTo>
                  <a:cubicBezTo>
                    <a:pt x="1993" y="2885"/>
                    <a:pt x="1998" y="2885"/>
                    <a:pt x="2002" y="2885"/>
                  </a:cubicBezTo>
                  <a:cubicBezTo>
                    <a:pt x="2340" y="2880"/>
                    <a:pt x="2678" y="2878"/>
                    <a:pt x="3018" y="2852"/>
                  </a:cubicBezTo>
                  <a:cubicBezTo>
                    <a:pt x="3034" y="2875"/>
                    <a:pt x="3059" y="2889"/>
                    <a:pt x="3086" y="2889"/>
                  </a:cubicBezTo>
                  <a:cubicBezTo>
                    <a:pt x="3101" y="2889"/>
                    <a:pt x="3118" y="2884"/>
                    <a:pt x="3133" y="2874"/>
                  </a:cubicBezTo>
                  <a:cubicBezTo>
                    <a:pt x="3203" y="2854"/>
                    <a:pt x="3272" y="2836"/>
                    <a:pt x="3342" y="2820"/>
                  </a:cubicBezTo>
                  <a:cubicBezTo>
                    <a:pt x="3399" y="2811"/>
                    <a:pt x="3457" y="2806"/>
                    <a:pt x="3512" y="2797"/>
                  </a:cubicBezTo>
                  <a:lnTo>
                    <a:pt x="3509" y="2788"/>
                  </a:lnTo>
                  <a:cubicBezTo>
                    <a:pt x="3621" y="2746"/>
                    <a:pt x="3664" y="2601"/>
                    <a:pt x="3595" y="2524"/>
                  </a:cubicBezTo>
                  <a:cubicBezTo>
                    <a:pt x="3829" y="1899"/>
                    <a:pt x="4221" y="802"/>
                    <a:pt x="4794" y="649"/>
                  </a:cubicBezTo>
                  <a:cubicBezTo>
                    <a:pt x="4885" y="625"/>
                    <a:pt x="4951" y="612"/>
                    <a:pt x="5002" y="612"/>
                  </a:cubicBezTo>
                  <a:close/>
                  <a:moveTo>
                    <a:pt x="4825" y="1"/>
                  </a:moveTo>
                  <a:cubicBezTo>
                    <a:pt x="4820" y="1"/>
                    <a:pt x="4815" y="1"/>
                    <a:pt x="4810" y="1"/>
                  </a:cubicBezTo>
                  <a:cubicBezTo>
                    <a:pt x="4376" y="15"/>
                    <a:pt x="4159" y="546"/>
                    <a:pt x="3978" y="872"/>
                  </a:cubicBezTo>
                  <a:cubicBezTo>
                    <a:pt x="3696" y="1377"/>
                    <a:pt x="3470" y="1908"/>
                    <a:pt x="3281" y="2455"/>
                  </a:cubicBezTo>
                  <a:cubicBezTo>
                    <a:pt x="2890" y="2406"/>
                    <a:pt x="2477" y="2382"/>
                    <a:pt x="2068" y="2382"/>
                  </a:cubicBezTo>
                  <a:cubicBezTo>
                    <a:pt x="1748" y="2382"/>
                    <a:pt x="1430" y="2397"/>
                    <a:pt x="1129" y="2425"/>
                  </a:cubicBezTo>
                  <a:cubicBezTo>
                    <a:pt x="760" y="2460"/>
                    <a:pt x="289" y="2585"/>
                    <a:pt x="157" y="2979"/>
                  </a:cubicBezTo>
                  <a:cubicBezTo>
                    <a:pt x="0" y="3455"/>
                    <a:pt x="455" y="3774"/>
                    <a:pt x="785" y="4025"/>
                  </a:cubicBezTo>
                  <a:cubicBezTo>
                    <a:pt x="1360" y="4464"/>
                    <a:pt x="1988" y="4852"/>
                    <a:pt x="2662" y="5120"/>
                  </a:cubicBezTo>
                  <a:cubicBezTo>
                    <a:pt x="2334" y="5695"/>
                    <a:pt x="2145" y="6316"/>
                    <a:pt x="2056" y="6981"/>
                  </a:cubicBezTo>
                  <a:cubicBezTo>
                    <a:pt x="2004" y="7339"/>
                    <a:pt x="1847" y="7993"/>
                    <a:pt x="2203" y="8258"/>
                  </a:cubicBezTo>
                  <a:cubicBezTo>
                    <a:pt x="2296" y="8328"/>
                    <a:pt x="2395" y="8357"/>
                    <a:pt x="2495" y="8357"/>
                  </a:cubicBezTo>
                  <a:cubicBezTo>
                    <a:pt x="2829" y="8357"/>
                    <a:pt x="3181" y="8034"/>
                    <a:pt x="3410" y="7856"/>
                  </a:cubicBezTo>
                  <a:cubicBezTo>
                    <a:pt x="4013" y="7389"/>
                    <a:pt x="4591" y="6886"/>
                    <a:pt x="5124" y="6341"/>
                  </a:cubicBezTo>
                  <a:cubicBezTo>
                    <a:pt x="5978" y="7172"/>
                    <a:pt x="7028" y="7731"/>
                    <a:pt x="8185" y="8019"/>
                  </a:cubicBezTo>
                  <a:cubicBezTo>
                    <a:pt x="8204" y="8024"/>
                    <a:pt x="8222" y="8027"/>
                    <a:pt x="8241" y="8027"/>
                  </a:cubicBezTo>
                  <a:cubicBezTo>
                    <a:pt x="8360" y="8027"/>
                    <a:pt x="8477" y="7933"/>
                    <a:pt x="8472" y="7803"/>
                  </a:cubicBezTo>
                  <a:cubicBezTo>
                    <a:pt x="8428" y="6819"/>
                    <a:pt x="8267" y="5508"/>
                    <a:pt x="7633" y="4693"/>
                  </a:cubicBezTo>
                  <a:cubicBezTo>
                    <a:pt x="8239" y="4381"/>
                    <a:pt x="8806" y="3997"/>
                    <a:pt x="9305" y="3534"/>
                  </a:cubicBezTo>
                  <a:cubicBezTo>
                    <a:pt x="9585" y="3273"/>
                    <a:pt x="10148" y="2813"/>
                    <a:pt x="10051" y="2359"/>
                  </a:cubicBezTo>
                  <a:cubicBezTo>
                    <a:pt x="9976" y="2005"/>
                    <a:pt x="9624" y="1951"/>
                    <a:pt x="9300" y="1951"/>
                  </a:cubicBezTo>
                  <a:cubicBezTo>
                    <a:pt x="9174" y="1951"/>
                    <a:pt x="9052" y="1959"/>
                    <a:pt x="8952" y="1961"/>
                  </a:cubicBezTo>
                  <a:cubicBezTo>
                    <a:pt x="8153" y="1973"/>
                    <a:pt x="7303" y="1989"/>
                    <a:pt x="6523" y="2174"/>
                  </a:cubicBezTo>
                  <a:cubicBezTo>
                    <a:pt x="6424" y="1661"/>
                    <a:pt x="6102" y="1186"/>
                    <a:pt x="5793" y="777"/>
                  </a:cubicBezTo>
                  <a:cubicBezTo>
                    <a:pt x="5568" y="480"/>
                    <a:pt x="5245" y="1"/>
                    <a:pt x="48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38" name="Google Shape;3138;p141"/>
          <p:cNvGrpSpPr/>
          <p:nvPr/>
        </p:nvGrpSpPr>
        <p:grpSpPr>
          <a:xfrm>
            <a:off x="996673" y="327406"/>
            <a:ext cx="367444" cy="325950"/>
            <a:chOff x="3200749" y="4607951"/>
            <a:chExt cx="250388" cy="222113"/>
          </a:xfrm>
        </p:grpSpPr>
        <p:sp>
          <p:nvSpPr>
            <p:cNvPr id="3139" name="Google Shape;3139;p141"/>
            <p:cNvSpPr/>
            <p:nvPr/>
          </p:nvSpPr>
          <p:spPr>
            <a:xfrm>
              <a:off x="3212638" y="4655639"/>
              <a:ext cx="230435" cy="164429"/>
            </a:xfrm>
            <a:custGeom>
              <a:rect b="b" l="l" r="r" t="t"/>
              <a:pathLst>
                <a:path extrusionOk="0" h="8851" w="12404">
                  <a:moveTo>
                    <a:pt x="6842" y="0"/>
                  </a:moveTo>
                  <a:cubicBezTo>
                    <a:pt x="6707" y="0"/>
                    <a:pt x="6570" y="14"/>
                    <a:pt x="6433" y="43"/>
                  </a:cubicBezTo>
                  <a:cubicBezTo>
                    <a:pt x="5732" y="177"/>
                    <a:pt x="5165" y="644"/>
                    <a:pt x="4665" y="1111"/>
                  </a:cubicBezTo>
                  <a:cubicBezTo>
                    <a:pt x="4606" y="1169"/>
                    <a:pt x="4535" y="1196"/>
                    <a:pt x="4465" y="1196"/>
                  </a:cubicBezTo>
                  <a:cubicBezTo>
                    <a:pt x="4375" y="1196"/>
                    <a:pt x="4287" y="1152"/>
                    <a:pt x="4231" y="1078"/>
                  </a:cubicBezTo>
                  <a:cubicBezTo>
                    <a:pt x="3829" y="515"/>
                    <a:pt x="3328" y="285"/>
                    <a:pt x="2859" y="285"/>
                  </a:cubicBezTo>
                  <a:cubicBezTo>
                    <a:pt x="1772" y="285"/>
                    <a:pt x="863" y="1523"/>
                    <a:pt x="1796" y="2712"/>
                  </a:cubicBezTo>
                  <a:cubicBezTo>
                    <a:pt x="1863" y="2712"/>
                    <a:pt x="1929" y="2712"/>
                    <a:pt x="1963" y="2745"/>
                  </a:cubicBezTo>
                  <a:cubicBezTo>
                    <a:pt x="2163" y="2779"/>
                    <a:pt x="2163" y="3112"/>
                    <a:pt x="1963" y="3146"/>
                  </a:cubicBezTo>
                  <a:cubicBezTo>
                    <a:pt x="1062" y="3279"/>
                    <a:pt x="61" y="3713"/>
                    <a:pt x="28" y="4814"/>
                  </a:cubicBezTo>
                  <a:cubicBezTo>
                    <a:pt x="1" y="5765"/>
                    <a:pt x="726" y="6339"/>
                    <a:pt x="1537" y="6339"/>
                  </a:cubicBezTo>
                  <a:cubicBezTo>
                    <a:pt x="1722" y="6339"/>
                    <a:pt x="1911" y="6310"/>
                    <a:pt x="2096" y="6248"/>
                  </a:cubicBezTo>
                  <a:cubicBezTo>
                    <a:pt x="2123" y="6239"/>
                    <a:pt x="2150" y="6235"/>
                    <a:pt x="2177" y="6235"/>
                  </a:cubicBezTo>
                  <a:cubicBezTo>
                    <a:pt x="2346" y="6235"/>
                    <a:pt x="2487" y="6404"/>
                    <a:pt x="2430" y="6548"/>
                  </a:cubicBezTo>
                  <a:cubicBezTo>
                    <a:pt x="2152" y="7290"/>
                    <a:pt x="2246" y="8404"/>
                    <a:pt x="3164" y="8404"/>
                  </a:cubicBezTo>
                  <a:cubicBezTo>
                    <a:pt x="3236" y="8404"/>
                    <a:pt x="3314" y="8397"/>
                    <a:pt x="3397" y="8383"/>
                  </a:cubicBezTo>
                  <a:cubicBezTo>
                    <a:pt x="3931" y="8316"/>
                    <a:pt x="4264" y="7882"/>
                    <a:pt x="4498" y="7415"/>
                  </a:cubicBezTo>
                  <a:cubicBezTo>
                    <a:pt x="4498" y="7349"/>
                    <a:pt x="4498" y="7315"/>
                    <a:pt x="4498" y="7249"/>
                  </a:cubicBezTo>
                  <a:cubicBezTo>
                    <a:pt x="4498" y="7149"/>
                    <a:pt x="4598" y="7115"/>
                    <a:pt x="4665" y="7082"/>
                  </a:cubicBezTo>
                  <a:cubicBezTo>
                    <a:pt x="4684" y="7053"/>
                    <a:pt x="4713" y="7041"/>
                    <a:pt x="4745" y="7041"/>
                  </a:cubicBezTo>
                  <a:cubicBezTo>
                    <a:pt x="4826" y="7041"/>
                    <a:pt x="4922" y="7120"/>
                    <a:pt x="4898" y="7215"/>
                  </a:cubicBezTo>
                  <a:cubicBezTo>
                    <a:pt x="4898" y="7249"/>
                    <a:pt x="4865" y="7282"/>
                    <a:pt x="4865" y="7349"/>
                  </a:cubicBezTo>
                  <a:cubicBezTo>
                    <a:pt x="4995" y="8132"/>
                    <a:pt x="5636" y="8851"/>
                    <a:pt x="6476" y="8851"/>
                  </a:cubicBezTo>
                  <a:cubicBezTo>
                    <a:pt x="6495" y="8851"/>
                    <a:pt x="6514" y="8850"/>
                    <a:pt x="6533" y="8850"/>
                  </a:cubicBezTo>
                  <a:cubicBezTo>
                    <a:pt x="7533" y="8816"/>
                    <a:pt x="7967" y="7916"/>
                    <a:pt x="8100" y="7082"/>
                  </a:cubicBezTo>
                  <a:cubicBezTo>
                    <a:pt x="8120" y="6985"/>
                    <a:pt x="8219" y="6933"/>
                    <a:pt x="8317" y="6933"/>
                  </a:cubicBezTo>
                  <a:cubicBezTo>
                    <a:pt x="8388" y="6933"/>
                    <a:pt x="8459" y="6959"/>
                    <a:pt x="8501" y="7015"/>
                  </a:cubicBezTo>
                  <a:cubicBezTo>
                    <a:pt x="8534" y="7015"/>
                    <a:pt x="8601" y="7048"/>
                    <a:pt x="8601" y="7115"/>
                  </a:cubicBezTo>
                  <a:cubicBezTo>
                    <a:pt x="8745" y="7674"/>
                    <a:pt x="9182" y="7911"/>
                    <a:pt x="9658" y="7911"/>
                  </a:cubicBezTo>
                  <a:cubicBezTo>
                    <a:pt x="10063" y="7911"/>
                    <a:pt x="10496" y="7740"/>
                    <a:pt x="10802" y="7449"/>
                  </a:cubicBezTo>
                  <a:cubicBezTo>
                    <a:pt x="11103" y="7182"/>
                    <a:pt x="11336" y="6748"/>
                    <a:pt x="11303" y="6315"/>
                  </a:cubicBezTo>
                  <a:cubicBezTo>
                    <a:pt x="11269" y="5914"/>
                    <a:pt x="11036" y="5681"/>
                    <a:pt x="10769" y="5381"/>
                  </a:cubicBezTo>
                  <a:cubicBezTo>
                    <a:pt x="10736" y="5347"/>
                    <a:pt x="10736" y="5347"/>
                    <a:pt x="10702" y="5314"/>
                  </a:cubicBezTo>
                  <a:cubicBezTo>
                    <a:pt x="10536" y="5214"/>
                    <a:pt x="10469" y="4880"/>
                    <a:pt x="10736" y="4814"/>
                  </a:cubicBezTo>
                  <a:cubicBezTo>
                    <a:pt x="11937" y="4547"/>
                    <a:pt x="12404" y="3346"/>
                    <a:pt x="11636" y="2345"/>
                  </a:cubicBezTo>
                  <a:cubicBezTo>
                    <a:pt x="11238" y="1833"/>
                    <a:pt x="10699" y="1623"/>
                    <a:pt x="10137" y="1623"/>
                  </a:cubicBezTo>
                  <a:cubicBezTo>
                    <a:pt x="9710" y="1623"/>
                    <a:pt x="9270" y="1743"/>
                    <a:pt x="8868" y="1945"/>
                  </a:cubicBezTo>
                  <a:cubicBezTo>
                    <a:pt x="8823" y="1972"/>
                    <a:pt x="8774" y="1984"/>
                    <a:pt x="8726" y="1984"/>
                  </a:cubicBezTo>
                  <a:cubicBezTo>
                    <a:pt x="8595" y="1984"/>
                    <a:pt x="8476" y="1891"/>
                    <a:pt x="8501" y="1745"/>
                  </a:cubicBezTo>
                  <a:cubicBezTo>
                    <a:pt x="8618" y="694"/>
                    <a:pt x="7789" y="0"/>
                    <a:pt x="68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141"/>
            <p:cNvSpPr/>
            <p:nvPr/>
          </p:nvSpPr>
          <p:spPr>
            <a:xfrm>
              <a:off x="3336476" y="4617314"/>
              <a:ext cx="91717" cy="63312"/>
            </a:xfrm>
            <a:custGeom>
              <a:rect b="b" l="l" r="r" t="t"/>
              <a:pathLst>
                <a:path extrusionOk="0" h="3408" w="4937">
                  <a:moveTo>
                    <a:pt x="2449" y="1"/>
                  </a:moveTo>
                  <a:cubicBezTo>
                    <a:pt x="1460" y="1"/>
                    <a:pt x="404" y="590"/>
                    <a:pt x="0" y="1506"/>
                  </a:cubicBezTo>
                  <a:cubicBezTo>
                    <a:pt x="71" y="1498"/>
                    <a:pt x="144" y="1494"/>
                    <a:pt x="218" y="1494"/>
                  </a:cubicBezTo>
                  <a:cubicBezTo>
                    <a:pt x="458" y="1494"/>
                    <a:pt x="713" y="1538"/>
                    <a:pt x="967" y="1639"/>
                  </a:cubicBezTo>
                  <a:cubicBezTo>
                    <a:pt x="1801" y="1940"/>
                    <a:pt x="2302" y="2607"/>
                    <a:pt x="2335" y="3407"/>
                  </a:cubicBezTo>
                  <a:cubicBezTo>
                    <a:pt x="2710" y="3282"/>
                    <a:pt x="3105" y="3215"/>
                    <a:pt x="3487" y="3215"/>
                  </a:cubicBezTo>
                  <a:cubicBezTo>
                    <a:pt x="3819" y="3215"/>
                    <a:pt x="4142" y="3266"/>
                    <a:pt x="4437" y="3374"/>
                  </a:cubicBezTo>
                  <a:cubicBezTo>
                    <a:pt x="4937" y="2106"/>
                    <a:pt x="4603" y="572"/>
                    <a:pt x="3136" y="105"/>
                  </a:cubicBezTo>
                  <a:cubicBezTo>
                    <a:pt x="2917" y="34"/>
                    <a:pt x="2685" y="1"/>
                    <a:pt x="24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141"/>
            <p:cNvSpPr/>
            <p:nvPr/>
          </p:nvSpPr>
          <p:spPr>
            <a:xfrm>
              <a:off x="3200749" y="4607951"/>
              <a:ext cx="250388" cy="222113"/>
            </a:xfrm>
            <a:custGeom>
              <a:rect b="b" l="l" r="r" t="t"/>
              <a:pathLst>
                <a:path extrusionOk="0" h="11956" w="13478">
                  <a:moveTo>
                    <a:pt x="9780" y="517"/>
                  </a:moveTo>
                  <a:cubicBezTo>
                    <a:pt x="10007" y="517"/>
                    <a:pt x="10231" y="547"/>
                    <a:pt x="10442" y="609"/>
                  </a:cubicBezTo>
                  <a:cubicBezTo>
                    <a:pt x="11909" y="1076"/>
                    <a:pt x="12243" y="2610"/>
                    <a:pt x="11743" y="3878"/>
                  </a:cubicBezTo>
                  <a:cubicBezTo>
                    <a:pt x="11457" y="3773"/>
                    <a:pt x="11145" y="3722"/>
                    <a:pt x="10824" y="3722"/>
                  </a:cubicBezTo>
                  <a:cubicBezTo>
                    <a:pt x="10432" y="3722"/>
                    <a:pt x="10026" y="3798"/>
                    <a:pt x="9641" y="3945"/>
                  </a:cubicBezTo>
                  <a:cubicBezTo>
                    <a:pt x="9608" y="3111"/>
                    <a:pt x="9107" y="2444"/>
                    <a:pt x="8273" y="2143"/>
                  </a:cubicBezTo>
                  <a:cubicBezTo>
                    <a:pt x="7999" y="2061"/>
                    <a:pt x="7724" y="2001"/>
                    <a:pt x="7469" y="2001"/>
                  </a:cubicBezTo>
                  <a:cubicBezTo>
                    <a:pt x="7413" y="2001"/>
                    <a:pt x="7359" y="2004"/>
                    <a:pt x="7306" y="2010"/>
                  </a:cubicBezTo>
                  <a:cubicBezTo>
                    <a:pt x="7713" y="1087"/>
                    <a:pt x="8784" y="517"/>
                    <a:pt x="9780" y="517"/>
                  </a:cubicBezTo>
                  <a:close/>
                  <a:moveTo>
                    <a:pt x="7482" y="2567"/>
                  </a:moveTo>
                  <a:cubicBezTo>
                    <a:pt x="8429" y="2567"/>
                    <a:pt x="9258" y="3261"/>
                    <a:pt x="9141" y="4312"/>
                  </a:cubicBezTo>
                  <a:cubicBezTo>
                    <a:pt x="9116" y="4458"/>
                    <a:pt x="9235" y="4551"/>
                    <a:pt x="9366" y="4551"/>
                  </a:cubicBezTo>
                  <a:cubicBezTo>
                    <a:pt x="9414" y="4551"/>
                    <a:pt x="9463" y="4539"/>
                    <a:pt x="9508" y="4512"/>
                  </a:cubicBezTo>
                  <a:cubicBezTo>
                    <a:pt x="9910" y="4310"/>
                    <a:pt x="10350" y="4190"/>
                    <a:pt x="10777" y="4190"/>
                  </a:cubicBezTo>
                  <a:cubicBezTo>
                    <a:pt x="11339" y="4190"/>
                    <a:pt x="11878" y="4400"/>
                    <a:pt x="12276" y="4912"/>
                  </a:cubicBezTo>
                  <a:cubicBezTo>
                    <a:pt x="13044" y="5913"/>
                    <a:pt x="12577" y="7114"/>
                    <a:pt x="11376" y="7381"/>
                  </a:cubicBezTo>
                  <a:cubicBezTo>
                    <a:pt x="11109" y="7447"/>
                    <a:pt x="11176" y="7781"/>
                    <a:pt x="11342" y="7881"/>
                  </a:cubicBezTo>
                  <a:cubicBezTo>
                    <a:pt x="11376" y="7881"/>
                    <a:pt x="11376" y="7914"/>
                    <a:pt x="11409" y="7948"/>
                  </a:cubicBezTo>
                  <a:cubicBezTo>
                    <a:pt x="11676" y="8248"/>
                    <a:pt x="11909" y="8448"/>
                    <a:pt x="11943" y="8882"/>
                  </a:cubicBezTo>
                  <a:cubicBezTo>
                    <a:pt x="11976" y="9315"/>
                    <a:pt x="11743" y="9716"/>
                    <a:pt x="11442" y="10016"/>
                  </a:cubicBezTo>
                  <a:cubicBezTo>
                    <a:pt x="11139" y="10304"/>
                    <a:pt x="10711" y="10475"/>
                    <a:pt x="10309" y="10475"/>
                  </a:cubicBezTo>
                  <a:cubicBezTo>
                    <a:pt x="9829" y="10475"/>
                    <a:pt x="9386" y="10230"/>
                    <a:pt x="9241" y="9649"/>
                  </a:cubicBezTo>
                  <a:cubicBezTo>
                    <a:pt x="9241" y="9615"/>
                    <a:pt x="9174" y="9582"/>
                    <a:pt x="9141" y="9549"/>
                  </a:cubicBezTo>
                  <a:cubicBezTo>
                    <a:pt x="9099" y="9507"/>
                    <a:pt x="9029" y="9483"/>
                    <a:pt x="8959" y="9483"/>
                  </a:cubicBezTo>
                  <a:cubicBezTo>
                    <a:pt x="8860" y="9483"/>
                    <a:pt x="8760" y="9532"/>
                    <a:pt x="8740" y="9649"/>
                  </a:cubicBezTo>
                  <a:cubicBezTo>
                    <a:pt x="8607" y="10483"/>
                    <a:pt x="8173" y="11383"/>
                    <a:pt x="7173" y="11417"/>
                  </a:cubicBezTo>
                  <a:cubicBezTo>
                    <a:pt x="7137" y="11419"/>
                    <a:pt x="7102" y="11421"/>
                    <a:pt x="7068" y="11421"/>
                  </a:cubicBezTo>
                  <a:cubicBezTo>
                    <a:pt x="6252" y="11421"/>
                    <a:pt x="5633" y="10684"/>
                    <a:pt x="5505" y="9916"/>
                  </a:cubicBezTo>
                  <a:cubicBezTo>
                    <a:pt x="5505" y="9849"/>
                    <a:pt x="5538" y="9816"/>
                    <a:pt x="5538" y="9782"/>
                  </a:cubicBezTo>
                  <a:cubicBezTo>
                    <a:pt x="5562" y="9687"/>
                    <a:pt x="5466" y="9608"/>
                    <a:pt x="5385" y="9608"/>
                  </a:cubicBezTo>
                  <a:cubicBezTo>
                    <a:pt x="5353" y="9608"/>
                    <a:pt x="5324" y="9620"/>
                    <a:pt x="5305" y="9649"/>
                  </a:cubicBezTo>
                  <a:cubicBezTo>
                    <a:pt x="5238" y="9682"/>
                    <a:pt x="5138" y="9716"/>
                    <a:pt x="5138" y="9816"/>
                  </a:cubicBezTo>
                  <a:cubicBezTo>
                    <a:pt x="5138" y="9882"/>
                    <a:pt x="5138" y="9916"/>
                    <a:pt x="5138" y="9982"/>
                  </a:cubicBezTo>
                  <a:cubicBezTo>
                    <a:pt x="4904" y="10449"/>
                    <a:pt x="4571" y="10883"/>
                    <a:pt x="4037" y="10950"/>
                  </a:cubicBezTo>
                  <a:cubicBezTo>
                    <a:pt x="3954" y="10964"/>
                    <a:pt x="3876" y="10971"/>
                    <a:pt x="3804" y="10971"/>
                  </a:cubicBezTo>
                  <a:cubicBezTo>
                    <a:pt x="2890" y="10971"/>
                    <a:pt x="2822" y="9857"/>
                    <a:pt x="3070" y="9115"/>
                  </a:cubicBezTo>
                  <a:cubicBezTo>
                    <a:pt x="3127" y="8971"/>
                    <a:pt x="2986" y="8802"/>
                    <a:pt x="2817" y="8802"/>
                  </a:cubicBezTo>
                  <a:cubicBezTo>
                    <a:pt x="2790" y="8802"/>
                    <a:pt x="2763" y="8806"/>
                    <a:pt x="2736" y="8815"/>
                  </a:cubicBezTo>
                  <a:cubicBezTo>
                    <a:pt x="2551" y="8877"/>
                    <a:pt x="2362" y="8906"/>
                    <a:pt x="2177" y="8906"/>
                  </a:cubicBezTo>
                  <a:cubicBezTo>
                    <a:pt x="1366" y="8906"/>
                    <a:pt x="641" y="8332"/>
                    <a:pt x="668" y="7381"/>
                  </a:cubicBezTo>
                  <a:cubicBezTo>
                    <a:pt x="701" y="6280"/>
                    <a:pt x="1702" y="5846"/>
                    <a:pt x="2603" y="5713"/>
                  </a:cubicBezTo>
                  <a:cubicBezTo>
                    <a:pt x="2803" y="5679"/>
                    <a:pt x="2803" y="5346"/>
                    <a:pt x="2603" y="5312"/>
                  </a:cubicBezTo>
                  <a:cubicBezTo>
                    <a:pt x="2569" y="5279"/>
                    <a:pt x="2503" y="5279"/>
                    <a:pt x="2436" y="5279"/>
                  </a:cubicBezTo>
                  <a:cubicBezTo>
                    <a:pt x="1503" y="4090"/>
                    <a:pt x="2412" y="2852"/>
                    <a:pt x="3499" y="2852"/>
                  </a:cubicBezTo>
                  <a:cubicBezTo>
                    <a:pt x="3968" y="2852"/>
                    <a:pt x="4469" y="3082"/>
                    <a:pt x="4871" y="3645"/>
                  </a:cubicBezTo>
                  <a:cubicBezTo>
                    <a:pt x="4946" y="3719"/>
                    <a:pt x="5031" y="3763"/>
                    <a:pt x="5116" y="3763"/>
                  </a:cubicBezTo>
                  <a:cubicBezTo>
                    <a:pt x="5181" y="3763"/>
                    <a:pt x="5246" y="3736"/>
                    <a:pt x="5305" y="3678"/>
                  </a:cubicBezTo>
                  <a:cubicBezTo>
                    <a:pt x="5805" y="3211"/>
                    <a:pt x="6372" y="2744"/>
                    <a:pt x="7073" y="2610"/>
                  </a:cubicBezTo>
                  <a:cubicBezTo>
                    <a:pt x="7210" y="2581"/>
                    <a:pt x="7347" y="2567"/>
                    <a:pt x="7482" y="2567"/>
                  </a:cubicBezTo>
                  <a:close/>
                  <a:moveTo>
                    <a:pt x="9790" y="1"/>
                  </a:moveTo>
                  <a:cubicBezTo>
                    <a:pt x="8522" y="1"/>
                    <a:pt x="7191" y="807"/>
                    <a:pt x="6906" y="2077"/>
                  </a:cubicBezTo>
                  <a:cubicBezTo>
                    <a:pt x="6239" y="2244"/>
                    <a:pt x="5672" y="2644"/>
                    <a:pt x="5138" y="3077"/>
                  </a:cubicBezTo>
                  <a:cubicBezTo>
                    <a:pt x="4674" y="2573"/>
                    <a:pt x="4038" y="2239"/>
                    <a:pt x="3387" y="2239"/>
                  </a:cubicBezTo>
                  <a:cubicBezTo>
                    <a:pt x="2962" y="2239"/>
                    <a:pt x="2531" y="2381"/>
                    <a:pt x="2136" y="2711"/>
                  </a:cubicBezTo>
                  <a:cubicBezTo>
                    <a:pt x="1302" y="3411"/>
                    <a:pt x="1302" y="4545"/>
                    <a:pt x="1936" y="5312"/>
                  </a:cubicBezTo>
                  <a:cubicBezTo>
                    <a:pt x="868" y="5513"/>
                    <a:pt x="1" y="6513"/>
                    <a:pt x="168" y="7681"/>
                  </a:cubicBezTo>
                  <a:cubicBezTo>
                    <a:pt x="290" y="8780"/>
                    <a:pt x="1195" y="9432"/>
                    <a:pt x="2166" y="9432"/>
                  </a:cubicBezTo>
                  <a:cubicBezTo>
                    <a:pt x="2256" y="9432"/>
                    <a:pt x="2346" y="9427"/>
                    <a:pt x="2436" y="9415"/>
                  </a:cubicBezTo>
                  <a:lnTo>
                    <a:pt x="2436" y="9415"/>
                  </a:lnTo>
                  <a:cubicBezTo>
                    <a:pt x="2269" y="10283"/>
                    <a:pt x="2336" y="11283"/>
                    <a:pt x="3370" y="11517"/>
                  </a:cubicBezTo>
                  <a:cubicBezTo>
                    <a:pt x="3495" y="11546"/>
                    <a:pt x="3615" y="11559"/>
                    <a:pt x="3729" y="11559"/>
                  </a:cubicBezTo>
                  <a:cubicBezTo>
                    <a:pt x="4406" y="11559"/>
                    <a:pt x="4895" y="11082"/>
                    <a:pt x="5238" y="10483"/>
                  </a:cubicBezTo>
                  <a:cubicBezTo>
                    <a:pt x="5460" y="11340"/>
                    <a:pt x="6256" y="11955"/>
                    <a:pt x="7167" y="11955"/>
                  </a:cubicBezTo>
                  <a:cubicBezTo>
                    <a:pt x="7213" y="11955"/>
                    <a:pt x="7259" y="11954"/>
                    <a:pt x="7306" y="11950"/>
                  </a:cubicBezTo>
                  <a:cubicBezTo>
                    <a:pt x="8140" y="11917"/>
                    <a:pt x="8974" y="11217"/>
                    <a:pt x="9174" y="10383"/>
                  </a:cubicBezTo>
                  <a:cubicBezTo>
                    <a:pt x="9440" y="10773"/>
                    <a:pt x="9905" y="10956"/>
                    <a:pt x="10397" y="10956"/>
                  </a:cubicBezTo>
                  <a:cubicBezTo>
                    <a:pt x="10830" y="10956"/>
                    <a:pt x="11284" y="10815"/>
                    <a:pt x="11643" y="10549"/>
                  </a:cubicBezTo>
                  <a:cubicBezTo>
                    <a:pt x="12410" y="9949"/>
                    <a:pt x="12877" y="8381"/>
                    <a:pt x="11976" y="7747"/>
                  </a:cubicBezTo>
                  <a:cubicBezTo>
                    <a:pt x="12977" y="7280"/>
                    <a:pt x="13477" y="6113"/>
                    <a:pt x="12977" y="5046"/>
                  </a:cubicBezTo>
                  <a:cubicBezTo>
                    <a:pt x="12777" y="4645"/>
                    <a:pt x="12510" y="4345"/>
                    <a:pt x="12210" y="4112"/>
                  </a:cubicBezTo>
                  <a:cubicBezTo>
                    <a:pt x="13010" y="2711"/>
                    <a:pt x="12343" y="809"/>
                    <a:pt x="10842" y="209"/>
                  </a:cubicBezTo>
                  <a:cubicBezTo>
                    <a:pt x="10514" y="67"/>
                    <a:pt x="10155" y="1"/>
                    <a:pt x="97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3142" name="Shape 3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3" name="Google Shape;3143;p142"/>
          <p:cNvSpPr/>
          <p:nvPr/>
        </p:nvSpPr>
        <p:spPr>
          <a:xfrm>
            <a:off x="6547784" y="-278499"/>
            <a:ext cx="2631130" cy="1290026"/>
          </a:xfrm>
          <a:custGeom>
            <a:rect b="b" l="l" r="r" t="t"/>
            <a:pathLst>
              <a:path extrusionOk="0" h="8220" w="16766">
                <a:moveTo>
                  <a:pt x="16619" y="0"/>
                </a:moveTo>
                <a:lnTo>
                  <a:pt x="1" y="306"/>
                </a:lnTo>
                <a:cubicBezTo>
                  <a:pt x="61" y="421"/>
                  <a:pt x="130" y="530"/>
                  <a:pt x="209" y="629"/>
                </a:cubicBezTo>
                <a:cubicBezTo>
                  <a:pt x="561" y="1077"/>
                  <a:pt x="1090" y="1341"/>
                  <a:pt x="1620" y="1341"/>
                </a:cubicBezTo>
                <a:cubicBezTo>
                  <a:pt x="1653" y="1341"/>
                  <a:pt x="1687" y="1340"/>
                  <a:pt x="1720" y="1338"/>
                </a:cubicBezTo>
                <a:cubicBezTo>
                  <a:pt x="2137" y="1311"/>
                  <a:pt x="2547" y="1128"/>
                  <a:pt x="2959" y="1128"/>
                </a:cubicBezTo>
                <a:cubicBezTo>
                  <a:pt x="3033" y="1128"/>
                  <a:pt x="3106" y="1133"/>
                  <a:pt x="3180" y="1147"/>
                </a:cubicBezTo>
                <a:cubicBezTo>
                  <a:pt x="3277" y="1165"/>
                  <a:pt x="3367" y="1194"/>
                  <a:pt x="3455" y="1233"/>
                </a:cubicBezTo>
                <a:cubicBezTo>
                  <a:pt x="3474" y="1242"/>
                  <a:pt x="3493" y="1250"/>
                  <a:pt x="3511" y="1261"/>
                </a:cubicBezTo>
                <a:lnTo>
                  <a:pt x="3512" y="1261"/>
                </a:lnTo>
                <a:cubicBezTo>
                  <a:pt x="4178" y="1599"/>
                  <a:pt x="4587" y="2502"/>
                  <a:pt x="5216" y="2997"/>
                </a:cubicBezTo>
                <a:cubicBezTo>
                  <a:pt x="5642" y="3331"/>
                  <a:pt x="6137" y="3458"/>
                  <a:pt x="6653" y="3458"/>
                </a:cubicBezTo>
                <a:cubicBezTo>
                  <a:pt x="7281" y="3458"/>
                  <a:pt x="7939" y="3268"/>
                  <a:pt x="8534" y="3032"/>
                </a:cubicBezTo>
                <a:cubicBezTo>
                  <a:pt x="9061" y="2823"/>
                  <a:pt x="9606" y="2582"/>
                  <a:pt x="10155" y="2582"/>
                </a:cubicBezTo>
                <a:cubicBezTo>
                  <a:pt x="10271" y="2582"/>
                  <a:pt x="10386" y="2593"/>
                  <a:pt x="10502" y="2617"/>
                </a:cubicBezTo>
                <a:cubicBezTo>
                  <a:pt x="11491" y="2819"/>
                  <a:pt x="12129" y="3901"/>
                  <a:pt x="12548" y="4929"/>
                </a:cubicBezTo>
                <a:cubicBezTo>
                  <a:pt x="12966" y="5958"/>
                  <a:pt x="13334" y="7102"/>
                  <a:pt x="14165" y="7742"/>
                </a:cubicBezTo>
                <a:cubicBezTo>
                  <a:pt x="14587" y="8068"/>
                  <a:pt x="15094" y="8220"/>
                  <a:pt x="15606" y="8220"/>
                </a:cubicBezTo>
                <a:cubicBezTo>
                  <a:pt x="16002" y="8220"/>
                  <a:pt x="16401" y="8129"/>
                  <a:pt x="16766" y="7956"/>
                </a:cubicBezTo>
                <a:lnTo>
                  <a:pt x="16619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4" name="Google Shape;3144;p142"/>
          <p:cNvSpPr/>
          <p:nvPr/>
        </p:nvSpPr>
        <p:spPr>
          <a:xfrm>
            <a:off x="7408253" y="1455793"/>
            <a:ext cx="2249157" cy="4099051"/>
          </a:xfrm>
          <a:custGeom>
            <a:rect b="b" l="l" r="r" t="t"/>
            <a:pathLst>
              <a:path extrusionOk="0" h="26119" w="14332">
                <a:moveTo>
                  <a:pt x="12104" y="0"/>
                </a:moveTo>
                <a:cubicBezTo>
                  <a:pt x="11836" y="0"/>
                  <a:pt x="11579" y="100"/>
                  <a:pt x="11338" y="207"/>
                </a:cubicBezTo>
                <a:cubicBezTo>
                  <a:pt x="11049" y="335"/>
                  <a:pt x="10764" y="475"/>
                  <a:pt x="10478" y="610"/>
                </a:cubicBezTo>
                <a:cubicBezTo>
                  <a:pt x="9890" y="885"/>
                  <a:pt x="9294" y="1149"/>
                  <a:pt x="8713" y="1440"/>
                </a:cubicBezTo>
                <a:cubicBezTo>
                  <a:pt x="8495" y="1549"/>
                  <a:pt x="8298" y="1691"/>
                  <a:pt x="8201" y="1922"/>
                </a:cubicBezTo>
                <a:cubicBezTo>
                  <a:pt x="8095" y="2174"/>
                  <a:pt x="8110" y="2467"/>
                  <a:pt x="8106" y="2735"/>
                </a:cubicBezTo>
                <a:cubicBezTo>
                  <a:pt x="8097" y="3377"/>
                  <a:pt x="8121" y="4019"/>
                  <a:pt x="8176" y="4658"/>
                </a:cubicBezTo>
                <a:cubicBezTo>
                  <a:pt x="8228" y="5277"/>
                  <a:pt x="8331" y="5899"/>
                  <a:pt x="8283" y="6521"/>
                </a:cubicBezTo>
                <a:cubicBezTo>
                  <a:pt x="8242" y="7056"/>
                  <a:pt x="8055" y="7556"/>
                  <a:pt x="7761" y="8004"/>
                </a:cubicBezTo>
                <a:cubicBezTo>
                  <a:pt x="7173" y="8897"/>
                  <a:pt x="6276" y="9476"/>
                  <a:pt x="5434" y="10099"/>
                </a:cubicBezTo>
                <a:cubicBezTo>
                  <a:pt x="5008" y="10415"/>
                  <a:pt x="4600" y="10769"/>
                  <a:pt x="4338" y="11238"/>
                </a:cubicBezTo>
                <a:cubicBezTo>
                  <a:pt x="4078" y="11703"/>
                  <a:pt x="3973" y="12231"/>
                  <a:pt x="3932" y="12758"/>
                </a:cubicBezTo>
                <a:cubicBezTo>
                  <a:pt x="3854" y="13776"/>
                  <a:pt x="4023" y="14819"/>
                  <a:pt x="3717" y="15812"/>
                </a:cubicBezTo>
                <a:cubicBezTo>
                  <a:pt x="3574" y="16273"/>
                  <a:pt x="3319" y="16702"/>
                  <a:pt x="2917" y="16981"/>
                </a:cubicBezTo>
                <a:cubicBezTo>
                  <a:pt x="2489" y="17279"/>
                  <a:pt x="1977" y="17419"/>
                  <a:pt x="1536" y="17694"/>
                </a:cubicBezTo>
                <a:cubicBezTo>
                  <a:pt x="639" y="18252"/>
                  <a:pt x="327" y="19323"/>
                  <a:pt x="152" y="20304"/>
                </a:cubicBezTo>
                <a:cubicBezTo>
                  <a:pt x="48" y="20891"/>
                  <a:pt x="1" y="21500"/>
                  <a:pt x="140" y="22087"/>
                </a:cubicBezTo>
                <a:cubicBezTo>
                  <a:pt x="259" y="22589"/>
                  <a:pt x="523" y="23040"/>
                  <a:pt x="855" y="23429"/>
                </a:cubicBezTo>
                <a:cubicBezTo>
                  <a:pt x="1544" y="24236"/>
                  <a:pt x="3187" y="24329"/>
                  <a:pt x="3333" y="25366"/>
                </a:cubicBezTo>
                <a:cubicBezTo>
                  <a:pt x="3413" y="25937"/>
                  <a:pt x="4213" y="26116"/>
                  <a:pt x="4450" y="26116"/>
                </a:cubicBezTo>
                <a:cubicBezTo>
                  <a:pt x="4499" y="26116"/>
                  <a:pt x="4524" y="26108"/>
                  <a:pt x="4512" y="26094"/>
                </a:cubicBezTo>
                <a:lnTo>
                  <a:pt x="4512" y="26094"/>
                </a:lnTo>
                <a:cubicBezTo>
                  <a:pt x="5752" y="26098"/>
                  <a:pt x="6992" y="26103"/>
                  <a:pt x="8231" y="26108"/>
                </a:cubicBezTo>
                <a:cubicBezTo>
                  <a:pt x="8884" y="26110"/>
                  <a:pt x="9536" y="26113"/>
                  <a:pt x="10188" y="26115"/>
                </a:cubicBezTo>
                <a:cubicBezTo>
                  <a:pt x="10509" y="26116"/>
                  <a:pt x="10831" y="26117"/>
                  <a:pt x="11153" y="26118"/>
                </a:cubicBezTo>
                <a:cubicBezTo>
                  <a:pt x="11181" y="26118"/>
                  <a:pt x="11210" y="26118"/>
                  <a:pt x="11238" y="26118"/>
                </a:cubicBezTo>
                <a:cubicBezTo>
                  <a:pt x="11502" y="26118"/>
                  <a:pt x="11768" y="26112"/>
                  <a:pt x="12030" y="26066"/>
                </a:cubicBezTo>
                <a:cubicBezTo>
                  <a:pt x="12510" y="25980"/>
                  <a:pt x="12981" y="25708"/>
                  <a:pt x="13161" y="25232"/>
                </a:cubicBezTo>
                <a:cubicBezTo>
                  <a:pt x="13200" y="25130"/>
                  <a:pt x="13224" y="25017"/>
                  <a:pt x="13222" y="24907"/>
                </a:cubicBezTo>
                <a:cubicBezTo>
                  <a:pt x="13220" y="24778"/>
                  <a:pt x="13107" y="24687"/>
                  <a:pt x="13042" y="24582"/>
                </a:cubicBezTo>
                <a:cubicBezTo>
                  <a:pt x="12914" y="24378"/>
                  <a:pt x="12829" y="24154"/>
                  <a:pt x="12777" y="23918"/>
                </a:cubicBezTo>
                <a:cubicBezTo>
                  <a:pt x="12667" y="23424"/>
                  <a:pt x="12700" y="22903"/>
                  <a:pt x="12760" y="22402"/>
                </a:cubicBezTo>
                <a:cubicBezTo>
                  <a:pt x="12825" y="21856"/>
                  <a:pt x="12928" y="21313"/>
                  <a:pt x="12991" y="20766"/>
                </a:cubicBezTo>
                <a:cubicBezTo>
                  <a:pt x="13138" y="19498"/>
                  <a:pt x="13165" y="18220"/>
                  <a:pt x="13259" y="16947"/>
                </a:cubicBezTo>
                <a:cubicBezTo>
                  <a:pt x="13306" y="16306"/>
                  <a:pt x="13371" y="15667"/>
                  <a:pt x="13476" y="15033"/>
                </a:cubicBezTo>
                <a:cubicBezTo>
                  <a:pt x="13580" y="14418"/>
                  <a:pt x="13717" y="13809"/>
                  <a:pt x="13850" y="13199"/>
                </a:cubicBezTo>
                <a:cubicBezTo>
                  <a:pt x="14117" y="11977"/>
                  <a:pt x="14332" y="10761"/>
                  <a:pt x="14312" y="9506"/>
                </a:cubicBezTo>
                <a:cubicBezTo>
                  <a:pt x="14292" y="8213"/>
                  <a:pt x="14104" y="6931"/>
                  <a:pt x="14032" y="5641"/>
                </a:cubicBezTo>
                <a:cubicBezTo>
                  <a:pt x="13973" y="4552"/>
                  <a:pt x="14026" y="3448"/>
                  <a:pt x="13821" y="2371"/>
                </a:cubicBezTo>
                <a:cubicBezTo>
                  <a:pt x="13723" y="1854"/>
                  <a:pt x="13559" y="1346"/>
                  <a:pt x="13296" y="889"/>
                </a:cubicBezTo>
                <a:cubicBezTo>
                  <a:pt x="13046" y="456"/>
                  <a:pt x="12681" y="18"/>
                  <a:pt x="12141" y="1"/>
                </a:cubicBezTo>
                <a:cubicBezTo>
                  <a:pt x="12128" y="1"/>
                  <a:pt x="12116" y="0"/>
                  <a:pt x="12104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5" name="Google Shape;3145;p142"/>
          <p:cNvSpPr/>
          <p:nvPr/>
        </p:nvSpPr>
        <p:spPr>
          <a:xfrm>
            <a:off x="-209325" y="4063744"/>
            <a:ext cx="2549055" cy="1959992"/>
          </a:xfrm>
          <a:custGeom>
            <a:rect b="b" l="l" r="r" t="t"/>
            <a:pathLst>
              <a:path extrusionOk="0" h="12489" w="16243">
                <a:moveTo>
                  <a:pt x="3844" y="0"/>
                </a:moveTo>
                <a:cubicBezTo>
                  <a:pt x="3285" y="0"/>
                  <a:pt x="2723" y="148"/>
                  <a:pt x="2228" y="400"/>
                </a:cubicBezTo>
                <a:cubicBezTo>
                  <a:pt x="1280" y="883"/>
                  <a:pt x="590" y="1767"/>
                  <a:pt x="156" y="2720"/>
                </a:cubicBezTo>
                <a:cubicBezTo>
                  <a:pt x="49" y="2956"/>
                  <a:pt x="1" y="3596"/>
                  <a:pt x="54" y="3596"/>
                </a:cubicBezTo>
                <a:cubicBezTo>
                  <a:pt x="57" y="3596"/>
                  <a:pt x="61" y="3593"/>
                  <a:pt x="66" y="3588"/>
                </a:cubicBezTo>
                <a:cubicBezTo>
                  <a:pt x="269" y="4868"/>
                  <a:pt x="1355" y="5759"/>
                  <a:pt x="2294" y="6557"/>
                </a:cubicBezTo>
                <a:cubicBezTo>
                  <a:pt x="3560" y="7632"/>
                  <a:pt x="4723" y="8824"/>
                  <a:pt x="5756" y="10126"/>
                </a:cubicBezTo>
                <a:cubicBezTo>
                  <a:pt x="6340" y="10862"/>
                  <a:pt x="6881" y="11633"/>
                  <a:pt x="7379" y="12430"/>
                </a:cubicBezTo>
                <a:cubicBezTo>
                  <a:pt x="7403" y="12468"/>
                  <a:pt x="7442" y="12488"/>
                  <a:pt x="7481" y="12488"/>
                </a:cubicBezTo>
                <a:cubicBezTo>
                  <a:pt x="7510" y="12488"/>
                  <a:pt x="7539" y="12478"/>
                  <a:pt x="7563" y="12456"/>
                </a:cubicBezTo>
                <a:cubicBezTo>
                  <a:pt x="9372" y="10767"/>
                  <a:pt x="11182" y="9079"/>
                  <a:pt x="12991" y="7391"/>
                </a:cubicBezTo>
                <a:cubicBezTo>
                  <a:pt x="13444" y="6969"/>
                  <a:pt x="13897" y="6547"/>
                  <a:pt x="14348" y="6125"/>
                </a:cubicBezTo>
                <a:cubicBezTo>
                  <a:pt x="14774" y="5728"/>
                  <a:pt x="15224" y="5346"/>
                  <a:pt x="15621" y="4920"/>
                </a:cubicBezTo>
                <a:cubicBezTo>
                  <a:pt x="15956" y="4561"/>
                  <a:pt x="16230" y="4130"/>
                  <a:pt x="16237" y="3625"/>
                </a:cubicBezTo>
                <a:cubicBezTo>
                  <a:pt x="16243" y="3173"/>
                  <a:pt x="16055" y="2737"/>
                  <a:pt x="15772" y="2393"/>
                </a:cubicBezTo>
                <a:cubicBezTo>
                  <a:pt x="15118" y="1597"/>
                  <a:pt x="13969" y="1326"/>
                  <a:pt x="12990" y="1230"/>
                </a:cubicBezTo>
                <a:cubicBezTo>
                  <a:pt x="12782" y="1209"/>
                  <a:pt x="12575" y="1199"/>
                  <a:pt x="12369" y="1199"/>
                </a:cubicBezTo>
                <a:cubicBezTo>
                  <a:pt x="11579" y="1199"/>
                  <a:pt x="10805" y="1344"/>
                  <a:pt x="10046" y="1589"/>
                </a:cubicBezTo>
                <a:cubicBezTo>
                  <a:pt x="9458" y="1779"/>
                  <a:pt x="8842" y="1996"/>
                  <a:pt x="8230" y="1996"/>
                </a:cubicBezTo>
                <a:cubicBezTo>
                  <a:pt x="7924" y="1996"/>
                  <a:pt x="7618" y="1942"/>
                  <a:pt x="7317" y="1801"/>
                </a:cubicBezTo>
                <a:cubicBezTo>
                  <a:pt x="6411" y="1378"/>
                  <a:pt x="5786" y="517"/>
                  <a:pt x="4835" y="170"/>
                </a:cubicBezTo>
                <a:cubicBezTo>
                  <a:pt x="4516" y="54"/>
                  <a:pt x="4181" y="0"/>
                  <a:pt x="3844" y="0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6" name="Google Shape;3146;p142"/>
          <p:cNvSpPr/>
          <p:nvPr/>
        </p:nvSpPr>
        <p:spPr>
          <a:xfrm>
            <a:off x="-198340" y="-278499"/>
            <a:ext cx="1951456" cy="3795063"/>
          </a:xfrm>
          <a:custGeom>
            <a:rect b="b" l="l" r="r" t="t"/>
            <a:pathLst>
              <a:path extrusionOk="0" h="24182" w="12435">
                <a:moveTo>
                  <a:pt x="7995" y="0"/>
                </a:moveTo>
                <a:cubicBezTo>
                  <a:pt x="6753" y="0"/>
                  <a:pt x="5507" y="123"/>
                  <a:pt x="4282" y="305"/>
                </a:cubicBezTo>
                <a:cubicBezTo>
                  <a:pt x="3647" y="400"/>
                  <a:pt x="3014" y="509"/>
                  <a:pt x="2384" y="629"/>
                </a:cubicBezTo>
                <a:cubicBezTo>
                  <a:pt x="1767" y="745"/>
                  <a:pt x="1135" y="843"/>
                  <a:pt x="528" y="997"/>
                </a:cubicBezTo>
                <a:cubicBezTo>
                  <a:pt x="284" y="1059"/>
                  <a:pt x="86" y="1199"/>
                  <a:pt x="44" y="1438"/>
                </a:cubicBezTo>
                <a:cubicBezTo>
                  <a:pt x="1" y="1675"/>
                  <a:pt x="98" y="1906"/>
                  <a:pt x="177" y="2128"/>
                </a:cubicBezTo>
                <a:cubicBezTo>
                  <a:pt x="371" y="2674"/>
                  <a:pt x="529" y="3231"/>
                  <a:pt x="657" y="3795"/>
                </a:cubicBezTo>
                <a:cubicBezTo>
                  <a:pt x="1173" y="6076"/>
                  <a:pt x="1176" y="8421"/>
                  <a:pt x="1157" y="10740"/>
                </a:cubicBezTo>
                <a:cubicBezTo>
                  <a:pt x="1137" y="13166"/>
                  <a:pt x="1119" y="15594"/>
                  <a:pt x="956" y="18015"/>
                </a:cubicBezTo>
                <a:cubicBezTo>
                  <a:pt x="873" y="19227"/>
                  <a:pt x="754" y="20438"/>
                  <a:pt x="578" y="21641"/>
                </a:cubicBezTo>
                <a:cubicBezTo>
                  <a:pt x="533" y="21947"/>
                  <a:pt x="484" y="22253"/>
                  <a:pt x="431" y="22559"/>
                </a:cubicBezTo>
                <a:cubicBezTo>
                  <a:pt x="386" y="22822"/>
                  <a:pt x="322" y="23092"/>
                  <a:pt x="343" y="23359"/>
                </a:cubicBezTo>
                <a:cubicBezTo>
                  <a:pt x="374" y="23781"/>
                  <a:pt x="660" y="24173"/>
                  <a:pt x="1161" y="24181"/>
                </a:cubicBezTo>
                <a:cubicBezTo>
                  <a:pt x="1165" y="24181"/>
                  <a:pt x="1169" y="24181"/>
                  <a:pt x="1173" y="24181"/>
                </a:cubicBezTo>
                <a:cubicBezTo>
                  <a:pt x="1371" y="24181"/>
                  <a:pt x="1540" y="24099"/>
                  <a:pt x="1654" y="23951"/>
                </a:cubicBezTo>
                <a:cubicBezTo>
                  <a:pt x="1675" y="23925"/>
                  <a:pt x="1683" y="23898"/>
                  <a:pt x="1682" y="23874"/>
                </a:cubicBezTo>
                <a:lnTo>
                  <a:pt x="1682" y="23874"/>
                </a:lnTo>
                <a:cubicBezTo>
                  <a:pt x="1847" y="23898"/>
                  <a:pt x="2014" y="23909"/>
                  <a:pt x="2180" y="23909"/>
                </a:cubicBezTo>
                <a:cubicBezTo>
                  <a:pt x="2943" y="23909"/>
                  <a:pt x="3699" y="23667"/>
                  <a:pt x="4311" y="23242"/>
                </a:cubicBezTo>
                <a:cubicBezTo>
                  <a:pt x="4708" y="22966"/>
                  <a:pt x="5045" y="22616"/>
                  <a:pt x="5275" y="22211"/>
                </a:cubicBezTo>
                <a:cubicBezTo>
                  <a:pt x="5529" y="21761"/>
                  <a:pt x="5637" y="21258"/>
                  <a:pt x="5672" y="20756"/>
                </a:cubicBezTo>
                <a:cubicBezTo>
                  <a:pt x="5745" y="19694"/>
                  <a:pt x="5474" y="18600"/>
                  <a:pt x="5753" y="17552"/>
                </a:cubicBezTo>
                <a:cubicBezTo>
                  <a:pt x="5970" y="16734"/>
                  <a:pt x="6573" y="16141"/>
                  <a:pt x="7340" y="15710"/>
                </a:cubicBezTo>
                <a:cubicBezTo>
                  <a:pt x="8075" y="15296"/>
                  <a:pt x="8888" y="15018"/>
                  <a:pt x="9665" y="14682"/>
                </a:cubicBezTo>
                <a:cubicBezTo>
                  <a:pt x="10395" y="14367"/>
                  <a:pt x="11138" y="13992"/>
                  <a:pt x="11650" y="13407"/>
                </a:cubicBezTo>
                <a:cubicBezTo>
                  <a:pt x="12358" y="12597"/>
                  <a:pt x="12435" y="11553"/>
                  <a:pt x="12147" y="10578"/>
                </a:cubicBezTo>
                <a:cubicBezTo>
                  <a:pt x="11808" y="9430"/>
                  <a:pt x="11016" y="8461"/>
                  <a:pt x="10472" y="7396"/>
                </a:cubicBezTo>
                <a:cubicBezTo>
                  <a:pt x="9923" y="6314"/>
                  <a:pt x="9632" y="5096"/>
                  <a:pt x="9791" y="3904"/>
                </a:cubicBezTo>
                <a:cubicBezTo>
                  <a:pt x="9926" y="2896"/>
                  <a:pt x="10412" y="1909"/>
                  <a:pt x="11209" y="1194"/>
                </a:cubicBezTo>
                <a:cubicBezTo>
                  <a:pt x="11406" y="1016"/>
                  <a:pt x="11621" y="858"/>
                  <a:pt x="11854" y="718"/>
                </a:cubicBezTo>
                <a:cubicBezTo>
                  <a:pt x="11960" y="654"/>
                  <a:pt x="11944" y="503"/>
                  <a:pt x="11818" y="468"/>
                </a:cubicBezTo>
                <a:cubicBezTo>
                  <a:pt x="10568" y="132"/>
                  <a:pt x="9284" y="0"/>
                  <a:pt x="7995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7" name="Google Shape;3147;p142"/>
          <p:cNvSpPr txBox="1"/>
          <p:nvPr>
            <p:ph type="title"/>
          </p:nvPr>
        </p:nvSpPr>
        <p:spPr>
          <a:xfrm>
            <a:off x="2886750" y="1000350"/>
            <a:ext cx="33705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3148" name="Google Shape;3148;p142">
            <a:hlinkClick/>
          </p:cNvPr>
          <p:cNvSpPr txBox="1"/>
          <p:nvPr>
            <p:ph idx="1" type="subTitle"/>
          </p:nvPr>
        </p:nvSpPr>
        <p:spPr>
          <a:xfrm>
            <a:off x="3923225" y="3369800"/>
            <a:ext cx="1297800" cy="59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0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9pPr>
          </a:lstStyle>
          <a:p/>
        </p:txBody>
      </p:sp>
      <p:sp>
        <p:nvSpPr>
          <p:cNvPr id="3149" name="Google Shape;3149;p142"/>
          <p:cNvSpPr txBox="1"/>
          <p:nvPr>
            <p:ph idx="2" type="subTitle"/>
          </p:nvPr>
        </p:nvSpPr>
        <p:spPr>
          <a:xfrm>
            <a:off x="3041475" y="2310025"/>
            <a:ext cx="3061200" cy="59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16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9pPr>
          </a:lstStyle>
          <a:p/>
        </p:txBody>
      </p:sp>
      <p:sp>
        <p:nvSpPr>
          <p:cNvPr id="3150" name="Google Shape;3150;p142"/>
          <p:cNvSpPr/>
          <p:nvPr/>
        </p:nvSpPr>
        <p:spPr>
          <a:xfrm rot="-906775">
            <a:off x="6750650" y="4662899"/>
            <a:ext cx="605796" cy="14193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51" name="Google Shape;3151;p142"/>
          <p:cNvGrpSpPr/>
          <p:nvPr/>
        </p:nvGrpSpPr>
        <p:grpSpPr>
          <a:xfrm rot="-5400000">
            <a:off x="8632925" y="439065"/>
            <a:ext cx="221772" cy="200884"/>
            <a:chOff x="1640475" y="1197075"/>
            <a:chExt cx="55475" cy="50250"/>
          </a:xfrm>
        </p:grpSpPr>
        <p:sp>
          <p:nvSpPr>
            <p:cNvPr id="3152" name="Google Shape;3152;p14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14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14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55" name="Google Shape;3155;p142"/>
          <p:cNvSpPr/>
          <p:nvPr/>
        </p:nvSpPr>
        <p:spPr>
          <a:xfrm rot="9965797">
            <a:off x="-406843" y="3256057"/>
            <a:ext cx="993864" cy="1557213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56" name="Google Shape;3156;p142"/>
          <p:cNvGrpSpPr/>
          <p:nvPr/>
        </p:nvGrpSpPr>
        <p:grpSpPr>
          <a:xfrm rot="-6145098">
            <a:off x="1436337" y="4375587"/>
            <a:ext cx="433642" cy="392824"/>
            <a:chOff x="1640475" y="1197075"/>
            <a:chExt cx="55475" cy="50250"/>
          </a:xfrm>
        </p:grpSpPr>
        <p:sp>
          <p:nvSpPr>
            <p:cNvPr id="3157" name="Google Shape;3157;p14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14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14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60" name="Google Shape;3160;p142"/>
          <p:cNvGrpSpPr/>
          <p:nvPr/>
        </p:nvGrpSpPr>
        <p:grpSpPr>
          <a:xfrm rot="-5400000">
            <a:off x="8317492" y="3895034"/>
            <a:ext cx="244822" cy="221773"/>
            <a:chOff x="1640475" y="1197075"/>
            <a:chExt cx="55475" cy="50250"/>
          </a:xfrm>
        </p:grpSpPr>
        <p:sp>
          <p:nvSpPr>
            <p:cNvPr id="3161" name="Google Shape;3161;p14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14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14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64" name="Google Shape;3164;p142"/>
          <p:cNvSpPr/>
          <p:nvPr/>
        </p:nvSpPr>
        <p:spPr>
          <a:xfrm rot="-4322283">
            <a:off x="255217" y="529011"/>
            <a:ext cx="580167" cy="13591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65" name="Google Shape;3165;p142"/>
          <p:cNvGrpSpPr/>
          <p:nvPr/>
        </p:nvGrpSpPr>
        <p:grpSpPr>
          <a:xfrm rot="-5400000">
            <a:off x="1361674" y="491897"/>
            <a:ext cx="221772" cy="200884"/>
            <a:chOff x="1640475" y="1197075"/>
            <a:chExt cx="55475" cy="50250"/>
          </a:xfrm>
        </p:grpSpPr>
        <p:sp>
          <p:nvSpPr>
            <p:cNvPr id="3166" name="Google Shape;3166;p14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14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14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3169" name="Shape 3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0" name="Google Shape;3170;p143"/>
          <p:cNvSpPr/>
          <p:nvPr/>
        </p:nvSpPr>
        <p:spPr>
          <a:xfrm>
            <a:off x="-410657" y="-145804"/>
            <a:ext cx="4197745" cy="1131860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71" name="Google Shape;3171;p143"/>
          <p:cNvSpPr/>
          <p:nvPr/>
        </p:nvSpPr>
        <p:spPr>
          <a:xfrm rot="-6752784">
            <a:off x="2051407" y="216393"/>
            <a:ext cx="1195911" cy="1089409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72" name="Google Shape;3172;p143"/>
          <p:cNvSpPr/>
          <p:nvPr/>
        </p:nvSpPr>
        <p:spPr>
          <a:xfrm>
            <a:off x="-572725" y="2861528"/>
            <a:ext cx="2676986" cy="2789665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73" name="Google Shape;3173;p143"/>
          <p:cNvSpPr/>
          <p:nvPr/>
        </p:nvSpPr>
        <p:spPr>
          <a:xfrm>
            <a:off x="6594726" y="4161014"/>
            <a:ext cx="3033994" cy="1250590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74" name="Google Shape;3174;p143"/>
          <p:cNvSpPr/>
          <p:nvPr/>
        </p:nvSpPr>
        <p:spPr>
          <a:xfrm>
            <a:off x="6027407" y="-371325"/>
            <a:ext cx="3627154" cy="2893677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75" name="Google Shape;3175;p143"/>
          <p:cNvSpPr txBox="1"/>
          <p:nvPr>
            <p:ph type="title"/>
          </p:nvPr>
        </p:nvSpPr>
        <p:spPr>
          <a:xfrm>
            <a:off x="2085275" y="673465"/>
            <a:ext cx="4973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176" name="Google Shape;3176;p143"/>
          <p:cNvSpPr txBox="1"/>
          <p:nvPr>
            <p:ph idx="1" type="body"/>
          </p:nvPr>
        </p:nvSpPr>
        <p:spPr>
          <a:xfrm>
            <a:off x="713225" y="1564120"/>
            <a:ext cx="7717500" cy="304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Gloria Hallelujah"/>
              <a:buChar char="●"/>
              <a:defRPr sz="1100">
                <a:latin typeface="Raleway"/>
                <a:ea typeface="Raleway"/>
                <a:cs typeface="Raleway"/>
                <a:sym typeface="Raleway"/>
              </a:defRPr>
            </a:lvl1pPr>
            <a:lvl2pPr indent="-3175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175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175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175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175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175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175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175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grpSp>
        <p:nvGrpSpPr>
          <p:cNvPr id="3177" name="Google Shape;3177;p143"/>
          <p:cNvGrpSpPr/>
          <p:nvPr/>
        </p:nvGrpSpPr>
        <p:grpSpPr>
          <a:xfrm rot="1800041">
            <a:off x="8665997" y="4106761"/>
            <a:ext cx="221773" cy="200885"/>
            <a:chOff x="1640475" y="1197075"/>
            <a:chExt cx="55475" cy="50250"/>
          </a:xfrm>
        </p:grpSpPr>
        <p:sp>
          <p:nvSpPr>
            <p:cNvPr id="3178" name="Google Shape;3178;p14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14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14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81" name="Google Shape;3181;p143"/>
          <p:cNvGrpSpPr/>
          <p:nvPr/>
        </p:nvGrpSpPr>
        <p:grpSpPr>
          <a:xfrm rot="-9900030">
            <a:off x="667534" y="4625752"/>
            <a:ext cx="215932" cy="195605"/>
            <a:chOff x="1640475" y="1197075"/>
            <a:chExt cx="55475" cy="50250"/>
          </a:xfrm>
        </p:grpSpPr>
        <p:sp>
          <p:nvSpPr>
            <p:cNvPr id="3182" name="Google Shape;3182;p14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14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14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85" name="Google Shape;3185;p143"/>
          <p:cNvGrpSpPr/>
          <p:nvPr/>
        </p:nvGrpSpPr>
        <p:grpSpPr>
          <a:xfrm rot="-5400000">
            <a:off x="8514555" y="2548984"/>
            <a:ext cx="244822" cy="221773"/>
            <a:chOff x="1640475" y="1197075"/>
            <a:chExt cx="55475" cy="50250"/>
          </a:xfrm>
        </p:grpSpPr>
        <p:sp>
          <p:nvSpPr>
            <p:cNvPr id="3186" name="Google Shape;3186;p14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14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14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89" name="Google Shape;3189;p143"/>
          <p:cNvSpPr/>
          <p:nvPr/>
        </p:nvSpPr>
        <p:spPr>
          <a:xfrm rot="912813">
            <a:off x="8372080" y="228912"/>
            <a:ext cx="529792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90" name="Google Shape;3190;p143"/>
          <p:cNvGrpSpPr/>
          <p:nvPr/>
        </p:nvGrpSpPr>
        <p:grpSpPr>
          <a:xfrm rot="-5400000">
            <a:off x="313974" y="982572"/>
            <a:ext cx="221772" cy="200884"/>
            <a:chOff x="1640475" y="1197075"/>
            <a:chExt cx="55475" cy="50250"/>
          </a:xfrm>
        </p:grpSpPr>
        <p:sp>
          <p:nvSpPr>
            <p:cNvPr id="3191" name="Google Shape;3191;p14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14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14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94" name="Google Shape;3194;p143"/>
          <p:cNvSpPr/>
          <p:nvPr/>
        </p:nvSpPr>
        <p:spPr>
          <a:xfrm>
            <a:off x="8536325" y="4434061"/>
            <a:ext cx="609613" cy="95515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95" name="Google Shape;3195;p143"/>
          <p:cNvSpPr/>
          <p:nvPr/>
        </p:nvSpPr>
        <p:spPr>
          <a:xfrm rot="-650986">
            <a:off x="1480420" y="4695682"/>
            <a:ext cx="1027315" cy="24067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3196" name="Shape 3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7" name="Google Shape;3197;p144"/>
          <p:cNvSpPr/>
          <p:nvPr/>
        </p:nvSpPr>
        <p:spPr>
          <a:xfrm rot="10800000">
            <a:off x="-75975" y="-39140"/>
            <a:ext cx="3509452" cy="1137819"/>
          </a:xfrm>
          <a:custGeom>
            <a:rect b="b" l="l" r="r" t="t"/>
            <a:pathLst>
              <a:path extrusionOk="0" h="7088" w="21862">
                <a:moveTo>
                  <a:pt x="20392" y="0"/>
                </a:moveTo>
                <a:cubicBezTo>
                  <a:pt x="19697" y="0"/>
                  <a:pt x="19010" y="139"/>
                  <a:pt x="18446" y="437"/>
                </a:cubicBezTo>
                <a:cubicBezTo>
                  <a:pt x="17368" y="1003"/>
                  <a:pt x="16913" y="1997"/>
                  <a:pt x="16387" y="2893"/>
                </a:cubicBezTo>
                <a:cubicBezTo>
                  <a:pt x="15861" y="3789"/>
                  <a:pt x="15050" y="4733"/>
                  <a:pt x="13753" y="4924"/>
                </a:cubicBezTo>
                <a:cubicBezTo>
                  <a:pt x="13587" y="4948"/>
                  <a:pt x="13420" y="4959"/>
                  <a:pt x="13253" y="4959"/>
                </a:cubicBezTo>
                <a:cubicBezTo>
                  <a:pt x="12545" y="4959"/>
                  <a:pt x="11838" y="4765"/>
                  <a:pt x="11156" y="4596"/>
                </a:cubicBezTo>
                <a:cubicBezTo>
                  <a:pt x="10391" y="4408"/>
                  <a:pt x="9551" y="4258"/>
                  <a:pt x="8748" y="4258"/>
                </a:cubicBezTo>
                <a:cubicBezTo>
                  <a:pt x="8042" y="4258"/>
                  <a:pt x="7365" y="4373"/>
                  <a:pt x="6793" y="4680"/>
                </a:cubicBezTo>
                <a:cubicBezTo>
                  <a:pt x="5978" y="5117"/>
                  <a:pt x="5461" y="5904"/>
                  <a:pt x="4593" y="6207"/>
                </a:cubicBezTo>
                <a:cubicBezTo>
                  <a:pt x="4569" y="6215"/>
                  <a:pt x="4545" y="6224"/>
                  <a:pt x="4519" y="6231"/>
                </a:cubicBezTo>
                <a:cubicBezTo>
                  <a:pt x="4407" y="6267"/>
                  <a:pt x="4286" y="6293"/>
                  <a:pt x="4160" y="6310"/>
                </a:cubicBezTo>
                <a:cubicBezTo>
                  <a:pt x="4052" y="6325"/>
                  <a:pt x="3944" y="6331"/>
                  <a:pt x="3836" y="6331"/>
                </a:cubicBezTo>
                <a:cubicBezTo>
                  <a:pt x="3306" y="6331"/>
                  <a:pt x="2774" y="6185"/>
                  <a:pt x="2236" y="6169"/>
                </a:cubicBezTo>
                <a:cubicBezTo>
                  <a:pt x="2205" y="6168"/>
                  <a:pt x="2173" y="6167"/>
                  <a:pt x="2142" y="6167"/>
                </a:cubicBezTo>
                <a:cubicBezTo>
                  <a:pt x="1432" y="6167"/>
                  <a:pt x="726" y="6406"/>
                  <a:pt x="265" y="6805"/>
                </a:cubicBezTo>
                <a:cubicBezTo>
                  <a:pt x="165" y="6893"/>
                  <a:pt x="77" y="6988"/>
                  <a:pt x="1" y="7088"/>
                </a:cubicBezTo>
                <a:lnTo>
                  <a:pt x="21862" y="7088"/>
                </a:lnTo>
                <a:lnTo>
                  <a:pt x="21862" y="210"/>
                </a:lnTo>
                <a:cubicBezTo>
                  <a:pt x="21397" y="73"/>
                  <a:pt x="20892" y="0"/>
                  <a:pt x="20392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98" name="Google Shape;3198;p144"/>
          <p:cNvSpPr/>
          <p:nvPr/>
        </p:nvSpPr>
        <p:spPr>
          <a:xfrm rot="10800000">
            <a:off x="7073611" y="4276678"/>
            <a:ext cx="2111739" cy="1036366"/>
          </a:xfrm>
          <a:custGeom>
            <a:rect b="b" l="l" r="r" t="t"/>
            <a:pathLst>
              <a:path extrusionOk="0" h="6456" w="13155">
                <a:moveTo>
                  <a:pt x="1821" y="0"/>
                </a:moveTo>
                <a:lnTo>
                  <a:pt x="1821" y="3"/>
                </a:lnTo>
                <a:lnTo>
                  <a:pt x="0" y="4"/>
                </a:lnTo>
                <a:lnTo>
                  <a:pt x="0" y="222"/>
                </a:lnTo>
                <a:lnTo>
                  <a:pt x="0" y="1236"/>
                </a:lnTo>
                <a:lnTo>
                  <a:pt x="0" y="2358"/>
                </a:lnTo>
                <a:lnTo>
                  <a:pt x="1" y="3370"/>
                </a:lnTo>
                <a:lnTo>
                  <a:pt x="1" y="4493"/>
                </a:lnTo>
                <a:lnTo>
                  <a:pt x="1" y="5504"/>
                </a:lnTo>
                <a:lnTo>
                  <a:pt x="1" y="6178"/>
                </a:lnTo>
                <a:cubicBezTo>
                  <a:pt x="369" y="6349"/>
                  <a:pt x="770" y="6456"/>
                  <a:pt x="1177" y="6456"/>
                </a:cubicBezTo>
                <a:cubicBezTo>
                  <a:pt x="1363" y="6456"/>
                  <a:pt x="1550" y="6434"/>
                  <a:pt x="1736" y="6385"/>
                </a:cubicBezTo>
                <a:cubicBezTo>
                  <a:pt x="1764" y="6378"/>
                  <a:pt x="1794" y="6370"/>
                  <a:pt x="1822" y="6361"/>
                </a:cubicBezTo>
                <a:cubicBezTo>
                  <a:pt x="1843" y="6355"/>
                  <a:pt x="1862" y="6348"/>
                  <a:pt x="1882" y="6342"/>
                </a:cubicBezTo>
                <a:cubicBezTo>
                  <a:pt x="2342" y="6188"/>
                  <a:pt x="2719" y="5901"/>
                  <a:pt x="3050" y="5558"/>
                </a:cubicBezTo>
                <a:cubicBezTo>
                  <a:pt x="3068" y="5540"/>
                  <a:pt x="3085" y="5522"/>
                  <a:pt x="3102" y="5503"/>
                </a:cubicBezTo>
                <a:cubicBezTo>
                  <a:pt x="3398" y="5189"/>
                  <a:pt x="3657" y="4831"/>
                  <a:pt x="3908" y="4490"/>
                </a:cubicBezTo>
                <a:cubicBezTo>
                  <a:pt x="3908" y="4490"/>
                  <a:pt x="3909" y="4490"/>
                  <a:pt x="3909" y="4489"/>
                </a:cubicBezTo>
                <a:cubicBezTo>
                  <a:pt x="3923" y="4471"/>
                  <a:pt x="3936" y="4455"/>
                  <a:pt x="3949" y="4436"/>
                </a:cubicBezTo>
                <a:cubicBezTo>
                  <a:pt x="4217" y="4078"/>
                  <a:pt x="4522" y="3714"/>
                  <a:pt x="4875" y="3424"/>
                </a:cubicBezTo>
                <a:cubicBezTo>
                  <a:pt x="4897" y="3405"/>
                  <a:pt x="4919" y="3387"/>
                  <a:pt x="4942" y="3369"/>
                </a:cubicBezTo>
                <a:cubicBezTo>
                  <a:pt x="5319" y="3071"/>
                  <a:pt x="5750" y="2859"/>
                  <a:pt x="6248" y="2826"/>
                </a:cubicBezTo>
                <a:cubicBezTo>
                  <a:pt x="6296" y="2822"/>
                  <a:pt x="6344" y="2821"/>
                  <a:pt x="6391" y="2821"/>
                </a:cubicBezTo>
                <a:cubicBezTo>
                  <a:pt x="7025" y="2821"/>
                  <a:pt x="7616" y="3105"/>
                  <a:pt x="8200" y="3368"/>
                </a:cubicBezTo>
                <a:cubicBezTo>
                  <a:pt x="8240" y="3387"/>
                  <a:pt x="8281" y="3405"/>
                  <a:pt x="8323" y="3423"/>
                </a:cubicBezTo>
                <a:cubicBezTo>
                  <a:pt x="8382" y="3449"/>
                  <a:pt x="8442" y="3475"/>
                  <a:pt x="8501" y="3501"/>
                </a:cubicBezTo>
                <a:cubicBezTo>
                  <a:pt x="9052" y="3734"/>
                  <a:pt x="9659" y="3908"/>
                  <a:pt x="10259" y="3908"/>
                </a:cubicBezTo>
                <a:cubicBezTo>
                  <a:pt x="10487" y="3908"/>
                  <a:pt x="10715" y="3882"/>
                  <a:pt x="10937" y="3826"/>
                </a:cubicBezTo>
                <a:cubicBezTo>
                  <a:pt x="11253" y="3746"/>
                  <a:pt x="11547" y="3604"/>
                  <a:pt x="11810" y="3423"/>
                </a:cubicBezTo>
                <a:cubicBezTo>
                  <a:pt x="11835" y="3405"/>
                  <a:pt x="11861" y="3387"/>
                  <a:pt x="11886" y="3368"/>
                </a:cubicBezTo>
                <a:cubicBezTo>
                  <a:pt x="11986" y="3295"/>
                  <a:pt x="12081" y="3217"/>
                  <a:pt x="12169" y="3134"/>
                </a:cubicBezTo>
                <a:cubicBezTo>
                  <a:pt x="12416" y="2906"/>
                  <a:pt x="12624" y="2641"/>
                  <a:pt x="12783" y="2355"/>
                </a:cubicBezTo>
                <a:cubicBezTo>
                  <a:pt x="12794" y="2337"/>
                  <a:pt x="12805" y="2319"/>
                  <a:pt x="12814" y="2300"/>
                </a:cubicBezTo>
                <a:cubicBezTo>
                  <a:pt x="12983" y="1983"/>
                  <a:pt x="13095" y="1639"/>
                  <a:pt x="13135" y="1287"/>
                </a:cubicBezTo>
                <a:cubicBezTo>
                  <a:pt x="13137" y="1269"/>
                  <a:pt x="13139" y="1251"/>
                  <a:pt x="13141" y="1232"/>
                </a:cubicBezTo>
                <a:cubicBezTo>
                  <a:pt x="13152" y="1109"/>
                  <a:pt x="13155" y="984"/>
                  <a:pt x="13149" y="860"/>
                </a:cubicBezTo>
                <a:cubicBezTo>
                  <a:pt x="13137" y="644"/>
                  <a:pt x="13096" y="428"/>
                  <a:pt x="13028" y="222"/>
                </a:cubicBezTo>
                <a:cubicBezTo>
                  <a:pt x="13023" y="204"/>
                  <a:pt x="13017" y="185"/>
                  <a:pt x="13010" y="167"/>
                </a:cubicBezTo>
                <a:cubicBezTo>
                  <a:pt x="12991" y="111"/>
                  <a:pt x="12969" y="56"/>
                  <a:pt x="12946" y="1"/>
                </a:cubicBezTo>
                <a:lnTo>
                  <a:pt x="1880" y="3"/>
                </a:lnTo>
                <a:lnTo>
                  <a:pt x="1880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99" name="Google Shape;3199;p144"/>
          <p:cNvSpPr/>
          <p:nvPr/>
        </p:nvSpPr>
        <p:spPr>
          <a:xfrm rot="10800000">
            <a:off x="-322222" y="3911478"/>
            <a:ext cx="4631379" cy="1561772"/>
          </a:xfrm>
          <a:custGeom>
            <a:rect b="b" l="l" r="r" t="t"/>
            <a:pathLst>
              <a:path extrusionOk="0" h="9729" w="28851">
                <a:moveTo>
                  <a:pt x="943" y="0"/>
                </a:moveTo>
                <a:cubicBezTo>
                  <a:pt x="631" y="0"/>
                  <a:pt x="337" y="87"/>
                  <a:pt x="179" y="380"/>
                </a:cubicBezTo>
                <a:cubicBezTo>
                  <a:pt x="1" y="711"/>
                  <a:pt x="78" y="1189"/>
                  <a:pt x="451" y="1303"/>
                </a:cubicBezTo>
                <a:cubicBezTo>
                  <a:pt x="355" y="2313"/>
                  <a:pt x="452" y="3522"/>
                  <a:pt x="1499" y="3989"/>
                </a:cubicBezTo>
                <a:cubicBezTo>
                  <a:pt x="1785" y="4117"/>
                  <a:pt x="2088" y="4165"/>
                  <a:pt x="2396" y="4165"/>
                </a:cubicBezTo>
                <a:cubicBezTo>
                  <a:pt x="3000" y="4165"/>
                  <a:pt x="3625" y="3981"/>
                  <a:pt x="4188" y="3848"/>
                </a:cubicBezTo>
                <a:cubicBezTo>
                  <a:pt x="4624" y="3745"/>
                  <a:pt x="5112" y="3633"/>
                  <a:pt x="5582" y="3633"/>
                </a:cubicBezTo>
                <a:cubicBezTo>
                  <a:pt x="6044" y="3633"/>
                  <a:pt x="6489" y="3741"/>
                  <a:pt x="6852" y="4069"/>
                </a:cubicBezTo>
                <a:cubicBezTo>
                  <a:pt x="7560" y="4711"/>
                  <a:pt x="7722" y="5737"/>
                  <a:pt x="8257" y="6500"/>
                </a:cubicBezTo>
                <a:cubicBezTo>
                  <a:pt x="8521" y="6876"/>
                  <a:pt x="8874" y="7178"/>
                  <a:pt x="9322" y="7300"/>
                </a:cubicBezTo>
                <a:cubicBezTo>
                  <a:pt x="9482" y="7344"/>
                  <a:pt x="9645" y="7363"/>
                  <a:pt x="9808" y="7363"/>
                </a:cubicBezTo>
                <a:cubicBezTo>
                  <a:pt x="10078" y="7363"/>
                  <a:pt x="10348" y="7310"/>
                  <a:pt x="10606" y="7231"/>
                </a:cubicBezTo>
                <a:cubicBezTo>
                  <a:pt x="11498" y="6959"/>
                  <a:pt x="12280" y="6380"/>
                  <a:pt x="13194" y="6184"/>
                </a:cubicBezTo>
                <a:cubicBezTo>
                  <a:pt x="13322" y="6156"/>
                  <a:pt x="13450" y="6141"/>
                  <a:pt x="13577" y="6141"/>
                </a:cubicBezTo>
                <a:cubicBezTo>
                  <a:pt x="13849" y="6141"/>
                  <a:pt x="14113" y="6211"/>
                  <a:pt x="14347" y="6376"/>
                </a:cubicBezTo>
                <a:cubicBezTo>
                  <a:pt x="14724" y="6643"/>
                  <a:pt x="14907" y="7097"/>
                  <a:pt x="15047" y="7521"/>
                </a:cubicBezTo>
                <a:cubicBezTo>
                  <a:pt x="15341" y="8400"/>
                  <a:pt x="15592" y="9554"/>
                  <a:pt x="16688" y="9709"/>
                </a:cubicBezTo>
                <a:cubicBezTo>
                  <a:pt x="16781" y="9722"/>
                  <a:pt x="16872" y="9728"/>
                  <a:pt x="16961" y="9728"/>
                </a:cubicBezTo>
                <a:cubicBezTo>
                  <a:pt x="18160" y="9728"/>
                  <a:pt x="18967" y="8588"/>
                  <a:pt x="19887" y="7966"/>
                </a:cubicBezTo>
                <a:cubicBezTo>
                  <a:pt x="20301" y="7685"/>
                  <a:pt x="20755" y="7537"/>
                  <a:pt x="21232" y="7537"/>
                </a:cubicBezTo>
                <a:cubicBezTo>
                  <a:pt x="21401" y="7537"/>
                  <a:pt x="21572" y="7556"/>
                  <a:pt x="21746" y="7593"/>
                </a:cubicBezTo>
                <a:cubicBezTo>
                  <a:pt x="22408" y="7736"/>
                  <a:pt x="23015" y="8087"/>
                  <a:pt x="23550" y="8494"/>
                </a:cubicBezTo>
                <a:cubicBezTo>
                  <a:pt x="24053" y="8876"/>
                  <a:pt x="24539" y="9361"/>
                  <a:pt x="25189" y="9466"/>
                </a:cubicBezTo>
                <a:cubicBezTo>
                  <a:pt x="25284" y="9481"/>
                  <a:pt x="25378" y="9489"/>
                  <a:pt x="25473" y="9489"/>
                </a:cubicBezTo>
                <a:cubicBezTo>
                  <a:pt x="26024" y="9489"/>
                  <a:pt x="26554" y="9240"/>
                  <a:pt x="26991" y="8910"/>
                </a:cubicBezTo>
                <a:cubicBezTo>
                  <a:pt x="27838" y="8271"/>
                  <a:pt x="28376" y="7319"/>
                  <a:pt x="28611" y="6292"/>
                </a:cubicBezTo>
                <a:cubicBezTo>
                  <a:pt x="28851" y="5239"/>
                  <a:pt x="28800" y="4124"/>
                  <a:pt x="28525" y="3084"/>
                </a:cubicBezTo>
                <a:cubicBezTo>
                  <a:pt x="28226" y="1958"/>
                  <a:pt x="27654" y="694"/>
                  <a:pt x="26488" y="261"/>
                </a:cubicBezTo>
                <a:cubicBezTo>
                  <a:pt x="26074" y="106"/>
                  <a:pt x="25631" y="64"/>
                  <a:pt x="25188" y="64"/>
                </a:cubicBezTo>
                <a:cubicBezTo>
                  <a:pt x="24971" y="64"/>
                  <a:pt x="24753" y="74"/>
                  <a:pt x="24540" y="86"/>
                </a:cubicBezTo>
                <a:cubicBezTo>
                  <a:pt x="23776" y="131"/>
                  <a:pt x="23013" y="188"/>
                  <a:pt x="22250" y="248"/>
                </a:cubicBezTo>
                <a:cubicBezTo>
                  <a:pt x="20720" y="367"/>
                  <a:pt x="19190" y="503"/>
                  <a:pt x="17661" y="628"/>
                </a:cubicBezTo>
                <a:cubicBezTo>
                  <a:pt x="15187" y="828"/>
                  <a:pt x="12704" y="996"/>
                  <a:pt x="10221" y="996"/>
                </a:cubicBezTo>
                <a:cubicBezTo>
                  <a:pt x="9649" y="996"/>
                  <a:pt x="9077" y="987"/>
                  <a:pt x="8505" y="967"/>
                </a:cubicBezTo>
                <a:cubicBezTo>
                  <a:pt x="6985" y="916"/>
                  <a:pt x="5467" y="790"/>
                  <a:pt x="3966" y="555"/>
                </a:cubicBezTo>
                <a:cubicBezTo>
                  <a:pt x="3209" y="436"/>
                  <a:pt x="2459" y="290"/>
                  <a:pt x="1714" y="116"/>
                </a:cubicBezTo>
                <a:cubicBezTo>
                  <a:pt x="1493" y="64"/>
                  <a:pt x="1211" y="0"/>
                  <a:pt x="94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0" name="Google Shape;3200;p144"/>
          <p:cNvSpPr/>
          <p:nvPr/>
        </p:nvSpPr>
        <p:spPr>
          <a:xfrm rot="10800000">
            <a:off x="7238474" y="-283427"/>
            <a:ext cx="2349802" cy="3352777"/>
          </a:xfrm>
          <a:custGeom>
            <a:rect b="b" l="l" r="r" t="t"/>
            <a:pathLst>
              <a:path extrusionOk="0" h="20886" w="14638">
                <a:moveTo>
                  <a:pt x="3191" y="1"/>
                </a:moveTo>
                <a:cubicBezTo>
                  <a:pt x="2885" y="1"/>
                  <a:pt x="2576" y="81"/>
                  <a:pt x="2295" y="191"/>
                </a:cubicBezTo>
                <a:cubicBezTo>
                  <a:pt x="1899" y="349"/>
                  <a:pt x="1532" y="564"/>
                  <a:pt x="1185" y="809"/>
                </a:cubicBezTo>
                <a:cubicBezTo>
                  <a:pt x="1218" y="721"/>
                  <a:pt x="1252" y="633"/>
                  <a:pt x="1287" y="547"/>
                </a:cubicBezTo>
                <a:cubicBezTo>
                  <a:pt x="1332" y="438"/>
                  <a:pt x="1242" y="367"/>
                  <a:pt x="1149" y="367"/>
                </a:cubicBezTo>
                <a:cubicBezTo>
                  <a:pt x="1089" y="367"/>
                  <a:pt x="1027" y="397"/>
                  <a:pt x="998" y="467"/>
                </a:cubicBezTo>
                <a:cubicBezTo>
                  <a:pt x="147" y="2564"/>
                  <a:pt x="0" y="4857"/>
                  <a:pt x="71" y="7096"/>
                </a:cubicBezTo>
                <a:cubicBezTo>
                  <a:pt x="107" y="8264"/>
                  <a:pt x="200" y="9428"/>
                  <a:pt x="285" y="10592"/>
                </a:cubicBezTo>
                <a:cubicBezTo>
                  <a:pt x="378" y="11838"/>
                  <a:pt x="471" y="13083"/>
                  <a:pt x="565" y="14328"/>
                </a:cubicBezTo>
                <a:cubicBezTo>
                  <a:pt x="660" y="15573"/>
                  <a:pt x="755" y="16818"/>
                  <a:pt x="852" y="18063"/>
                </a:cubicBezTo>
                <a:cubicBezTo>
                  <a:pt x="895" y="18617"/>
                  <a:pt x="909" y="19183"/>
                  <a:pt x="997" y="19731"/>
                </a:cubicBezTo>
                <a:cubicBezTo>
                  <a:pt x="1063" y="20137"/>
                  <a:pt x="1227" y="20580"/>
                  <a:pt x="1623" y="20768"/>
                </a:cubicBezTo>
                <a:cubicBezTo>
                  <a:pt x="1853" y="20878"/>
                  <a:pt x="2108" y="20885"/>
                  <a:pt x="2359" y="20885"/>
                </a:cubicBezTo>
                <a:cubicBezTo>
                  <a:pt x="2678" y="20885"/>
                  <a:pt x="2997" y="20884"/>
                  <a:pt x="3315" y="20883"/>
                </a:cubicBezTo>
                <a:cubicBezTo>
                  <a:pt x="3934" y="20882"/>
                  <a:pt x="4551" y="20881"/>
                  <a:pt x="5168" y="20880"/>
                </a:cubicBezTo>
                <a:cubicBezTo>
                  <a:pt x="6413" y="20878"/>
                  <a:pt x="7658" y="20875"/>
                  <a:pt x="8904" y="20873"/>
                </a:cubicBezTo>
                <a:cubicBezTo>
                  <a:pt x="8946" y="20873"/>
                  <a:pt x="8987" y="20873"/>
                  <a:pt x="9029" y="20873"/>
                </a:cubicBezTo>
                <a:cubicBezTo>
                  <a:pt x="9733" y="20873"/>
                  <a:pt x="10440" y="20882"/>
                  <a:pt x="11147" y="20882"/>
                </a:cubicBezTo>
                <a:cubicBezTo>
                  <a:pt x="11621" y="20882"/>
                  <a:pt x="12096" y="20878"/>
                  <a:pt x="12569" y="20863"/>
                </a:cubicBezTo>
                <a:cubicBezTo>
                  <a:pt x="13054" y="20848"/>
                  <a:pt x="13560" y="20768"/>
                  <a:pt x="13928" y="20425"/>
                </a:cubicBezTo>
                <a:cubicBezTo>
                  <a:pt x="14266" y="20112"/>
                  <a:pt x="14409" y="19650"/>
                  <a:pt x="14479" y="19208"/>
                </a:cubicBezTo>
                <a:cubicBezTo>
                  <a:pt x="14615" y="18346"/>
                  <a:pt x="14637" y="17435"/>
                  <a:pt x="14556" y="16567"/>
                </a:cubicBezTo>
                <a:cubicBezTo>
                  <a:pt x="14480" y="15744"/>
                  <a:pt x="14290" y="14898"/>
                  <a:pt x="13827" y="14200"/>
                </a:cubicBezTo>
                <a:cubicBezTo>
                  <a:pt x="13606" y="13867"/>
                  <a:pt x="13329" y="13578"/>
                  <a:pt x="13000" y="13350"/>
                </a:cubicBezTo>
                <a:cubicBezTo>
                  <a:pt x="12618" y="13086"/>
                  <a:pt x="12175" y="12928"/>
                  <a:pt x="11727" y="12811"/>
                </a:cubicBezTo>
                <a:cubicBezTo>
                  <a:pt x="10841" y="12580"/>
                  <a:pt x="9808" y="12500"/>
                  <a:pt x="9119" y="11827"/>
                </a:cubicBezTo>
                <a:cubicBezTo>
                  <a:pt x="8381" y="11106"/>
                  <a:pt x="8246" y="10000"/>
                  <a:pt x="8306" y="9020"/>
                </a:cubicBezTo>
                <a:cubicBezTo>
                  <a:pt x="8344" y="8404"/>
                  <a:pt x="8449" y="7795"/>
                  <a:pt x="8518" y="7181"/>
                </a:cubicBezTo>
                <a:cubicBezTo>
                  <a:pt x="8574" y="6676"/>
                  <a:pt x="8621" y="6136"/>
                  <a:pt x="8417" y="5654"/>
                </a:cubicBezTo>
                <a:cubicBezTo>
                  <a:pt x="7771" y="4140"/>
                  <a:pt x="5341" y="4868"/>
                  <a:pt x="4856" y="3246"/>
                </a:cubicBezTo>
                <a:cubicBezTo>
                  <a:pt x="4619" y="2457"/>
                  <a:pt x="4843" y="1582"/>
                  <a:pt x="4492" y="818"/>
                </a:cubicBezTo>
                <a:cubicBezTo>
                  <a:pt x="4321" y="450"/>
                  <a:pt x="3993" y="161"/>
                  <a:pt x="3598" y="53"/>
                </a:cubicBezTo>
                <a:cubicBezTo>
                  <a:pt x="3465" y="17"/>
                  <a:pt x="3328" y="1"/>
                  <a:pt x="3191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1" name="Google Shape;3201;p144"/>
          <p:cNvSpPr txBox="1"/>
          <p:nvPr>
            <p:ph type="title"/>
          </p:nvPr>
        </p:nvSpPr>
        <p:spPr>
          <a:xfrm>
            <a:off x="2715675" y="758952"/>
            <a:ext cx="37125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202" name="Google Shape;3202;p144"/>
          <p:cNvSpPr/>
          <p:nvPr/>
        </p:nvSpPr>
        <p:spPr>
          <a:xfrm rot="10545964">
            <a:off x="1016839" y="203702"/>
            <a:ext cx="1057317" cy="823815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03" name="Google Shape;3203;p144"/>
          <p:cNvGrpSpPr/>
          <p:nvPr/>
        </p:nvGrpSpPr>
        <p:grpSpPr>
          <a:xfrm rot="-9900030">
            <a:off x="1630759" y="4533277"/>
            <a:ext cx="215932" cy="195605"/>
            <a:chOff x="1640475" y="1197075"/>
            <a:chExt cx="55475" cy="50250"/>
          </a:xfrm>
        </p:grpSpPr>
        <p:sp>
          <p:nvSpPr>
            <p:cNvPr id="3204" name="Google Shape;3204;p14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14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14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07" name="Google Shape;3207;p144"/>
          <p:cNvSpPr/>
          <p:nvPr/>
        </p:nvSpPr>
        <p:spPr>
          <a:xfrm rot="-650935">
            <a:off x="207474" y="4629032"/>
            <a:ext cx="827555" cy="19386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08" name="Google Shape;3208;p144"/>
          <p:cNvGrpSpPr/>
          <p:nvPr/>
        </p:nvGrpSpPr>
        <p:grpSpPr>
          <a:xfrm rot="10799956">
            <a:off x="274842" y="539507"/>
            <a:ext cx="438380" cy="397116"/>
            <a:chOff x="1640475" y="1197075"/>
            <a:chExt cx="55475" cy="50250"/>
          </a:xfrm>
        </p:grpSpPr>
        <p:sp>
          <p:nvSpPr>
            <p:cNvPr id="3209" name="Google Shape;3209;p14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14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14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12" name="Google Shape;3212;p144"/>
          <p:cNvGrpSpPr/>
          <p:nvPr/>
        </p:nvGrpSpPr>
        <p:grpSpPr>
          <a:xfrm rot="-3600112">
            <a:off x="8113026" y="595917"/>
            <a:ext cx="262456" cy="237752"/>
            <a:chOff x="1640475" y="1197075"/>
            <a:chExt cx="55475" cy="50250"/>
          </a:xfrm>
        </p:grpSpPr>
        <p:sp>
          <p:nvSpPr>
            <p:cNvPr id="3213" name="Google Shape;3213;p14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14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14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16" name="Google Shape;3216;p144"/>
          <p:cNvSpPr/>
          <p:nvPr/>
        </p:nvSpPr>
        <p:spPr>
          <a:xfrm rot="-9900028">
            <a:off x="6801862" y="268233"/>
            <a:ext cx="1038050" cy="243182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17" name="Google Shape;3217;p144"/>
          <p:cNvSpPr/>
          <p:nvPr/>
        </p:nvSpPr>
        <p:spPr>
          <a:xfrm rot="-9900036">
            <a:off x="8356794" y="3991332"/>
            <a:ext cx="450073" cy="665412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18" name="Google Shape;3218;p144"/>
          <p:cNvGrpSpPr/>
          <p:nvPr/>
        </p:nvGrpSpPr>
        <p:grpSpPr>
          <a:xfrm rot="6300003">
            <a:off x="7781718" y="4528539"/>
            <a:ext cx="330831" cy="299687"/>
            <a:chOff x="1640475" y="1197075"/>
            <a:chExt cx="55475" cy="50250"/>
          </a:xfrm>
        </p:grpSpPr>
        <p:sp>
          <p:nvSpPr>
            <p:cNvPr id="3219" name="Google Shape;3219;p14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14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14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22" name="Google Shape;3222;p144"/>
          <p:cNvSpPr txBox="1"/>
          <p:nvPr>
            <p:ph idx="1" type="subTitle"/>
          </p:nvPr>
        </p:nvSpPr>
        <p:spPr>
          <a:xfrm>
            <a:off x="1168831" y="2580725"/>
            <a:ext cx="3206100" cy="155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marR="9144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3223" name="Google Shape;3223;p144"/>
          <p:cNvSpPr txBox="1"/>
          <p:nvPr>
            <p:ph idx="2" type="subTitle"/>
          </p:nvPr>
        </p:nvSpPr>
        <p:spPr>
          <a:xfrm>
            <a:off x="5028995" y="2580725"/>
            <a:ext cx="3206100" cy="155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3224" name="Shape 3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5" name="Google Shape;3225;p145"/>
          <p:cNvSpPr/>
          <p:nvPr/>
        </p:nvSpPr>
        <p:spPr>
          <a:xfrm flipH="1" rot="10800000">
            <a:off x="6925170" y="-409585"/>
            <a:ext cx="2610037" cy="2720058"/>
          </a:xfrm>
          <a:custGeom>
            <a:rect b="b" l="l" r="r" t="t"/>
            <a:pathLst>
              <a:path extrusionOk="0" h="17059" w="16369">
                <a:moveTo>
                  <a:pt x="10538" y="1"/>
                </a:moveTo>
                <a:cubicBezTo>
                  <a:pt x="9733" y="1"/>
                  <a:pt x="8932" y="153"/>
                  <a:pt x="8209" y="515"/>
                </a:cubicBezTo>
                <a:cubicBezTo>
                  <a:pt x="7233" y="1004"/>
                  <a:pt x="6396" y="1857"/>
                  <a:pt x="6084" y="2920"/>
                </a:cubicBezTo>
                <a:cubicBezTo>
                  <a:pt x="5733" y="4112"/>
                  <a:pt x="6127" y="5357"/>
                  <a:pt x="5884" y="6560"/>
                </a:cubicBezTo>
                <a:cubicBezTo>
                  <a:pt x="5644" y="7754"/>
                  <a:pt x="4612" y="8436"/>
                  <a:pt x="3688" y="9100"/>
                </a:cubicBezTo>
                <a:cubicBezTo>
                  <a:pt x="2685" y="9819"/>
                  <a:pt x="1822" y="10680"/>
                  <a:pt x="1187" y="11745"/>
                </a:cubicBezTo>
                <a:cubicBezTo>
                  <a:pt x="569" y="12782"/>
                  <a:pt x="0" y="14113"/>
                  <a:pt x="309" y="15339"/>
                </a:cubicBezTo>
                <a:cubicBezTo>
                  <a:pt x="443" y="15869"/>
                  <a:pt x="737" y="16372"/>
                  <a:pt x="1186" y="16695"/>
                </a:cubicBezTo>
                <a:cubicBezTo>
                  <a:pt x="1565" y="16966"/>
                  <a:pt x="2011" y="17058"/>
                  <a:pt x="2463" y="17058"/>
                </a:cubicBezTo>
                <a:cubicBezTo>
                  <a:pt x="2614" y="17058"/>
                  <a:pt x="2766" y="17048"/>
                  <a:pt x="2915" y="17031"/>
                </a:cubicBezTo>
                <a:cubicBezTo>
                  <a:pt x="3625" y="16948"/>
                  <a:pt x="4330" y="16784"/>
                  <a:pt x="5032" y="16653"/>
                </a:cubicBezTo>
                <a:cubicBezTo>
                  <a:pt x="5778" y="16514"/>
                  <a:pt x="6525" y="16374"/>
                  <a:pt x="7271" y="16235"/>
                </a:cubicBezTo>
                <a:cubicBezTo>
                  <a:pt x="10255" y="15678"/>
                  <a:pt x="13240" y="15122"/>
                  <a:pt x="16225" y="14565"/>
                </a:cubicBezTo>
                <a:cubicBezTo>
                  <a:pt x="16319" y="14547"/>
                  <a:pt x="16369" y="14453"/>
                  <a:pt x="16334" y="14366"/>
                </a:cubicBezTo>
                <a:cubicBezTo>
                  <a:pt x="15910" y="13292"/>
                  <a:pt x="15542" y="12197"/>
                  <a:pt x="15242" y="11083"/>
                </a:cubicBezTo>
                <a:cubicBezTo>
                  <a:pt x="14709" y="9114"/>
                  <a:pt x="14380" y="7098"/>
                  <a:pt x="14239" y="5065"/>
                </a:cubicBezTo>
                <a:cubicBezTo>
                  <a:pt x="14136" y="3556"/>
                  <a:pt x="14047" y="1835"/>
                  <a:pt x="12931" y="701"/>
                </a:cubicBezTo>
                <a:cubicBezTo>
                  <a:pt x="13074" y="700"/>
                  <a:pt x="12339" y="230"/>
                  <a:pt x="12009" y="160"/>
                </a:cubicBezTo>
                <a:cubicBezTo>
                  <a:pt x="11529" y="58"/>
                  <a:pt x="11033" y="1"/>
                  <a:pt x="10538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26" name="Google Shape;3226;p145"/>
          <p:cNvSpPr/>
          <p:nvPr/>
        </p:nvSpPr>
        <p:spPr>
          <a:xfrm flipH="1" rot="10800000">
            <a:off x="-411125" y="-175837"/>
            <a:ext cx="2957957" cy="1219474"/>
          </a:xfrm>
          <a:custGeom>
            <a:rect b="b" l="l" r="r" t="t"/>
            <a:pathLst>
              <a:path extrusionOk="0" h="7648" w="18551">
                <a:moveTo>
                  <a:pt x="8398" y="1"/>
                </a:moveTo>
                <a:cubicBezTo>
                  <a:pt x="8203" y="1"/>
                  <a:pt x="8005" y="44"/>
                  <a:pt x="7810" y="140"/>
                </a:cubicBezTo>
                <a:cubicBezTo>
                  <a:pt x="7272" y="403"/>
                  <a:pt x="6909" y="991"/>
                  <a:pt x="6614" y="1543"/>
                </a:cubicBezTo>
                <a:cubicBezTo>
                  <a:pt x="6307" y="2117"/>
                  <a:pt x="6031" y="2729"/>
                  <a:pt x="5562" y="3157"/>
                </a:cubicBezTo>
                <a:cubicBezTo>
                  <a:pt x="5343" y="3357"/>
                  <a:pt x="5078" y="3500"/>
                  <a:pt x="4796" y="3515"/>
                </a:cubicBezTo>
                <a:cubicBezTo>
                  <a:pt x="4779" y="3516"/>
                  <a:pt x="4761" y="3516"/>
                  <a:pt x="4744" y="3516"/>
                </a:cubicBezTo>
                <a:cubicBezTo>
                  <a:pt x="4475" y="3516"/>
                  <a:pt x="4218" y="3410"/>
                  <a:pt x="3979" y="3274"/>
                </a:cubicBezTo>
                <a:cubicBezTo>
                  <a:pt x="3615" y="3067"/>
                  <a:pt x="3265" y="2787"/>
                  <a:pt x="2878" y="2633"/>
                </a:cubicBezTo>
                <a:lnTo>
                  <a:pt x="2848" y="2622"/>
                </a:lnTo>
                <a:cubicBezTo>
                  <a:pt x="2713" y="2571"/>
                  <a:pt x="2573" y="2535"/>
                  <a:pt x="2426" y="2524"/>
                </a:cubicBezTo>
                <a:cubicBezTo>
                  <a:pt x="2397" y="2522"/>
                  <a:pt x="2367" y="2521"/>
                  <a:pt x="2338" y="2521"/>
                </a:cubicBezTo>
                <a:cubicBezTo>
                  <a:pt x="1819" y="2521"/>
                  <a:pt x="1364" y="2853"/>
                  <a:pt x="878" y="3039"/>
                </a:cubicBezTo>
                <a:cubicBezTo>
                  <a:pt x="860" y="2988"/>
                  <a:pt x="814" y="2962"/>
                  <a:pt x="771" y="2962"/>
                </a:cubicBezTo>
                <a:cubicBezTo>
                  <a:pt x="719" y="2962"/>
                  <a:pt x="671" y="2999"/>
                  <a:pt x="675" y="3075"/>
                </a:cubicBezTo>
                <a:cubicBezTo>
                  <a:pt x="676" y="3085"/>
                  <a:pt x="676" y="3095"/>
                  <a:pt x="677" y="3105"/>
                </a:cubicBezTo>
                <a:cubicBezTo>
                  <a:pt x="641" y="3115"/>
                  <a:pt x="663" y="3351"/>
                  <a:pt x="684" y="3351"/>
                </a:cubicBezTo>
                <a:cubicBezTo>
                  <a:pt x="684" y="3351"/>
                  <a:pt x="684" y="3351"/>
                  <a:pt x="684" y="3351"/>
                </a:cubicBezTo>
                <a:lnTo>
                  <a:pt x="684" y="3351"/>
                </a:lnTo>
                <a:cubicBezTo>
                  <a:pt x="700" y="4396"/>
                  <a:pt x="480" y="5438"/>
                  <a:pt x="40" y="6361"/>
                </a:cubicBezTo>
                <a:cubicBezTo>
                  <a:pt x="1" y="6444"/>
                  <a:pt x="42" y="6541"/>
                  <a:pt x="125" y="6547"/>
                </a:cubicBezTo>
                <a:cubicBezTo>
                  <a:pt x="520" y="6573"/>
                  <a:pt x="913" y="6601"/>
                  <a:pt x="1308" y="6628"/>
                </a:cubicBezTo>
                <a:cubicBezTo>
                  <a:pt x="2919" y="6739"/>
                  <a:pt x="4531" y="6851"/>
                  <a:pt x="6142" y="6962"/>
                </a:cubicBezTo>
                <a:cubicBezTo>
                  <a:pt x="7754" y="7074"/>
                  <a:pt x="9365" y="7184"/>
                  <a:pt x="10977" y="7295"/>
                </a:cubicBezTo>
                <a:cubicBezTo>
                  <a:pt x="12587" y="7407"/>
                  <a:pt x="14196" y="7526"/>
                  <a:pt x="15806" y="7629"/>
                </a:cubicBezTo>
                <a:cubicBezTo>
                  <a:pt x="15970" y="7639"/>
                  <a:pt x="16139" y="7648"/>
                  <a:pt x="16308" y="7648"/>
                </a:cubicBezTo>
                <a:cubicBezTo>
                  <a:pt x="16770" y="7648"/>
                  <a:pt x="17238" y="7584"/>
                  <a:pt x="17642" y="7319"/>
                </a:cubicBezTo>
                <a:cubicBezTo>
                  <a:pt x="18126" y="7004"/>
                  <a:pt x="18405" y="6441"/>
                  <a:pt x="18479" y="5822"/>
                </a:cubicBezTo>
                <a:cubicBezTo>
                  <a:pt x="18551" y="5210"/>
                  <a:pt x="18426" y="4561"/>
                  <a:pt x="18155" y="4033"/>
                </a:cubicBezTo>
                <a:cubicBezTo>
                  <a:pt x="18001" y="3734"/>
                  <a:pt x="17799" y="3450"/>
                  <a:pt x="17538" y="3266"/>
                </a:cubicBezTo>
                <a:cubicBezTo>
                  <a:pt x="17335" y="3121"/>
                  <a:pt x="17111" y="3062"/>
                  <a:pt x="16880" y="3062"/>
                </a:cubicBezTo>
                <a:cubicBezTo>
                  <a:pt x="16779" y="3062"/>
                  <a:pt x="16677" y="3073"/>
                  <a:pt x="16575" y="3094"/>
                </a:cubicBezTo>
                <a:cubicBezTo>
                  <a:pt x="16223" y="3166"/>
                  <a:pt x="15888" y="3319"/>
                  <a:pt x="15537" y="3397"/>
                </a:cubicBezTo>
                <a:cubicBezTo>
                  <a:pt x="15268" y="3457"/>
                  <a:pt x="14994" y="3485"/>
                  <a:pt x="14721" y="3485"/>
                </a:cubicBezTo>
                <a:cubicBezTo>
                  <a:pt x="14673" y="3485"/>
                  <a:pt x="14624" y="3484"/>
                  <a:pt x="14575" y="3482"/>
                </a:cubicBezTo>
                <a:cubicBezTo>
                  <a:pt x="13922" y="3460"/>
                  <a:pt x="13281" y="3278"/>
                  <a:pt x="12679" y="2996"/>
                </a:cubicBezTo>
                <a:cubicBezTo>
                  <a:pt x="12065" y="2707"/>
                  <a:pt x="11491" y="2306"/>
                  <a:pt x="10973" y="1835"/>
                </a:cubicBezTo>
                <a:cubicBezTo>
                  <a:pt x="10470" y="1378"/>
                  <a:pt x="10039" y="821"/>
                  <a:pt x="9498" y="418"/>
                </a:cubicBezTo>
                <a:cubicBezTo>
                  <a:pt x="9163" y="167"/>
                  <a:pt x="8785" y="1"/>
                  <a:pt x="8398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27" name="Google Shape;3227;p145"/>
          <p:cNvSpPr/>
          <p:nvPr/>
        </p:nvSpPr>
        <p:spPr>
          <a:xfrm flipH="1" rot="10800000">
            <a:off x="5284589" y="4138897"/>
            <a:ext cx="4092603" cy="1103872"/>
          </a:xfrm>
          <a:custGeom>
            <a:rect b="b" l="l" r="r" t="t"/>
            <a:pathLst>
              <a:path extrusionOk="0" h="6923" w="25667">
                <a:moveTo>
                  <a:pt x="95" y="1"/>
                </a:moveTo>
                <a:lnTo>
                  <a:pt x="95" y="1"/>
                </a:lnTo>
                <a:cubicBezTo>
                  <a:pt x="3" y="325"/>
                  <a:pt x="0" y="652"/>
                  <a:pt x="124" y="980"/>
                </a:cubicBezTo>
                <a:cubicBezTo>
                  <a:pt x="169" y="1098"/>
                  <a:pt x="231" y="1215"/>
                  <a:pt x="310" y="1328"/>
                </a:cubicBezTo>
                <a:cubicBezTo>
                  <a:pt x="324" y="1349"/>
                  <a:pt x="339" y="1369"/>
                  <a:pt x="355" y="1389"/>
                </a:cubicBezTo>
                <a:cubicBezTo>
                  <a:pt x="699" y="1846"/>
                  <a:pt x="1304" y="2249"/>
                  <a:pt x="2067" y="2533"/>
                </a:cubicBezTo>
                <a:cubicBezTo>
                  <a:pt x="2123" y="2554"/>
                  <a:pt x="2182" y="2574"/>
                  <a:pt x="2240" y="2594"/>
                </a:cubicBezTo>
                <a:cubicBezTo>
                  <a:pt x="2505" y="2684"/>
                  <a:pt x="2788" y="2761"/>
                  <a:pt x="3082" y="2820"/>
                </a:cubicBezTo>
                <a:cubicBezTo>
                  <a:pt x="3121" y="2828"/>
                  <a:pt x="3160" y="2836"/>
                  <a:pt x="3199" y="2843"/>
                </a:cubicBezTo>
                <a:cubicBezTo>
                  <a:pt x="3235" y="2848"/>
                  <a:pt x="3269" y="2855"/>
                  <a:pt x="3304" y="2861"/>
                </a:cubicBezTo>
                <a:cubicBezTo>
                  <a:pt x="4479" y="3062"/>
                  <a:pt x="5837" y="3029"/>
                  <a:pt x="6823" y="3420"/>
                </a:cubicBezTo>
                <a:cubicBezTo>
                  <a:pt x="7054" y="3512"/>
                  <a:pt x="7246" y="3619"/>
                  <a:pt x="7410" y="3737"/>
                </a:cubicBezTo>
                <a:cubicBezTo>
                  <a:pt x="7438" y="3757"/>
                  <a:pt x="7465" y="3777"/>
                  <a:pt x="7492" y="3798"/>
                </a:cubicBezTo>
                <a:cubicBezTo>
                  <a:pt x="7907" y="4126"/>
                  <a:pt x="8126" y="4532"/>
                  <a:pt x="8351" y="4940"/>
                </a:cubicBezTo>
                <a:cubicBezTo>
                  <a:pt x="8363" y="4960"/>
                  <a:pt x="8375" y="4981"/>
                  <a:pt x="8386" y="5002"/>
                </a:cubicBezTo>
                <a:cubicBezTo>
                  <a:pt x="8613" y="5409"/>
                  <a:pt x="8857" y="5814"/>
                  <a:pt x="9326" y="6143"/>
                </a:cubicBezTo>
                <a:cubicBezTo>
                  <a:pt x="9338" y="6152"/>
                  <a:pt x="9350" y="6161"/>
                  <a:pt x="9363" y="6170"/>
                </a:cubicBezTo>
                <a:cubicBezTo>
                  <a:pt x="9381" y="6181"/>
                  <a:pt x="9399" y="6193"/>
                  <a:pt x="9417" y="6205"/>
                </a:cubicBezTo>
                <a:cubicBezTo>
                  <a:pt x="10107" y="6649"/>
                  <a:pt x="11200" y="6895"/>
                  <a:pt x="12290" y="6920"/>
                </a:cubicBezTo>
                <a:cubicBezTo>
                  <a:pt x="12359" y="6922"/>
                  <a:pt x="12429" y="6922"/>
                  <a:pt x="12498" y="6922"/>
                </a:cubicBezTo>
                <a:cubicBezTo>
                  <a:pt x="13546" y="6922"/>
                  <a:pt x="14580" y="6739"/>
                  <a:pt x="15482" y="6457"/>
                </a:cubicBezTo>
                <a:cubicBezTo>
                  <a:pt x="15733" y="6379"/>
                  <a:pt x="15977" y="6292"/>
                  <a:pt x="16221" y="6206"/>
                </a:cubicBezTo>
                <a:cubicBezTo>
                  <a:pt x="16279" y="6185"/>
                  <a:pt x="16336" y="6163"/>
                  <a:pt x="16394" y="6143"/>
                </a:cubicBezTo>
                <a:cubicBezTo>
                  <a:pt x="17021" y="5919"/>
                  <a:pt x="17650" y="5699"/>
                  <a:pt x="18381" y="5606"/>
                </a:cubicBezTo>
                <a:cubicBezTo>
                  <a:pt x="18666" y="5570"/>
                  <a:pt x="18954" y="5554"/>
                  <a:pt x="19242" y="5554"/>
                </a:cubicBezTo>
                <a:cubicBezTo>
                  <a:pt x="20278" y="5554"/>
                  <a:pt x="21323" y="5757"/>
                  <a:pt x="22324" y="5932"/>
                </a:cubicBezTo>
                <a:cubicBezTo>
                  <a:pt x="22780" y="6013"/>
                  <a:pt x="23253" y="6086"/>
                  <a:pt x="23731" y="6144"/>
                </a:cubicBezTo>
                <a:cubicBezTo>
                  <a:pt x="23920" y="6169"/>
                  <a:pt x="24110" y="6189"/>
                  <a:pt x="24302" y="6207"/>
                </a:cubicBezTo>
                <a:cubicBezTo>
                  <a:pt x="24756" y="6249"/>
                  <a:pt x="25213" y="6274"/>
                  <a:pt x="25664" y="6275"/>
                </a:cubicBezTo>
                <a:lnTo>
                  <a:pt x="25664" y="6144"/>
                </a:lnTo>
                <a:lnTo>
                  <a:pt x="25665" y="5003"/>
                </a:lnTo>
                <a:lnTo>
                  <a:pt x="25665" y="3738"/>
                </a:lnTo>
                <a:lnTo>
                  <a:pt x="25666" y="2596"/>
                </a:lnTo>
                <a:lnTo>
                  <a:pt x="25666" y="1331"/>
                </a:lnTo>
                <a:lnTo>
                  <a:pt x="25667" y="5"/>
                </a:lnTo>
                <a:lnTo>
                  <a:pt x="3200" y="2"/>
                </a:lnTo>
                <a:lnTo>
                  <a:pt x="3083" y="2"/>
                </a:lnTo>
                <a:lnTo>
                  <a:pt x="95" y="1"/>
                </a:ln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28" name="Google Shape;3228;p145"/>
          <p:cNvSpPr/>
          <p:nvPr/>
        </p:nvSpPr>
        <p:spPr>
          <a:xfrm flipH="1">
            <a:off x="-391991" y="2569272"/>
            <a:ext cx="3425783" cy="2856228"/>
          </a:xfrm>
          <a:custGeom>
            <a:rect b="b" l="l" r="r" t="t"/>
            <a:pathLst>
              <a:path extrusionOk="0" h="17913" w="21485">
                <a:moveTo>
                  <a:pt x="16498" y="0"/>
                </a:moveTo>
                <a:cubicBezTo>
                  <a:pt x="16431" y="0"/>
                  <a:pt x="16363" y="2"/>
                  <a:pt x="16295" y="5"/>
                </a:cubicBezTo>
                <a:cubicBezTo>
                  <a:pt x="14773" y="76"/>
                  <a:pt x="13358" y="913"/>
                  <a:pt x="11838" y="913"/>
                </a:cubicBezTo>
                <a:cubicBezTo>
                  <a:pt x="11828" y="913"/>
                  <a:pt x="11819" y="913"/>
                  <a:pt x="11809" y="913"/>
                </a:cubicBezTo>
                <a:cubicBezTo>
                  <a:pt x="10328" y="903"/>
                  <a:pt x="8942" y="90"/>
                  <a:pt x="7502" y="90"/>
                </a:cubicBezTo>
                <a:cubicBezTo>
                  <a:pt x="7296" y="90"/>
                  <a:pt x="7089" y="106"/>
                  <a:pt x="6880" y="144"/>
                </a:cubicBezTo>
                <a:cubicBezTo>
                  <a:pt x="6031" y="300"/>
                  <a:pt x="5298" y="798"/>
                  <a:pt x="4738" y="1383"/>
                </a:cubicBezTo>
                <a:cubicBezTo>
                  <a:pt x="4125" y="2021"/>
                  <a:pt x="3678" y="2792"/>
                  <a:pt x="3546" y="3606"/>
                </a:cubicBezTo>
                <a:cubicBezTo>
                  <a:pt x="3331" y="4945"/>
                  <a:pt x="3958" y="6365"/>
                  <a:pt x="3330" y="7612"/>
                </a:cubicBezTo>
                <a:cubicBezTo>
                  <a:pt x="2843" y="8573"/>
                  <a:pt x="1725" y="9179"/>
                  <a:pt x="1025" y="10039"/>
                </a:cubicBezTo>
                <a:cubicBezTo>
                  <a:pt x="129" y="11143"/>
                  <a:pt x="1" y="12623"/>
                  <a:pt x="493" y="13871"/>
                </a:cubicBezTo>
                <a:cubicBezTo>
                  <a:pt x="985" y="15119"/>
                  <a:pt x="2039" y="16147"/>
                  <a:pt x="3280" y="16894"/>
                </a:cubicBezTo>
                <a:cubicBezTo>
                  <a:pt x="4303" y="17509"/>
                  <a:pt x="5501" y="17913"/>
                  <a:pt x="6745" y="17913"/>
                </a:cubicBezTo>
                <a:cubicBezTo>
                  <a:pt x="7100" y="17913"/>
                  <a:pt x="7459" y="17880"/>
                  <a:pt x="7819" y="17810"/>
                </a:cubicBezTo>
                <a:cubicBezTo>
                  <a:pt x="9799" y="17422"/>
                  <a:pt x="10027" y="16541"/>
                  <a:pt x="10831" y="15097"/>
                </a:cubicBezTo>
                <a:cubicBezTo>
                  <a:pt x="11709" y="13519"/>
                  <a:pt x="13719" y="12697"/>
                  <a:pt x="15584" y="12036"/>
                </a:cubicBezTo>
                <a:cubicBezTo>
                  <a:pt x="17450" y="11376"/>
                  <a:pt x="19474" y="10648"/>
                  <a:pt x="20504" y="9137"/>
                </a:cubicBezTo>
                <a:cubicBezTo>
                  <a:pt x="21026" y="8370"/>
                  <a:pt x="21230" y="7476"/>
                  <a:pt x="21324" y="6598"/>
                </a:cubicBezTo>
                <a:cubicBezTo>
                  <a:pt x="21484" y="5087"/>
                  <a:pt x="21327" y="3511"/>
                  <a:pt x="20489" y="2207"/>
                </a:cubicBezTo>
                <a:cubicBezTo>
                  <a:pt x="19684" y="953"/>
                  <a:pt x="18161" y="0"/>
                  <a:pt x="16498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29" name="Google Shape;3229;p145"/>
          <p:cNvSpPr txBox="1"/>
          <p:nvPr>
            <p:ph type="title"/>
          </p:nvPr>
        </p:nvSpPr>
        <p:spPr>
          <a:xfrm>
            <a:off x="2715675" y="758952"/>
            <a:ext cx="37125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3230" name="Google Shape;3230;p145"/>
          <p:cNvGrpSpPr/>
          <p:nvPr/>
        </p:nvGrpSpPr>
        <p:grpSpPr>
          <a:xfrm rot="-9900030">
            <a:off x="271409" y="845202"/>
            <a:ext cx="215932" cy="195605"/>
            <a:chOff x="1640475" y="1197075"/>
            <a:chExt cx="55475" cy="50250"/>
          </a:xfrm>
        </p:grpSpPr>
        <p:sp>
          <p:nvSpPr>
            <p:cNvPr id="3231" name="Google Shape;3231;p14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14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14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34" name="Google Shape;3234;p145"/>
          <p:cNvGrpSpPr/>
          <p:nvPr/>
        </p:nvGrpSpPr>
        <p:grpSpPr>
          <a:xfrm rot="6524430">
            <a:off x="349879" y="2378626"/>
            <a:ext cx="279618" cy="253294"/>
            <a:chOff x="1640475" y="1197075"/>
            <a:chExt cx="55475" cy="50250"/>
          </a:xfrm>
        </p:grpSpPr>
        <p:sp>
          <p:nvSpPr>
            <p:cNvPr id="3235" name="Google Shape;3235;p14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14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14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38" name="Google Shape;3238;p145"/>
          <p:cNvSpPr/>
          <p:nvPr/>
        </p:nvSpPr>
        <p:spPr>
          <a:xfrm flipH="1" rot="-2121718">
            <a:off x="6738637" y="226323"/>
            <a:ext cx="888103" cy="20804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39" name="Google Shape;3239;p145"/>
          <p:cNvSpPr/>
          <p:nvPr/>
        </p:nvSpPr>
        <p:spPr>
          <a:xfrm flipH="1" rot="-10799883">
            <a:off x="217109" y="4797573"/>
            <a:ext cx="545177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40" name="Google Shape;3240;p145"/>
          <p:cNvGrpSpPr/>
          <p:nvPr/>
        </p:nvGrpSpPr>
        <p:grpSpPr>
          <a:xfrm rot="6300012">
            <a:off x="8577095" y="3925450"/>
            <a:ext cx="290790" cy="263412"/>
            <a:chOff x="1640475" y="1197075"/>
            <a:chExt cx="55475" cy="50250"/>
          </a:xfrm>
        </p:grpSpPr>
        <p:sp>
          <p:nvSpPr>
            <p:cNvPr id="3241" name="Google Shape;3241;p14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14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14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44" name="Google Shape;3244;p145"/>
          <p:cNvSpPr/>
          <p:nvPr/>
        </p:nvSpPr>
        <p:spPr>
          <a:xfrm rot="10800000">
            <a:off x="5828025" y="4022950"/>
            <a:ext cx="1167574" cy="854200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45" name="Google Shape;3245;p145"/>
          <p:cNvSpPr/>
          <p:nvPr/>
        </p:nvSpPr>
        <p:spPr>
          <a:xfrm rot="-10431843">
            <a:off x="-54140" y="-118627"/>
            <a:ext cx="520982" cy="81628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3246" name="Shape 3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7" name="Google Shape;3247;p146"/>
          <p:cNvSpPr/>
          <p:nvPr/>
        </p:nvSpPr>
        <p:spPr>
          <a:xfrm>
            <a:off x="-212202" y="2778871"/>
            <a:ext cx="2502288" cy="2607656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48" name="Google Shape;3248;p146"/>
          <p:cNvSpPr/>
          <p:nvPr/>
        </p:nvSpPr>
        <p:spPr>
          <a:xfrm>
            <a:off x="6580375" y="4142426"/>
            <a:ext cx="2928340" cy="1246805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49" name="Google Shape;3249;p146"/>
          <p:cNvSpPr/>
          <p:nvPr/>
        </p:nvSpPr>
        <p:spPr>
          <a:xfrm>
            <a:off x="-60710" y="-32232"/>
            <a:ext cx="3923803" cy="1058013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50" name="Google Shape;3250;p146"/>
          <p:cNvSpPr/>
          <p:nvPr/>
        </p:nvSpPr>
        <p:spPr>
          <a:xfrm>
            <a:off x="5957247" y="-243037"/>
            <a:ext cx="3390448" cy="2704882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51" name="Google Shape;3251;p146"/>
          <p:cNvSpPr txBox="1"/>
          <p:nvPr>
            <p:ph idx="1" type="body"/>
          </p:nvPr>
        </p:nvSpPr>
        <p:spPr>
          <a:xfrm>
            <a:off x="5169350" y="1897913"/>
            <a:ext cx="2997000" cy="226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●"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indent="-3048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○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048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■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048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●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048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○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048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■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048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●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048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○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048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■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grpSp>
        <p:nvGrpSpPr>
          <p:cNvPr id="3252" name="Google Shape;3252;p146"/>
          <p:cNvGrpSpPr/>
          <p:nvPr/>
        </p:nvGrpSpPr>
        <p:grpSpPr>
          <a:xfrm rot="1800041">
            <a:off x="8665997" y="4106761"/>
            <a:ext cx="221773" cy="200885"/>
            <a:chOff x="1640475" y="1197075"/>
            <a:chExt cx="55475" cy="50250"/>
          </a:xfrm>
        </p:grpSpPr>
        <p:sp>
          <p:nvSpPr>
            <p:cNvPr id="3253" name="Google Shape;3253;p14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14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14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56" name="Google Shape;3256;p146"/>
          <p:cNvGrpSpPr/>
          <p:nvPr/>
        </p:nvGrpSpPr>
        <p:grpSpPr>
          <a:xfrm rot="-9900030">
            <a:off x="667534" y="4625752"/>
            <a:ext cx="215932" cy="195605"/>
            <a:chOff x="1640475" y="1197075"/>
            <a:chExt cx="55475" cy="50250"/>
          </a:xfrm>
        </p:grpSpPr>
        <p:sp>
          <p:nvSpPr>
            <p:cNvPr id="3257" name="Google Shape;3257;p14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14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14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60" name="Google Shape;3260;p146"/>
          <p:cNvGrpSpPr/>
          <p:nvPr/>
        </p:nvGrpSpPr>
        <p:grpSpPr>
          <a:xfrm rot="-5400000">
            <a:off x="8514555" y="2548984"/>
            <a:ext cx="244822" cy="221773"/>
            <a:chOff x="1640475" y="1197075"/>
            <a:chExt cx="55475" cy="50250"/>
          </a:xfrm>
        </p:grpSpPr>
        <p:sp>
          <p:nvSpPr>
            <p:cNvPr id="3261" name="Google Shape;3261;p14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14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14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64" name="Google Shape;3264;p146"/>
          <p:cNvSpPr/>
          <p:nvPr/>
        </p:nvSpPr>
        <p:spPr>
          <a:xfrm rot="912813">
            <a:off x="8372080" y="228912"/>
            <a:ext cx="529792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65" name="Google Shape;3265;p146"/>
          <p:cNvGrpSpPr/>
          <p:nvPr/>
        </p:nvGrpSpPr>
        <p:grpSpPr>
          <a:xfrm rot="-5400000">
            <a:off x="313974" y="982572"/>
            <a:ext cx="221772" cy="200884"/>
            <a:chOff x="1640475" y="1197075"/>
            <a:chExt cx="55475" cy="50250"/>
          </a:xfrm>
        </p:grpSpPr>
        <p:sp>
          <p:nvSpPr>
            <p:cNvPr id="3266" name="Google Shape;3266;p14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14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14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69" name="Google Shape;3269;p146"/>
          <p:cNvSpPr/>
          <p:nvPr/>
        </p:nvSpPr>
        <p:spPr>
          <a:xfrm>
            <a:off x="8536325" y="4434061"/>
            <a:ext cx="609613" cy="95515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70" name="Google Shape;3270;p146"/>
          <p:cNvSpPr/>
          <p:nvPr/>
        </p:nvSpPr>
        <p:spPr>
          <a:xfrm rot="-807259">
            <a:off x="1440942" y="4787382"/>
            <a:ext cx="1060734" cy="248492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71" name="Google Shape;3271;p146"/>
          <p:cNvSpPr txBox="1"/>
          <p:nvPr>
            <p:ph type="title"/>
          </p:nvPr>
        </p:nvSpPr>
        <p:spPr>
          <a:xfrm>
            <a:off x="3284000" y="759398"/>
            <a:ext cx="2576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3272" name="Shape 3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3" name="Google Shape;3273;p147"/>
          <p:cNvSpPr/>
          <p:nvPr/>
        </p:nvSpPr>
        <p:spPr>
          <a:xfrm>
            <a:off x="-42230" y="3467513"/>
            <a:ext cx="3634529" cy="1998485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74" name="Google Shape;3274;p147"/>
          <p:cNvSpPr/>
          <p:nvPr/>
        </p:nvSpPr>
        <p:spPr>
          <a:xfrm>
            <a:off x="-288300" y="-384812"/>
            <a:ext cx="3133499" cy="2020960"/>
          </a:xfrm>
          <a:custGeom>
            <a:rect b="b" l="l" r="r" t="t"/>
            <a:pathLst>
              <a:path extrusionOk="0" h="11330" w="20526">
                <a:moveTo>
                  <a:pt x="12939" y="1"/>
                </a:moveTo>
                <a:cubicBezTo>
                  <a:pt x="11999" y="1"/>
                  <a:pt x="11086" y="167"/>
                  <a:pt x="10169" y="370"/>
                </a:cubicBezTo>
                <a:cubicBezTo>
                  <a:pt x="9691" y="476"/>
                  <a:pt x="9213" y="584"/>
                  <a:pt x="8731" y="667"/>
                </a:cubicBezTo>
                <a:cubicBezTo>
                  <a:pt x="8234" y="750"/>
                  <a:pt x="7732" y="802"/>
                  <a:pt x="7229" y="839"/>
                </a:cubicBezTo>
                <a:cubicBezTo>
                  <a:pt x="6231" y="913"/>
                  <a:pt x="5230" y="935"/>
                  <a:pt x="4235" y="1052"/>
                </a:cubicBezTo>
                <a:cubicBezTo>
                  <a:pt x="3806" y="1102"/>
                  <a:pt x="3380" y="1184"/>
                  <a:pt x="2951" y="1235"/>
                </a:cubicBezTo>
                <a:cubicBezTo>
                  <a:pt x="2746" y="1260"/>
                  <a:pt x="2537" y="1279"/>
                  <a:pt x="2328" y="1279"/>
                </a:cubicBezTo>
                <a:cubicBezTo>
                  <a:pt x="2138" y="1279"/>
                  <a:pt x="1948" y="1263"/>
                  <a:pt x="1762" y="1222"/>
                </a:cubicBezTo>
                <a:cubicBezTo>
                  <a:pt x="1578" y="1180"/>
                  <a:pt x="1402" y="1113"/>
                  <a:pt x="1242" y="1012"/>
                </a:cubicBezTo>
                <a:cubicBezTo>
                  <a:pt x="1161" y="960"/>
                  <a:pt x="1089" y="870"/>
                  <a:pt x="988" y="868"/>
                </a:cubicBezTo>
                <a:cubicBezTo>
                  <a:pt x="985" y="868"/>
                  <a:pt x="983" y="868"/>
                  <a:pt x="981" y="868"/>
                </a:cubicBezTo>
                <a:cubicBezTo>
                  <a:pt x="897" y="868"/>
                  <a:pt x="810" y="887"/>
                  <a:pt x="732" y="917"/>
                </a:cubicBezTo>
                <a:cubicBezTo>
                  <a:pt x="360" y="1060"/>
                  <a:pt x="147" y="1435"/>
                  <a:pt x="79" y="1816"/>
                </a:cubicBezTo>
                <a:cubicBezTo>
                  <a:pt x="38" y="2046"/>
                  <a:pt x="37" y="2279"/>
                  <a:pt x="38" y="2512"/>
                </a:cubicBezTo>
                <a:cubicBezTo>
                  <a:pt x="38" y="2767"/>
                  <a:pt x="39" y="3024"/>
                  <a:pt x="40" y="3279"/>
                </a:cubicBezTo>
                <a:cubicBezTo>
                  <a:pt x="42" y="3797"/>
                  <a:pt x="44" y="4315"/>
                  <a:pt x="46" y="4833"/>
                </a:cubicBezTo>
                <a:cubicBezTo>
                  <a:pt x="50" y="5817"/>
                  <a:pt x="54" y="6803"/>
                  <a:pt x="57" y="7787"/>
                </a:cubicBezTo>
                <a:cubicBezTo>
                  <a:pt x="55" y="7786"/>
                  <a:pt x="54" y="7785"/>
                  <a:pt x="52" y="7785"/>
                </a:cubicBezTo>
                <a:cubicBezTo>
                  <a:pt x="0" y="7785"/>
                  <a:pt x="101" y="8649"/>
                  <a:pt x="628" y="8724"/>
                </a:cubicBezTo>
                <a:cubicBezTo>
                  <a:pt x="1441" y="8840"/>
                  <a:pt x="1514" y="10145"/>
                  <a:pt x="2146" y="10693"/>
                </a:cubicBezTo>
                <a:cubicBezTo>
                  <a:pt x="2452" y="10957"/>
                  <a:pt x="2805" y="11167"/>
                  <a:pt x="3199" y="11261"/>
                </a:cubicBezTo>
                <a:cubicBezTo>
                  <a:pt x="3402" y="11310"/>
                  <a:pt x="3609" y="11330"/>
                  <a:pt x="3816" y="11330"/>
                </a:cubicBezTo>
                <a:cubicBezTo>
                  <a:pt x="4077" y="11330"/>
                  <a:pt x="4340" y="11298"/>
                  <a:pt x="4597" y="11251"/>
                </a:cubicBezTo>
                <a:cubicBezTo>
                  <a:pt x="5367" y="11113"/>
                  <a:pt x="6207" y="10865"/>
                  <a:pt x="6645" y="10152"/>
                </a:cubicBezTo>
                <a:cubicBezTo>
                  <a:pt x="6859" y="9801"/>
                  <a:pt x="6970" y="9395"/>
                  <a:pt x="7203" y="9055"/>
                </a:cubicBezTo>
                <a:cubicBezTo>
                  <a:pt x="7421" y="8736"/>
                  <a:pt x="7758" y="8532"/>
                  <a:pt x="8120" y="8419"/>
                </a:cubicBezTo>
                <a:cubicBezTo>
                  <a:pt x="8559" y="8282"/>
                  <a:pt x="9011" y="8265"/>
                  <a:pt x="9465" y="8265"/>
                </a:cubicBezTo>
                <a:cubicBezTo>
                  <a:pt x="9615" y="8265"/>
                  <a:pt x="9765" y="8267"/>
                  <a:pt x="9915" y="8267"/>
                </a:cubicBezTo>
                <a:cubicBezTo>
                  <a:pt x="10115" y="8267"/>
                  <a:pt x="10316" y="8264"/>
                  <a:pt x="10515" y="8248"/>
                </a:cubicBezTo>
                <a:cubicBezTo>
                  <a:pt x="10927" y="8216"/>
                  <a:pt x="11342" y="8132"/>
                  <a:pt x="11707" y="7927"/>
                </a:cubicBezTo>
                <a:cubicBezTo>
                  <a:pt x="12074" y="7718"/>
                  <a:pt x="12352" y="7394"/>
                  <a:pt x="12600" y="7055"/>
                </a:cubicBezTo>
                <a:cubicBezTo>
                  <a:pt x="13089" y="6385"/>
                  <a:pt x="13543" y="5673"/>
                  <a:pt x="14244" y="5207"/>
                </a:cubicBezTo>
                <a:cubicBezTo>
                  <a:pt x="14594" y="4972"/>
                  <a:pt x="14986" y="4825"/>
                  <a:pt x="15405" y="4792"/>
                </a:cubicBezTo>
                <a:cubicBezTo>
                  <a:pt x="15494" y="4785"/>
                  <a:pt x="15582" y="4782"/>
                  <a:pt x="15670" y="4782"/>
                </a:cubicBezTo>
                <a:cubicBezTo>
                  <a:pt x="16070" y="4782"/>
                  <a:pt x="16469" y="4843"/>
                  <a:pt x="16866" y="4877"/>
                </a:cubicBezTo>
                <a:cubicBezTo>
                  <a:pt x="17302" y="4915"/>
                  <a:pt x="17740" y="4933"/>
                  <a:pt x="18178" y="4933"/>
                </a:cubicBezTo>
                <a:cubicBezTo>
                  <a:pt x="18243" y="4933"/>
                  <a:pt x="18309" y="4933"/>
                  <a:pt x="18374" y="4932"/>
                </a:cubicBezTo>
                <a:cubicBezTo>
                  <a:pt x="18585" y="4929"/>
                  <a:pt x="18814" y="4941"/>
                  <a:pt x="19012" y="4857"/>
                </a:cubicBezTo>
                <a:cubicBezTo>
                  <a:pt x="19193" y="4780"/>
                  <a:pt x="19305" y="4623"/>
                  <a:pt x="19390" y="4450"/>
                </a:cubicBezTo>
                <a:cubicBezTo>
                  <a:pt x="19618" y="3989"/>
                  <a:pt x="19825" y="3515"/>
                  <a:pt x="20041" y="3049"/>
                </a:cubicBezTo>
                <a:cubicBezTo>
                  <a:pt x="20147" y="2821"/>
                  <a:pt x="20256" y="2595"/>
                  <a:pt x="20357" y="2365"/>
                </a:cubicBezTo>
                <a:cubicBezTo>
                  <a:pt x="20444" y="2165"/>
                  <a:pt x="20525" y="1951"/>
                  <a:pt x="20518" y="1728"/>
                </a:cubicBezTo>
                <a:cubicBezTo>
                  <a:pt x="20505" y="1297"/>
                  <a:pt x="20161" y="1008"/>
                  <a:pt x="19822" y="810"/>
                </a:cubicBezTo>
                <a:cubicBezTo>
                  <a:pt x="19463" y="601"/>
                  <a:pt x="19065" y="469"/>
                  <a:pt x="18660" y="392"/>
                </a:cubicBezTo>
                <a:cubicBezTo>
                  <a:pt x="17815" y="229"/>
                  <a:pt x="16950" y="272"/>
                  <a:pt x="16095" y="224"/>
                </a:cubicBezTo>
                <a:cubicBezTo>
                  <a:pt x="15084" y="168"/>
                  <a:pt x="14079" y="19"/>
                  <a:pt x="13065" y="2"/>
                </a:cubicBezTo>
                <a:cubicBezTo>
                  <a:pt x="13023" y="1"/>
                  <a:pt x="12981" y="1"/>
                  <a:pt x="12939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75" name="Google Shape;3275;p147"/>
          <p:cNvSpPr/>
          <p:nvPr/>
        </p:nvSpPr>
        <p:spPr>
          <a:xfrm>
            <a:off x="7304265" y="-384807"/>
            <a:ext cx="1985649" cy="2326869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76" name="Google Shape;3276;p147"/>
          <p:cNvSpPr/>
          <p:nvPr/>
        </p:nvSpPr>
        <p:spPr>
          <a:xfrm>
            <a:off x="5568694" y="4237688"/>
            <a:ext cx="3721240" cy="1536322"/>
          </a:xfrm>
          <a:custGeom>
            <a:rect b="b" l="l" r="r" t="t"/>
            <a:pathLst>
              <a:path extrusionOk="0" h="8613" w="24376">
                <a:moveTo>
                  <a:pt x="12572" y="1"/>
                </a:moveTo>
                <a:cubicBezTo>
                  <a:pt x="11930" y="1"/>
                  <a:pt x="11305" y="137"/>
                  <a:pt x="10778" y="460"/>
                </a:cubicBezTo>
                <a:cubicBezTo>
                  <a:pt x="10193" y="818"/>
                  <a:pt x="9818" y="1341"/>
                  <a:pt x="9503" y="1852"/>
                </a:cubicBezTo>
                <a:cubicBezTo>
                  <a:pt x="9167" y="2398"/>
                  <a:pt x="8889" y="2969"/>
                  <a:pt x="8475" y="3485"/>
                </a:cubicBezTo>
                <a:cubicBezTo>
                  <a:pt x="8044" y="4023"/>
                  <a:pt x="7451" y="4445"/>
                  <a:pt x="6633" y="4599"/>
                </a:cubicBezTo>
                <a:cubicBezTo>
                  <a:pt x="6259" y="4669"/>
                  <a:pt x="5879" y="4690"/>
                  <a:pt x="5496" y="4690"/>
                </a:cubicBezTo>
                <a:cubicBezTo>
                  <a:pt x="4945" y="4690"/>
                  <a:pt x="4388" y="4646"/>
                  <a:pt x="3837" y="4646"/>
                </a:cubicBezTo>
                <a:cubicBezTo>
                  <a:pt x="3701" y="4646"/>
                  <a:pt x="3564" y="4649"/>
                  <a:pt x="3429" y="4656"/>
                </a:cubicBezTo>
                <a:cubicBezTo>
                  <a:pt x="2927" y="4680"/>
                  <a:pt x="2424" y="4755"/>
                  <a:pt x="1974" y="4934"/>
                </a:cubicBezTo>
                <a:cubicBezTo>
                  <a:pt x="1568" y="5095"/>
                  <a:pt x="1218" y="5332"/>
                  <a:pt x="943" y="5611"/>
                </a:cubicBezTo>
                <a:cubicBezTo>
                  <a:pt x="425" y="6133"/>
                  <a:pt x="179" y="6806"/>
                  <a:pt x="311" y="7456"/>
                </a:cubicBezTo>
                <a:cubicBezTo>
                  <a:pt x="309" y="7456"/>
                  <a:pt x="307" y="7456"/>
                  <a:pt x="305" y="7456"/>
                </a:cubicBezTo>
                <a:cubicBezTo>
                  <a:pt x="282" y="7456"/>
                  <a:pt x="258" y="7461"/>
                  <a:pt x="234" y="7475"/>
                </a:cubicBezTo>
                <a:cubicBezTo>
                  <a:pt x="83" y="7556"/>
                  <a:pt x="1" y="7677"/>
                  <a:pt x="4" y="7821"/>
                </a:cubicBezTo>
                <a:cubicBezTo>
                  <a:pt x="12" y="8172"/>
                  <a:pt x="404" y="8373"/>
                  <a:pt x="826" y="8396"/>
                </a:cubicBezTo>
                <a:cubicBezTo>
                  <a:pt x="860" y="8398"/>
                  <a:pt x="894" y="8399"/>
                  <a:pt x="929" y="8399"/>
                </a:cubicBezTo>
                <a:cubicBezTo>
                  <a:pt x="1162" y="8399"/>
                  <a:pt x="1397" y="8361"/>
                  <a:pt x="1626" y="8334"/>
                </a:cubicBezTo>
                <a:cubicBezTo>
                  <a:pt x="1931" y="8297"/>
                  <a:pt x="2238" y="8262"/>
                  <a:pt x="2544" y="8230"/>
                </a:cubicBezTo>
                <a:cubicBezTo>
                  <a:pt x="3747" y="8107"/>
                  <a:pt x="4958" y="8023"/>
                  <a:pt x="6170" y="7965"/>
                </a:cubicBezTo>
                <a:cubicBezTo>
                  <a:pt x="8591" y="7850"/>
                  <a:pt x="11019" y="7838"/>
                  <a:pt x="13445" y="7824"/>
                </a:cubicBezTo>
                <a:cubicBezTo>
                  <a:pt x="13813" y="7822"/>
                  <a:pt x="14182" y="7820"/>
                  <a:pt x="14552" y="7820"/>
                </a:cubicBezTo>
                <a:cubicBezTo>
                  <a:pt x="16507" y="7820"/>
                  <a:pt x="18472" y="7870"/>
                  <a:pt x="20390" y="8174"/>
                </a:cubicBezTo>
                <a:cubicBezTo>
                  <a:pt x="20952" y="8264"/>
                  <a:pt x="21511" y="8375"/>
                  <a:pt x="22057" y="8512"/>
                </a:cubicBezTo>
                <a:cubicBezTo>
                  <a:pt x="22240" y="8558"/>
                  <a:pt x="22430" y="8612"/>
                  <a:pt x="22625" y="8612"/>
                </a:cubicBezTo>
                <a:cubicBezTo>
                  <a:pt x="22665" y="8612"/>
                  <a:pt x="22706" y="8610"/>
                  <a:pt x="22747" y="8605"/>
                </a:cubicBezTo>
                <a:cubicBezTo>
                  <a:pt x="22986" y="8575"/>
                  <a:pt x="23126" y="8437"/>
                  <a:pt x="23188" y="8265"/>
                </a:cubicBezTo>
                <a:cubicBezTo>
                  <a:pt x="23342" y="7840"/>
                  <a:pt x="23440" y="7396"/>
                  <a:pt x="23556" y="6963"/>
                </a:cubicBezTo>
                <a:cubicBezTo>
                  <a:pt x="23675" y="6520"/>
                  <a:pt x="23785" y="6077"/>
                  <a:pt x="23879" y="5631"/>
                </a:cubicBezTo>
                <a:cubicBezTo>
                  <a:pt x="24251" y="3879"/>
                  <a:pt x="24375" y="2063"/>
                  <a:pt x="23717" y="343"/>
                </a:cubicBezTo>
                <a:cubicBezTo>
                  <a:pt x="23697" y="293"/>
                  <a:pt x="23642" y="267"/>
                  <a:pt x="23586" y="267"/>
                </a:cubicBezTo>
                <a:cubicBezTo>
                  <a:pt x="23541" y="267"/>
                  <a:pt x="23495" y="284"/>
                  <a:pt x="23467" y="317"/>
                </a:cubicBezTo>
                <a:cubicBezTo>
                  <a:pt x="23327" y="480"/>
                  <a:pt x="23169" y="631"/>
                  <a:pt x="22991" y="769"/>
                </a:cubicBezTo>
                <a:cubicBezTo>
                  <a:pt x="22274" y="1328"/>
                  <a:pt x="21289" y="1670"/>
                  <a:pt x="20281" y="1764"/>
                </a:cubicBezTo>
                <a:cubicBezTo>
                  <a:pt x="20062" y="1784"/>
                  <a:pt x="19841" y="1794"/>
                  <a:pt x="19620" y="1794"/>
                </a:cubicBezTo>
                <a:cubicBezTo>
                  <a:pt x="18644" y="1794"/>
                  <a:pt x="17671" y="1601"/>
                  <a:pt x="16789" y="1286"/>
                </a:cubicBezTo>
                <a:cubicBezTo>
                  <a:pt x="15722" y="905"/>
                  <a:pt x="14754" y="349"/>
                  <a:pt x="13607" y="110"/>
                </a:cubicBezTo>
                <a:cubicBezTo>
                  <a:pt x="13266" y="40"/>
                  <a:pt x="12917" y="1"/>
                  <a:pt x="12572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77" name="Google Shape;3277;p147"/>
          <p:cNvSpPr txBox="1"/>
          <p:nvPr>
            <p:ph type="title"/>
          </p:nvPr>
        </p:nvSpPr>
        <p:spPr>
          <a:xfrm>
            <a:off x="2756200" y="1967475"/>
            <a:ext cx="3631500" cy="105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grpSp>
        <p:nvGrpSpPr>
          <p:cNvPr id="3278" name="Google Shape;3278;p147"/>
          <p:cNvGrpSpPr/>
          <p:nvPr/>
        </p:nvGrpSpPr>
        <p:grpSpPr>
          <a:xfrm rot="4517592">
            <a:off x="8550732" y="3940914"/>
            <a:ext cx="221771" cy="200883"/>
            <a:chOff x="1640475" y="1197075"/>
            <a:chExt cx="55475" cy="50250"/>
          </a:xfrm>
        </p:grpSpPr>
        <p:sp>
          <p:nvSpPr>
            <p:cNvPr id="3279" name="Google Shape;3279;p14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14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14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82" name="Google Shape;3282;p147"/>
          <p:cNvGrpSpPr/>
          <p:nvPr/>
        </p:nvGrpSpPr>
        <p:grpSpPr>
          <a:xfrm rot="7199963">
            <a:off x="965918" y="4533021"/>
            <a:ext cx="215935" cy="195604"/>
            <a:chOff x="1640475" y="1197075"/>
            <a:chExt cx="55475" cy="50250"/>
          </a:xfrm>
        </p:grpSpPr>
        <p:sp>
          <p:nvSpPr>
            <p:cNvPr id="3283" name="Google Shape;3283;p14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14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14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86" name="Google Shape;3286;p147"/>
          <p:cNvSpPr/>
          <p:nvPr/>
        </p:nvSpPr>
        <p:spPr>
          <a:xfrm rot="2368484">
            <a:off x="3584583" y="348032"/>
            <a:ext cx="529784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87" name="Google Shape;3287;p147"/>
          <p:cNvGrpSpPr/>
          <p:nvPr/>
        </p:nvGrpSpPr>
        <p:grpSpPr>
          <a:xfrm rot="-9900000">
            <a:off x="1490015" y="185475"/>
            <a:ext cx="347165" cy="314462"/>
            <a:chOff x="1640475" y="1197075"/>
            <a:chExt cx="55475" cy="50250"/>
          </a:xfrm>
        </p:grpSpPr>
        <p:sp>
          <p:nvSpPr>
            <p:cNvPr id="3288" name="Google Shape;3288;p14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14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14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91" name="Google Shape;3291;p147"/>
          <p:cNvGrpSpPr/>
          <p:nvPr/>
        </p:nvGrpSpPr>
        <p:grpSpPr>
          <a:xfrm rot="-9900030">
            <a:off x="7815634" y="527852"/>
            <a:ext cx="215932" cy="195605"/>
            <a:chOff x="1640475" y="1197075"/>
            <a:chExt cx="55475" cy="50250"/>
          </a:xfrm>
        </p:grpSpPr>
        <p:sp>
          <p:nvSpPr>
            <p:cNvPr id="3292" name="Google Shape;3292;p14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14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14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95" name="Google Shape;3295;p147"/>
          <p:cNvSpPr/>
          <p:nvPr/>
        </p:nvSpPr>
        <p:spPr>
          <a:xfrm rot="-8289780">
            <a:off x="7855805" y="1479192"/>
            <a:ext cx="1153753" cy="844089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96" name="Google Shape;3296;p147"/>
          <p:cNvSpPr/>
          <p:nvPr/>
        </p:nvSpPr>
        <p:spPr>
          <a:xfrm rot="-120">
            <a:off x="8278108" y="4777486"/>
            <a:ext cx="529792" cy="12411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3297" name="Shape 3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8" name="Google Shape;3298;p148"/>
          <p:cNvSpPr/>
          <p:nvPr/>
        </p:nvSpPr>
        <p:spPr>
          <a:xfrm>
            <a:off x="6638737" y="-95375"/>
            <a:ext cx="2579952" cy="1264894"/>
          </a:xfrm>
          <a:custGeom>
            <a:rect b="b" l="l" r="r" t="t"/>
            <a:pathLst>
              <a:path extrusionOk="0" h="8220" w="16766">
                <a:moveTo>
                  <a:pt x="16619" y="0"/>
                </a:moveTo>
                <a:lnTo>
                  <a:pt x="1" y="306"/>
                </a:lnTo>
                <a:cubicBezTo>
                  <a:pt x="61" y="421"/>
                  <a:pt x="130" y="530"/>
                  <a:pt x="209" y="629"/>
                </a:cubicBezTo>
                <a:cubicBezTo>
                  <a:pt x="561" y="1077"/>
                  <a:pt x="1090" y="1341"/>
                  <a:pt x="1620" y="1341"/>
                </a:cubicBezTo>
                <a:cubicBezTo>
                  <a:pt x="1653" y="1341"/>
                  <a:pt x="1687" y="1340"/>
                  <a:pt x="1720" y="1338"/>
                </a:cubicBezTo>
                <a:cubicBezTo>
                  <a:pt x="2137" y="1311"/>
                  <a:pt x="2547" y="1128"/>
                  <a:pt x="2959" y="1128"/>
                </a:cubicBezTo>
                <a:cubicBezTo>
                  <a:pt x="3033" y="1128"/>
                  <a:pt x="3106" y="1133"/>
                  <a:pt x="3180" y="1147"/>
                </a:cubicBezTo>
                <a:cubicBezTo>
                  <a:pt x="3277" y="1165"/>
                  <a:pt x="3367" y="1194"/>
                  <a:pt x="3455" y="1233"/>
                </a:cubicBezTo>
                <a:cubicBezTo>
                  <a:pt x="3474" y="1242"/>
                  <a:pt x="3493" y="1250"/>
                  <a:pt x="3511" y="1261"/>
                </a:cubicBezTo>
                <a:lnTo>
                  <a:pt x="3512" y="1261"/>
                </a:lnTo>
                <a:cubicBezTo>
                  <a:pt x="4178" y="1599"/>
                  <a:pt x="4587" y="2502"/>
                  <a:pt x="5216" y="2997"/>
                </a:cubicBezTo>
                <a:cubicBezTo>
                  <a:pt x="5642" y="3331"/>
                  <a:pt x="6137" y="3458"/>
                  <a:pt x="6653" y="3458"/>
                </a:cubicBezTo>
                <a:cubicBezTo>
                  <a:pt x="7281" y="3458"/>
                  <a:pt x="7939" y="3268"/>
                  <a:pt x="8534" y="3032"/>
                </a:cubicBezTo>
                <a:cubicBezTo>
                  <a:pt x="9061" y="2823"/>
                  <a:pt x="9606" y="2582"/>
                  <a:pt x="10155" y="2582"/>
                </a:cubicBezTo>
                <a:cubicBezTo>
                  <a:pt x="10271" y="2582"/>
                  <a:pt x="10386" y="2593"/>
                  <a:pt x="10502" y="2617"/>
                </a:cubicBezTo>
                <a:cubicBezTo>
                  <a:pt x="11491" y="2819"/>
                  <a:pt x="12129" y="3901"/>
                  <a:pt x="12548" y="4929"/>
                </a:cubicBezTo>
                <a:cubicBezTo>
                  <a:pt x="12966" y="5958"/>
                  <a:pt x="13334" y="7102"/>
                  <a:pt x="14165" y="7742"/>
                </a:cubicBezTo>
                <a:cubicBezTo>
                  <a:pt x="14587" y="8068"/>
                  <a:pt x="15094" y="8220"/>
                  <a:pt x="15606" y="8220"/>
                </a:cubicBezTo>
                <a:cubicBezTo>
                  <a:pt x="16002" y="8220"/>
                  <a:pt x="16401" y="8129"/>
                  <a:pt x="16766" y="7956"/>
                </a:cubicBezTo>
                <a:lnTo>
                  <a:pt x="16619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99" name="Google Shape;3299;p148"/>
          <p:cNvSpPr/>
          <p:nvPr/>
        </p:nvSpPr>
        <p:spPr>
          <a:xfrm>
            <a:off x="7429385" y="1585074"/>
            <a:ext cx="2205408" cy="4019192"/>
          </a:xfrm>
          <a:custGeom>
            <a:rect b="b" l="l" r="r" t="t"/>
            <a:pathLst>
              <a:path extrusionOk="0" h="26119" w="14332">
                <a:moveTo>
                  <a:pt x="12104" y="0"/>
                </a:moveTo>
                <a:cubicBezTo>
                  <a:pt x="11836" y="0"/>
                  <a:pt x="11579" y="100"/>
                  <a:pt x="11338" y="207"/>
                </a:cubicBezTo>
                <a:cubicBezTo>
                  <a:pt x="11049" y="335"/>
                  <a:pt x="10764" y="475"/>
                  <a:pt x="10478" y="610"/>
                </a:cubicBezTo>
                <a:cubicBezTo>
                  <a:pt x="9890" y="885"/>
                  <a:pt x="9294" y="1149"/>
                  <a:pt x="8713" y="1440"/>
                </a:cubicBezTo>
                <a:cubicBezTo>
                  <a:pt x="8495" y="1549"/>
                  <a:pt x="8298" y="1691"/>
                  <a:pt x="8201" y="1922"/>
                </a:cubicBezTo>
                <a:cubicBezTo>
                  <a:pt x="8095" y="2174"/>
                  <a:pt x="8110" y="2467"/>
                  <a:pt x="8106" y="2735"/>
                </a:cubicBezTo>
                <a:cubicBezTo>
                  <a:pt x="8097" y="3377"/>
                  <a:pt x="8121" y="4019"/>
                  <a:pt x="8176" y="4658"/>
                </a:cubicBezTo>
                <a:cubicBezTo>
                  <a:pt x="8228" y="5277"/>
                  <a:pt x="8331" y="5899"/>
                  <a:pt x="8283" y="6521"/>
                </a:cubicBezTo>
                <a:cubicBezTo>
                  <a:pt x="8242" y="7056"/>
                  <a:pt x="8055" y="7556"/>
                  <a:pt x="7761" y="8004"/>
                </a:cubicBezTo>
                <a:cubicBezTo>
                  <a:pt x="7173" y="8897"/>
                  <a:pt x="6276" y="9476"/>
                  <a:pt x="5434" y="10099"/>
                </a:cubicBezTo>
                <a:cubicBezTo>
                  <a:pt x="5008" y="10415"/>
                  <a:pt x="4600" y="10769"/>
                  <a:pt x="4338" y="11238"/>
                </a:cubicBezTo>
                <a:cubicBezTo>
                  <a:pt x="4078" y="11703"/>
                  <a:pt x="3973" y="12231"/>
                  <a:pt x="3932" y="12758"/>
                </a:cubicBezTo>
                <a:cubicBezTo>
                  <a:pt x="3854" y="13776"/>
                  <a:pt x="4023" y="14819"/>
                  <a:pt x="3717" y="15812"/>
                </a:cubicBezTo>
                <a:cubicBezTo>
                  <a:pt x="3574" y="16273"/>
                  <a:pt x="3319" y="16702"/>
                  <a:pt x="2917" y="16981"/>
                </a:cubicBezTo>
                <a:cubicBezTo>
                  <a:pt x="2489" y="17279"/>
                  <a:pt x="1977" y="17419"/>
                  <a:pt x="1536" y="17694"/>
                </a:cubicBezTo>
                <a:cubicBezTo>
                  <a:pt x="639" y="18252"/>
                  <a:pt x="327" y="19323"/>
                  <a:pt x="152" y="20304"/>
                </a:cubicBezTo>
                <a:cubicBezTo>
                  <a:pt x="48" y="20891"/>
                  <a:pt x="1" y="21500"/>
                  <a:pt x="140" y="22087"/>
                </a:cubicBezTo>
                <a:cubicBezTo>
                  <a:pt x="259" y="22589"/>
                  <a:pt x="523" y="23040"/>
                  <a:pt x="855" y="23429"/>
                </a:cubicBezTo>
                <a:cubicBezTo>
                  <a:pt x="1544" y="24236"/>
                  <a:pt x="3187" y="24329"/>
                  <a:pt x="3333" y="25366"/>
                </a:cubicBezTo>
                <a:cubicBezTo>
                  <a:pt x="3413" y="25937"/>
                  <a:pt x="4213" y="26116"/>
                  <a:pt x="4450" y="26116"/>
                </a:cubicBezTo>
                <a:cubicBezTo>
                  <a:pt x="4499" y="26116"/>
                  <a:pt x="4524" y="26108"/>
                  <a:pt x="4512" y="26094"/>
                </a:cubicBezTo>
                <a:lnTo>
                  <a:pt x="4512" y="26094"/>
                </a:lnTo>
                <a:cubicBezTo>
                  <a:pt x="5752" y="26098"/>
                  <a:pt x="6992" y="26103"/>
                  <a:pt x="8231" y="26108"/>
                </a:cubicBezTo>
                <a:cubicBezTo>
                  <a:pt x="8884" y="26110"/>
                  <a:pt x="9536" y="26113"/>
                  <a:pt x="10188" y="26115"/>
                </a:cubicBezTo>
                <a:cubicBezTo>
                  <a:pt x="10509" y="26116"/>
                  <a:pt x="10831" y="26117"/>
                  <a:pt x="11153" y="26118"/>
                </a:cubicBezTo>
                <a:cubicBezTo>
                  <a:pt x="11181" y="26118"/>
                  <a:pt x="11210" y="26118"/>
                  <a:pt x="11238" y="26118"/>
                </a:cubicBezTo>
                <a:cubicBezTo>
                  <a:pt x="11502" y="26118"/>
                  <a:pt x="11768" y="26112"/>
                  <a:pt x="12030" y="26066"/>
                </a:cubicBezTo>
                <a:cubicBezTo>
                  <a:pt x="12510" y="25980"/>
                  <a:pt x="12981" y="25708"/>
                  <a:pt x="13161" y="25232"/>
                </a:cubicBezTo>
                <a:cubicBezTo>
                  <a:pt x="13200" y="25130"/>
                  <a:pt x="13224" y="25017"/>
                  <a:pt x="13222" y="24907"/>
                </a:cubicBezTo>
                <a:cubicBezTo>
                  <a:pt x="13220" y="24778"/>
                  <a:pt x="13107" y="24687"/>
                  <a:pt x="13042" y="24582"/>
                </a:cubicBezTo>
                <a:cubicBezTo>
                  <a:pt x="12914" y="24378"/>
                  <a:pt x="12829" y="24154"/>
                  <a:pt x="12777" y="23918"/>
                </a:cubicBezTo>
                <a:cubicBezTo>
                  <a:pt x="12667" y="23424"/>
                  <a:pt x="12700" y="22903"/>
                  <a:pt x="12760" y="22402"/>
                </a:cubicBezTo>
                <a:cubicBezTo>
                  <a:pt x="12825" y="21856"/>
                  <a:pt x="12928" y="21313"/>
                  <a:pt x="12991" y="20766"/>
                </a:cubicBezTo>
                <a:cubicBezTo>
                  <a:pt x="13138" y="19498"/>
                  <a:pt x="13165" y="18220"/>
                  <a:pt x="13259" y="16947"/>
                </a:cubicBezTo>
                <a:cubicBezTo>
                  <a:pt x="13306" y="16306"/>
                  <a:pt x="13371" y="15667"/>
                  <a:pt x="13476" y="15033"/>
                </a:cubicBezTo>
                <a:cubicBezTo>
                  <a:pt x="13580" y="14418"/>
                  <a:pt x="13717" y="13809"/>
                  <a:pt x="13850" y="13199"/>
                </a:cubicBezTo>
                <a:cubicBezTo>
                  <a:pt x="14117" y="11977"/>
                  <a:pt x="14332" y="10761"/>
                  <a:pt x="14312" y="9506"/>
                </a:cubicBezTo>
                <a:cubicBezTo>
                  <a:pt x="14292" y="8213"/>
                  <a:pt x="14104" y="6931"/>
                  <a:pt x="14032" y="5641"/>
                </a:cubicBezTo>
                <a:cubicBezTo>
                  <a:pt x="13973" y="4552"/>
                  <a:pt x="14026" y="3448"/>
                  <a:pt x="13821" y="2371"/>
                </a:cubicBezTo>
                <a:cubicBezTo>
                  <a:pt x="13723" y="1854"/>
                  <a:pt x="13559" y="1346"/>
                  <a:pt x="13296" y="889"/>
                </a:cubicBezTo>
                <a:cubicBezTo>
                  <a:pt x="13046" y="456"/>
                  <a:pt x="12681" y="18"/>
                  <a:pt x="12141" y="1"/>
                </a:cubicBezTo>
                <a:cubicBezTo>
                  <a:pt x="12128" y="1"/>
                  <a:pt x="12116" y="0"/>
                  <a:pt x="12104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0" name="Google Shape;3300;p148"/>
          <p:cNvSpPr/>
          <p:nvPr/>
        </p:nvSpPr>
        <p:spPr>
          <a:xfrm>
            <a:off x="-265362" y="3987346"/>
            <a:ext cx="2499473" cy="1921807"/>
          </a:xfrm>
          <a:custGeom>
            <a:rect b="b" l="l" r="r" t="t"/>
            <a:pathLst>
              <a:path extrusionOk="0" h="12489" w="16243">
                <a:moveTo>
                  <a:pt x="3844" y="0"/>
                </a:moveTo>
                <a:cubicBezTo>
                  <a:pt x="3285" y="0"/>
                  <a:pt x="2723" y="148"/>
                  <a:pt x="2228" y="400"/>
                </a:cubicBezTo>
                <a:cubicBezTo>
                  <a:pt x="1280" y="883"/>
                  <a:pt x="590" y="1767"/>
                  <a:pt x="156" y="2720"/>
                </a:cubicBezTo>
                <a:cubicBezTo>
                  <a:pt x="49" y="2956"/>
                  <a:pt x="1" y="3596"/>
                  <a:pt x="54" y="3596"/>
                </a:cubicBezTo>
                <a:cubicBezTo>
                  <a:pt x="57" y="3596"/>
                  <a:pt x="61" y="3593"/>
                  <a:pt x="66" y="3588"/>
                </a:cubicBezTo>
                <a:cubicBezTo>
                  <a:pt x="269" y="4868"/>
                  <a:pt x="1355" y="5759"/>
                  <a:pt x="2294" y="6557"/>
                </a:cubicBezTo>
                <a:cubicBezTo>
                  <a:pt x="3560" y="7632"/>
                  <a:pt x="4723" y="8824"/>
                  <a:pt x="5756" y="10126"/>
                </a:cubicBezTo>
                <a:cubicBezTo>
                  <a:pt x="6340" y="10862"/>
                  <a:pt x="6881" y="11633"/>
                  <a:pt x="7379" y="12430"/>
                </a:cubicBezTo>
                <a:cubicBezTo>
                  <a:pt x="7403" y="12468"/>
                  <a:pt x="7442" y="12488"/>
                  <a:pt x="7481" y="12488"/>
                </a:cubicBezTo>
                <a:cubicBezTo>
                  <a:pt x="7510" y="12488"/>
                  <a:pt x="7539" y="12478"/>
                  <a:pt x="7563" y="12456"/>
                </a:cubicBezTo>
                <a:cubicBezTo>
                  <a:pt x="9372" y="10767"/>
                  <a:pt x="11182" y="9079"/>
                  <a:pt x="12991" y="7391"/>
                </a:cubicBezTo>
                <a:cubicBezTo>
                  <a:pt x="13444" y="6969"/>
                  <a:pt x="13897" y="6547"/>
                  <a:pt x="14348" y="6125"/>
                </a:cubicBezTo>
                <a:cubicBezTo>
                  <a:pt x="14774" y="5728"/>
                  <a:pt x="15224" y="5346"/>
                  <a:pt x="15621" y="4920"/>
                </a:cubicBezTo>
                <a:cubicBezTo>
                  <a:pt x="15956" y="4561"/>
                  <a:pt x="16230" y="4130"/>
                  <a:pt x="16237" y="3625"/>
                </a:cubicBezTo>
                <a:cubicBezTo>
                  <a:pt x="16243" y="3173"/>
                  <a:pt x="16055" y="2737"/>
                  <a:pt x="15772" y="2393"/>
                </a:cubicBezTo>
                <a:cubicBezTo>
                  <a:pt x="15118" y="1597"/>
                  <a:pt x="13969" y="1326"/>
                  <a:pt x="12990" y="1230"/>
                </a:cubicBezTo>
                <a:cubicBezTo>
                  <a:pt x="12782" y="1209"/>
                  <a:pt x="12575" y="1199"/>
                  <a:pt x="12369" y="1199"/>
                </a:cubicBezTo>
                <a:cubicBezTo>
                  <a:pt x="11579" y="1199"/>
                  <a:pt x="10805" y="1344"/>
                  <a:pt x="10046" y="1589"/>
                </a:cubicBezTo>
                <a:cubicBezTo>
                  <a:pt x="9458" y="1779"/>
                  <a:pt x="8842" y="1996"/>
                  <a:pt x="8230" y="1996"/>
                </a:cubicBezTo>
                <a:cubicBezTo>
                  <a:pt x="7924" y="1996"/>
                  <a:pt x="7618" y="1942"/>
                  <a:pt x="7317" y="1801"/>
                </a:cubicBezTo>
                <a:cubicBezTo>
                  <a:pt x="6411" y="1378"/>
                  <a:pt x="5786" y="517"/>
                  <a:pt x="4835" y="170"/>
                </a:cubicBezTo>
                <a:cubicBezTo>
                  <a:pt x="4516" y="54"/>
                  <a:pt x="4181" y="0"/>
                  <a:pt x="3844" y="0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1" name="Google Shape;3301;p148"/>
          <p:cNvSpPr/>
          <p:nvPr/>
        </p:nvSpPr>
        <p:spPr>
          <a:xfrm>
            <a:off x="-254591" y="-217300"/>
            <a:ext cx="1913498" cy="3721126"/>
          </a:xfrm>
          <a:custGeom>
            <a:rect b="b" l="l" r="r" t="t"/>
            <a:pathLst>
              <a:path extrusionOk="0" h="24182" w="12435">
                <a:moveTo>
                  <a:pt x="7995" y="0"/>
                </a:moveTo>
                <a:cubicBezTo>
                  <a:pt x="6753" y="0"/>
                  <a:pt x="5507" y="123"/>
                  <a:pt x="4282" y="305"/>
                </a:cubicBezTo>
                <a:cubicBezTo>
                  <a:pt x="3647" y="400"/>
                  <a:pt x="3014" y="509"/>
                  <a:pt x="2384" y="629"/>
                </a:cubicBezTo>
                <a:cubicBezTo>
                  <a:pt x="1767" y="745"/>
                  <a:pt x="1135" y="843"/>
                  <a:pt x="528" y="997"/>
                </a:cubicBezTo>
                <a:cubicBezTo>
                  <a:pt x="284" y="1059"/>
                  <a:pt x="86" y="1199"/>
                  <a:pt x="44" y="1438"/>
                </a:cubicBezTo>
                <a:cubicBezTo>
                  <a:pt x="1" y="1675"/>
                  <a:pt x="98" y="1906"/>
                  <a:pt x="177" y="2128"/>
                </a:cubicBezTo>
                <a:cubicBezTo>
                  <a:pt x="371" y="2674"/>
                  <a:pt x="529" y="3231"/>
                  <a:pt x="657" y="3795"/>
                </a:cubicBezTo>
                <a:cubicBezTo>
                  <a:pt x="1173" y="6076"/>
                  <a:pt x="1176" y="8421"/>
                  <a:pt x="1157" y="10740"/>
                </a:cubicBezTo>
                <a:cubicBezTo>
                  <a:pt x="1137" y="13166"/>
                  <a:pt x="1119" y="15594"/>
                  <a:pt x="956" y="18015"/>
                </a:cubicBezTo>
                <a:cubicBezTo>
                  <a:pt x="873" y="19227"/>
                  <a:pt x="754" y="20438"/>
                  <a:pt x="578" y="21641"/>
                </a:cubicBezTo>
                <a:cubicBezTo>
                  <a:pt x="533" y="21947"/>
                  <a:pt x="484" y="22253"/>
                  <a:pt x="431" y="22559"/>
                </a:cubicBezTo>
                <a:cubicBezTo>
                  <a:pt x="386" y="22822"/>
                  <a:pt x="322" y="23092"/>
                  <a:pt x="343" y="23359"/>
                </a:cubicBezTo>
                <a:cubicBezTo>
                  <a:pt x="374" y="23781"/>
                  <a:pt x="660" y="24173"/>
                  <a:pt x="1161" y="24181"/>
                </a:cubicBezTo>
                <a:cubicBezTo>
                  <a:pt x="1165" y="24181"/>
                  <a:pt x="1169" y="24181"/>
                  <a:pt x="1173" y="24181"/>
                </a:cubicBezTo>
                <a:cubicBezTo>
                  <a:pt x="1371" y="24181"/>
                  <a:pt x="1540" y="24099"/>
                  <a:pt x="1654" y="23951"/>
                </a:cubicBezTo>
                <a:cubicBezTo>
                  <a:pt x="1675" y="23925"/>
                  <a:pt x="1683" y="23898"/>
                  <a:pt x="1682" y="23874"/>
                </a:cubicBezTo>
                <a:lnTo>
                  <a:pt x="1682" y="23874"/>
                </a:lnTo>
                <a:cubicBezTo>
                  <a:pt x="1847" y="23898"/>
                  <a:pt x="2014" y="23909"/>
                  <a:pt x="2180" y="23909"/>
                </a:cubicBezTo>
                <a:cubicBezTo>
                  <a:pt x="2943" y="23909"/>
                  <a:pt x="3699" y="23667"/>
                  <a:pt x="4311" y="23242"/>
                </a:cubicBezTo>
                <a:cubicBezTo>
                  <a:pt x="4708" y="22966"/>
                  <a:pt x="5045" y="22616"/>
                  <a:pt x="5275" y="22211"/>
                </a:cubicBezTo>
                <a:cubicBezTo>
                  <a:pt x="5529" y="21761"/>
                  <a:pt x="5637" y="21258"/>
                  <a:pt x="5672" y="20756"/>
                </a:cubicBezTo>
                <a:cubicBezTo>
                  <a:pt x="5745" y="19694"/>
                  <a:pt x="5474" y="18600"/>
                  <a:pt x="5753" y="17552"/>
                </a:cubicBezTo>
                <a:cubicBezTo>
                  <a:pt x="5970" y="16734"/>
                  <a:pt x="6573" y="16141"/>
                  <a:pt x="7340" y="15710"/>
                </a:cubicBezTo>
                <a:cubicBezTo>
                  <a:pt x="8075" y="15296"/>
                  <a:pt x="8888" y="15018"/>
                  <a:pt x="9665" y="14682"/>
                </a:cubicBezTo>
                <a:cubicBezTo>
                  <a:pt x="10395" y="14367"/>
                  <a:pt x="11138" y="13992"/>
                  <a:pt x="11650" y="13407"/>
                </a:cubicBezTo>
                <a:cubicBezTo>
                  <a:pt x="12358" y="12597"/>
                  <a:pt x="12435" y="11553"/>
                  <a:pt x="12147" y="10578"/>
                </a:cubicBezTo>
                <a:cubicBezTo>
                  <a:pt x="11808" y="9430"/>
                  <a:pt x="11016" y="8461"/>
                  <a:pt x="10472" y="7396"/>
                </a:cubicBezTo>
                <a:cubicBezTo>
                  <a:pt x="9923" y="6314"/>
                  <a:pt x="9632" y="5096"/>
                  <a:pt x="9791" y="3904"/>
                </a:cubicBezTo>
                <a:cubicBezTo>
                  <a:pt x="9926" y="2896"/>
                  <a:pt x="10412" y="1909"/>
                  <a:pt x="11209" y="1194"/>
                </a:cubicBezTo>
                <a:cubicBezTo>
                  <a:pt x="11406" y="1016"/>
                  <a:pt x="11621" y="858"/>
                  <a:pt x="11854" y="718"/>
                </a:cubicBezTo>
                <a:cubicBezTo>
                  <a:pt x="11960" y="654"/>
                  <a:pt x="11944" y="503"/>
                  <a:pt x="11818" y="468"/>
                </a:cubicBezTo>
                <a:cubicBezTo>
                  <a:pt x="10568" y="132"/>
                  <a:pt x="9284" y="0"/>
                  <a:pt x="7995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2" name="Google Shape;3302;p148"/>
          <p:cNvSpPr txBox="1"/>
          <p:nvPr>
            <p:ph type="title"/>
          </p:nvPr>
        </p:nvSpPr>
        <p:spPr>
          <a:xfrm>
            <a:off x="1080884" y="2182263"/>
            <a:ext cx="2984100" cy="66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3303" name="Google Shape;3303;p148"/>
          <p:cNvSpPr txBox="1"/>
          <p:nvPr>
            <p:ph idx="1" type="body"/>
          </p:nvPr>
        </p:nvSpPr>
        <p:spPr>
          <a:xfrm>
            <a:off x="4739711" y="1770750"/>
            <a:ext cx="3540300" cy="1602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04800" lvl="0" marL="4572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●"/>
              <a:defRPr sz="1800"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indent="-3048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048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048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048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048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048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048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048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3304" name="Google Shape;3304;p148"/>
          <p:cNvSpPr txBox="1"/>
          <p:nvPr>
            <p:ph idx="2" type="title"/>
          </p:nvPr>
        </p:nvSpPr>
        <p:spPr>
          <a:xfrm>
            <a:off x="3387900" y="758952"/>
            <a:ext cx="23682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3305" name="Google Shape;3305;p148"/>
          <p:cNvGrpSpPr/>
          <p:nvPr/>
        </p:nvGrpSpPr>
        <p:grpSpPr>
          <a:xfrm rot="-6300012">
            <a:off x="8329017" y="3907657"/>
            <a:ext cx="221774" cy="200886"/>
            <a:chOff x="1640475" y="1197075"/>
            <a:chExt cx="55475" cy="50250"/>
          </a:xfrm>
        </p:grpSpPr>
        <p:sp>
          <p:nvSpPr>
            <p:cNvPr id="3306" name="Google Shape;3306;p14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14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14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09" name="Google Shape;3309;p148"/>
          <p:cNvGrpSpPr/>
          <p:nvPr/>
        </p:nvGrpSpPr>
        <p:grpSpPr>
          <a:xfrm rot="-5936682">
            <a:off x="8631239" y="386219"/>
            <a:ext cx="215933" cy="195605"/>
            <a:chOff x="1640475" y="1197075"/>
            <a:chExt cx="55475" cy="50250"/>
          </a:xfrm>
        </p:grpSpPr>
        <p:sp>
          <p:nvSpPr>
            <p:cNvPr id="3310" name="Google Shape;3310;p14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14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14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13" name="Google Shape;3313;p148"/>
          <p:cNvSpPr/>
          <p:nvPr/>
        </p:nvSpPr>
        <p:spPr>
          <a:xfrm rot="-597351">
            <a:off x="6767407" y="4790731"/>
            <a:ext cx="529781" cy="1241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14" name="Google Shape;3314;p148"/>
          <p:cNvGrpSpPr/>
          <p:nvPr/>
        </p:nvGrpSpPr>
        <p:grpSpPr>
          <a:xfrm rot="-4966591">
            <a:off x="1215563" y="428704"/>
            <a:ext cx="244639" cy="221602"/>
            <a:chOff x="1640475" y="1197075"/>
            <a:chExt cx="55475" cy="50250"/>
          </a:xfrm>
        </p:grpSpPr>
        <p:sp>
          <p:nvSpPr>
            <p:cNvPr id="3315" name="Google Shape;3315;p14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14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14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18" name="Google Shape;3318;p148"/>
          <p:cNvGrpSpPr/>
          <p:nvPr/>
        </p:nvGrpSpPr>
        <p:grpSpPr>
          <a:xfrm rot="-5400136">
            <a:off x="1436469" y="4381433"/>
            <a:ext cx="420678" cy="381051"/>
            <a:chOff x="1640475" y="1197075"/>
            <a:chExt cx="55475" cy="50250"/>
          </a:xfrm>
        </p:grpSpPr>
        <p:sp>
          <p:nvSpPr>
            <p:cNvPr id="3319" name="Google Shape;3319;p14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14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14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22" name="Google Shape;3322;p148"/>
          <p:cNvSpPr/>
          <p:nvPr/>
        </p:nvSpPr>
        <p:spPr>
          <a:xfrm flipH="1" rot="1865663">
            <a:off x="-99215" y="3419180"/>
            <a:ext cx="609603" cy="955142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23" name="Google Shape;3323;p148"/>
          <p:cNvSpPr/>
          <p:nvPr/>
        </p:nvSpPr>
        <p:spPr>
          <a:xfrm rot="-3264252">
            <a:off x="255856" y="807468"/>
            <a:ext cx="529775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3324" name="Shape 33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5" name="Google Shape;3325;p149"/>
          <p:cNvSpPr/>
          <p:nvPr>
            <p:ph idx="2" type="pic"/>
          </p:nvPr>
        </p:nvSpPr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3326" name="Google Shape;3326;p149"/>
          <p:cNvSpPr txBox="1"/>
          <p:nvPr>
            <p:ph type="title"/>
          </p:nvPr>
        </p:nvSpPr>
        <p:spPr>
          <a:xfrm>
            <a:off x="821675" y="3707975"/>
            <a:ext cx="28812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327" name="Google Shape;3327;p149"/>
          <p:cNvSpPr/>
          <p:nvPr/>
        </p:nvSpPr>
        <p:spPr>
          <a:xfrm>
            <a:off x="5777548" y="-948481"/>
            <a:ext cx="4112727" cy="2805948"/>
          </a:xfrm>
          <a:custGeom>
            <a:rect b="b" l="l" r="r" t="t"/>
            <a:pathLst>
              <a:path extrusionOk="0" h="113820" w="166828">
                <a:moveTo>
                  <a:pt x="37921" y="1"/>
                </a:moveTo>
                <a:cubicBezTo>
                  <a:pt x="36836" y="1"/>
                  <a:pt x="35541" y="330"/>
                  <a:pt x="34305" y="1407"/>
                </a:cubicBezTo>
                <a:cubicBezTo>
                  <a:pt x="23972" y="10416"/>
                  <a:pt x="8738" y="14467"/>
                  <a:pt x="4398" y="27982"/>
                </a:cubicBezTo>
                <a:cubicBezTo>
                  <a:pt x="0" y="41680"/>
                  <a:pt x="7520" y="58250"/>
                  <a:pt x="21045" y="63486"/>
                </a:cubicBezTo>
                <a:cubicBezTo>
                  <a:pt x="22997" y="64243"/>
                  <a:pt x="25102" y="64731"/>
                  <a:pt x="27186" y="64731"/>
                </a:cubicBezTo>
                <a:cubicBezTo>
                  <a:pt x="28926" y="64731"/>
                  <a:pt x="30652" y="64391"/>
                  <a:pt x="32263" y="63581"/>
                </a:cubicBezTo>
                <a:cubicBezTo>
                  <a:pt x="35432" y="61989"/>
                  <a:pt x="37547" y="59068"/>
                  <a:pt x="39281" y="56069"/>
                </a:cubicBezTo>
                <a:cubicBezTo>
                  <a:pt x="41088" y="52945"/>
                  <a:pt x="42569" y="49589"/>
                  <a:pt x="44777" y="46713"/>
                </a:cubicBezTo>
                <a:cubicBezTo>
                  <a:pt x="46806" y="44071"/>
                  <a:pt x="49700" y="42214"/>
                  <a:pt x="52852" y="41193"/>
                </a:cubicBezTo>
                <a:cubicBezTo>
                  <a:pt x="54502" y="40658"/>
                  <a:pt x="56271" y="40357"/>
                  <a:pt x="58033" y="40357"/>
                </a:cubicBezTo>
                <a:cubicBezTo>
                  <a:pt x="59582" y="40357"/>
                  <a:pt x="61125" y="40589"/>
                  <a:pt x="62577" y="41099"/>
                </a:cubicBezTo>
                <a:cubicBezTo>
                  <a:pt x="65894" y="42264"/>
                  <a:pt x="68169" y="44781"/>
                  <a:pt x="69461" y="48008"/>
                </a:cubicBezTo>
                <a:cubicBezTo>
                  <a:pt x="70920" y="51651"/>
                  <a:pt x="71214" y="55625"/>
                  <a:pt x="72500" y="59321"/>
                </a:cubicBezTo>
                <a:cubicBezTo>
                  <a:pt x="73761" y="62945"/>
                  <a:pt x="76246" y="66870"/>
                  <a:pt x="80098" y="68098"/>
                </a:cubicBezTo>
                <a:cubicBezTo>
                  <a:pt x="80924" y="68361"/>
                  <a:pt x="81738" y="68476"/>
                  <a:pt x="82539" y="68476"/>
                </a:cubicBezTo>
                <a:cubicBezTo>
                  <a:pt x="84915" y="68476"/>
                  <a:pt x="87181" y="67468"/>
                  <a:pt x="89338" y="66338"/>
                </a:cubicBezTo>
                <a:cubicBezTo>
                  <a:pt x="91372" y="65273"/>
                  <a:pt x="93666" y="63918"/>
                  <a:pt x="96008" y="63918"/>
                </a:cubicBezTo>
                <a:cubicBezTo>
                  <a:pt x="96706" y="63918"/>
                  <a:pt x="97408" y="64039"/>
                  <a:pt x="98109" y="64323"/>
                </a:cubicBezTo>
                <a:cubicBezTo>
                  <a:pt x="101824" y="65830"/>
                  <a:pt x="103218" y="70593"/>
                  <a:pt x="104170" y="74096"/>
                </a:cubicBezTo>
                <a:cubicBezTo>
                  <a:pt x="105294" y="78232"/>
                  <a:pt x="106341" y="82392"/>
                  <a:pt x="107639" y="86478"/>
                </a:cubicBezTo>
                <a:cubicBezTo>
                  <a:pt x="110173" y="94464"/>
                  <a:pt x="113842" y="102270"/>
                  <a:pt x="120376" y="107758"/>
                </a:cubicBezTo>
                <a:cubicBezTo>
                  <a:pt x="124773" y="111451"/>
                  <a:pt x="130232" y="113819"/>
                  <a:pt x="135852" y="113819"/>
                </a:cubicBezTo>
                <a:cubicBezTo>
                  <a:pt x="137764" y="113819"/>
                  <a:pt x="139695" y="113545"/>
                  <a:pt x="141609" y="112956"/>
                </a:cubicBezTo>
                <a:cubicBezTo>
                  <a:pt x="148075" y="110966"/>
                  <a:pt x="152915" y="105717"/>
                  <a:pt x="156292" y="100059"/>
                </a:cubicBezTo>
                <a:cubicBezTo>
                  <a:pt x="159974" y="93886"/>
                  <a:pt x="162303" y="87008"/>
                  <a:pt x="164024" y="80059"/>
                </a:cubicBezTo>
                <a:cubicBezTo>
                  <a:pt x="165781" y="72965"/>
                  <a:pt x="166828" y="65469"/>
                  <a:pt x="165704" y="58187"/>
                </a:cubicBezTo>
                <a:cubicBezTo>
                  <a:pt x="164530" y="50572"/>
                  <a:pt x="160681" y="43928"/>
                  <a:pt x="154464" y="39322"/>
                </a:cubicBezTo>
                <a:cubicBezTo>
                  <a:pt x="147232" y="33964"/>
                  <a:pt x="138199" y="31294"/>
                  <a:pt x="129697" y="28706"/>
                </a:cubicBezTo>
                <a:cubicBezTo>
                  <a:pt x="120365" y="25866"/>
                  <a:pt x="110897" y="23505"/>
                  <a:pt x="101432" y="21160"/>
                </a:cubicBezTo>
                <a:cubicBezTo>
                  <a:pt x="82523" y="16474"/>
                  <a:pt x="63390" y="11839"/>
                  <a:pt x="45718" y="3432"/>
                </a:cubicBezTo>
                <a:cubicBezTo>
                  <a:pt x="43955" y="2593"/>
                  <a:pt x="42210" y="1715"/>
                  <a:pt x="40486" y="799"/>
                </a:cubicBezTo>
                <a:cubicBezTo>
                  <a:pt x="40674" y="722"/>
                  <a:pt x="39528" y="1"/>
                  <a:pt x="3792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3328" name="Shape 3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9" name="Google Shape;3329;p150"/>
          <p:cNvSpPr/>
          <p:nvPr/>
        </p:nvSpPr>
        <p:spPr>
          <a:xfrm rot="10800000">
            <a:off x="-157853" y="4139715"/>
            <a:ext cx="2673716" cy="1310885"/>
          </a:xfrm>
          <a:custGeom>
            <a:rect b="b" l="l" r="r" t="t"/>
            <a:pathLst>
              <a:path extrusionOk="0" h="8220" w="16766">
                <a:moveTo>
                  <a:pt x="16619" y="0"/>
                </a:moveTo>
                <a:lnTo>
                  <a:pt x="1" y="306"/>
                </a:lnTo>
                <a:cubicBezTo>
                  <a:pt x="61" y="421"/>
                  <a:pt x="130" y="530"/>
                  <a:pt x="209" y="629"/>
                </a:cubicBezTo>
                <a:cubicBezTo>
                  <a:pt x="561" y="1077"/>
                  <a:pt x="1090" y="1341"/>
                  <a:pt x="1620" y="1341"/>
                </a:cubicBezTo>
                <a:cubicBezTo>
                  <a:pt x="1653" y="1341"/>
                  <a:pt x="1687" y="1340"/>
                  <a:pt x="1720" y="1338"/>
                </a:cubicBezTo>
                <a:cubicBezTo>
                  <a:pt x="2137" y="1311"/>
                  <a:pt x="2547" y="1128"/>
                  <a:pt x="2959" y="1128"/>
                </a:cubicBezTo>
                <a:cubicBezTo>
                  <a:pt x="3033" y="1128"/>
                  <a:pt x="3106" y="1133"/>
                  <a:pt x="3180" y="1147"/>
                </a:cubicBezTo>
                <a:cubicBezTo>
                  <a:pt x="3277" y="1165"/>
                  <a:pt x="3367" y="1194"/>
                  <a:pt x="3455" y="1233"/>
                </a:cubicBezTo>
                <a:cubicBezTo>
                  <a:pt x="3474" y="1242"/>
                  <a:pt x="3493" y="1250"/>
                  <a:pt x="3511" y="1261"/>
                </a:cubicBezTo>
                <a:lnTo>
                  <a:pt x="3512" y="1261"/>
                </a:lnTo>
                <a:cubicBezTo>
                  <a:pt x="4178" y="1599"/>
                  <a:pt x="4587" y="2502"/>
                  <a:pt x="5216" y="2997"/>
                </a:cubicBezTo>
                <a:cubicBezTo>
                  <a:pt x="5642" y="3331"/>
                  <a:pt x="6137" y="3458"/>
                  <a:pt x="6653" y="3458"/>
                </a:cubicBezTo>
                <a:cubicBezTo>
                  <a:pt x="7281" y="3458"/>
                  <a:pt x="7939" y="3268"/>
                  <a:pt x="8534" y="3032"/>
                </a:cubicBezTo>
                <a:cubicBezTo>
                  <a:pt x="9061" y="2823"/>
                  <a:pt x="9606" y="2582"/>
                  <a:pt x="10155" y="2582"/>
                </a:cubicBezTo>
                <a:cubicBezTo>
                  <a:pt x="10271" y="2582"/>
                  <a:pt x="10386" y="2593"/>
                  <a:pt x="10502" y="2617"/>
                </a:cubicBezTo>
                <a:cubicBezTo>
                  <a:pt x="11491" y="2819"/>
                  <a:pt x="12129" y="3901"/>
                  <a:pt x="12548" y="4929"/>
                </a:cubicBezTo>
                <a:cubicBezTo>
                  <a:pt x="12966" y="5958"/>
                  <a:pt x="13334" y="7102"/>
                  <a:pt x="14165" y="7742"/>
                </a:cubicBezTo>
                <a:cubicBezTo>
                  <a:pt x="14587" y="8068"/>
                  <a:pt x="15094" y="8220"/>
                  <a:pt x="15606" y="8220"/>
                </a:cubicBezTo>
                <a:cubicBezTo>
                  <a:pt x="16002" y="8220"/>
                  <a:pt x="16401" y="8129"/>
                  <a:pt x="16766" y="7956"/>
                </a:cubicBezTo>
                <a:lnTo>
                  <a:pt x="16619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30" name="Google Shape;3330;p150"/>
          <p:cNvSpPr/>
          <p:nvPr/>
        </p:nvSpPr>
        <p:spPr>
          <a:xfrm rot="10800000">
            <a:off x="-684513" y="-456871"/>
            <a:ext cx="2285560" cy="4165328"/>
          </a:xfrm>
          <a:custGeom>
            <a:rect b="b" l="l" r="r" t="t"/>
            <a:pathLst>
              <a:path extrusionOk="0" h="26119" w="14332">
                <a:moveTo>
                  <a:pt x="12104" y="0"/>
                </a:moveTo>
                <a:cubicBezTo>
                  <a:pt x="11836" y="0"/>
                  <a:pt x="11579" y="100"/>
                  <a:pt x="11338" y="207"/>
                </a:cubicBezTo>
                <a:cubicBezTo>
                  <a:pt x="11049" y="335"/>
                  <a:pt x="10764" y="475"/>
                  <a:pt x="10478" y="610"/>
                </a:cubicBezTo>
                <a:cubicBezTo>
                  <a:pt x="9890" y="885"/>
                  <a:pt x="9294" y="1149"/>
                  <a:pt x="8713" y="1440"/>
                </a:cubicBezTo>
                <a:cubicBezTo>
                  <a:pt x="8495" y="1549"/>
                  <a:pt x="8298" y="1691"/>
                  <a:pt x="8201" y="1922"/>
                </a:cubicBezTo>
                <a:cubicBezTo>
                  <a:pt x="8095" y="2174"/>
                  <a:pt x="8110" y="2467"/>
                  <a:pt x="8106" y="2735"/>
                </a:cubicBezTo>
                <a:cubicBezTo>
                  <a:pt x="8097" y="3377"/>
                  <a:pt x="8121" y="4019"/>
                  <a:pt x="8176" y="4658"/>
                </a:cubicBezTo>
                <a:cubicBezTo>
                  <a:pt x="8228" y="5277"/>
                  <a:pt x="8331" y="5899"/>
                  <a:pt x="8283" y="6521"/>
                </a:cubicBezTo>
                <a:cubicBezTo>
                  <a:pt x="8242" y="7056"/>
                  <a:pt x="8055" y="7556"/>
                  <a:pt x="7761" y="8004"/>
                </a:cubicBezTo>
                <a:cubicBezTo>
                  <a:pt x="7173" y="8897"/>
                  <a:pt x="6276" y="9476"/>
                  <a:pt x="5434" y="10099"/>
                </a:cubicBezTo>
                <a:cubicBezTo>
                  <a:pt x="5008" y="10415"/>
                  <a:pt x="4600" y="10769"/>
                  <a:pt x="4338" y="11238"/>
                </a:cubicBezTo>
                <a:cubicBezTo>
                  <a:pt x="4078" y="11703"/>
                  <a:pt x="3973" y="12231"/>
                  <a:pt x="3932" y="12758"/>
                </a:cubicBezTo>
                <a:cubicBezTo>
                  <a:pt x="3854" y="13776"/>
                  <a:pt x="4023" y="14819"/>
                  <a:pt x="3717" y="15812"/>
                </a:cubicBezTo>
                <a:cubicBezTo>
                  <a:pt x="3574" y="16273"/>
                  <a:pt x="3319" y="16702"/>
                  <a:pt x="2917" y="16981"/>
                </a:cubicBezTo>
                <a:cubicBezTo>
                  <a:pt x="2489" y="17279"/>
                  <a:pt x="1977" y="17419"/>
                  <a:pt x="1536" y="17694"/>
                </a:cubicBezTo>
                <a:cubicBezTo>
                  <a:pt x="639" y="18252"/>
                  <a:pt x="327" y="19323"/>
                  <a:pt x="152" y="20304"/>
                </a:cubicBezTo>
                <a:cubicBezTo>
                  <a:pt x="48" y="20891"/>
                  <a:pt x="1" y="21500"/>
                  <a:pt x="140" y="22087"/>
                </a:cubicBezTo>
                <a:cubicBezTo>
                  <a:pt x="259" y="22589"/>
                  <a:pt x="523" y="23040"/>
                  <a:pt x="855" y="23429"/>
                </a:cubicBezTo>
                <a:cubicBezTo>
                  <a:pt x="1544" y="24236"/>
                  <a:pt x="3187" y="24329"/>
                  <a:pt x="3333" y="25366"/>
                </a:cubicBezTo>
                <a:cubicBezTo>
                  <a:pt x="3413" y="25937"/>
                  <a:pt x="4213" y="26116"/>
                  <a:pt x="4450" y="26116"/>
                </a:cubicBezTo>
                <a:cubicBezTo>
                  <a:pt x="4499" y="26116"/>
                  <a:pt x="4524" y="26108"/>
                  <a:pt x="4512" y="26094"/>
                </a:cubicBezTo>
                <a:lnTo>
                  <a:pt x="4512" y="26094"/>
                </a:lnTo>
                <a:cubicBezTo>
                  <a:pt x="5752" y="26098"/>
                  <a:pt x="6992" y="26103"/>
                  <a:pt x="8231" y="26108"/>
                </a:cubicBezTo>
                <a:cubicBezTo>
                  <a:pt x="8884" y="26110"/>
                  <a:pt x="9536" y="26113"/>
                  <a:pt x="10188" y="26115"/>
                </a:cubicBezTo>
                <a:cubicBezTo>
                  <a:pt x="10509" y="26116"/>
                  <a:pt x="10831" y="26117"/>
                  <a:pt x="11153" y="26118"/>
                </a:cubicBezTo>
                <a:cubicBezTo>
                  <a:pt x="11181" y="26118"/>
                  <a:pt x="11210" y="26118"/>
                  <a:pt x="11238" y="26118"/>
                </a:cubicBezTo>
                <a:cubicBezTo>
                  <a:pt x="11502" y="26118"/>
                  <a:pt x="11768" y="26112"/>
                  <a:pt x="12030" y="26066"/>
                </a:cubicBezTo>
                <a:cubicBezTo>
                  <a:pt x="12510" y="25980"/>
                  <a:pt x="12981" y="25708"/>
                  <a:pt x="13161" y="25232"/>
                </a:cubicBezTo>
                <a:cubicBezTo>
                  <a:pt x="13200" y="25130"/>
                  <a:pt x="13224" y="25017"/>
                  <a:pt x="13222" y="24907"/>
                </a:cubicBezTo>
                <a:cubicBezTo>
                  <a:pt x="13220" y="24778"/>
                  <a:pt x="13107" y="24687"/>
                  <a:pt x="13042" y="24582"/>
                </a:cubicBezTo>
                <a:cubicBezTo>
                  <a:pt x="12914" y="24378"/>
                  <a:pt x="12829" y="24154"/>
                  <a:pt x="12777" y="23918"/>
                </a:cubicBezTo>
                <a:cubicBezTo>
                  <a:pt x="12667" y="23424"/>
                  <a:pt x="12700" y="22903"/>
                  <a:pt x="12760" y="22402"/>
                </a:cubicBezTo>
                <a:cubicBezTo>
                  <a:pt x="12825" y="21856"/>
                  <a:pt x="12928" y="21313"/>
                  <a:pt x="12991" y="20766"/>
                </a:cubicBezTo>
                <a:cubicBezTo>
                  <a:pt x="13138" y="19498"/>
                  <a:pt x="13165" y="18220"/>
                  <a:pt x="13259" y="16947"/>
                </a:cubicBezTo>
                <a:cubicBezTo>
                  <a:pt x="13306" y="16306"/>
                  <a:pt x="13371" y="15667"/>
                  <a:pt x="13476" y="15033"/>
                </a:cubicBezTo>
                <a:cubicBezTo>
                  <a:pt x="13580" y="14418"/>
                  <a:pt x="13717" y="13809"/>
                  <a:pt x="13850" y="13199"/>
                </a:cubicBezTo>
                <a:cubicBezTo>
                  <a:pt x="14117" y="11977"/>
                  <a:pt x="14332" y="10761"/>
                  <a:pt x="14312" y="9506"/>
                </a:cubicBezTo>
                <a:cubicBezTo>
                  <a:pt x="14292" y="8213"/>
                  <a:pt x="14104" y="6931"/>
                  <a:pt x="14032" y="5641"/>
                </a:cubicBezTo>
                <a:cubicBezTo>
                  <a:pt x="13973" y="4552"/>
                  <a:pt x="14026" y="3448"/>
                  <a:pt x="13821" y="2371"/>
                </a:cubicBezTo>
                <a:cubicBezTo>
                  <a:pt x="13723" y="1854"/>
                  <a:pt x="13559" y="1346"/>
                  <a:pt x="13296" y="889"/>
                </a:cubicBezTo>
                <a:cubicBezTo>
                  <a:pt x="13046" y="456"/>
                  <a:pt x="12681" y="18"/>
                  <a:pt x="12141" y="1"/>
                </a:cubicBezTo>
                <a:cubicBezTo>
                  <a:pt x="12128" y="1"/>
                  <a:pt x="12116" y="0"/>
                  <a:pt x="12104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31" name="Google Shape;3331;p150"/>
          <p:cNvSpPr/>
          <p:nvPr/>
        </p:nvSpPr>
        <p:spPr>
          <a:xfrm rot="10800000">
            <a:off x="6791989" y="-953560"/>
            <a:ext cx="2590312" cy="1991683"/>
          </a:xfrm>
          <a:custGeom>
            <a:rect b="b" l="l" r="r" t="t"/>
            <a:pathLst>
              <a:path extrusionOk="0" h="12489" w="16243">
                <a:moveTo>
                  <a:pt x="3844" y="0"/>
                </a:moveTo>
                <a:cubicBezTo>
                  <a:pt x="3285" y="0"/>
                  <a:pt x="2723" y="148"/>
                  <a:pt x="2228" y="400"/>
                </a:cubicBezTo>
                <a:cubicBezTo>
                  <a:pt x="1280" y="883"/>
                  <a:pt x="590" y="1767"/>
                  <a:pt x="156" y="2720"/>
                </a:cubicBezTo>
                <a:cubicBezTo>
                  <a:pt x="49" y="2956"/>
                  <a:pt x="1" y="3596"/>
                  <a:pt x="54" y="3596"/>
                </a:cubicBezTo>
                <a:cubicBezTo>
                  <a:pt x="57" y="3596"/>
                  <a:pt x="61" y="3593"/>
                  <a:pt x="66" y="3588"/>
                </a:cubicBezTo>
                <a:cubicBezTo>
                  <a:pt x="269" y="4868"/>
                  <a:pt x="1355" y="5759"/>
                  <a:pt x="2294" y="6557"/>
                </a:cubicBezTo>
                <a:cubicBezTo>
                  <a:pt x="3560" y="7632"/>
                  <a:pt x="4723" y="8824"/>
                  <a:pt x="5756" y="10126"/>
                </a:cubicBezTo>
                <a:cubicBezTo>
                  <a:pt x="6340" y="10862"/>
                  <a:pt x="6881" y="11633"/>
                  <a:pt x="7379" y="12430"/>
                </a:cubicBezTo>
                <a:cubicBezTo>
                  <a:pt x="7403" y="12468"/>
                  <a:pt x="7442" y="12488"/>
                  <a:pt x="7481" y="12488"/>
                </a:cubicBezTo>
                <a:cubicBezTo>
                  <a:pt x="7510" y="12488"/>
                  <a:pt x="7539" y="12478"/>
                  <a:pt x="7563" y="12456"/>
                </a:cubicBezTo>
                <a:cubicBezTo>
                  <a:pt x="9372" y="10767"/>
                  <a:pt x="11182" y="9079"/>
                  <a:pt x="12991" y="7391"/>
                </a:cubicBezTo>
                <a:cubicBezTo>
                  <a:pt x="13444" y="6969"/>
                  <a:pt x="13897" y="6547"/>
                  <a:pt x="14348" y="6125"/>
                </a:cubicBezTo>
                <a:cubicBezTo>
                  <a:pt x="14774" y="5728"/>
                  <a:pt x="15224" y="5346"/>
                  <a:pt x="15621" y="4920"/>
                </a:cubicBezTo>
                <a:cubicBezTo>
                  <a:pt x="15956" y="4561"/>
                  <a:pt x="16230" y="4130"/>
                  <a:pt x="16237" y="3625"/>
                </a:cubicBezTo>
                <a:cubicBezTo>
                  <a:pt x="16243" y="3173"/>
                  <a:pt x="16055" y="2737"/>
                  <a:pt x="15772" y="2393"/>
                </a:cubicBezTo>
                <a:cubicBezTo>
                  <a:pt x="15118" y="1597"/>
                  <a:pt x="13969" y="1326"/>
                  <a:pt x="12990" y="1230"/>
                </a:cubicBezTo>
                <a:cubicBezTo>
                  <a:pt x="12782" y="1209"/>
                  <a:pt x="12575" y="1199"/>
                  <a:pt x="12369" y="1199"/>
                </a:cubicBezTo>
                <a:cubicBezTo>
                  <a:pt x="11579" y="1199"/>
                  <a:pt x="10805" y="1344"/>
                  <a:pt x="10046" y="1589"/>
                </a:cubicBezTo>
                <a:cubicBezTo>
                  <a:pt x="9458" y="1779"/>
                  <a:pt x="8842" y="1996"/>
                  <a:pt x="8230" y="1996"/>
                </a:cubicBezTo>
                <a:cubicBezTo>
                  <a:pt x="7924" y="1996"/>
                  <a:pt x="7618" y="1942"/>
                  <a:pt x="7317" y="1801"/>
                </a:cubicBezTo>
                <a:cubicBezTo>
                  <a:pt x="6411" y="1378"/>
                  <a:pt x="5786" y="517"/>
                  <a:pt x="4835" y="170"/>
                </a:cubicBezTo>
                <a:cubicBezTo>
                  <a:pt x="4516" y="54"/>
                  <a:pt x="4181" y="0"/>
                  <a:pt x="3844" y="0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32" name="Google Shape;3332;p150"/>
          <p:cNvSpPr/>
          <p:nvPr/>
        </p:nvSpPr>
        <p:spPr>
          <a:xfrm rot="10800000">
            <a:off x="7388097" y="1594175"/>
            <a:ext cx="1983041" cy="3856424"/>
          </a:xfrm>
          <a:custGeom>
            <a:rect b="b" l="l" r="r" t="t"/>
            <a:pathLst>
              <a:path extrusionOk="0" h="24182" w="12435">
                <a:moveTo>
                  <a:pt x="7995" y="0"/>
                </a:moveTo>
                <a:cubicBezTo>
                  <a:pt x="6753" y="0"/>
                  <a:pt x="5507" y="123"/>
                  <a:pt x="4282" y="305"/>
                </a:cubicBezTo>
                <a:cubicBezTo>
                  <a:pt x="3647" y="400"/>
                  <a:pt x="3014" y="509"/>
                  <a:pt x="2384" y="629"/>
                </a:cubicBezTo>
                <a:cubicBezTo>
                  <a:pt x="1767" y="745"/>
                  <a:pt x="1135" y="843"/>
                  <a:pt x="528" y="997"/>
                </a:cubicBezTo>
                <a:cubicBezTo>
                  <a:pt x="284" y="1059"/>
                  <a:pt x="86" y="1199"/>
                  <a:pt x="44" y="1438"/>
                </a:cubicBezTo>
                <a:cubicBezTo>
                  <a:pt x="1" y="1675"/>
                  <a:pt x="98" y="1906"/>
                  <a:pt x="177" y="2128"/>
                </a:cubicBezTo>
                <a:cubicBezTo>
                  <a:pt x="371" y="2674"/>
                  <a:pt x="529" y="3231"/>
                  <a:pt x="657" y="3795"/>
                </a:cubicBezTo>
                <a:cubicBezTo>
                  <a:pt x="1173" y="6076"/>
                  <a:pt x="1176" y="8421"/>
                  <a:pt x="1157" y="10740"/>
                </a:cubicBezTo>
                <a:cubicBezTo>
                  <a:pt x="1137" y="13166"/>
                  <a:pt x="1119" y="15594"/>
                  <a:pt x="956" y="18015"/>
                </a:cubicBezTo>
                <a:cubicBezTo>
                  <a:pt x="873" y="19227"/>
                  <a:pt x="754" y="20438"/>
                  <a:pt x="578" y="21641"/>
                </a:cubicBezTo>
                <a:cubicBezTo>
                  <a:pt x="533" y="21947"/>
                  <a:pt x="484" y="22253"/>
                  <a:pt x="431" y="22559"/>
                </a:cubicBezTo>
                <a:cubicBezTo>
                  <a:pt x="386" y="22822"/>
                  <a:pt x="322" y="23092"/>
                  <a:pt x="343" y="23359"/>
                </a:cubicBezTo>
                <a:cubicBezTo>
                  <a:pt x="374" y="23781"/>
                  <a:pt x="660" y="24173"/>
                  <a:pt x="1161" y="24181"/>
                </a:cubicBezTo>
                <a:cubicBezTo>
                  <a:pt x="1165" y="24181"/>
                  <a:pt x="1169" y="24181"/>
                  <a:pt x="1173" y="24181"/>
                </a:cubicBezTo>
                <a:cubicBezTo>
                  <a:pt x="1371" y="24181"/>
                  <a:pt x="1540" y="24099"/>
                  <a:pt x="1654" y="23951"/>
                </a:cubicBezTo>
                <a:cubicBezTo>
                  <a:pt x="1675" y="23925"/>
                  <a:pt x="1683" y="23898"/>
                  <a:pt x="1682" y="23874"/>
                </a:cubicBezTo>
                <a:lnTo>
                  <a:pt x="1682" y="23874"/>
                </a:lnTo>
                <a:cubicBezTo>
                  <a:pt x="1847" y="23898"/>
                  <a:pt x="2014" y="23909"/>
                  <a:pt x="2180" y="23909"/>
                </a:cubicBezTo>
                <a:cubicBezTo>
                  <a:pt x="2943" y="23909"/>
                  <a:pt x="3699" y="23667"/>
                  <a:pt x="4311" y="23242"/>
                </a:cubicBezTo>
                <a:cubicBezTo>
                  <a:pt x="4708" y="22966"/>
                  <a:pt x="5045" y="22616"/>
                  <a:pt x="5275" y="22211"/>
                </a:cubicBezTo>
                <a:cubicBezTo>
                  <a:pt x="5529" y="21761"/>
                  <a:pt x="5637" y="21258"/>
                  <a:pt x="5672" y="20756"/>
                </a:cubicBezTo>
                <a:cubicBezTo>
                  <a:pt x="5745" y="19694"/>
                  <a:pt x="5474" y="18600"/>
                  <a:pt x="5753" y="17552"/>
                </a:cubicBezTo>
                <a:cubicBezTo>
                  <a:pt x="5970" y="16734"/>
                  <a:pt x="6573" y="16141"/>
                  <a:pt x="7340" y="15710"/>
                </a:cubicBezTo>
                <a:cubicBezTo>
                  <a:pt x="8075" y="15296"/>
                  <a:pt x="8888" y="15018"/>
                  <a:pt x="9665" y="14682"/>
                </a:cubicBezTo>
                <a:cubicBezTo>
                  <a:pt x="10395" y="14367"/>
                  <a:pt x="11138" y="13992"/>
                  <a:pt x="11650" y="13407"/>
                </a:cubicBezTo>
                <a:cubicBezTo>
                  <a:pt x="12358" y="12597"/>
                  <a:pt x="12435" y="11553"/>
                  <a:pt x="12147" y="10578"/>
                </a:cubicBezTo>
                <a:cubicBezTo>
                  <a:pt x="11808" y="9430"/>
                  <a:pt x="11016" y="8461"/>
                  <a:pt x="10472" y="7396"/>
                </a:cubicBezTo>
                <a:cubicBezTo>
                  <a:pt x="9923" y="6314"/>
                  <a:pt x="9632" y="5096"/>
                  <a:pt x="9791" y="3904"/>
                </a:cubicBezTo>
                <a:cubicBezTo>
                  <a:pt x="9926" y="2896"/>
                  <a:pt x="10412" y="1909"/>
                  <a:pt x="11209" y="1194"/>
                </a:cubicBezTo>
                <a:cubicBezTo>
                  <a:pt x="11406" y="1016"/>
                  <a:pt x="11621" y="858"/>
                  <a:pt x="11854" y="718"/>
                </a:cubicBezTo>
                <a:cubicBezTo>
                  <a:pt x="11960" y="654"/>
                  <a:pt x="11944" y="503"/>
                  <a:pt x="11818" y="468"/>
                </a:cubicBezTo>
                <a:cubicBezTo>
                  <a:pt x="10568" y="132"/>
                  <a:pt x="9284" y="0"/>
                  <a:pt x="7995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33" name="Google Shape;3333;p150"/>
          <p:cNvSpPr txBox="1"/>
          <p:nvPr>
            <p:ph hasCustomPrompt="1" type="title"/>
          </p:nvPr>
        </p:nvSpPr>
        <p:spPr>
          <a:xfrm>
            <a:off x="3196100" y="1106125"/>
            <a:ext cx="27519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3334" name="Google Shape;3334;p150"/>
          <p:cNvSpPr txBox="1"/>
          <p:nvPr>
            <p:ph idx="2" type="title"/>
          </p:nvPr>
        </p:nvSpPr>
        <p:spPr>
          <a:xfrm>
            <a:off x="2835100" y="3533700"/>
            <a:ext cx="3474000" cy="53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grpSp>
        <p:nvGrpSpPr>
          <p:cNvPr id="3335" name="Google Shape;3335;p150"/>
          <p:cNvGrpSpPr/>
          <p:nvPr/>
        </p:nvGrpSpPr>
        <p:grpSpPr>
          <a:xfrm rot="4499945">
            <a:off x="238776" y="4505523"/>
            <a:ext cx="215934" cy="195605"/>
            <a:chOff x="1640475" y="1197075"/>
            <a:chExt cx="55475" cy="50250"/>
          </a:xfrm>
        </p:grpSpPr>
        <p:sp>
          <p:nvSpPr>
            <p:cNvPr id="3336" name="Google Shape;3336;p15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15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15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39" name="Google Shape;3339;p150"/>
          <p:cNvGrpSpPr/>
          <p:nvPr/>
        </p:nvGrpSpPr>
        <p:grpSpPr>
          <a:xfrm rot="5627155">
            <a:off x="558570" y="1047404"/>
            <a:ext cx="267257" cy="242085"/>
            <a:chOff x="1640475" y="1197075"/>
            <a:chExt cx="55475" cy="50250"/>
          </a:xfrm>
        </p:grpSpPr>
        <p:sp>
          <p:nvSpPr>
            <p:cNvPr id="3340" name="Google Shape;3340;p15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15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15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43" name="Google Shape;3343;p150"/>
          <p:cNvSpPr/>
          <p:nvPr/>
        </p:nvSpPr>
        <p:spPr>
          <a:xfrm flipH="1" rot="9000107">
            <a:off x="1795856" y="321729"/>
            <a:ext cx="615242" cy="14412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44" name="Google Shape;3344;p150"/>
          <p:cNvSpPr/>
          <p:nvPr/>
        </p:nvSpPr>
        <p:spPr>
          <a:xfrm flipH="1" rot="5400117">
            <a:off x="8313434" y="4440398"/>
            <a:ext cx="545177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45" name="Google Shape;3345;p150"/>
          <p:cNvGrpSpPr/>
          <p:nvPr/>
        </p:nvGrpSpPr>
        <p:grpSpPr>
          <a:xfrm rot="6300044">
            <a:off x="7574076" y="4480872"/>
            <a:ext cx="228603" cy="207086"/>
            <a:chOff x="1640475" y="1197075"/>
            <a:chExt cx="55475" cy="50250"/>
          </a:xfrm>
        </p:grpSpPr>
        <p:sp>
          <p:nvSpPr>
            <p:cNvPr id="3346" name="Google Shape;3346;p15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15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15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49" name="Google Shape;3349;p150"/>
          <p:cNvSpPr/>
          <p:nvPr/>
        </p:nvSpPr>
        <p:spPr>
          <a:xfrm rot="-1919016">
            <a:off x="8596771" y="46344"/>
            <a:ext cx="809521" cy="1268426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3350" name="Shape 335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_1">
    <p:spTree>
      <p:nvGrpSpPr>
        <p:cNvPr id="3351" name="Shape 33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2" name="Google Shape;3352;p152"/>
          <p:cNvSpPr/>
          <p:nvPr/>
        </p:nvSpPr>
        <p:spPr>
          <a:xfrm>
            <a:off x="5203188" y="3304363"/>
            <a:ext cx="4205930" cy="2291529"/>
          </a:xfrm>
          <a:custGeom>
            <a:rect b="b" l="l" r="r" t="t"/>
            <a:pathLst>
              <a:path extrusionOk="0" h="14261" w="26175">
                <a:moveTo>
                  <a:pt x="21312" y="0"/>
                </a:moveTo>
                <a:cubicBezTo>
                  <a:pt x="20977" y="0"/>
                  <a:pt x="20642" y="41"/>
                  <a:pt x="20313" y="99"/>
                </a:cubicBezTo>
                <a:cubicBezTo>
                  <a:pt x="19331" y="273"/>
                  <a:pt x="18260" y="586"/>
                  <a:pt x="17702" y="1484"/>
                </a:cubicBezTo>
                <a:cubicBezTo>
                  <a:pt x="17428" y="1925"/>
                  <a:pt x="17287" y="2436"/>
                  <a:pt x="16990" y="2864"/>
                </a:cubicBezTo>
                <a:cubicBezTo>
                  <a:pt x="16710" y="3266"/>
                  <a:pt x="16282" y="3522"/>
                  <a:pt x="15821" y="3664"/>
                </a:cubicBezTo>
                <a:cubicBezTo>
                  <a:pt x="15261" y="3837"/>
                  <a:pt x="14685" y="3858"/>
                  <a:pt x="14107" y="3858"/>
                </a:cubicBezTo>
                <a:cubicBezTo>
                  <a:pt x="13914" y="3858"/>
                  <a:pt x="13720" y="3856"/>
                  <a:pt x="13527" y="3856"/>
                </a:cubicBezTo>
                <a:cubicBezTo>
                  <a:pt x="13273" y="3856"/>
                  <a:pt x="13019" y="3860"/>
                  <a:pt x="12766" y="3880"/>
                </a:cubicBezTo>
                <a:cubicBezTo>
                  <a:pt x="12240" y="3921"/>
                  <a:pt x="11711" y="4025"/>
                  <a:pt x="11246" y="4285"/>
                </a:cubicBezTo>
                <a:cubicBezTo>
                  <a:pt x="10777" y="4547"/>
                  <a:pt x="10423" y="4956"/>
                  <a:pt x="10107" y="5381"/>
                </a:cubicBezTo>
                <a:cubicBezTo>
                  <a:pt x="9484" y="6224"/>
                  <a:pt x="8906" y="7121"/>
                  <a:pt x="8012" y="7708"/>
                </a:cubicBezTo>
                <a:cubicBezTo>
                  <a:pt x="7566" y="8003"/>
                  <a:pt x="7065" y="8190"/>
                  <a:pt x="6530" y="8231"/>
                </a:cubicBezTo>
                <a:cubicBezTo>
                  <a:pt x="6418" y="8239"/>
                  <a:pt x="6306" y="8243"/>
                  <a:pt x="6194" y="8243"/>
                </a:cubicBezTo>
                <a:cubicBezTo>
                  <a:pt x="5684" y="8243"/>
                  <a:pt x="5174" y="8166"/>
                  <a:pt x="4666" y="8122"/>
                </a:cubicBezTo>
                <a:cubicBezTo>
                  <a:pt x="4112" y="8075"/>
                  <a:pt x="3557" y="8052"/>
                  <a:pt x="3001" y="8052"/>
                </a:cubicBezTo>
                <a:cubicBezTo>
                  <a:pt x="2916" y="8052"/>
                  <a:pt x="2830" y="8052"/>
                  <a:pt x="2744" y="8054"/>
                </a:cubicBezTo>
                <a:cubicBezTo>
                  <a:pt x="2475" y="8057"/>
                  <a:pt x="2183" y="8043"/>
                  <a:pt x="1931" y="8148"/>
                </a:cubicBezTo>
                <a:cubicBezTo>
                  <a:pt x="1700" y="8244"/>
                  <a:pt x="1557" y="8443"/>
                  <a:pt x="1448" y="8660"/>
                </a:cubicBezTo>
                <a:cubicBezTo>
                  <a:pt x="1157" y="9242"/>
                  <a:pt x="895" y="9837"/>
                  <a:pt x="618" y="10425"/>
                </a:cubicBezTo>
                <a:cubicBezTo>
                  <a:pt x="483" y="10711"/>
                  <a:pt x="344" y="10996"/>
                  <a:pt x="215" y="11284"/>
                </a:cubicBezTo>
                <a:cubicBezTo>
                  <a:pt x="103" y="11537"/>
                  <a:pt x="1" y="11806"/>
                  <a:pt x="9" y="12087"/>
                </a:cubicBezTo>
                <a:cubicBezTo>
                  <a:pt x="26" y="12628"/>
                  <a:pt x="464" y="12993"/>
                  <a:pt x="898" y="13242"/>
                </a:cubicBezTo>
                <a:cubicBezTo>
                  <a:pt x="1355" y="13506"/>
                  <a:pt x="1863" y="13671"/>
                  <a:pt x="2379" y="13769"/>
                </a:cubicBezTo>
                <a:cubicBezTo>
                  <a:pt x="3456" y="13974"/>
                  <a:pt x="4560" y="13920"/>
                  <a:pt x="5650" y="13980"/>
                </a:cubicBezTo>
                <a:cubicBezTo>
                  <a:pt x="6939" y="14051"/>
                  <a:pt x="8222" y="14239"/>
                  <a:pt x="9514" y="14259"/>
                </a:cubicBezTo>
                <a:cubicBezTo>
                  <a:pt x="9569" y="14260"/>
                  <a:pt x="9623" y="14261"/>
                  <a:pt x="9677" y="14261"/>
                </a:cubicBezTo>
                <a:cubicBezTo>
                  <a:pt x="10875" y="14261"/>
                  <a:pt x="12038" y="14052"/>
                  <a:pt x="13207" y="13797"/>
                </a:cubicBezTo>
                <a:cubicBezTo>
                  <a:pt x="13817" y="13663"/>
                  <a:pt x="14426" y="13526"/>
                  <a:pt x="15041" y="13424"/>
                </a:cubicBezTo>
                <a:cubicBezTo>
                  <a:pt x="15675" y="13317"/>
                  <a:pt x="16315" y="13253"/>
                  <a:pt x="16956" y="13206"/>
                </a:cubicBezTo>
                <a:cubicBezTo>
                  <a:pt x="18228" y="13113"/>
                  <a:pt x="19506" y="13085"/>
                  <a:pt x="20774" y="12938"/>
                </a:cubicBezTo>
                <a:cubicBezTo>
                  <a:pt x="21322" y="12875"/>
                  <a:pt x="21864" y="12773"/>
                  <a:pt x="22412" y="12707"/>
                </a:cubicBezTo>
                <a:cubicBezTo>
                  <a:pt x="22674" y="12676"/>
                  <a:pt x="22942" y="12652"/>
                  <a:pt x="23208" y="12652"/>
                </a:cubicBezTo>
                <a:cubicBezTo>
                  <a:pt x="23451" y="12652"/>
                  <a:pt x="23692" y="12672"/>
                  <a:pt x="23928" y="12724"/>
                </a:cubicBezTo>
                <a:cubicBezTo>
                  <a:pt x="24162" y="12777"/>
                  <a:pt x="24387" y="12861"/>
                  <a:pt x="24591" y="12989"/>
                </a:cubicBezTo>
                <a:cubicBezTo>
                  <a:pt x="24696" y="13055"/>
                  <a:pt x="24788" y="13167"/>
                  <a:pt x="24915" y="13170"/>
                </a:cubicBezTo>
                <a:cubicBezTo>
                  <a:pt x="24918" y="13170"/>
                  <a:pt x="24920" y="13170"/>
                  <a:pt x="24923" y="13170"/>
                </a:cubicBezTo>
                <a:cubicBezTo>
                  <a:pt x="25030" y="13170"/>
                  <a:pt x="25141" y="13147"/>
                  <a:pt x="25241" y="13108"/>
                </a:cubicBezTo>
                <a:cubicBezTo>
                  <a:pt x="25716" y="12928"/>
                  <a:pt x="25988" y="12456"/>
                  <a:pt x="26075" y="11977"/>
                </a:cubicBezTo>
                <a:cubicBezTo>
                  <a:pt x="26127" y="11687"/>
                  <a:pt x="26128" y="11393"/>
                  <a:pt x="26127" y="11099"/>
                </a:cubicBezTo>
                <a:cubicBezTo>
                  <a:pt x="26126" y="10779"/>
                  <a:pt x="26124" y="10457"/>
                  <a:pt x="26123" y="10135"/>
                </a:cubicBezTo>
                <a:cubicBezTo>
                  <a:pt x="26121" y="9483"/>
                  <a:pt x="26118" y="8831"/>
                  <a:pt x="26116" y="8179"/>
                </a:cubicBezTo>
                <a:cubicBezTo>
                  <a:pt x="26112" y="6939"/>
                  <a:pt x="26107" y="5700"/>
                  <a:pt x="26102" y="4459"/>
                </a:cubicBezTo>
                <a:lnTo>
                  <a:pt x="26102" y="4459"/>
                </a:lnTo>
                <a:cubicBezTo>
                  <a:pt x="26105" y="4461"/>
                  <a:pt x="26107" y="4462"/>
                  <a:pt x="26109" y="4462"/>
                </a:cubicBezTo>
                <a:cubicBezTo>
                  <a:pt x="26174" y="4462"/>
                  <a:pt x="26046" y="3375"/>
                  <a:pt x="25375" y="3280"/>
                </a:cubicBezTo>
                <a:cubicBezTo>
                  <a:pt x="24338" y="3135"/>
                  <a:pt x="24244" y="1492"/>
                  <a:pt x="23438" y="803"/>
                </a:cubicBezTo>
                <a:cubicBezTo>
                  <a:pt x="23048" y="470"/>
                  <a:pt x="22597" y="206"/>
                  <a:pt x="22095" y="87"/>
                </a:cubicBezTo>
                <a:cubicBezTo>
                  <a:pt x="21837" y="25"/>
                  <a:pt x="21575" y="0"/>
                  <a:pt x="21312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53" name="Google Shape;3353;p152"/>
          <p:cNvSpPr/>
          <p:nvPr/>
        </p:nvSpPr>
        <p:spPr>
          <a:xfrm>
            <a:off x="-450899" y="3428735"/>
            <a:ext cx="2089708" cy="2096136"/>
          </a:xfrm>
          <a:custGeom>
            <a:rect b="b" l="l" r="r" t="t"/>
            <a:pathLst>
              <a:path extrusionOk="0" h="13045" w="13005">
                <a:moveTo>
                  <a:pt x="1922" y="1"/>
                </a:moveTo>
                <a:cubicBezTo>
                  <a:pt x="1849" y="1"/>
                  <a:pt x="1776" y="4"/>
                  <a:pt x="1703" y="11"/>
                </a:cubicBezTo>
                <a:cubicBezTo>
                  <a:pt x="1260" y="54"/>
                  <a:pt x="818" y="227"/>
                  <a:pt x="503" y="551"/>
                </a:cubicBezTo>
                <a:cubicBezTo>
                  <a:pt x="150" y="913"/>
                  <a:pt x="38" y="1411"/>
                  <a:pt x="20" y="1903"/>
                </a:cubicBezTo>
                <a:cubicBezTo>
                  <a:pt x="0" y="2484"/>
                  <a:pt x="46" y="3073"/>
                  <a:pt x="66" y="3654"/>
                </a:cubicBezTo>
                <a:cubicBezTo>
                  <a:pt x="86" y="4273"/>
                  <a:pt x="107" y="4891"/>
                  <a:pt x="127" y="5509"/>
                </a:cubicBezTo>
                <a:lnTo>
                  <a:pt x="374" y="12928"/>
                </a:lnTo>
                <a:cubicBezTo>
                  <a:pt x="376" y="12996"/>
                  <a:pt x="429" y="13044"/>
                  <a:pt x="492" y="13044"/>
                </a:cubicBezTo>
                <a:cubicBezTo>
                  <a:pt x="501" y="13044"/>
                  <a:pt x="511" y="13043"/>
                  <a:pt x="520" y="13041"/>
                </a:cubicBezTo>
                <a:cubicBezTo>
                  <a:pt x="1437" y="12830"/>
                  <a:pt x="2365" y="12670"/>
                  <a:pt x="3299" y="12564"/>
                </a:cubicBezTo>
                <a:cubicBezTo>
                  <a:pt x="4235" y="12458"/>
                  <a:pt x="5175" y="12406"/>
                  <a:pt x="6116" y="12406"/>
                </a:cubicBezTo>
                <a:cubicBezTo>
                  <a:pt x="6835" y="12406"/>
                  <a:pt x="7554" y="12436"/>
                  <a:pt x="8271" y="12496"/>
                </a:cubicBezTo>
                <a:cubicBezTo>
                  <a:pt x="8728" y="12533"/>
                  <a:pt x="9209" y="12577"/>
                  <a:pt x="9687" y="12577"/>
                </a:cubicBezTo>
                <a:cubicBezTo>
                  <a:pt x="10492" y="12577"/>
                  <a:pt x="11288" y="12454"/>
                  <a:pt x="11947" y="11977"/>
                </a:cubicBezTo>
                <a:lnTo>
                  <a:pt x="11947" y="11977"/>
                </a:lnTo>
                <a:cubicBezTo>
                  <a:pt x="11945" y="11988"/>
                  <a:pt x="11948" y="11993"/>
                  <a:pt x="11955" y="11993"/>
                </a:cubicBezTo>
                <a:cubicBezTo>
                  <a:pt x="12017" y="11993"/>
                  <a:pt x="12409" y="11534"/>
                  <a:pt x="12496" y="11300"/>
                </a:cubicBezTo>
                <a:cubicBezTo>
                  <a:pt x="12866" y="10319"/>
                  <a:pt x="13005" y="9208"/>
                  <a:pt x="12677" y="8195"/>
                </a:cubicBezTo>
                <a:cubicBezTo>
                  <a:pt x="12404" y="7349"/>
                  <a:pt x="11818" y="6569"/>
                  <a:pt x="11000" y="6188"/>
                </a:cubicBezTo>
                <a:cubicBezTo>
                  <a:pt x="10082" y="5759"/>
                  <a:pt x="9032" y="5924"/>
                  <a:pt x="8092" y="5581"/>
                </a:cubicBezTo>
                <a:cubicBezTo>
                  <a:pt x="7160" y="5240"/>
                  <a:pt x="6737" y="4324"/>
                  <a:pt x="6316" y="3499"/>
                </a:cubicBezTo>
                <a:cubicBezTo>
                  <a:pt x="5859" y="2602"/>
                  <a:pt x="5271" y="1802"/>
                  <a:pt x="4492" y="1159"/>
                </a:cubicBezTo>
                <a:cubicBezTo>
                  <a:pt x="3786" y="579"/>
                  <a:pt x="2870" y="1"/>
                  <a:pt x="1922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54" name="Google Shape;3354;p152"/>
          <p:cNvSpPr/>
          <p:nvPr/>
        </p:nvSpPr>
        <p:spPr>
          <a:xfrm>
            <a:off x="-317690" y="-239105"/>
            <a:ext cx="3916858" cy="1383980"/>
          </a:xfrm>
          <a:custGeom>
            <a:rect b="b" l="l" r="r" t="t"/>
            <a:pathLst>
              <a:path extrusionOk="0" h="8613" w="24376">
                <a:moveTo>
                  <a:pt x="1748" y="0"/>
                </a:moveTo>
                <a:cubicBezTo>
                  <a:pt x="1709" y="0"/>
                  <a:pt x="1669" y="2"/>
                  <a:pt x="1629" y="7"/>
                </a:cubicBezTo>
                <a:cubicBezTo>
                  <a:pt x="1391" y="38"/>
                  <a:pt x="1250" y="176"/>
                  <a:pt x="1187" y="347"/>
                </a:cubicBezTo>
                <a:cubicBezTo>
                  <a:pt x="1033" y="773"/>
                  <a:pt x="935" y="1218"/>
                  <a:pt x="819" y="1650"/>
                </a:cubicBezTo>
                <a:cubicBezTo>
                  <a:pt x="701" y="2092"/>
                  <a:pt x="590" y="2536"/>
                  <a:pt x="496" y="2983"/>
                </a:cubicBezTo>
                <a:cubicBezTo>
                  <a:pt x="126" y="4733"/>
                  <a:pt x="0" y="6549"/>
                  <a:pt x="659" y="8271"/>
                </a:cubicBezTo>
                <a:cubicBezTo>
                  <a:pt x="678" y="8321"/>
                  <a:pt x="733" y="8346"/>
                  <a:pt x="790" y="8346"/>
                </a:cubicBezTo>
                <a:cubicBezTo>
                  <a:pt x="835" y="8346"/>
                  <a:pt x="881" y="8329"/>
                  <a:pt x="910" y="8296"/>
                </a:cubicBezTo>
                <a:cubicBezTo>
                  <a:pt x="1048" y="8134"/>
                  <a:pt x="1206" y="7983"/>
                  <a:pt x="1385" y="7843"/>
                </a:cubicBezTo>
                <a:cubicBezTo>
                  <a:pt x="2101" y="7284"/>
                  <a:pt x="3087" y="6944"/>
                  <a:pt x="4095" y="6849"/>
                </a:cubicBezTo>
                <a:cubicBezTo>
                  <a:pt x="4314" y="6828"/>
                  <a:pt x="4534" y="6818"/>
                  <a:pt x="4754" y="6818"/>
                </a:cubicBezTo>
                <a:cubicBezTo>
                  <a:pt x="5730" y="6818"/>
                  <a:pt x="6704" y="7012"/>
                  <a:pt x="7586" y="7328"/>
                </a:cubicBezTo>
                <a:cubicBezTo>
                  <a:pt x="8653" y="7708"/>
                  <a:pt x="9622" y="8264"/>
                  <a:pt x="10770" y="8502"/>
                </a:cubicBezTo>
                <a:cubicBezTo>
                  <a:pt x="11110" y="8573"/>
                  <a:pt x="11460" y="8612"/>
                  <a:pt x="11804" y="8612"/>
                </a:cubicBezTo>
                <a:cubicBezTo>
                  <a:pt x="12445" y="8612"/>
                  <a:pt x="13071" y="8476"/>
                  <a:pt x="13597" y="8154"/>
                </a:cubicBezTo>
                <a:cubicBezTo>
                  <a:pt x="14183" y="7795"/>
                  <a:pt x="14557" y="7273"/>
                  <a:pt x="14873" y="6761"/>
                </a:cubicBezTo>
                <a:cubicBezTo>
                  <a:pt x="15208" y="6214"/>
                  <a:pt x="15488" y="5645"/>
                  <a:pt x="15900" y="5129"/>
                </a:cubicBezTo>
                <a:cubicBezTo>
                  <a:pt x="16333" y="4590"/>
                  <a:pt x="16925" y="4168"/>
                  <a:pt x="17743" y="4015"/>
                </a:cubicBezTo>
                <a:cubicBezTo>
                  <a:pt x="18117" y="3945"/>
                  <a:pt x="18497" y="3924"/>
                  <a:pt x="18879" y="3924"/>
                </a:cubicBezTo>
                <a:cubicBezTo>
                  <a:pt x="19431" y="3924"/>
                  <a:pt x="19988" y="3967"/>
                  <a:pt x="20538" y="3967"/>
                </a:cubicBezTo>
                <a:cubicBezTo>
                  <a:pt x="20675" y="3967"/>
                  <a:pt x="20811" y="3964"/>
                  <a:pt x="20947" y="3958"/>
                </a:cubicBezTo>
                <a:cubicBezTo>
                  <a:pt x="21449" y="3933"/>
                  <a:pt x="21952" y="3857"/>
                  <a:pt x="22403" y="3679"/>
                </a:cubicBezTo>
                <a:cubicBezTo>
                  <a:pt x="22808" y="3518"/>
                  <a:pt x="23157" y="3280"/>
                  <a:pt x="23433" y="3003"/>
                </a:cubicBezTo>
                <a:cubicBezTo>
                  <a:pt x="23951" y="2479"/>
                  <a:pt x="24196" y="1807"/>
                  <a:pt x="24066" y="1157"/>
                </a:cubicBezTo>
                <a:lnTo>
                  <a:pt x="24066" y="1157"/>
                </a:lnTo>
                <a:cubicBezTo>
                  <a:pt x="24067" y="1158"/>
                  <a:pt x="24069" y="1158"/>
                  <a:pt x="24071" y="1158"/>
                </a:cubicBezTo>
                <a:cubicBezTo>
                  <a:pt x="24093" y="1158"/>
                  <a:pt x="24117" y="1151"/>
                  <a:pt x="24142" y="1138"/>
                </a:cubicBezTo>
                <a:cubicBezTo>
                  <a:pt x="24292" y="1056"/>
                  <a:pt x="24376" y="935"/>
                  <a:pt x="24372" y="792"/>
                </a:cubicBezTo>
                <a:cubicBezTo>
                  <a:pt x="24363" y="440"/>
                  <a:pt x="23972" y="240"/>
                  <a:pt x="23550" y="217"/>
                </a:cubicBezTo>
                <a:cubicBezTo>
                  <a:pt x="23514" y="215"/>
                  <a:pt x="23478" y="215"/>
                  <a:pt x="23442" y="215"/>
                </a:cubicBezTo>
                <a:cubicBezTo>
                  <a:pt x="23211" y="215"/>
                  <a:pt x="22977" y="252"/>
                  <a:pt x="22750" y="280"/>
                </a:cubicBezTo>
                <a:cubicBezTo>
                  <a:pt x="22445" y="317"/>
                  <a:pt x="22139" y="351"/>
                  <a:pt x="21832" y="383"/>
                </a:cubicBezTo>
                <a:cubicBezTo>
                  <a:pt x="20628" y="507"/>
                  <a:pt x="19418" y="590"/>
                  <a:pt x="18207" y="648"/>
                </a:cubicBezTo>
                <a:cubicBezTo>
                  <a:pt x="15784" y="762"/>
                  <a:pt x="13357" y="774"/>
                  <a:pt x="10932" y="789"/>
                </a:cubicBezTo>
                <a:cubicBezTo>
                  <a:pt x="10568" y="791"/>
                  <a:pt x="10203" y="793"/>
                  <a:pt x="9838" y="793"/>
                </a:cubicBezTo>
                <a:cubicBezTo>
                  <a:pt x="7878" y="793"/>
                  <a:pt x="5909" y="743"/>
                  <a:pt x="3985" y="438"/>
                </a:cubicBezTo>
                <a:cubicBezTo>
                  <a:pt x="3423" y="348"/>
                  <a:pt x="2866" y="237"/>
                  <a:pt x="2318" y="100"/>
                </a:cubicBezTo>
                <a:cubicBezTo>
                  <a:pt x="2134" y="55"/>
                  <a:pt x="1943" y="0"/>
                  <a:pt x="1748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55" name="Google Shape;3355;p152"/>
          <p:cNvSpPr/>
          <p:nvPr/>
        </p:nvSpPr>
        <p:spPr>
          <a:xfrm>
            <a:off x="5829867" y="-831076"/>
            <a:ext cx="4345244" cy="3055586"/>
          </a:xfrm>
          <a:custGeom>
            <a:rect b="b" l="l" r="r" t="t"/>
            <a:pathLst>
              <a:path extrusionOk="0" h="19016" w="27042">
                <a:moveTo>
                  <a:pt x="5311" y="0"/>
                </a:moveTo>
                <a:cubicBezTo>
                  <a:pt x="5179" y="0"/>
                  <a:pt x="5075" y="178"/>
                  <a:pt x="5211" y="262"/>
                </a:cubicBezTo>
                <a:cubicBezTo>
                  <a:pt x="5431" y="399"/>
                  <a:pt x="5652" y="530"/>
                  <a:pt x="5876" y="657"/>
                </a:cubicBezTo>
                <a:cubicBezTo>
                  <a:pt x="3749" y="1565"/>
                  <a:pt x="1452" y="2798"/>
                  <a:pt x="713" y="5101"/>
                </a:cubicBezTo>
                <a:cubicBezTo>
                  <a:pt x="0" y="7321"/>
                  <a:pt x="1219" y="10007"/>
                  <a:pt x="3411" y="10856"/>
                </a:cubicBezTo>
                <a:cubicBezTo>
                  <a:pt x="3728" y="10979"/>
                  <a:pt x="4069" y="11058"/>
                  <a:pt x="4406" y="11058"/>
                </a:cubicBezTo>
                <a:cubicBezTo>
                  <a:pt x="4688" y="11058"/>
                  <a:pt x="4968" y="11003"/>
                  <a:pt x="5229" y="10871"/>
                </a:cubicBezTo>
                <a:cubicBezTo>
                  <a:pt x="5743" y="10614"/>
                  <a:pt x="6086" y="10140"/>
                  <a:pt x="6367" y="9654"/>
                </a:cubicBezTo>
                <a:cubicBezTo>
                  <a:pt x="6660" y="9147"/>
                  <a:pt x="6901" y="8604"/>
                  <a:pt x="7258" y="8138"/>
                </a:cubicBezTo>
                <a:cubicBezTo>
                  <a:pt x="7586" y="7709"/>
                  <a:pt x="8056" y="7408"/>
                  <a:pt x="8567" y="7243"/>
                </a:cubicBezTo>
                <a:cubicBezTo>
                  <a:pt x="8835" y="7156"/>
                  <a:pt x="9122" y="7107"/>
                  <a:pt x="9407" y="7107"/>
                </a:cubicBezTo>
                <a:cubicBezTo>
                  <a:pt x="9658" y="7107"/>
                  <a:pt x="9908" y="7145"/>
                  <a:pt x="10143" y="7227"/>
                </a:cubicBezTo>
                <a:cubicBezTo>
                  <a:pt x="10681" y="7416"/>
                  <a:pt x="11050" y="7824"/>
                  <a:pt x="11259" y="8347"/>
                </a:cubicBezTo>
                <a:cubicBezTo>
                  <a:pt x="11495" y="8938"/>
                  <a:pt x="11543" y="9582"/>
                  <a:pt x="11752" y="10181"/>
                </a:cubicBezTo>
                <a:cubicBezTo>
                  <a:pt x="11957" y="10769"/>
                  <a:pt x="12358" y="11405"/>
                  <a:pt x="12983" y="11603"/>
                </a:cubicBezTo>
                <a:cubicBezTo>
                  <a:pt x="13117" y="11646"/>
                  <a:pt x="13250" y="11665"/>
                  <a:pt x="13380" y="11665"/>
                </a:cubicBezTo>
                <a:cubicBezTo>
                  <a:pt x="13765" y="11665"/>
                  <a:pt x="14132" y="11502"/>
                  <a:pt x="14481" y="11319"/>
                </a:cubicBezTo>
                <a:cubicBezTo>
                  <a:pt x="14811" y="11146"/>
                  <a:pt x="15183" y="10926"/>
                  <a:pt x="15563" y="10926"/>
                </a:cubicBezTo>
                <a:cubicBezTo>
                  <a:pt x="15675" y="10926"/>
                  <a:pt x="15789" y="10946"/>
                  <a:pt x="15902" y="10992"/>
                </a:cubicBezTo>
                <a:cubicBezTo>
                  <a:pt x="16505" y="11236"/>
                  <a:pt x="16731" y="12009"/>
                  <a:pt x="16886" y="12576"/>
                </a:cubicBezTo>
                <a:cubicBezTo>
                  <a:pt x="17067" y="13246"/>
                  <a:pt x="17237" y="13920"/>
                  <a:pt x="17447" y="14583"/>
                </a:cubicBezTo>
                <a:cubicBezTo>
                  <a:pt x="17859" y="15878"/>
                  <a:pt x="18454" y="17143"/>
                  <a:pt x="19512" y="18032"/>
                </a:cubicBezTo>
                <a:cubicBezTo>
                  <a:pt x="20225" y="18631"/>
                  <a:pt x="21110" y="19015"/>
                  <a:pt x="22020" y="19015"/>
                </a:cubicBezTo>
                <a:cubicBezTo>
                  <a:pt x="22330" y="19015"/>
                  <a:pt x="22643" y="18971"/>
                  <a:pt x="22954" y="18875"/>
                </a:cubicBezTo>
                <a:cubicBezTo>
                  <a:pt x="24002" y="18552"/>
                  <a:pt x="24786" y="17702"/>
                  <a:pt x="25334" y="16784"/>
                </a:cubicBezTo>
                <a:cubicBezTo>
                  <a:pt x="25931" y="15784"/>
                  <a:pt x="26309" y="14669"/>
                  <a:pt x="26587" y="13543"/>
                </a:cubicBezTo>
                <a:cubicBezTo>
                  <a:pt x="26872" y="12393"/>
                  <a:pt x="27042" y="11178"/>
                  <a:pt x="26859" y="9998"/>
                </a:cubicBezTo>
                <a:cubicBezTo>
                  <a:pt x="26669" y="8763"/>
                  <a:pt x="26045" y="7686"/>
                  <a:pt x="25037" y="6940"/>
                </a:cubicBezTo>
                <a:cubicBezTo>
                  <a:pt x="23865" y="6071"/>
                  <a:pt x="22401" y="5638"/>
                  <a:pt x="21023" y="5219"/>
                </a:cubicBezTo>
                <a:cubicBezTo>
                  <a:pt x="19511" y="4758"/>
                  <a:pt x="17976" y="4376"/>
                  <a:pt x="16442" y="3995"/>
                </a:cubicBezTo>
                <a:cubicBezTo>
                  <a:pt x="13377" y="3236"/>
                  <a:pt x="10276" y="2484"/>
                  <a:pt x="7410" y="1122"/>
                </a:cubicBezTo>
                <a:cubicBezTo>
                  <a:pt x="7124" y="986"/>
                  <a:pt x="6842" y="844"/>
                  <a:pt x="6563" y="695"/>
                </a:cubicBezTo>
                <a:cubicBezTo>
                  <a:pt x="6622" y="671"/>
                  <a:pt x="6682" y="645"/>
                  <a:pt x="6742" y="621"/>
                </a:cubicBezTo>
                <a:cubicBezTo>
                  <a:pt x="6901" y="557"/>
                  <a:pt x="6828" y="333"/>
                  <a:pt x="6684" y="333"/>
                </a:cubicBezTo>
                <a:cubicBezTo>
                  <a:pt x="6666" y="333"/>
                  <a:pt x="6646" y="336"/>
                  <a:pt x="6625" y="345"/>
                </a:cubicBezTo>
                <a:cubicBezTo>
                  <a:pt x="6492" y="400"/>
                  <a:pt x="6358" y="454"/>
                  <a:pt x="6223" y="510"/>
                </a:cubicBezTo>
                <a:cubicBezTo>
                  <a:pt x="5943" y="355"/>
                  <a:pt x="5666" y="194"/>
                  <a:pt x="5394" y="25"/>
                </a:cubicBezTo>
                <a:cubicBezTo>
                  <a:pt x="5366" y="8"/>
                  <a:pt x="5338" y="0"/>
                  <a:pt x="5311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56" name="Google Shape;3356;p152"/>
          <p:cNvSpPr txBox="1"/>
          <p:nvPr>
            <p:ph type="title"/>
          </p:nvPr>
        </p:nvSpPr>
        <p:spPr>
          <a:xfrm>
            <a:off x="2288175" y="673625"/>
            <a:ext cx="4567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357" name="Google Shape;3357;p152"/>
          <p:cNvSpPr txBox="1"/>
          <p:nvPr>
            <p:ph idx="2" type="title"/>
          </p:nvPr>
        </p:nvSpPr>
        <p:spPr>
          <a:xfrm>
            <a:off x="800269" y="1911450"/>
            <a:ext cx="2305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358" name="Google Shape;3358;p152"/>
          <p:cNvSpPr txBox="1"/>
          <p:nvPr>
            <p:ph idx="1" type="subTitle"/>
          </p:nvPr>
        </p:nvSpPr>
        <p:spPr>
          <a:xfrm>
            <a:off x="704869" y="2650375"/>
            <a:ext cx="24963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3359" name="Google Shape;3359;p152"/>
          <p:cNvSpPr txBox="1"/>
          <p:nvPr>
            <p:ph idx="3" type="title"/>
          </p:nvPr>
        </p:nvSpPr>
        <p:spPr>
          <a:xfrm>
            <a:off x="3419624" y="1911450"/>
            <a:ext cx="2305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360" name="Google Shape;3360;p152"/>
          <p:cNvSpPr txBox="1"/>
          <p:nvPr>
            <p:ph idx="4" type="subTitle"/>
          </p:nvPr>
        </p:nvSpPr>
        <p:spPr>
          <a:xfrm>
            <a:off x="3324974" y="2650375"/>
            <a:ext cx="24960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3361" name="Google Shape;3361;p152"/>
          <p:cNvSpPr txBox="1"/>
          <p:nvPr>
            <p:ph idx="5" type="title"/>
          </p:nvPr>
        </p:nvSpPr>
        <p:spPr>
          <a:xfrm>
            <a:off x="800269" y="3344850"/>
            <a:ext cx="2305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362" name="Google Shape;3362;p152"/>
          <p:cNvSpPr txBox="1"/>
          <p:nvPr>
            <p:ph idx="6" type="subTitle"/>
          </p:nvPr>
        </p:nvSpPr>
        <p:spPr>
          <a:xfrm>
            <a:off x="704869" y="4083775"/>
            <a:ext cx="24963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3363" name="Google Shape;3363;p152"/>
          <p:cNvSpPr txBox="1"/>
          <p:nvPr>
            <p:ph idx="7" type="title"/>
          </p:nvPr>
        </p:nvSpPr>
        <p:spPr>
          <a:xfrm>
            <a:off x="3419624" y="3344850"/>
            <a:ext cx="2305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364" name="Google Shape;3364;p152"/>
          <p:cNvSpPr txBox="1"/>
          <p:nvPr>
            <p:ph idx="8" type="subTitle"/>
          </p:nvPr>
        </p:nvSpPr>
        <p:spPr>
          <a:xfrm>
            <a:off x="3324749" y="4083775"/>
            <a:ext cx="24960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3365" name="Google Shape;3365;p152"/>
          <p:cNvSpPr txBox="1"/>
          <p:nvPr>
            <p:ph idx="9" type="title"/>
          </p:nvPr>
        </p:nvSpPr>
        <p:spPr>
          <a:xfrm>
            <a:off x="6038978" y="1911450"/>
            <a:ext cx="2305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366" name="Google Shape;3366;p152"/>
          <p:cNvSpPr txBox="1"/>
          <p:nvPr>
            <p:ph idx="13" type="subTitle"/>
          </p:nvPr>
        </p:nvSpPr>
        <p:spPr>
          <a:xfrm>
            <a:off x="5944778" y="2650375"/>
            <a:ext cx="24939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3367" name="Google Shape;3367;p152"/>
          <p:cNvSpPr txBox="1"/>
          <p:nvPr>
            <p:ph idx="14" type="title"/>
          </p:nvPr>
        </p:nvSpPr>
        <p:spPr>
          <a:xfrm>
            <a:off x="6038978" y="3344850"/>
            <a:ext cx="2305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368" name="Google Shape;3368;p152"/>
          <p:cNvSpPr txBox="1"/>
          <p:nvPr>
            <p:ph idx="15" type="subTitle"/>
          </p:nvPr>
        </p:nvSpPr>
        <p:spPr>
          <a:xfrm>
            <a:off x="5944328" y="4083775"/>
            <a:ext cx="24948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grpSp>
        <p:nvGrpSpPr>
          <p:cNvPr id="3369" name="Google Shape;3369;p152"/>
          <p:cNvGrpSpPr/>
          <p:nvPr/>
        </p:nvGrpSpPr>
        <p:grpSpPr>
          <a:xfrm rot="-900055">
            <a:off x="1167109" y="4603778"/>
            <a:ext cx="215934" cy="195605"/>
            <a:chOff x="1640475" y="1197075"/>
            <a:chExt cx="55475" cy="50250"/>
          </a:xfrm>
        </p:grpSpPr>
        <p:sp>
          <p:nvSpPr>
            <p:cNvPr id="3370" name="Google Shape;3370;p15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15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15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73" name="Google Shape;3373;p152"/>
          <p:cNvGrpSpPr/>
          <p:nvPr/>
        </p:nvGrpSpPr>
        <p:grpSpPr>
          <a:xfrm rot="-8100037">
            <a:off x="377992" y="990483"/>
            <a:ext cx="359745" cy="325869"/>
            <a:chOff x="1640475" y="1197075"/>
            <a:chExt cx="55475" cy="50250"/>
          </a:xfrm>
        </p:grpSpPr>
        <p:sp>
          <p:nvSpPr>
            <p:cNvPr id="3374" name="Google Shape;3374;p15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15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15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77" name="Google Shape;3377;p152"/>
          <p:cNvSpPr/>
          <p:nvPr/>
        </p:nvSpPr>
        <p:spPr>
          <a:xfrm flipH="1" rot="9000131">
            <a:off x="391072" y="296850"/>
            <a:ext cx="434381" cy="10175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78" name="Google Shape;3378;p152"/>
          <p:cNvSpPr/>
          <p:nvPr/>
        </p:nvSpPr>
        <p:spPr>
          <a:xfrm flipH="1" rot="-9899901">
            <a:off x="4997960" y="4783869"/>
            <a:ext cx="545173" cy="12772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79" name="Google Shape;3379;p152"/>
          <p:cNvGrpSpPr/>
          <p:nvPr/>
        </p:nvGrpSpPr>
        <p:grpSpPr>
          <a:xfrm rot="-5399917">
            <a:off x="6572843" y="4726244"/>
            <a:ext cx="228601" cy="207085"/>
            <a:chOff x="1640475" y="1197075"/>
            <a:chExt cx="55475" cy="50250"/>
          </a:xfrm>
        </p:grpSpPr>
        <p:sp>
          <p:nvSpPr>
            <p:cNvPr id="3380" name="Google Shape;3380;p15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15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15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83" name="Google Shape;3383;p152"/>
          <p:cNvSpPr/>
          <p:nvPr/>
        </p:nvSpPr>
        <p:spPr>
          <a:xfrm flipH="1" rot="-143173">
            <a:off x="2772855" y="285646"/>
            <a:ext cx="970033" cy="22723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84" name="Google Shape;3384;p152"/>
          <p:cNvGrpSpPr/>
          <p:nvPr/>
        </p:nvGrpSpPr>
        <p:grpSpPr>
          <a:xfrm rot="-8100136">
            <a:off x="8520138" y="497852"/>
            <a:ext cx="296715" cy="268776"/>
            <a:chOff x="1640475" y="1197075"/>
            <a:chExt cx="55475" cy="50250"/>
          </a:xfrm>
        </p:grpSpPr>
        <p:sp>
          <p:nvSpPr>
            <p:cNvPr id="3385" name="Google Shape;3385;p15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15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15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88" name="Google Shape;3388;p152"/>
          <p:cNvSpPr/>
          <p:nvPr/>
        </p:nvSpPr>
        <p:spPr>
          <a:xfrm rot="-2700202">
            <a:off x="-77262" y="3989952"/>
            <a:ext cx="1057332" cy="823806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 1">
  <p:cSld name="CUSTOM_1_2">
    <p:spTree>
      <p:nvGrpSpPr>
        <p:cNvPr id="3389" name="Shape 3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90" name="Google Shape;3390;p153"/>
          <p:cNvSpPr txBox="1"/>
          <p:nvPr>
            <p:ph type="title"/>
          </p:nvPr>
        </p:nvSpPr>
        <p:spPr>
          <a:xfrm>
            <a:off x="3195425" y="673625"/>
            <a:ext cx="2753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391" name="Google Shape;3391;p153">
            <a:hlinkClick/>
          </p:cNvPr>
          <p:cNvSpPr txBox="1"/>
          <p:nvPr>
            <p:ph idx="2" type="title"/>
          </p:nvPr>
        </p:nvSpPr>
        <p:spPr>
          <a:xfrm>
            <a:off x="6692209" y="2629375"/>
            <a:ext cx="16224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392" name="Google Shape;3392;p153"/>
          <p:cNvSpPr txBox="1"/>
          <p:nvPr>
            <p:ph idx="1" type="subTitle"/>
          </p:nvPr>
        </p:nvSpPr>
        <p:spPr>
          <a:xfrm>
            <a:off x="6651584" y="3403300"/>
            <a:ext cx="1703400" cy="663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3393" name="Google Shape;3393;p153">
            <a:hlinkClick/>
          </p:cNvPr>
          <p:cNvSpPr txBox="1"/>
          <p:nvPr>
            <p:ph idx="3" type="title"/>
          </p:nvPr>
        </p:nvSpPr>
        <p:spPr>
          <a:xfrm>
            <a:off x="4738037" y="2629375"/>
            <a:ext cx="16224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394" name="Google Shape;3394;p153"/>
          <p:cNvSpPr txBox="1"/>
          <p:nvPr>
            <p:ph idx="4" type="subTitle"/>
          </p:nvPr>
        </p:nvSpPr>
        <p:spPr>
          <a:xfrm>
            <a:off x="4697412" y="3403300"/>
            <a:ext cx="1703400" cy="663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3395" name="Google Shape;3395;p153">
            <a:hlinkClick/>
          </p:cNvPr>
          <p:cNvSpPr txBox="1"/>
          <p:nvPr>
            <p:ph idx="5" type="title"/>
          </p:nvPr>
        </p:nvSpPr>
        <p:spPr>
          <a:xfrm>
            <a:off x="2783831" y="2629375"/>
            <a:ext cx="16224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396" name="Google Shape;3396;p153"/>
          <p:cNvSpPr txBox="1"/>
          <p:nvPr>
            <p:ph idx="6" type="subTitle"/>
          </p:nvPr>
        </p:nvSpPr>
        <p:spPr>
          <a:xfrm>
            <a:off x="2743206" y="3403300"/>
            <a:ext cx="1703400" cy="663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3397" name="Google Shape;3397;p153">
            <a:hlinkClick/>
          </p:cNvPr>
          <p:cNvSpPr txBox="1"/>
          <p:nvPr>
            <p:ph idx="7" type="title"/>
          </p:nvPr>
        </p:nvSpPr>
        <p:spPr>
          <a:xfrm>
            <a:off x="829641" y="2629375"/>
            <a:ext cx="16224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398" name="Google Shape;3398;p153"/>
          <p:cNvSpPr txBox="1"/>
          <p:nvPr>
            <p:ph idx="8" type="subTitle"/>
          </p:nvPr>
        </p:nvSpPr>
        <p:spPr>
          <a:xfrm>
            <a:off x="789016" y="3403300"/>
            <a:ext cx="1703400" cy="663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3399" name="Google Shape;3399;p153"/>
          <p:cNvSpPr txBox="1"/>
          <p:nvPr>
            <p:ph hasCustomPrompt="1" idx="9" type="title"/>
          </p:nvPr>
        </p:nvSpPr>
        <p:spPr>
          <a:xfrm>
            <a:off x="789016" y="1880125"/>
            <a:ext cx="17034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3400" name="Google Shape;3400;p153"/>
          <p:cNvSpPr txBox="1"/>
          <p:nvPr>
            <p:ph hasCustomPrompt="1" idx="13" type="title"/>
          </p:nvPr>
        </p:nvSpPr>
        <p:spPr>
          <a:xfrm>
            <a:off x="2743206" y="1880125"/>
            <a:ext cx="17034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3401" name="Google Shape;3401;p153"/>
          <p:cNvSpPr txBox="1"/>
          <p:nvPr>
            <p:ph hasCustomPrompt="1" idx="14" type="title"/>
          </p:nvPr>
        </p:nvSpPr>
        <p:spPr>
          <a:xfrm>
            <a:off x="4697412" y="1880125"/>
            <a:ext cx="17034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3402" name="Google Shape;3402;p153"/>
          <p:cNvSpPr txBox="1"/>
          <p:nvPr>
            <p:ph hasCustomPrompt="1" idx="15" type="title"/>
          </p:nvPr>
        </p:nvSpPr>
        <p:spPr>
          <a:xfrm>
            <a:off x="6651584" y="1880125"/>
            <a:ext cx="17034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3403" name="Google Shape;3403;p153"/>
          <p:cNvSpPr/>
          <p:nvPr/>
        </p:nvSpPr>
        <p:spPr>
          <a:xfrm rot="-5400000">
            <a:off x="6877487" y="-1944521"/>
            <a:ext cx="2285560" cy="4165328"/>
          </a:xfrm>
          <a:custGeom>
            <a:rect b="b" l="l" r="r" t="t"/>
            <a:pathLst>
              <a:path extrusionOk="0" h="26119" w="14332">
                <a:moveTo>
                  <a:pt x="12104" y="0"/>
                </a:moveTo>
                <a:cubicBezTo>
                  <a:pt x="11836" y="0"/>
                  <a:pt x="11579" y="100"/>
                  <a:pt x="11338" y="207"/>
                </a:cubicBezTo>
                <a:cubicBezTo>
                  <a:pt x="11049" y="335"/>
                  <a:pt x="10764" y="475"/>
                  <a:pt x="10478" y="610"/>
                </a:cubicBezTo>
                <a:cubicBezTo>
                  <a:pt x="9890" y="885"/>
                  <a:pt x="9294" y="1149"/>
                  <a:pt x="8713" y="1440"/>
                </a:cubicBezTo>
                <a:cubicBezTo>
                  <a:pt x="8495" y="1549"/>
                  <a:pt x="8298" y="1691"/>
                  <a:pt x="8201" y="1922"/>
                </a:cubicBezTo>
                <a:cubicBezTo>
                  <a:pt x="8095" y="2174"/>
                  <a:pt x="8110" y="2467"/>
                  <a:pt x="8106" y="2735"/>
                </a:cubicBezTo>
                <a:cubicBezTo>
                  <a:pt x="8097" y="3377"/>
                  <a:pt x="8121" y="4019"/>
                  <a:pt x="8176" y="4658"/>
                </a:cubicBezTo>
                <a:cubicBezTo>
                  <a:pt x="8228" y="5277"/>
                  <a:pt x="8331" y="5899"/>
                  <a:pt x="8283" y="6521"/>
                </a:cubicBezTo>
                <a:cubicBezTo>
                  <a:pt x="8242" y="7056"/>
                  <a:pt x="8055" y="7556"/>
                  <a:pt x="7761" y="8004"/>
                </a:cubicBezTo>
                <a:cubicBezTo>
                  <a:pt x="7173" y="8897"/>
                  <a:pt x="6276" y="9476"/>
                  <a:pt x="5434" y="10099"/>
                </a:cubicBezTo>
                <a:cubicBezTo>
                  <a:pt x="5008" y="10415"/>
                  <a:pt x="4600" y="10769"/>
                  <a:pt x="4338" y="11238"/>
                </a:cubicBezTo>
                <a:cubicBezTo>
                  <a:pt x="4078" y="11703"/>
                  <a:pt x="3973" y="12231"/>
                  <a:pt x="3932" y="12758"/>
                </a:cubicBezTo>
                <a:cubicBezTo>
                  <a:pt x="3854" y="13776"/>
                  <a:pt x="4023" y="14819"/>
                  <a:pt x="3717" y="15812"/>
                </a:cubicBezTo>
                <a:cubicBezTo>
                  <a:pt x="3574" y="16273"/>
                  <a:pt x="3319" y="16702"/>
                  <a:pt x="2917" y="16981"/>
                </a:cubicBezTo>
                <a:cubicBezTo>
                  <a:pt x="2489" y="17279"/>
                  <a:pt x="1977" y="17419"/>
                  <a:pt x="1536" y="17694"/>
                </a:cubicBezTo>
                <a:cubicBezTo>
                  <a:pt x="639" y="18252"/>
                  <a:pt x="327" y="19323"/>
                  <a:pt x="152" y="20304"/>
                </a:cubicBezTo>
                <a:cubicBezTo>
                  <a:pt x="48" y="20891"/>
                  <a:pt x="1" y="21500"/>
                  <a:pt x="140" y="22087"/>
                </a:cubicBezTo>
                <a:cubicBezTo>
                  <a:pt x="259" y="22589"/>
                  <a:pt x="523" y="23040"/>
                  <a:pt x="855" y="23429"/>
                </a:cubicBezTo>
                <a:cubicBezTo>
                  <a:pt x="1544" y="24236"/>
                  <a:pt x="3187" y="24329"/>
                  <a:pt x="3333" y="25366"/>
                </a:cubicBezTo>
                <a:cubicBezTo>
                  <a:pt x="3413" y="25937"/>
                  <a:pt x="4213" y="26116"/>
                  <a:pt x="4450" y="26116"/>
                </a:cubicBezTo>
                <a:cubicBezTo>
                  <a:pt x="4499" y="26116"/>
                  <a:pt x="4524" y="26108"/>
                  <a:pt x="4512" y="26094"/>
                </a:cubicBezTo>
                <a:lnTo>
                  <a:pt x="4512" y="26094"/>
                </a:lnTo>
                <a:cubicBezTo>
                  <a:pt x="5752" y="26098"/>
                  <a:pt x="6992" y="26103"/>
                  <a:pt x="8231" y="26108"/>
                </a:cubicBezTo>
                <a:cubicBezTo>
                  <a:pt x="8884" y="26110"/>
                  <a:pt x="9536" y="26113"/>
                  <a:pt x="10188" y="26115"/>
                </a:cubicBezTo>
                <a:cubicBezTo>
                  <a:pt x="10509" y="26116"/>
                  <a:pt x="10831" y="26117"/>
                  <a:pt x="11153" y="26118"/>
                </a:cubicBezTo>
                <a:cubicBezTo>
                  <a:pt x="11181" y="26118"/>
                  <a:pt x="11210" y="26118"/>
                  <a:pt x="11238" y="26118"/>
                </a:cubicBezTo>
                <a:cubicBezTo>
                  <a:pt x="11502" y="26118"/>
                  <a:pt x="11768" y="26112"/>
                  <a:pt x="12030" y="26066"/>
                </a:cubicBezTo>
                <a:cubicBezTo>
                  <a:pt x="12510" y="25980"/>
                  <a:pt x="12981" y="25708"/>
                  <a:pt x="13161" y="25232"/>
                </a:cubicBezTo>
                <a:cubicBezTo>
                  <a:pt x="13200" y="25130"/>
                  <a:pt x="13224" y="25017"/>
                  <a:pt x="13222" y="24907"/>
                </a:cubicBezTo>
                <a:cubicBezTo>
                  <a:pt x="13220" y="24778"/>
                  <a:pt x="13107" y="24687"/>
                  <a:pt x="13042" y="24582"/>
                </a:cubicBezTo>
                <a:cubicBezTo>
                  <a:pt x="12914" y="24378"/>
                  <a:pt x="12829" y="24154"/>
                  <a:pt x="12777" y="23918"/>
                </a:cubicBezTo>
                <a:cubicBezTo>
                  <a:pt x="12667" y="23424"/>
                  <a:pt x="12700" y="22903"/>
                  <a:pt x="12760" y="22402"/>
                </a:cubicBezTo>
                <a:cubicBezTo>
                  <a:pt x="12825" y="21856"/>
                  <a:pt x="12928" y="21313"/>
                  <a:pt x="12991" y="20766"/>
                </a:cubicBezTo>
                <a:cubicBezTo>
                  <a:pt x="13138" y="19498"/>
                  <a:pt x="13165" y="18220"/>
                  <a:pt x="13259" y="16947"/>
                </a:cubicBezTo>
                <a:cubicBezTo>
                  <a:pt x="13306" y="16306"/>
                  <a:pt x="13371" y="15667"/>
                  <a:pt x="13476" y="15033"/>
                </a:cubicBezTo>
                <a:cubicBezTo>
                  <a:pt x="13580" y="14418"/>
                  <a:pt x="13717" y="13809"/>
                  <a:pt x="13850" y="13199"/>
                </a:cubicBezTo>
                <a:cubicBezTo>
                  <a:pt x="14117" y="11977"/>
                  <a:pt x="14332" y="10761"/>
                  <a:pt x="14312" y="9506"/>
                </a:cubicBezTo>
                <a:cubicBezTo>
                  <a:pt x="14292" y="8213"/>
                  <a:pt x="14104" y="6931"/>
                  <a:pt x="14032" y="5641"/>
                </a:cubicBezTo>
                <a:cubicBezTo>
                  <a:pt x="13973" y="4552"/>
                  <a:pt x="14026" y="3448"/>
                  <a:pt x="13821" y="2371"/>
                </a:cubicBezTo>
                <a:cubicBezTo>
                  <a:pt x="13723" y="1854"/>
                  <a:pt x="13559" y="1346"/>
                  <a:pt x="13296" y="889"/>
                </a:cubicBezTo>
                <a:cubicBezTo>
                  <a:pt x="13046" y="456"/>
                  <a:pt x="12681" y="18"/>
                  <a:pt x="12141" y="1"/>
                </a:cubicBezTo>
                <a:cubicBezTo>
                  <a:pt x="12128" y="1"/>
                  <a:pt x="12116" y="0"/>
                  <a:pt x="12104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04" name="Google Shape;3404;p153"/>
          <p:cNvSpPr/>
          <p:nvPr/>
        </p:nvSpPr>
        <p:spPr>
          <a:xfrm flipH="1" rot="10800000">
            <a:off x="6650172" y="3948028"/>
            <a:ext cx="2673716" cy="1310885"/>
          </a:xfrm>
          <a:custGeom>
            <a:rect b="b" l="l" r="r" t="t"/>
            <a:pathLst>
              <a:path extrusionOk="0" h="8220" w="16766">
                <a:moveTo>
                  <a:pt x="16619" y="0"/>
                </a:moveTo>
                <a:lnTo>
                  <a:pt x="1" y="306"/>
                </a:lnTo>
                <a:cubicBezTo>
                  <a:pt x="61" y="421"/>
                  <a:pt x="130" y="530"/>
                  <a:pt x="209" y="629"/>
                </a:cubicBezTo>
                <a:cubicBezTo>
                  <a:pt x="561" y="1077"/>
                  <a:pt x="1090" y="1341"/>
                  <a:pt x="1620" y="1341"/>
                </a:cubicBezTo>
                <a:cubicBezTo>
                  <a:pt x="1653" y="1341"/>
                  <a:pt x="1687" y="1340"/>
                  <a:pt x="1720" y="1338"/>
                </a:cubicBezTo>
                <a:cubicBezTo>
                  <a:pt x="2137" y="1311"/>
                  <a:pt x="2547" y="1128"/>
                  <a:pt x="2959" y="1128"/>
                </a:cubicBezTo>
                <a:cubicBezTo>
                  <a:pt x="3033" y="1128"/>
                  <a:pt x="3106" y="1133"/>
                  <a:pt x="3180" y="1147"/>
                </a:cubicBezTo>
                <a:cubicBezTo>
                  <a:pt x="3277" y="1165"/>
                  <a:pt x="3367" y="1194"/>
                  <a:pt x="3455" y="1233"/>
                </a:cubicBezTo>
                <a:cubicBezTo>
                  <a:pt x="3474" y="1242"/>
                  <a:pt x="3493" y="1250"/>
                  <a:pt x="3511" y="1261"/>
                </a:cubicBezTo>
                <a:lnTo>
                  <a:pt x="3512" y="1261"/>
                </a:lnTo>
                <a:cubicBezTo>
                  <a:pt x="4178" y="1599"/>
                  <a:pt x="4587" y="2502"/>
                  <a:pt x="5216" y="2997"/>
                </a:cubicBezTo>
                <a:cubicBezTo>
                  <a:pt x="5642" y="3331"/>
                  <a:pt x="6137" y="3458"/>
                  <a:pt x="6653" y="3458"/>
                </a:cubicBezTo>
                <a:cubicBezTo>
                  <a:pt x="7281" y="3458"/>
                  <a:pt x="7939" y="3268"/>
                  <a:pt x="8534" y="3032"/>
                </a:cubicBezTo>
                <a:cubicBezTo>
                  <a:pt x="9061" y="2823"/>
                  <a:pt x="9606" y="2582"/>
                  <a:pt x="10155" y="2582"/>
                </a:cubicBezTo>
                <a:cubicBezTo>
                  <a:pt x="10271" y="2582"/>
                  <a:pt x="10386" y="2593"/>
                  <a:pt x="10502" y="2617"/>
                </a:cubicBezTo>
                <a:cubicBezTo>
                  <a:pt x="11491" y="2819"/>
                  <a:pt x="12129" y="3901"/>
                  <a:pt x="12548" y="4929"/>
                </a:cubicBezTo>
                <a:cubicBezTo>
                  <a:pt x="12966" y="5958"/>
                  <a:pt x="13334" y="7102"/>
                  <a:pt x="14165" y="7742"/>
                </a:cubicBezTo>
                <a:cubicBezTo>
                  <a:pt x="14587" y="8068"/>
                  <a:pt x="15094" y="8220"/>
                  <a:pt x="15606" y="8220"/>
                </a:cubicBezTo>
                <a:cubicBezTo>
                  <a:pt x="16002" y="8220"/>
                  <a:pt x="16401" y="8129"/>
                  <a:pt x="16766" y="7956"/>
                </a:cubicBezTo>
                <a:lnTo>
                  <a:pt x="16619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05" name="Google Shape;3405;p153"/>
          <p:cNvSpPr/>
          <p:nvPr/>
        </p:nvSpPr>
        <p:spPr>
          <a:xfrm rot="8100000">
            <a:off x="-821724" y="-537528"/>
            <a:ext cx="2590333" cy="1991668"/>
          </a:xfrm>
          <a:custGeom>
            <a:rect b="b" l="l" r="r" t="t"/>
            <a:pathLst>
              <a:path extrusionOk="0" h="12489" w="16243">
                <a:moveTo>
                  <a:pt x="3844" y="0"/>
                </a:moveTo>
                <a:cubicBezTo>
                  <a:pt x="3285" y="0"/>
                  <a:pt x="2723" y="148"/>
                  <a:pt x="2228" y="400"/>
                </a:cubicBezTo>
                <a:cubicBezTo>
                  <a:pt x="1280" y="883"/>
                  <a:pt x="590" y="1767"/>
                  <a:pt x="156" y="2720"/>
                </a:cubicBezTo>
                <a:cubicBezTo>
                  <a:pt x="49" y="2956"/>
                  <a:pt x="1" y="3596"/>
                  <a:pt x="54" y="3596"/>
                </a:cubicBezTo>
                <a:cubicBezTo>
                  <a:pt x="57" y="3596"/>
                  <a:pt x="61" y="3593"/>
                  <a:pt x="66" y="3588"/>
                </a:cubicBezTo>
                <a:cubicBezTo>
                  <a:pt x="269" y="4868"/>
                  <a:pt x="1355" y="5759"/>
                  <a:pt x="2294" y="6557"/>
                </a:cubicBezTo>
                <a:cubicBezTo>
                  <a:pt x="3560" y="7632"/>
                  <a:pt x="4723" y="8824"/>
                  <a:pt x="5756" y="10126"/>
                </a:cubicBezTo>
                <a:cubicBezTo>
                  <a:pt x="6340" y="10862"/>
                  <a:pt x="6881" y="11633"/>
                  <a:pt x="7379" y="12430"/>
                </a:cubicBezTo>
                <a:cubicBezTo>
                  <a:pt x="7403" y="12468"/>
                  <a:pt x="7442" y="12488"/>
                  <a:pt x="7481" y="12488"/>
                </a:cubicBezTo>
                <a:cubicBezTo>
                  <a:pt x="7510" y="12488"/>
                  <a:pt x="7539" y="12478"/>
                  <a:pt x="7563" y="12456"/>
                </a:cubicBezTo>
                <a:cubicBezTo>
                  <a:pt x="9372" y="10767"/>
                  <a:pt x="11182" y="9079"/>
                  <a:pt x="12991" y="7391"/>
                </a:cubicBezTo>
                <a:cubicBezTo>
                  <a:pt x="13444" y="6969"/>
                  <a:pt x="13897" y="6547"/>
                  <a:pt x="14348" y="6125"/>
                </a:cubicBezTo>
                <a:cubicBezTo>
                  <a:pt x="14774" y="5728"/>
                  <a:pt x="15224" y="5346"/>
                  <a:pt x="15621" y="4920"/>
                </a:cubicBezTo>
                <a:cubicBezTo>
                  <a:pt x="15956" y="4561"/>
                  <a:pt x="16230" y="4130"/>
                  <a:pt x="16237" y="3625"/>
                </a:cubicBezTo>
                <a:cubicBezTo>
                  <a:pt x="16243" y="3173"/>
                  <a:pt x="16055" y="2737"/>
                  <a:pt x="15772" y="2393"/>
                </a:cubicBezTo>
                <a:cubicBezTo>
                  <a:pt x="15118" y="1597"/>
                  <a:pt x="13969" y="1326"/>
                  <a:pt x="12990" y="1230"/>
                </a:cubicBezTo>
                <a:cubicBezTo>
                  <a:pt x="12782" y="1209"/>
                  <a:pt x="12575" y="1199"/>
                  <a:pt x="12369" y="1199"/>
                </a:cubicBezTo>
                <a:cubicBezTo>
                  <a:pt x="11579" y="1199"/>
                  <a:pt x="10805" y="1344"/>
                  <a:pt x="10046" y="1589"/>
                </a:cubicBezTo>
                <a:cubicBezTo>
                  <a:pt x="9458" y="1779"/>
                  <a:pt x="8842" y="1996"/>
                  <a:pt x="8230" y="1996"/>
                </a:cubicBezTo>
                <a:cubicBezTo>
                  <a:pt x="7924" y="1996"/>
                  <a:pt x="7618" y="1942"/>
                  <a:pt x="7317" y="1801"/>
                </a:cubicBezTo>
                <a:cubicBezTo>
                  <a:pt x="6411" y="1378"/>
                  <a:pt x="5786" y="517"/>
                  <a:pt x="4835" y="170"/>
                </a:cubicBezTo>
                <a:cubicBezTo>
                  <a:pt x="4516" y="54"/>
                  <a:pt x="4181" y="0"/>
                  <a:pt x="3844" y="0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06" name="Google Shape;3406;p153"/>
          <p:cNvSpPr/>
          <p:nvPr/>
        </p:nvSpPr>
        <p:spPr>
          <a:xfrm rot="-5400000">
            <a:off x="-482253" y="2967250"/>
            <a:ext cx="1983041" cy="3856424"/>
          </a:xfrm>
          <a:custGeom>
            <a:rect b="b" l="l" r="r" t="t"/>
            <a:pathLst>
              <a:path extrusionOk="0" h="24182" w="12435">
                <a:moveTo>
                  <a:pt x="7995" y="0"/>
                </a:moveTo>
                <a:cubicBezTo>
                  <a:pt x="6753" y="0"/>
                  <a:pt x="5507" y="123"/>
                  <a:pt x="4282" y="305"/>
                </a:cubicBezTo>
                <a:cubicBezTo>
                  <a:pt x="3647" y="400"/>
                  <a:pt x="3014" y="509"/>
                  <a:pt x="2384" y="629"/>
                </a:cubicBezTo>
                <a:cubicBezTo>
                  <a:pt x="1767" y="745"/>
                  <a:pt x="1135" y="843"/>
                  <a:pt x="528" y="997"/>
                </a:cubicBezTo>
                <a:cubicBezTo>
                  <a:pt x="284" y="1059"/>
                  <a:pt x="86" y="1199"/>
                  <a:pt x="44" y="1438"/>
                </a:cubicBezTo>
                <a:cubicBezTo>
                  <a:pt x="1" y="1675"/>
                  <a:pt x="98" y="1906"/>
                  <a:pt x="177" y="2128"/>
                </a:cubicBezTo>
                <a:cubicBezTo>
                  <a:pt x="371" y="2674"/>
                  <a:pt x="529" y="3231"/>
                  <a:pt x="657" y="3795"/>
                </a:cubicBezTo>
                <a:cubicBezTo>
                  <a:pt x="1173" y="6076"/>
                  <a:pt x="1176" y="8421"/>
                  <a:pt x="1157" y="10740"/>
                </a:cubicBezTo>
                <a:cubicBezTo>
                  <a:pt x="1137" y="13166"/>
                  <a:pt x="1119" y="15594"/>
                  <a:pt x="956" y="18015"/>
                </a:cubicBezTo>
                <a:cubicBezTo>
                  <a:pt x="873" y="19227"/>
                  <a:pt x="754" y="20438"/>
                  <a:pt x="578" y="21641"/>
                </a:cubicBezTo>
                <a:cubicBezTo>
                  <a:pt x="533" y="21947"/>
                  <a:pt x="484" y="22253"/>
                  <a:pt x="431" y="22559"/>
                </a:cubicBezTo>
                <a:cubicBezTo>
                  <a:pt x="386" y="22822"/>
                  <a:pt x="322" y="23092"/>
                  <a:pt x="343" y="23359"/>
                </a:cubicBezTo>
                <a:cubicBezTo>
                  <a:pt x="374" y="23781"/>
                  <a:pt x="660" y="24173"/>
                  <a:pt x="1161" y="24181"/>
                </a:cubicBezTo>
                <a:cubicBezTo>
                  <a:pt x="1165" y="24181"/>
                  <a:pt x="1169" y="24181"/>
                  <a:pt x="1173" y="24181"/>
                </a:cubicBezTo>
                <a:cubicBezTo>
                  <a:pt x="1371" y="24181"/>
                  <a:pt x="1540" y="24099"/>
                  <a:pt x="1654" y="23951"/>
                </a:cubicBezTo>
                <a:cubicBezTo>
                  <a:pt x="1675" y="23925"/>
                  <a:pt x="1683" y="23898"/>
                  <a:pt x="1682" y="23874"/>
                </a:cubicBezTo>
                <a:lnTo>
                  <a:pt x="1682" y="23874"/>
                </a:lnTo>
                <a:cubicBezTo>
                  <a:pt x="1847" y="23898"/>
                  <a:pt x="2014" y="23909"/>
                  <a:pt x="2180" y="23909"/>
                </a:cubicBezTo>
                <a:cubicBezTo>
                  <a:pt x="2943" y="23909"/>
                  <a:pt x="3699" y="23667"/>
                  <a:pt x="4311" y="23242"/>
                </a:cubicBezTo>
                <a:cubicBezTo>
                  <a:pt x="4708" y="22966"/>
                  <a:pt x="5045" y="22616"/>
                  <a:pt x="5275" y="22211"/>
                </a:cubicBezTo>
                <a:cubicBezTo>
                  <a:pt x="5529" y="21761"/>
                  <a:pt x="5637" y="21258"/>
                  <a:pt x="5672" y="20756"/>
                </a:cubicBezTo>
                <a:cubicBezTo>
                  <a:pt x="5745" y="19694"/>
                  <a:pt x="5474" y="18600"/>
                  <a:pt x="5753" y="17552"/>
                </a:cubicBezTo>
                <a:cubicBezTo>
                  <a:pt x="5970" y="16734"/>
                  <a:pt x="6573" y="16141"/>
                  <a:pt x="7340" y="15710"/>
                </a:cubicBezTo>
                <a:cubicBezTo>
                  <a:pt x="8075" y="15296"/>
                  <a:pt x="8888" y="15018"/>
                  <a:pt x="9665" y="14682"/>
                </a:cubicBezTo>
                <a:cubicBezTo>
                  <a:pt x="10395" y="14367"/>
                  <a:pt x="11138" y="13992"/>
                  <a:pt x="11650" y="13407"/>
                </a:cubicBezTo>
                <a:cubicBezTo>
                  <a:pt x="12358" y="12597"/>
                  <a:pt x="12435" y="11553"/>
                  <a:pt x="12147" y="10578"/>
                </a:cubicBezTo>
                <a:cubicBezTo>
                  <a:pt x="11808" y="9430"/>
                  <a:pt x="11016" y="8461"/>
                  <a:pt x="10472" y="7396"/>
                </a:cubicBezTo>
                <a:cubicBezTo>
                  <a:pt x="9923" y="6314"/>
                  <a:pt x="9632" y="5096"/>
                  <a:pt x="9791" y="3904"/>
                </a:cubicBezTo>
                <a:cubicBezTo>
                  <a:pt x="9926" y="2896"/>
                  <a:pt x="10412" y="1909"/>
                  <a:pt x="11209" y="1194"/>
                </a:cubicBezTo>
                <a:cubicBezTo>
                  <a:pt x="11406" y="1016"/>
                  <a:pt x="11621" y="858"/>
                  <a:pt x="11854" y="718"/>
                </a:cubicBezTo>
                <a:cubicBezTo>
                  <a:pt x="11960" y="654"/>
                  <a:pt x="11944" y="503"/>
                  <a:pt x="11818" y="468"/>
                </a:cubicBezTo>
                <a:cubicBezTo>
                  <a:pt x="10568" y="132"/>
                  <a:pt x="9284" y="0"/>
                  <a:pt x="7995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07" name="Google Shape;3407;p153"/>
          <p:cNvGrpSpPr/>
          <p:nvPr/>
        </p:nvGrpSpPr>
        <p:grpSpPr>
          <a:xfrm rot="4499945">
            <a:off x="541788" y="4505661"/>
            <a:ext cx="215934" cy="195605"/>
            <a:chOff x="1640475" y="1197075"/>
            <a:chExt cx="55475" cy="50250"/>
          </a:xfrm>
        </p:grpSpPr>
        <p:sp>
          <p:nvSpPr>
            <p:cNvPr id="3408" name="Google Shape;3408;p15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15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15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11" name="Google Shape;3411;p153"/>
          <p:cNvSpPr/>
          <p:nvPr/>
        </p:nvSpPr>
        <p:spPr>
          <a:xfrm flipH="1" rot="9000107">
            <a:off x="1432356" y="253729"/>
            <a:ext cx="615242" cy="14412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12" name="Google Shape;3412;p153"/>
          <p:cNvSpPr/>
          <p:nvPr/>
        </p:nvSpPr>
        <p:spPr>
          <a:xfrm flipH="1" rot="5400117">
            <a:off x="8338934" y="4440398"/>
            <a:ext cx="545177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13" name="Google Shape;3413;p153"/>
          <p:cNvGrpSpPr/>
          <p:nvPr/>
        </p:nvGrpSpPr>
        <p:grpSpPr>
          <a:xfrm rot="3412077">
            <a:off x="7544730" y="4598335"/>
            <a:ext cx="228601" cy="207083"/>
            <a:chOff x="1640475" y="1197075"/>
            <a:chExt cx="55475" cy="50250"/>
          </a:xfrm>
        </p:grpSpPr>
        <p:sp>
          <p:nvSpPr>
            <p:cNvPr id="3414" name="Google Shape;3414;p15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15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15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17" name="Google Shape;3417;p153"/>
          <p:cNvGrpSpPr/>
          <p:nvPr/>
        </p:nvGrpSpPr>
        <p:grpSpPr>
          <a:xfrm rot="5627155">
            <a:off x="8483770" y="851641"/>
            <a:ext cx="267257" cy="242085"/>
            <a:chOff x="1640475" y="1197075"/>
            <a:chExt cx="55475" cy="50250"/>
          </a:xfrm>
        </p:grpSpPr>
        <p:sp>
          <p:nvSpPr>
            <p:cNvPr id="3418" name="Google Shape;3418;p15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15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15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21" name="Google Shape;3421;p153"/>
          <p:cNvSpPr/>
          <p:nvPr/>
        </p:nvSpPr>
        <p:spPr>
          <a:xfrm rot="3218474">
            <a:off x="2157332" y="4435042"/>
            <a:ext cx="809522" cy="1268427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22" name="Google Shape;3422;p153"/>
          <p:cNvGrpSpPr/>
          <p:nvPr/>
        </p:nvGrpSpPr>
        <p:grpSpPr>
          <a:xfrm rot="-5400136">
            <a:off x="507506" y="880058"/>
            <a:ext cx="420678" cy="381051"/>
            <a:chOff x="1640475" y="1197075"/>
            <a:chExt cx="55475" cy="50250"/>
          </a:xfrm>
        </p:grpSpPr>
        <p:sp>
          <p:nvSpPr>
            <p:cNvPr id="3423" name="Google Shape;3423;p15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15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15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2">
    <p:spTree>
      <p:nvGrpSpPr>
        <p:cNvPr id="3426" name="Shape 3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7" name="Google Shape;3427;p154"/>
          <p:cNvSpPr/>
          <p:nvPr/>
        </p:nvSpPr>
        <p:spPr>
          <a:xfrm>
            <a:off x="5203188" y="3304363"/>
            <a:ext cx="4205930" cy="2291529"/>
          </a:xfrm>
          <a:custGeom>
            <a:rect b="b" l="l" r="r" t="t"/>
            <a:pathLst>
              <a:path extrusionOk="0" h="14261" w="26175">
                <a:moveTo>
                  <a:pt x="21312" y="0"/>
                </a:moveTo>
                <a:cubicBezTo>
                  <a:pt x="20977" y="0"/>
                  <a:pt x="20642" y="41"/>
                  <a:pt x="20313" y="99"/>
                </a:cubicBezTo>
                <a:cubicBezTo>
                  <a:pt x="19331" y="273"/>
                  <a:pt x="18260" y="586"/>
                  <a:pt x="17702" y="1484"/>
                </a:cubicBezTo>
                <a:cubicBezTo>
                  <a:pt x="17428" y="1925"/>
                  <a:pt x="17287" y="2436"/>
                  <a:pt x="16990" y="2864"/>
                </a:cubicBezTo>
                <a:cubicBezTo>
                  <a:pt x="16710" y="3266"/>
                  <a:pt x="16282" y="3522"/>
                  <a:pt x="15821" y="3664"/>
                </a:cubicBezTo>
                <a:cubicBezTo>
                  <a:pt x="15261" y="3837"/>
                  <a:pt x="14685" y="3858"/>
                  <a:pt x="14107" y="3858"/>
                </a:cubicBezTo>
                <a:cubicBezTo>
                  <a:pt x="13914" y="3858"/>
                  <a:pt x="13720" y="3856"/>
                  <a:pt x="13527" y="3856"/>
                </a:cubicBezTo>
                <a:cubicBezTo>
                  <a:pt x="13273" y="3856"/>
                  <a:pt x="13019" y="3860"/>
                  <a:pt x="12766" y="3880"/>
                </a:cubicBezTo>
                <a:cubicBezTo>
                  <a:pt x="12240" y="3921"/>
                  <a:pt x="11711" y="4025"/>
                  <a:pt x="11246" y="4285"/>
                </a:cubicBezTo>
                <a:cubicBezTo>
                  <a:pt x="10777" y="4547"/>
                  <a:pt x="10423" y="4956"/>
                  <a:pt x="10107" y="5381"/>
                </a:cubicBezTo>
                <a:cubicBezTo>
                  <a:pt x="9484" y="6224"/>
                  <a:pt x="8906" y="7121"/>
                  <a:pt x="8012" y="7708"/>
                </a:cubicBezTo>
                <a:cubicBezTo>
                  <a:pt x="7566" y="8003"/>
                  <a:pt x="7065" y="8190"/>
                  <a:pt x="6530" y="8231"/>
                </a:cubicBezTo>
                <a:cubicBezTo>
                  <a:pt x="6418" y="8239"/>
                  <a:pt x="6306" y="8243"/>
                  <a:pt x="6194" y="8243"/>
                </a:cubicBezTo>
                <a:cubicBezTo>
                  <a:pt x="5684" y="8243"/>
                  <a:pt x="5174" y="8166"/>
                  <a:pt x="4666" y="8122"/>
                </a:cubicBezTo>
                <a:cubicBezTo>
                  <a:pt x="4112" y="8075"/>
                  <a:pt x="3557" y="8052"/>
                  <a:pt x="3001" y="8052"/>
                </a:cubicBezTo>
                <a:cubicBezTo>
                  <a:pt x="2916" y="8052"/>
                  <a:pt x="2830" y="8052"/>
                  <a:pt x="2744" y="8054"/>
                </a:cubicBezTo>
                <a:cubicBezTo>
                  <a:pt x="2475" y="8057"/>
                  <a:pt x="2183" y="8043"/>
                  <a:pt x="1931" y="8148"/>
                </a:cubicBezTo>
                <a:cubicBezTo>
                  <a:pt x="1700" y="8244"/>
                  <a:pt x="1557" y="8443"/>
                  <a:pt x="1448" y="8660"/>
                </a:cubicBezTo>
                <a:cubicBezTo>
                  <a:pt x="1157" y="9242"/>
                  <a:pt x="895" y="9837"/>
                  <a:pt x="618" y="10425"/>
                </a:cubicBezTo>
                <a:cubicBezTo>
                  <a:pt x="483" y="10711"/>
                  <a:pt x="344" y="10996"/>
                  <a:pt x="215" y="11284"/>
                </a:cubicBezTo>
                <a:cubicBezTo>
                  <a:pt x="103" y="11537"/>
                  <a:pt x="1" y="11806"/>
                  <a:pt x="9" y="12087"/>
                </a:cubicBezTo>
                <a:cubicBezTo>
                  <a:pt x="26" y="12628"/>
                  <a:pt x="464" y="12993"/>
                  <a:pt x="898" y="13242"/>
                </a:cubicBezTo>
                <a:cubicBezTo>
                  <a:pt x="1355" y="13506"/>
                  <a:pt x="1863" y="13671"/>
                  <a:pt x="2379" y="13769"/>
                </a:cubicBezTo>
                <a:cubicBezTo>
                  <a:pt x="3456" y="13974"/>
                  <a:pt x="4560" y="13920"/>
                  <a:pt x="5650" y="13980"/>
                </a:cubicBezTo>
                <a:cubicBezTo>
                  <a:pt x="6939" y="14051"/>
                  <a:pt x="8222" y="14239"/>
                  <a:pt x="9514" y="14259"/>
                </a:cubicBezTo>
                <a:cubicBezTo>
                  <a:pt x="9569" y="14260"/>
                  <a:pt x="9623" y="14261"/>
                  <a:pt x="9677" y="14261"/>
                </a:cubicBezTo>
                <a:cubicBezTo>
                  <a:pt x="10875" y="14261"/>
                  <a:pt x="12038" y="14052"/>
                  <a:pt x="13207" y="13797"/>
                </a:cubicBezTo>
                <a:cubicBezTo>
                  <a:pt x="13817" y="13663"/>
                  <a:pt x="14426" y="13526"/>
                  <a:pt x="15041" y="13424"/>
                </a:cubicBezTo>
                <a:cubicBezTo>
                  <a:pt x="15675" y="13317"/>
                  <a:pt x="16315" y="13253"/>
                  <a:pt x="16956" y="13206"/>
                </a:cubicBezTo>
                <a:cubicBezTo>
                  <a:pt x="18228" y="13113"/>
                  <a:pt x="19506" y="13085"/>
                  <a:pt x="20774" y="12938"/>
                </a:cubicBezTo>
                <a:cubicBezTo>
                  <a:pt x="21322" y="12875"/>
                  <a:pt x="21864" y="12773"/>
                  <a:pt x="22412" y="12707"/>
                </a:cubicBezTo>
                <a:cubicBezTo>
                  <a:pt x="22674" y="12676"/>
                  <a:pt x="22942" y="12652"/>
                  <a:pt x="23208" y="12652"/>
                </a:cubicBezTo>
                <a:cubicBezTo>
                  <a:pt x="23451" y="12652"/>
                  <a:pt x="23692" y="12672"/>
                  <a:pt x="23928" y="12724"/>
                </a:cubicBezTo>
                <a:cubicBezTo>
                  <a:pt x="24162" y="12777"/>
                  <a:pt x="24387" y="12861"/>
                  <a:pt x="24591" y="12989"/>
                </a:cubicBezTo>
                <a:cubicBezTo>
                  <a:pt x="24696" y="13055"/>
                  <a:pt x="24788" y="13167"/>
                  <a:pt x="24915" y="13170"/>
                </a:cubicBezTo>
                <a:cubicBezTo>
                  <a:pt x="24918" y="13170"/>
                  <a:pt x="24920" y="13170"/>
                  <a:pt x="24923" y="13170"/>
                </a:cubicBezTo>
                <a:cubicBezTo>
                  <a:pt x="25030" y="13170"/>
                  <a:pt x="25141" y="13147"/>
                  <a:pt x="25241" y="13108"/>
                </a:cubicBezTo>
                <a:cubicBezTo>
                  <a:pt x="25716" y="12928"/>
                  <a:pt x="25988" y="12456"/>
                  <a:pt x="26075" y="11977"/>
                </a:cubicBezTo>
                <a:cubicBezTo>
                  <a:pt x="26127" y="11687"/>
                  <a:pt x="26128" y="11393"/>
                  <a:pt x="26127" y="11099"/>
                </a:cubicBezTo>
                <a:cubicBezTo>
                  <a:pt x="26126" y="10779"/>
                  <a:pt x="26124" y="10457"/>
                  <a:pt x="26123" y="10135"/>
                </a:cubicBezTo>
                <a:cubicBezTo>
                  <a:pt x="26121" y="9483"/>
                  <a:pt x="26118" y="8831"/>
                  <a:pt x="26116" y="8179"/>
                </a:cubicBezTo>
                <a:cubicBezTo>
                  <a:pt x="26112" y="6939"/>
                  <a:pt x="26107" y="5700"/>
                  <a:pt x="26102" y="4459"/>
                </a:cubicBezTo>
                <a:lnTo>
                  <a:pt x="26102" y="4459"/>
                </a:lnTo>
                <a:cubicBezTo>
                  <a:pt x="26105" y="4461"/>
                  <a:pt x="26107" y="4462"/>
                  <a:pt x="26109" y="4462"/>
                </a:cubicBezTo>
                <a:cubicBezTo>
                  <a:pt x="26174" y="4462"/>
                  <a:pt x="26046" y="3375"/>
                  <a:pt x="25375" y="3280"/>
                </a:cubicBezTo>
                <a:cubicBezTo>
                  <a:pt x="24338" y="3135"/>
                  <a:pt x="24244" y="1492"/>
                  <a:pt x="23438" y="803"/>
                </a:cubicBezTo>
                <a:cubicBezTo>
                  <a:pt x="23048" y="470"/>
                  <a:pt x="22597" y="206"/>
                  <a:pt x="22095" y="87"/>
                </a:cubicBezTo>
                <a:cubicBezTo>
                  <a:pt x="21837" y="25"/>
                  <a:pt x="21575" y="0"/>
                  <a:pt x="21312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28" name="Google Shape;3428;p154"/>
          <p:cNvSpPr/>
          <p:nvPr/>
        </p:nvSpPr>
        <p:spPr>
          <a:xfrm>
            <a:off x="-450899" y="3428735"/>
            <a:ext cx="2089708" cy="2096136"/>
          </a:xfrm>
          <a:custGeom>
            <a:rect b="b" l="l" r="r" t="t"/>
            <a:pathLst>
              <a:path extrusionOk="0" h="13045" w="13005">
                <a:moveTo>
                  <a:pt x="1922" y="1"/>
                </a:moveTo>
                <a:cubicBezTo>
                  <a:pt x="1849" y="1"/>
                  <a:pt x="1776" y="4"/>
                  <a:pt x="1703" y="11"/>
                </a:cubicBezTo>
                <a:cubicBezTo>
                  <a:pt x="1260" y="54"/>
                  <a:pt x="818" y="227"/>
                  <a:pt x="503" y="551"/>
                </a:cubicBezTo>
                <a:cubicBezTo>
                  <a:pt x="150" y="913"/>
                  <a:pt x="38" y="1411"/>
                  <a:pt x="20" y="1903"/>
                </a:cubicBezTo>
                <a:cubicBezTo>
                  <a:pt x="0" y="2484"/>
                  <a:pt x="46" y="3073"/>
                  <a:pt x="66" y="3654"/>
                </a:cubicBezTo>
                <a:cubicBezTo>
                  <a:pt x="86" y="4273"/>
                  <a:pt x="107" y="4891"/>
                  <a:pt x="127" y="5509"/>
                </a:cubicBezTo>
                <a:lnTo>
                  <a:pt x="374" y="12928"/>
                </a:lnTo>
                <a:cubicBezTo>
                  <a:pt x="376" y="12996"/>
                  <a:pt x="429" y="13044"/>
                  <a:pt x="492" y="13044"/>
                </a:cubicBezTo>
                <a:cubicBezTo>
                  <a:pt x="501" y="13044"/>
                  <a:pt x="511" y="13043"/>
                  <a:pt x="520" y="13041"/>
                </a:cubicBezTo>
                <a:cubicBezTo>
                  <a:pt x="1437" y="12830"/>
                  <a:pt x="2365" y="12670"/>
                  <a:pt x="3299" y="12564"/>
                </a:cubicBezTo>
                <a:cubicBezTo>
                  <a:pt x="4235" y="12458"/>
                  <a:pt x="5175" y="12406"/>
                  <a:pt x="6116" y="12406"/>
                </a:cubicBezTo>
                <a:cubicBezTo>
                  <a:pt x="6835" y="12406"/>
                  <a:pt x="7554" y="12436"/>
                  <a:pt x="8271" y="12496"/>
                </a:cubicBezTo>
                <a:cubicBezTo>
                  <a:pt x="8728" y="12533"/>
                  <a:pt x="9209" y="12577"/>
                  <a:pt x="9687" y="12577"/>
                </a:cubicBezTo>
                <a:cubicBezTo>
                  <a:pt x="10492" y="12577"/>
                  <a:pt x="11288" y="12454"/>
                  <a:pt x="11947" y="11977"/>
                </a:cubicBezTo>
                <a:lnTo>
                  <a:pt x="11947" y="11977"/>
                </a:lnTo>
                <a:cubicBezTo>
                  <a:pt x="11945" y="11988"/>
                  <a:pt x="11948" y="11993"/>
                  <a:pt x="11955" y="11993"/>
                </a:cubicBezTo>
                <a:cubicBezTo>
                  <a:pt x="12017" y="11993"/>
                  <a:pt x="12409" y="11534"/>
                  <a:pt x="12496" y="11300"/>
                </a:cubicBezTo>
                <a:cubicBezTo>
                  <a:pt x="12866" y="10319"/>
                  <a:pt x="13005" y="9208"/>
                  <a:pt x="12677" y="8195"/>
                </a:cubicBezTo>
                <a:cubicBezTo>
                  <a:pt x="12404" y="7349"/>
                  <a:pt x="11818" y="6569"/>
                  <a:pt x="11000" y="6188"/>
                </a:cubicBezTo>
                <a:cubicBezTo>
                  <a:pt x="10082" y="5759"/>
                  <a:pt x="9032" y="5924"/>
                  <a:pt x="8092" y="5581"/>
                </a:cubicBezTo>
                <a:cubicBezTo>
                  <a:pt x="7160" y="5240"/>
                  <a:pt x="6737" y="4324"/>
                  <a:pt x="6316" y="3499"/>
                </a:cubicBezTo>
                <a:cubicBezTo>
                  <a:pt x="5859" y="2602"/>
                  <a:pt x="5271" y="1802"/>
                  <a:pt x="4492" y="1159"/>
                </a:cubicBezTo>
                <a:cubicBezTo>
                  <a:pt x="3786" y="579"/>
                  <a:pt x="2870" y="1"/>
                  <a:pt x="1922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29" name="Google Shape;3429;p154"/>
          <p:cNvSpPr/>
          <p:nvPr/>
        </p:nvSpPr>
        <p:spPr>
          <a:xfrm>
            <a:off x="-317690" y="-239105"/>
            <a:ext cx="3916858" cy="1383980"/>
          </a:xfrm>
          <a:custGeom>
            <a:rect b="b" l="l" r="r" t="t"/>
            <a:pathLst>
              <a:path extrusionOk="0" h="8613" w="24376">
                <a:moveTo>
                  <a:pt x="1748" y="0"/>
                </a:moveTo>
                <a:cubicBezTo>
                  <a:pt x="1709" y="0"/>
                  <a:pt x="1669" y="2"/>
                  <a:pt x="1629" y="7"/>
                </a:cubicBezTo>
                <a:cubicBezTo>
                  <a:pt x="1391" y="38"/>
                  <a:pt x="1250" y="176"/>
                  <a:pt x="1187" y="347"/>
                </a:cubicBezTo>
                <a:cubicBezTo>
                  <a:pt x="1033" y="773"/>
                  <a:pt x="935" y="1218"/>
                  <a:pt x="819" y="1650"/>
                </a:cubicBezTo>
                <a:cubicBezTo>
                  <a:pt x="701" y="2092"/>
                  <a:pt x="590" y="2536"/>
                  <a:pt x="496" y="2983"/>
                </a:cubicBezTo>
                <a:cubicBezTo>
                  <a:pt x="126" y="4733"/>
                  <a:pt x="0" y="6549"/>
                  <a:pt x="659" y="8271"/>
                </a:cubicBezTo>
                <a:cubicBezTo>
                  <a:pt x="678" y="8321"/>
                  <a:pt x="733" y="8346"/>
                  <a:pt x="790" y="8346"/>
                </a:cubicBezTo>
                <a:cubicBezTo>
                  <a:pt x="835" y="8346"/>
                  <a:pt x="881" y="8329"/>
                  <a:pt x="910" y="8296"/>
                </a:cubicBezTo>
                <a:cubicBezTo>
                  <a:pt x="1048" y="8134"/>
                  <a:pt x="1206" y="7983"/>
                  <a:pt x="1385" y="7843"/>
                </a:cubicBezTo>
                <a:cubicBezTo>
                  <a:pt x="2101" y="7284"/>
                  <a:pt x="3087" y="6944"/>
                  <a:pt x="4095" y="6849"/>
                </a:cubicBezTo>
                <a:cubicBezTo>
                  <a:pt x="4314" y="6828"/>
                  <a:pt x="4534" y="6818"/>
                  <a:pt x="4754" y="6818"/>
                </a:cubicBezTo>
                <a:cubicBezTo>
                  <a:pt x="5730" y="6818"/>
                  <a:pt x="6704" y="7012"/>
                  <a:pt x="7586" y="7328"/>
                </a:cubicBezTo>
                <a:cubicBezTo>
                  <a:pt x="8653" y="7708"/>
                  <a:pt x="9622" y="8264"/>
                  <a:pt x="10770" y="8502"/>
                </a:cubicBezTo>
                <a:cubicBezTo>
                  <a:pt x="11110" y="8573"/>
                  <a:pt x="11460" y="8612"/>
                  <a:pt x="11804" y="8612"/>
                </a:cubicBezTo>
                <a:cubicBezTo>
                  <a:pt x="12445" y="8612"/>
                  <a:pt x="13071" y="8476"/>
                  <a:pt x="13597" y="8154"/>
                </a:cubicBezTo>
                <a:cubicBezTo>
                  <a:pt x="14183" y="7795"/>
                  <a:pt x="14557" y="7273"/>
                  <a:pt x="14873" y="6761"/>
                </a:cubicBezTo>
                <a:cubicBezTo>
                  <a:pt x="15208" y="6214"/>
                  <a:pt x="15488" y="5645"/>
                  <a:pt x="15900" y="5129"/>
                </a:cubicBezTo>
                <a:cubicBezTo>
                  <a:pt x="16333" y="4590"/>
                  <a:pt x="16925" y="4168"/>
                  <a:pt x="17743" y="4015"/>
                </a:cubicBezTo>
                <a:cubicBezTo>
                  <a:pt x="18117" y="3945"/>
                  <a:pt x="18497" y="3924"/>
                  <a:pt x="18879" y="3924"/>
                </a:cubicBezTo>
                <a:cubicBezTo>
                  <a:pt x="19431" y="3924"/>
                  <a:pt x="19988" y="3967"/>
                  <a:pt x="20538" y="3967"/>
                </a:cubicBezTo>
                <a:cubicBezTo>
                  <a:pt x="20675" y="3967"/>
                  <a:pt x="20811" y="3964"/>
                  <a:pt x="20947" y="3958"/>
                </a:cubicBezTo>
                <a:cubicBezTo>
                  <a:pt x="21449" y="3933"/>
                  <a:pt x="21952" y="3857"/>
                  <a:pt x="22403" y="3679"/>
                </a:cubicBezTo>
                <a:cubicBezTo>
                  <a:pt x="22808" y="3518"/>
                  <a:pt x="23157" y="3280"/>
                  <a:pt x="23433" y="3003"/>
                </a:cubicBezTo>
                <a:cubicBezTo>
                  <a:pt x="23951" y="2479"/>
                  <a:pt x="24196" y="1807"/>
                  <a:pt x="24066" y="1157"/>
                </a:cubicBezTo>
                <a:lnTo>
                  <a:pt x="24066" y="1157"/>
                </a:lnTo>
                <a:cubicBezTo>
                  <a:pt x="24067" y="1158"/>
                  <a:pt x="24069" y="1158"/>
                  <a:pt x="24071" y="1158"/>
                </a:cubicBezTo>
                <a:cubicBezTo>
                  <a:pt x="24093" y="1158"/>
                  <a:pt x="24117" y="1151"/>
                  <a:pt x="24142" y="1138"/>
                </a:cubicBezTo>
                <a:cubicBezTo>
                  <a:pt x="24292" y="1056"/>
                  <a:pt x="24376" y="935"/>
                  <a:pt x="24372" y="792"/>
                </a:cubicBezTo>
                <a:cubicBezTo>
                  <a:pt x="24363" y="440"/>
                  <a:pt x="23972" y="240"/>
                  <a:pt x="23550" y="217"/>
                </a:cubicBezTo>
                <a:cubicBezTo>
                  <a:pt x="23514" y="215"/>
                  <a:pt x="23478" y="215"/>
                  <a:pt x="23442" y="215"/>
                </a:cubicBezTo>
                <a:cubicBezTo>
                  <a:pt x="23211" y="215"/>
                  <a:pt x="22977" y="252"/>
                  <a:pt x="22750" y="280"/>
                </a:cubicBezTo>
                <a:cubicBezTo>
                  <a:pt x="22445" y="317"/>
                  <a:pt x="22139" y="351"/>
                  <a:pt x="21832" y="383"/>
                </a:cubicBezTo>
                <a:cubicBezTo>
                  <a:pt x="20628" y="507"/>
                  <a:pt x="19418" y="590"/>
                  <a:pt x="18207" y="648"/>
                </a:cubicBezTo>
                <a:cubicBezTo>
                  <a:pt x="15784" y="762"/>
                  <a:pt x="13357" y="774"/>
                  <a:pt x="10932" y="789"/>
                </a:cubicBezTo>
                <a:cubicBezTo>
                  <a:pt x="10568" y="791"/>
                  <a:pt x="10203" y="793"/>
                  <a:pt x="9838" y="793"/>
                </a:cubicBezTo>
                <a:cubicBezTo>
                  <a:pt x="7878" y="793"/>
                  <a:pt x="5909" y="743"/>
                  <a:pt x="3985" y="438"/>
                </a:cubicBezTo>
                <a:cubicBezTo>
                  <a:pt x="3423" y="348"/>
                  <a:pt x="2866" y="237"/>
                  <a:pt x="2318" y="100"/>
                </a:cubicBezTo>
                <a:cubicBezTo>
                  <a:pt x="2134" y="55"/>
                  <a:pt x="1943" y="0"/>
                  <a:pt x="1748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0" name="Google Shape;3430;p154"/>
          <p:cNvSpPr/>
          <p:nvPr/>
        </p:nvSpPr>
        <p:spPr>
          <a:xfrm>
            <a:off x="5829867" y="-831076"/>
            <a:ext cx="4345244" cy="3055586"/>
          </a:xfrm>
          <a:custGeom>
            <a:rect b="b" l="l" r="r" t="t"/>
            <a:pathLst>
              <a:path extrusionOk="0" h="19016" w="27042">
                <a:moveTo>
                  <a:pt x="5311" y="0"/>
                </a:moveTo>
                <a:cubicBezTo>
                  <a:pt x="5179" y="0"/>
                  <a:pt x="5075" y="178"/>
                  <a:pt x="5211" y="262"/>
                </a:cubicBezTo>
                <a:cubicBezTo>
                  <a:pt x="5431" y="399"/>
                  <a:pt x="5652" y="530"/>
                  <a:pt x="5876" y="657"/>
                </a:cubicBezTo>
                <a:cubicBezTo>
                  <a:pt x="3749" y="1565"/>
                  <a:pt x="1452" y="2798"/>
                  <a:pt x="713" y="5101"/>
                </a:cubicBezTo>
                <a:cubicBezTo>
                  <a:pt x="0" y="7321"/>
                  <a:pt x="1219" y="10007"/>
                  <a:pt x="3411" y="10856"/>
                </a:cubicBezTo>
                <a:cubicBezTo>
                  <a:pt x="3728" y="10979"/>
                  <a:pt x="4069" y="11058"/>
                  <a:pt x="4406" y="11058"/>
                </a:cubicBezTo>
                <a:cubicBezTo>
                  <a:pt x="4688" y="11058"/>
                  <a:pt x="4968" y="11003"/>
                  <a:pt x="5229" y="10871"/>
                </a:cubicBezTo>
                <a:cubicBezTo>
                  <a:pt x="5743" y="10614"/>
                  <a:pt x="6086" y="10140"/>
                  <a:pt x="6367" y="9654"/>
                </a:cubicBezTo>
                <a:cubicBezTo>
                  <a:pt x="6660" y="9147"/>
                  <a:pt x="6901" y="8604"/>
                  <a:pt x="7258" y="8138"/>
                </a:cubicBezTo>
                <a:cubicBezTo>
                  <a:pt x="7586" y="7709"/>
                  <a:pt x="8056" y="7408"/>
                  <a:pt x="8567" y="7243"/>
                </a:cubicBezTo>
                <a:cubicBezTo>
                  <a:pt x="8835" y="7156"/>
                  <a:pt x="9122" y="7107"/>
                  <a:pt x="9407" y="7107"/>
                </a:cubicBezTo>
                <a:cubicBezTo>
                  <a:pt x="9658" y="7107"/>
                  <a:pt x="9908" y="7145"/>
                  <a:pt x="10143" y="7227"/>
                </a:cubicBezTo>
                <a:cubicBezTo>
                  <a:pt x="10681" y="7416"/>
                  <a:pt x="11050" y="7824"/>
                  <a:pt x="11259" y="8347"/>
                </a:cubicBezTo>
                <a:cubicBezTo>
                  <a:pt x="11495" y="8938"/>
                  <a:pt x="11543" y="9582"/>
                  <a:pt x="11752" y="10181"/>
                </a:cubicBezTo>
                <a:cubicBezTo>
                  <a:pt x="11957" y="10769"/>
                  <a:pt x="12358" y="11405"/>
                  <a:pt x="12983" y="11603"/>
                </a:cubicBezTo>
                <a:cubicBezTo>
                  <a:pt x="13117" y="11646"/>
                  <a:pt x="13250" y="11665"/>
                  <a:pt x="13380" y="11665"/>
                </a:cubicBezTo>
                <a:cubicBezTo>
                  <a:pt x="13765" y="11665"/>
                  <a:pt x="14132" y="11502"/>
                  <a:pt x="14481" y="11319"/>
                </a:cubicBezTo>
                <a:cubicBezTo>
                  <a:pt x="14811" y="11146"/>
                  <a:pt x="15183" y="10926"/>
                  <a:pt x="15563" y="10926"/>
                </a:cubicBezTo>
                <a:cubicBezTo>
                  <a:pt x="15675" y="10926"/>
                  <a:pt x="15789" y="10946"/>
                  <a:pt x="15902" y="10992"/>
                </a:cubicBezTo>
                <a:cubicBezTo>
                  <a:pt x="16505" y="11236"/>
                  <a:pt x="16731" y="12009"/>
                  <a:pt x="16886" y="12576"/>
                </a:cubicBezTo>
                <a:cubicBezTo>
                  <a:pt x="17067" y="13246"/>
                  <a:pt x="17237" y="13920"/>
                  <a:pt x="17447" y="14583"/>
                </a:cubicBezTo>
                <a:cubicBezTo>
                  <a:pt x="17859" y="15878"/>
                  <a:pt x="18454" y="17143"/>
                  <a:pt x="19512" y="18032"/>
                </a:cubicBezTo>
                <a:cubicBezTo>
                  <a:pt x="20225" y="18631"/>
                  <a:pt x="21110" y="19015"/>
                  <a:pt x="22020" y="19015"/>
                </a:cubicBezTo>
                <a:cubicBezTo>
                  <a:pt x="22330" y="19015"/>
                  <a:pt x="22643" y="18971"/>
                  <a:pt x="22954" y="18875"/>
                </a:cubicBezTo>
                <a:cubicBezTo>
                  <a:pt x="24002" y="18552"/>
                  <a:pt x="24786" y="17702"/>
                  <a:pt x="25334" y="16784"/>
                </a:cubicBezTo>
                <a:cubicBezTo>
                  <a:pt x="25931" y="15784"/>
                  <a:pt x="26309" y="14669"/>
                  <a:pt x="26587" y="13543"/>
                </a:cubicBezTo>
                <a:cubicBezTo>
                  <a:pt x="26872" y="12393"/>
                  <a:pt x="27042" y="11178"/>
                  <a:pt x="26859" y="9998"/>
                </a:cubicBezTo>
                <a:cubicBezTo>
                  <a:pt x="26669" y="8763"/>
                  <a:pt x="26045" y="7686"/>
                  <a:pt x="25037" y="6940"/>
                </a:cubicBezTo>
                <a:cubicBezTo>
                  <a:pt x="23865" y="6071"/>
                  <a:pt x="22401" y="5638"/>
                  <a:pt x="21023" y="5219"/>
                </a:cubicBezTo>
                <a:cubicBezTo>
                  <a:pt x="19511" y="4758"/>
                  <a:pt x="17976" y="4376"/>
                  <a:pt x="16442" y="3995"/>
                </a:cubicBezTo>
                <a:cubicBezTo>
                  <a:pt x="13377" y="3236"/>
                  <a:pt x="10276" y="2484"/>
                  <a:pt x="7410" y="1122"/>
                </a:cubicBezTo>
                <a:cubicBezTo>
                  <a:pt x="7124" y="986"/>
                  <a:pt x="6842" y="844"/>
                  <a:pt x="6563" y="695"/>
                </a:cubicBezTo>
                <a:cubicBezTo>
                  <a:pt x="6622" y="671"/>
                  <a:pt x="6682" y="645"/>
                  <a:pt x="6742" y="621"/>
                </a:cubicBezTo>
                <a:cubicBezTo>
                  <a:pt x="6901" y="557"/>
                  <a:pt x="6828" y="333"/>
                  <a:pt x="6684" y="333"/>
                </a:cubicBezTo>
                <a:cubicBezTo>
                  <a:pt x="6666" y="333"/>
                  <a:pt x="6646" y="336"/>
                  <a:pt x="6625" y="345"/>
                </a:cubicBezTo>
                <a:cubicBezTo>
                  <a:pt x="6492" y="400"/>
                  <a:pt x="6358" y="454"/>
                  <a:pt x="6223" y="510"/>
                </a:cubicBezTo>
                <a:cubicBezTo>
                  <a:pt x="5943" y="355"/>
                  <a:pt x="5666" y="194"/>
                  <a:pt x="5394" y="25"/>
                </a:cubicBezTo>
                <a:cubicBezTo>
                  <a:pt x="5366" y="8"/>
                  <a:pt x="5338" y="0"/>
                  <a:pt x="5311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31" name="Google Shape;3431;p154"/>
          <p:cNvGrpSpPr/>
          <p:nvPr/>
        </p:nvGrpSpPr>
        <p:grpSpPr>
          <a:xfrm>
            <a:off x="1116830" y="990139"/>
            <a:ext cx="6909619" cy="3217654"/>
            <a:chOff x="3689050" y="919857"/>
            <a:chExt cx="1419425" cy="685950"/>
          </a:xfrm>
        </p:grpSpPr>
        <p:sp>
          <p:nvSpPr>
            <p:cNvPr id="3432" name="Google Shape;3432;p154"/>
            <p:cNvSpPr/>
            <p:nvPr/>
          </p:nvSpPr>
          <p:spPr>
            <a:xfrm>
              <a:off x="3945175" y="932332"/>
              <a:ext cx="912600" cy="143950"/>
            </a:xfrm>
            <a:custGeom>
              <a:rect b="b" l="l" r="r" t="t"/>
              <a:pathLst>
                <a:path extrusionOk="0" h="5758" w="36504">
                  <a:moveTo>
                    <a:pt x="18144" y="1"/>
                  </a:moveTo>
                  <a:cubicBezTo>
                    <a:pt x="17036" y="1634"/>
                    <a:pt x="15167" y="2647"/>
                    <a:pt x="13238" y="2647"/>
                  </a:cubicBezTo>
                  <a:cubicBezTo>
                    <a:pt x="12616" y="2647"/>
                    <a:pt x="11989" y="2542"/>
                    <a:pt x="11379" y="2319"/>
                  </a:cubicBezTo>
                  <a:cubicBezTo>
                    <a:pt x="9365" y="1581"/>
                    <a:pt x="7828" y="320"/>
                    <a:pt x="5593" y="191"/>
                  </a:cubicBezTo>
                  <a:cubicBezTo>
                    <a:pt x="5449" y="183"/>
                    <a:pt x="5300" y="178"/>
                    <a:pt x="5147" y="178"/>
                  </a:cubicBezTo>
                  <a:cubicBezTo>
                    <a:pt x="2960" y="178"/>
                    <a:pt x="0" y="1073"/>
                    <a:pt x="333" y="3758"/>
                  </a:cubicBezTo>
                  <a:cubicBezTo>
                    <a:pt x="340" y="3806"/>
                    <a:pt x="331" y="3848"/>
                    <a:pt x="315" y="3883"/>
                  </a:cubicBezTo>
                  <a:lnTo>
                    <a:pt x="993" y="3938"/>
                  </a:lnTo>
                  <a:cubicBezTo>
                    <a:pt x="1146" y="3384"/>
                    <a:pt x="1456" y="2883"/>
                    <a:pt x="2007" y="2472"/>
                  </a:cubicBezTo>
                  <a:cubicBezTo>
                    <a:pt x="2725" y="1941"/>
                    <a:pt x="3583" y="1727"/>
                    <a:pt x="4450" y="1727"/>
                  </a:cubicBezTo>
                  <a:cubicBezTo>
                    <a:pt x="4894" y="1727"/>
                    <a:pt x="5341" y="1783"/>
                    <a:pt x="5773" y="1881"/>
                  </a:cubicBezTo>
                  <a:cubicBezTo>
                    <a:pt x="7779" y="2336"/>
                    <a:pt x="9550" y="3481"/>
                    <a:pt x="11575" y="3897"/>
                  </a:cubicBezTo>
                  <a:cubicBezTo>
                    <a:pt x="12135" y="4012"/>
                    <a:pt x="12699" y="4074"/>
                    <a:pt x="13255" y="4074"/>
                  </a:cubicBezTo>
                  <a:cubicBezTo>
                    <a:pt x="14893" y="4074"/>
                    <a:pt x="16460" y="3538"/>
                    <a:pt x="17629" y="2251"/>
                  </a:cubicBezTo>
                  <a:cubicBezTo>
                    <a:pt x="17624" y="2245"/>
                    <a:pt x="17618" y="2243"/>
                    <a:pt x="17612" y="2239"/>
                  </a:cubicBezTo>
                  <a:cubicBezTo>
                    <a:pt x="17546" y="2178"/>
                    <a:pt x="17611" y="2069"/>
                    <a:pt x="17685" y="2069"/>
                  </a:cubicBezTo>
                  <a:cubicBezTo>
                    <a:pt x="17701" y="2069"/>
                    <a:pt x="17717" y="2074"/>
                    <a:pt x="17733" y="2086"/>
                  </a:cubicBezTo>
                  <a:cubicBezTo>
                    <a:pt x="19239" y="3237"/>
                    <a:pt x="20937" y="3852"/>
                    <a:pt x="22793" y="3852"/>
                  </a:cubicBezTo>
                  <a:cubicBezTo>
                    <a:pt x="23059" y="3852"/>
                    <a:pt x="23328" y="3839"/>
                    <a:pt x="23600" y="3814"/>
                  </a:cubicBezTo>
                  <a:cubicBezTo>
                    <a:pt x="25712" y="3617"/>
                    <a:pt x="27523" y="2689"/>
                    <a:pt x="29519" y="2088"/>
                  </a:cubicBezTo>
                  <a:cubicBezTo>
                    <a:pt x="30068" y="1923"/>
                    <a:pt x="30659" y="1810"/>
                    <a:pt x="31242" y="1810"/>
                  </a:cubicBezTo>
                  <a:cubicBezTo>
                    <a:pt x="31952" y="1810"/>
                    <a:pt x="32648" y="1978"/>
                    <a:pt x="33237" y="2426"/>
                  </a:cubicBezTo>
                  <a:cubicBezTo>
                    <a:pt x="34260" y="3201"/>
                    <a:pt x="34563" y="4547"/>
                    <a:pt x="34740" y="5758"/>
                  </a:cubicBezTo>
                  <a:cubicBezTo>
                    <a:pt x="35271" y="5233"/>
                    <a:pt x="35867" y="4776"/>
                    <a:pt x="36504" y="4388"/>
                  </a:cubicBezTo>
                  <a:lnTo>
                    <a:pt x="36202" y="3998"/>
                  </a:lnTo>
                  <a:cubicBezTo>
                    <a:pt x="36068" y="3998"/>
                    <a:pt x="35934" y="3919"/>
                    <a:pt x="35955" y="3758"/>
                  </a:cubicBezTo>
                  <a:cubicBezTo>
                    <a:pt x="36287" y="1073"/>
                    <a:pt x="33327" y="178"/>
                    <a:pt x="31142" y="178"/>
                  </a:cubicBezTo>
                  <a:cubicBezTo>
                    <a:pt x="30989" y="178"/>
                    <a:pt x="30840" y="183"/>
                    <a:pt x="30696" y="191"/>
                  </a:cubicBezTo>
                  <a:cubicBezTo>
                    <a:pt x="28460" y="320"/>
                    <a:pt x="26922" y="1581"/>
                    <a:pt x="24909" y="2319"/>
                  </a:cubicBezTo>
                  <a:cubicBezTo>
                    <a:pt x="24299" y="2542"/>
                    <a:pt x="23672" y="2647"/>
                    <a:pt x="23051" y="2647"/>
                  </a:cubicBezTo>
                  <a:cubicBezTo>
                    <a:pt x="21122" y="2647"/>
                    <a:pt x="19251" y="1634"/>
                    <a:pt x="18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154"/>
            <p:cNvSpPr/>
            <p:nvPr/>
          </p:nvSpPr>
          <p:spPr>
            <a:xfrm>
              <a:off x="3701525" y="974157"/>
              <a:ext cx="1029900" cy="620125"/>
            </a:xfrm>
            <a:custGeom>
              <a:rect b="b" l="l" r="r" t="t"/>
              <a:pathLst>
                <a:path extrusionOk="0" h="24805" w="41196">
                  <a:moveTo>
                    <a:pt x="3847" y="1"/>
                  </a:moveTo>
                  <a:cubicBezTo>
                    <a:pt x="2137" y="1"/>
                    <a:pt x="763" y="859"/>
                    <a:pt x="677" y="3336"/>
                  </a:cubicBezTo>
                  <a:cubicBezTo>
                    <a:pt x="613" y="5220"/>
                    <a:pt x="2550" y="9525"/>
                    <a:pt x="1" y="10579"/>
                  </a:cubicBezTo>
                  <a:cubicBezTo>
                    <a:pt x="3011" y="11967"/>
                    <a:pt x="594" y="15800"/>
                    <a:pt x="538" y="18000"/>
                  </a:cubicBezTo>
                  <a:cubicBezTo>
                    <a:pt x="478" y="20293"/>
                    <a:pt x="2067" y="21963"/>
                    <a:pt x="4339" y="22062"/>
                  </a:cubicBezTo>
                  <a:cubicBezTo>
                    <a:pt x="4416" y="22065"/>
                    <a:pt x="4492" y="22067"/>
                    <a:pt x="4568" y="22067"/>
                  </a:cubicBezTo>
                  <a:cubicBezTo>
                    <a:pt x="6475" y="22067"/>
                    <a:pt x="8130" y="21013"/>
                    <a:pt x="9855" y="20327"/>
                  </a:cubicBezTo>
                  <a:cubicBezTo>
                    <a:pt x="9870" y="20321"/>
                    <a:pt x="9884" y="20318"/>
                    <a:pt x="9897" y="20318"/>
                  </a:cubicBezTo>
                  <a:cubicBezTo>
                    <a:pt x="9969" y="20318"/>
                    <a:pt x="9999" y="20406"/>
                    <a:pt x="9975" y="20473"/>
                  </a:cubicBezTo>
                  <a:cubicBezTo>
                    <a:pt x="10009" y="20508"/>
                    <a:pt x="10035" y="20551"/>
                    <a:pt x="10039" y="20611"/>
                  </a:cubicBezTo>
                  <a:cubicBezTo>
                    <a:pt x="10252" y="22943"/>
                    <a:pt x="12007" y="24671"/>
                    <a:pt x="14359" y="24796"/>
                  </a:cubicBezTo>
                  <a:cubicBezTo>
                    <a:pt x="14475" y="24802"/>
                    <a:pt x="14590" y="24805"/>
                    <a:pt x="14705" y="24805"/>
                  </a:cubicBezTo>
                  <a:cubicBezTo>
                    <a:pt x="16578" y="24805"/>
                    <a:pt x="18354" y="24022"/>
                    <a:pt x="20081" y="23387"/>
                  </a:cubicBezTo>
                  <a:cubicBezTo>
                    <a:pt x="21335" y="22924"/>
                    <a:pt x="22685" y="22498"/>
                    <a:pt x="24038" y="22498"/>
                  </a:cubicBezTo>
                  <a:cubicBezTo>
                    <a:pt x="24447" y="22498"/>
                    <a:pt x="24856" y="22537"/>
                    <a:pt x="25262" y="22625"/>
                  </a:cubicBezTo>
                  <a:cubicBezTo>
                    <a:pt x="26320" y="22854"/>
                    <a:pt x="27557" y="23480"/>
                    <a:pt x="27889" y="24581"/>
                  </a:cubicBezTo>
                  <a:cubicBezTo>
                    <a:pt x="28223" y="23480"/>
                    <a:pt x="29460" y="22854"/>
                    <a:pt x="30517" y="22625"/>
                  </a:cubicBezTo>
                  <a:cubicBezTo>
                    <a:pt x="30924" y="22537"/>
                    <a:pt x="31332" y="22498"/>
                    <a:pt x="31741" y="22498"/>
                  </a:cubicBezTo>
                  <a:cubicBezTo>
                    <a:pt x="33094" y="22498"/>
                    <a:pt x="34445" y="22924"/>
                    <a:pt x="35698" y="23387"/>
                  </a:cubicBezTo>
                  <a:cubicBezTo>
                    <a:pt x="37422" y="24022"/>
                    <a:pt x="39197" y="24803"/>
                    <a:pt x="41066" y="24803"/>
                  </a:cubicBezTo>
                  <a:cubicBezTo>
                    <a:pt x="41109" y="24803"/>
                    <a:pt x="41153" y="24803"/>
                    <a:pt x="41196" y="24802"/>
                  </a:cubicBezTo>
                  <a:lnTo>
                    <a:pt x="41189" y="24209"/>
                  </a:lnTo>
                  <a:cubicBezTo>
                    <a:pt x="41152" y="24211"/>
                    <a:pt x="41115" y="24211"/>
                    <a:pt x="41077" y="24211"/>
                  </a:cubicBezTo>
                  <a:cubicBezTo>
                    <a:pt x="40614" y="24211"/>
                    <a:pt x="40111" y="24107"/>
                    <a:pt x="39568" y="23867"/>
                  </a:cubicBezTo>
                  <a:cubicBezTo>
                    <a:pt x="38792" y="23528"/>
                    <a:pt x="38112" y="23001"/>
                    <a:pt x="37352" y="22627"/>
                  </a:cubicBezTo>
                  <a:cubicBezTo>
                    <a:pt x="36364" y="22138"/>
                    <a:pt x="35299" y="21806"/>
                    <a:pt x="34214" y="21623"/>
                  </a:cubicBezTo>
                  <a:cubicBezTo>
                    <a:pt x="33591" y="21518"/>
                    <a:pt x="32969" y="21469"/>
                    <a:pt x="32350" y="21469"/>
                  </a:cubicBezTo>
                  <a:cubicBezTo>
                    <a:pt x="30774" y="21469"/>
                    <a:pt x="29218" y="21789"/>
                    <a:pt x="27714" y="22329"/>
                  </a:cubicBezTo>
                  <a:cubicBezTo>
                    <a:pt x="27705" y="22333"/>
                    <a:pt x="27696" y="22335"/>
                    <a:pt x="27687" y="22335"/>
                  </a:cubicBezTo>
                  <a:cubicBezTo>
                    <a:pt x="27663" y="22335"/>
                    <a:pt x="27642" y="22322"/>
                    <a:pt x="27629" y="22305"/>
                  </a:cubicBezTo>
                  <a:lnTo>
                    <a:pt x="27603" y="22334"/>
                  </a:lnTo>
                  <a:cubicBezTo>
                    <a:pt x="27656" y="22378"/>
                    <a:pt x="27710" y="22422"/>
                    <a:pt x="27760" y="22470"/>
                  </a:cubicBezTo>
                  <a:cubicBezTo>
                    <a:pt x="27879" y="22578"/>
                    <a:pt x="27768" y="22737"/>
                    <a:pt x="27642" y="22737"/>
                  </a:cubicBezTo>
                  <a:cubicBezTo>
                    <a:pt x="27606" y="22737"/>
                    <a:pt x="27570" y="22724"/>
                    <a:pt x="27537" y="22694"/>
                  </a:cubicBezTo>
                  <a:cubicBezTo>
                    <a:pt x="26519" y="21773"/>
                    <a:pt x="25347" y="21448"/>
                    <a:pt x="24107" y="21448"/>
                  </a:cubicBezTo>
                  <a:cubicBezTo>
                    <a:pt x="21397" y="21448"/>
                    <a:pt x="18367" y="23003"/>
                    <a:pt x="15932" y="23289"/>
                  </a:cubicBezTo>
                  <a:cubicBezTo>
                    <a:pt x="15723" y="23314"/>
                    <a:pt x="15519" y="23326"/>
                    <a:pt x="15320" y="23326"/>
                  </a:cubicBezTo>
                  <a:cubicBezTo>
                    <a:pt x="12671" y="23326"/>
                    <a:pt x="10863" y="21230"/>
                    <a:pt x="10185" y="18734"/>
                  </a:cubicBezTo>
                  <a:lnTo>
                    <a:pt x="10069" y="18766"/>
                  </a:lnTo>
                  <a:cubicBezTo>
                    <a:pt x="10081" y="18794"/>
                    <a:pt x="10079" y="18827"/>
                    <a:pt x="10053" y="18850"/>
                  </a:cubicBezTo>
                  <a:cubicBezTo>
                    <a:pt x="8921" y="19817"/>
                    <a:pt x="6790" y="20981"/>
                    <a:pt x="4952" y="20981"/>
                  </a:cubicBezTo>
                  <a:cubicBezTo>
                    <a:pt x="4112" y="20981"/>
                    <a:pt x="3333" y="20737"/>
                    <a:pt x="2739" y="20120"/>
                  </a:cubicBezTo>
                  <a:cubicBezTo>
                    <a:pt x="243" y="17529"/>
                    <a:pt x="4568" y="13482"/>
                    <a:pt x="1838" y="11034"/>
                  </a:cubicBezTo>
                  <a:lnTo>
                    <a:pt x="1838" y="11034"/>
                  </a:lnTo>
                  <a:cubicBezTo>
                    <a:pt x="1827" y="11038"/>
                    <a:pt x="1816" y="11040"/>
                    <a:pt x="1806" y="11040"/>
                  </a:cubicBezTo>
                  <a:cubicBezTo>
                    <a:pt x="1733" y="11040"/>
                    <a:pt x="1687" y="10950"/>
                    <a:pt x="1741" y="10891"/>
                  </a:cubicBezTo>
                  <a:cubicBezTo>
                    <a:pt x="1737" y="10809"/>
                    <a:pt x="1817" y="10732"/>
                    <a:pt x="1904" y="10732"/>
                  </a:cubicBezTo>
                  <a:cubicBezTo>
                    <a:pt x="1918" y="10732"/>
                    <a:pt x="1933" y="10734"/>
                    <a:pt x="1947" y="10738"/>
                  </a:cubicBezTo>
                  <a:cubicBezTo>
                    <a:pt x="4939" y="8501"/>
                    <a:pt x="196" y="4163"/>
                    <a:pt x="2832" y="2011"/>
                  </a:cubicBezTo>
                  <a:cubicBezTo>
                    <a:pt x="3326" y="1608"/>
                    <a:pt x="3893" y="1443"/>
                    <a:pt x="4496" y="1443"/>
                  </a:cubicBezTo>
                  <a:cubicBezTo>
                    <a:pt x="6603" y="1443"/>
                    <a:pt x="9147" y="3457"/>
                    <a:pt x="10538" y="4354"/>
                  </a:cubicBezTo>
                  <a:cubicBezTo>
                    <a:pt x="10582" y="4382"/>
                    <a:pt x="10600" y="4424"/>
                    <a:pt x="10600" y="4463"/>
                  </a:cubicBezTo>
                  <a:lnTo>
                    <a:pt x="10705" y="4449"/>
                  </a:lnTo>
                  <a:cubicBezTo>
                    <a:pt x="10594" y="3692"/>
                    <a:pt x="10550" y="2939"/>
                    <a:pt x="10739" y="2265"/>
                  </a:cubicBezTo>
                  <a:lnTo>
                    <a:pt x="10061" y="2209"/>
                  </a:lnTo>
                  <a:cubicBezTo>
                    <a:pt x="10019" y="2287"/>
                    <a:pt x="9926" y="2325"/>
                    <a:pt x="9832" y="2325"/>
                  </a:cubicBezTo>
                  <a:cubicBezTo>
                    <a:pt x="9764" y="2325"/>
                    <a:pt x="9695" y="2305"/>
                    <a:pt x="9645" y="2265"/>
                  </a:cubicBezTo>
                  <a:cubicBezTo>
                    <a:pt x="8242" y="1145"/>
                    <a:pt x="5821" y="1"/>
                    <a:pt x="38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154"/>
            <p:cNvSpPr/>
            <p:nvPr/>
          </p:nvSpPr>
          <p:spPr>
            <a:xfrm>
              <a:off x="4731250" y="974157"/>
              <a:ext cx="364750" cy="620075"/>
            </a:xfrm>
            <a:custGeom>
              <a:rect b="b" l="l" r="r" t="t"/>
              <a:pathLst>
                <a:path extrusionOk="0" h="24803" w="14590">
                  <a:moveTo>
                    <a:pt x="10745" y="1"/>
                  </a:moveTo>
                  <a:cubicBezTo>
                    <a:pt x="8771" y="1"/>
                    <a:pt x="6350" y="1145"/>
                    <a:pt x="4947" y="2265"/>
                  </a:cubicBezTo>
                  <a:cubicBezTo>
                    <a:pt x="4895" y="2304"/>
                    <a:pt x="4826" y="2325"/>
                    <a:pt x="4760" y="2325"/>
                  </a:cubicBezTo>
                  <a:lnTo>
                    <a:pt x="5062" y="2715"/>
                  </a:lnTo>
                  <a:cubicBezTo>
                    <a:pt x="5699" y="2328"/>
                    <a:pt x="6378" y="2008"/>
                    <a:pt x="7082" y="1757"/>
                  </a:cubicBezTo>
                  <a:cubicBezTo>
                    <a:pt x="7873" y="1474"/>
                    <a:pt x="8982" y="1106"/>
                    <a:pt x="9976" y="1106"/>
                  </a:cubicBezTo>
                  <a:cubicBezTo>
                    <a:pt x="10413" y="1106"/>
                    <a:pt x="10827" y="1177"/>
                    <a:pt x="11182" y="1358"/>
                  </a:cubicBezTo>
                  <a:cubicBezTo>
                    <a:pt x="12247" y="1898"/>
                    <a:pt x="12651" y="3163"/>
                    <a:pt x="12647" y="4280"/>
                  </a:cubicBezTo>
                  <a:cubicBezTo>
                    <a:pt x="12641" y="6296"/>
                    <a:pt x="11480" y="8423"/>
                    <a:pt x="12856" y="10245"/>
                  </a:cubicBezTo>
                  <a:cubicBezTo>
                    <a:pt x="12914" y="10318"/>
                    <a:pt x="12891" y="10392"/>
                    <a:pt x="12836" y="10436"/>
                  </a:cubicBezTo>
                  <a:lnTo>
                    <a:pt x="12852" y="10459"/>
                  </a:lnTo>
                  <a:cubicBezTo>
                    <a:pt x="12880" y="10436"/>
                    <a:pt x="12907" y="10416"/>
                    <a:pt x="12935" y="10397"/>
                  </a:cubicBezTo>
                  <a:cubicBezTo>
                    <a:pt x="12964" y="10377"/>
                    <a:pt x="12993" y="10369"/>
                    <a:pt x="13020" y="10369"/>
                  </a:cubicBezTo>
                  <a:cubicBezTo>
                    <a:pt x="13151" y="10369"/>
                    <a:pt x="13237" y="10577"/>
                    <a:pt x="13096" y="10674"/>
                  </a:cubicBezTo>
                  <a:cubicBezTo>
                    <a:pt x="9979" y="12831"/>
                    <a:pt x="14313" y="17215"/>
                    <a:pt x="11808" y="19785"/>
                  </a:cubicBezTo>
                  <a:cubicBezTo>
                    <a:pt x="11256" y="20352"/>
                    <a:pt x="10533" y="20576"/>
                    <a:pt x="9745" y="20576"/>
                  </a:cubicBezTo>
                  <a:cubicBezTo>
                    <a:pt x="7840" y="20576"/>
                    <a:pt x="5552" y="19265"/>
                    <a:pt x="4357" y="18293"/>
                  </a:cubicBezTo>
                  <a:lnTo>
                    <a:pt x="4299" y="18365"/>
                  </a:lnTo>
                  <a:cubicBezTo>
                    <a:pt x="4339" y="18400"/>
                    <a:pt x="4362" y="18455"/>
                    <a:pt x="4348" y="18522"/>
                  </a:cubicBezTo>
                  <a:cubicBezTo>
                    <a:pt x="3856" y="20820"/>
                    <a:pt x="2515" y="24108"/>
                    <a:pt x="0" y="24209"/>
                  </a:cubicBezTo>
                  <a:lnTo>
                    <a:pt x="7" y="24802"/>
                  </a:lnTo>
                  <a:cubicBezTo>
                    <a:pt x="82" y="24802"/>
                    <a:pt x="157" y="24800"/>
                    <a:pt x="231" y="24796"/>
                  </a:cubicBezTo>
                  <a:cubicBezTo>
                    <a:pt x="2584" y="24671"/>
                    <a:pt x="4339" y="22943"/>
                    <a:pt x="4551" y="20611"/>
                  </a:cubicBezTo>
                  <a:cubicBezTo>
                    <a:pt x="4556" y="20551"/>
                    <a:pt x="4583" y="20508"/>
                    <a:pt x="4615" y="20473"/>
                  </a:cubicBezTo>
                  <a:cubicBezTo>
                    <a:pt x="4592" y="20407"/>
                    <a:pt x="4622" y="20319"/>
                    <a:pt x="4693" y="20319"/>
                  </a:cubicBezTo>
                  <a:cubicBezTo>
                    <a:pt x="4706" y="20319"/>
                    <a:pt x="4721" y="20322"/>
                    <a:pt x="4736" y="20328"/>
                  </a:cubicBezTo>
                  <a:cubicBezTo>
                    <a:pt x="6461" y="21013"/>
                    <a:pt x="8116" y="22067"/>
                    <a:pt x="10022" y="22067"/>
                  </a:cubicBezTo>
                  <a:cubicBezTo>
                    <a:pt x="10098" y="22067"/>
                    <a:pt x="10175" y="22065"/>
                    <a:pt x="10252" y="22062"/>
                  </a:cubicBezTo>
                  <a:cubicBezTo>
                    <a:pt x="12524" y="21963"/>
                    <a:pt x="14112" y="20293"/>
                    <a:pt x="14053" y="18000"/>
                  </a:cubicBezTo>
                  <a:cubicBezTo>
                    <a:pt x="13997" y="15800"/>
                    <a:pt x="11580" y="11967"/>
                    <a:pt x="14590" y="10579"/>
                  </a:cubicBezTo>
                  <a:cubicBezTo>
                    <a:pt x="12044" y="9525"/>
                    <a:pt x="13979" y="5220"/>
                    <a:pt x="13914" y="3336"/>
                  </a:cubicBezTo>
                  <a:cubicBezTo>
                    <a:pt x="13829" y="859"/>
                    <a:pt x="12455" y="1"/>
                    <a:pt x="107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154"/>
            <p:cNvSpPr/>
            <p:nvPr/>
          </p:nvSpPr>
          <p:spPr>
            <a:xfrm>
              <a:off x="3689050" y="919857"/>
              <a:ext cx="1419425" cy="685950"/>
            </a:xfrm>
            <a:custGeom>
              <a:rect b="b" l="l" r="r" t="t"/>
              <a:pathLst>
                <a:path extrusionOk="0" h="27438" w="56777">
                  <a:moveTo>
                    <a:pt x="28389" y="500"/>
                  </a:moveTo>
                  <a:cubicBezTo>
                    <a:pt x="29496" y="2133"/>
                    <a:pt x="31368" y="3146"/>
                    <a:pt x="33296" y="3146"/>
                  </a:cubicBezTo>
                  <a:cubicBezTo>
                    <a:pt x="33917" y="3146"/>
                    <a:pt x="34544" y="3041"/>
                    <a:pt x="35154" y="2818"/>
                  </a:cubicBezTo>
                  <a:cubicBezTo>
                    <a:pt x="37167" y="2080"/>
                    <a:pt x="38706" y="819"/>
                    <a:pt x="40941" y="690"/>
                  </a:cubicBezTo>
                  <a:cubicBezTo>
                    <a:pt x="41085" y="682"/>
                    <a:pt x="41234" y="677"/>
                    <a:pt x="41387" y="677"/>
                  </a:cubicBezTo>
                  <a:cubicBezTo>
                    <a:pt x="43573" y="677"/>
                    <a:pt x="46532" y="1572"/>
                    <a:pt x="46200" y="4257"/>
                  </a:cubicBezTo>
                  <a:cubicBezTo>
                    <a:pt x="46179" y="4418"/>
                    <a:pt x="46313" y="4497"/>
                    <a:pt x="46447" y="4497"/>
                  </a:cubicBezTo>
                  <a:cubicBezTo>
                    <a:pt x="46514" y="4497"/>
                    <a:pt x="46583" y="4476"/>
                    <a:pt x="46633" y="4437"/>
                  </a:cubicBezTo>
                  <a:cubicBezTo>
                    <a:pt x="48037" y="3317"/>
                    <a:pt x="50458" y="2173"/>
                    <a:pt x="52433" y="2173"/>
                  </a:cubicBezTo>
                  <a:cubicBezTo>
                    <a:pt x="54143" y="2173"/>
                    <a:pt x="55517" y="3031"/>
                    <a:pt x="55602" y="5508"/>
                  </a:cubicBezTo>
                  <a:cubicBezTo>
                    <a:pt x="55667" y="7392"/>
                    <a:pt x="53731" y="11697"/>
                    <a:pt x="56278" y="12751"/>
                  </a:cubicBezTo>
                  <a:cubicBezTo>
                    <a:pt x="53268" y="14139"/>
                    <a:pt x="55685" y="17972"/>
                    <a:pt x="55741" y="20172"/>
                  </a:cubicBezTo>
                  <a:cubicBezTo>
                    <a:pt x="55800" y="22465"/>
                    <a:pt x="54212" y="24135"/>
                    <a:pt x="51940" y="24234"/>
                  </a:cubicBezTo>
                  <a:cubicBezTo>
                    <a:pt x="51863" y="24237"/>
                    <a:pt x="51786" y="24239"/>
                    <a:pt x="51710" y="24239"/>
                  </a:cubicBezTo>
                  <a:cubicBezTo>
                    <a:pt x="49804" y="24239"/>
                    <a:pt x="48149" y="23185"/>
                    <a:pt x="46424" y="22500"/>
                  </a:cubicBezTo>
                  <a:cubicBezTo>
                    <a:pt x="46409" y="22494"/>
                    <a:pt x="46394" y="22491"/>
                    <a:pt x="46381" y="22491"/>
                  </a:cubicBezTo>
                  <a:cubicBezTo>
                    <a:pt x="46310" y="22491"/>
                    <a:pt x="46280" y="22579"/>
                    <a:pt x="46303" y="22645"/>
                  </a:cubicBezTo>
                  <a:cubicBezTo>
                    <a:pt x="46271" y="22680"/>
                    <a:pt x="46244" y="22723"/>
                    <a:pt x="46239" y="22783"/>
                  </a:cubicBezTo>
                  <a:cubicBezTo>
                    <a:pt x="46027" y="25115"/>
                    <a:pt x="44272" y="26843"/>
                    <a:pt x="41919" y="26968"/>
                  </a:cubicBezTo>
                  <a:cubicBezTo>
                    <a:pt x="41845" y="26972"/>
                    <a:pt x="41770" y="26974"/>
                    <a:pt x="41695" y="26974"/>
                  </a:cubicBezTo>
                  <a:cubicBezTo>
                    <a:pt x="41652" y="26975"/>
                    <a:pt x="41609" y="26975"/>
                    <a:pt x="41565" y="26975"/>
                  </a:cubicBezTo>
                  <a:cubicBezTo>
                    <a:pt x="39698" y="26975"/>
                    <a:pt x="37922" y="26194"/>
                    <a:pt x="36197" y="25559"/>
                  </a:cubicBezTo>
                  <a:cubicBezTo>
                    <a:pt x="34943" y="25096"/>
                    <a:pt x="33593" y="24670"/>
                    <a:pt x="32239" y="24670"/>
                  </a:cubicBezTo>
                  <a:cubicBezTo>
                    <a:pt x="31831" y="24670"/>
                    <a:pt x="31423" y="24709"/>
                    <a:pt x="31016" y="24797"/>
                  </a:cubicBezTo>
                  <a:cubicBezTo>
                    <a:pt x="29959" y="25026"/>
                    <a:pt x="28722" y="25652"/>
                    <a:pt x="28389" y="26753"/>
                  </a:cubicBezTo>
                  <a:cubicBezTo>
                    <a:pt x="28056" y="25652"/>
                    <a:pt x="26819" y="25026"/>
                    <a:pt x="25761" y="24797"/>
                  </a:cubicBezTo>
                  <a:cubicBezTo>
                    <a:pt x="25355" y="24709"/>
                    <a:pt x="24947" y="24670"/>
                    <a:pt x="24539" y="24670"/>
                  </a:cubicBezTo>
                  <a:cubicBezTo>
                    <a:pt x="23185" y="24670"/>
                    <a:pt x="21834" y="25096"/>
                    <a:pt x="20580" y="25559"/>
                  </a:cubicBezTo>
                  <a:cubicBezTo>
                    <a:pt x="18853" y="26195"/>
                    <a:pt x="17077" y="26977"/>
                    <a:pt x="15205" y="26977"/>
                  </a:cubicBezTo>
                  <a:cubicBezTo>
                    <a:pt x="15090" y="26977"/>
                    <a:pt x="14974" y="26974"/>
                    <a:pt x="14858" y="26968"/>
                  </a:cubicBezTo>
                  <a:cubicBezTo>
                    <a:pt x="12506" y="26843"/>
                    <a:pt x="10751" y="25115"/>
                    <a:pt x="10538" y="22783"/>
                  </a:cubicBezTo>
                  <a:cubicBezTo>
                    <a:pt x="10534" y="22723"/>
                    <a:pt x="10508" y="22680"/>
                    <a:pt x="10474" y="22645"/>
                  </a:cubicBezTo>
                  <a:cubicBezTo>
                    <a:pt x="10498" y="22579"/>
                    <a:pt x="10468" y="22491"/>
                    <a:pt x="10397" y="22491"/>
                  </a:cubicBezTo>
                  <a:cubicBezTo>
                    <a:pt x="10384" y="22491"/>
                    <a:pt x="10370" y="22494"/>
                    <a:pt x="10355" y="22500"/>
                  </a:cubicBezTo>
                  <a:cubicBezTo>
                    <a:pt x="8629" y="23186"/>
                    <a:pt x="6974" y="24239"/>
                    <a:pt x="5067" y="24239"/>
                  </a:cubicBezTo>
                  <a:cubicBezTo>
                    <a:pt x="4991" y="24239"/>
                    <a:pt x="4915" y="24237"/>
                    <a:pt x="4838" y="24234"/>
                  </a:cubicBezTo>
                  <a:cubicBezTo>
                    <a:pt x="2566" y="24135"/>
                    <a:pt x="977" y="22465"/>
                    <a:pt x="1038" y="20172"/>
                  </a:cubicBezTo>
                  <a:cubicBezTo>
                    <a:pt x="1094" y="17972"/>
                    <a:pt x="3510" y="14140"/>
                    <a:pt x="500" y="12752"/>
                  </a:cubicBezTo>
                  <a:cubicBezTo>
                    <a:pt x="3049" y="11697"/>
                    <a:pt x="1112" y="7392"/>
                    <a:pt x="1176" y="5508"/>
                  </a:cubicBezTo>
                  <a:cubicBezTo>
                    <a:pt x="1262" y="3032"/>
                    <a:pt x="2636" y="2174"/>
                    <a:pt x="4345" y="2174"/>
                  </a:cubicBezTo>
                  <a:cubicBezTo>
                    <a:pt x="6319" y="2174"/>
                    <a:pt x="8741" y="3318"/>
                    <a:pt x="10144" y="4438"/>
                  </a:cubicBezTo>
                  <a:cubicBezTo>
                    <a:pt x="10194" y="4477"/>
                    <a:pt x="10262" y="4497"/>
                    <a:pt x="10331" y="4497"/>
                  </a:cubicBezTo>
                  <a:cubicBezTo>
                    <a:pt x="10425" y="4497"/>
                    <a:pt x="10518" y="4459"/>
                    <a:pt x="10560" y="4382"/>
                  </a:cubicBezTo>
                  <a:cubicBezTo>
                    <a:pt x="10576" y="4347"/>
                    <a:pt x="10585" y="4305"/>
                    <a:pt x="10578" y="4257"/>
                  </a:cubicBezTo>
                  <a:cubicBezTo>
                    <a:pt x="10245" y="1572"/>
                    <a:pt x="13205" y="677"/>
                    <a:pt x="15392" y="677"/>
                  </a:cubicBezTo>
                  <a:cubicBezTo>
                    <a:pt x="15545" y="677"/>
                    <a:pt x="15694" y="682"/>
                    <a:pt x="15838" y="690"/>
                  </a:cubicBezTo>
                  <a:cubicBezTo>
                    <a:pt x="18073" y="819"/>
                    <a:pt x="19610" y="2080"/>
                    <a:pt x="21624" y="2818"/>
                  </a:cubicBezTo>
                  <a:cubicBezTo>
                    <a:pt x="22234" y="3041"/>
                    <a:pt x="22861" y="3146"/>
                    <a:pt x="23483" y="3146"/>
                  </a:cubicBezTo>
                  <a:cubicBezTo>
                    <a:pt x="25412" y="3146"/>
                    <a:pt x="27281" y="2133"/>
                    <a:pt x="28389" y="500"/>
                  </a:cubicBezTo>
                  <a:close/>
                  <a:moveTo>
                    <a:pt x="28294" y="0"/>
                  </a:moveTo>
                  <a:cubicBezTo>
                    <a:pt x="28226" y="0"/>
                    <a:pt x="28159" y="31"/>
                    <a:pt x="28114" y="106"/>
                  </a:cubicBezTo>
                  <a:cubicBezTo>
                    <a:pt x="27161" y="1701"/>
                    <a:pt x="25402" y="2696"/>
                    <a:pt x="23548" y="2696"/>
                  </a:cubicBezTo>
                  <a:cubicBezTo>
                    <a:pt x="23394" y="2696"/>
                    <a:pt x="23239" y="2689"/>
                    <a:pt x="23083" y="2675"/>
                  </a:cubicBezTo>
                  <a:cubicBezTo>
                    <a:pt x="20994" y="2490"/>
                    <a:pt x="19361" y="842"/>
                    <a:pt x="17327" y="378"/>
                  </a:cubicBezTo>
                  <a:cubicBezTo>
                    <a:pt x="16784" y="254"/>
                    <a:pt x="16143" y="185"/>
                    <a:pt x="15469" y="185"/>
                  </a:cubicBezTo>
                  <a:cubicBezTo>
                    <a:pt x="12994" y="185"/>
                    <a:pt x="10087" y="1122"/>
                    <a:pt x="10045" y="3728"/>
                  </a:cubicBezTo>
                  <a:cubicBezTo>
                    <a:pt x="8582" y="2668"/>
                    <a:pt x="6380" y="1518"/>
                    <a:pt x="4422" y="1518"/>
                  </a:cubicBezTo>
                  <a:cubicBezTo>
                    <a:pt x="3581" y="1518"/>
                    <a:pt x="2784" y="1730"/>
                    <a:pt x="2111" y="2253"/>
                  </a:cubicBezTo>
                  <a:cubicBezTo>
                    <a:pt x="1081" y="3051"/>
                    <a:pt x="698" y="4420"/>
                    <a:pt x="691" y="5673"/>
                  </a:cubicBezTo>
                  <a:cubicBezTo>
                    <a:pt x="681" y="7579"/>
                    <a:pt x="2594" y="11588"/>
                    <a:pt x="146" y="12534"/>
                  </a:cubicBezTo>
                  <a:cubicBezTo>
                    <a:pt x="1" y="12592"/>
                    <a:pt x="13" y="12781"/>
                    <a:pt x="118" y="12836"/>
                  </a:cubicBezTo>
                  <a:cubicBezTo>
                    <a:pt x="54" y="12940"/>
                    <a:pt x="63" y="13077"/>
                    <a:pt x="206" y="13139"/>
                  </a:cubicBezTo>
                  <a:cubicBezTo>
                    <a:pt x="2693" y="14224"/>
                    <a:pt x="1063" y="17373"/>
                    <a:pt x="679" y="19193"/>
                  </a:cubicBezTo>
                  <a:cubicBezTo>
                    <a:pt x="379" y="20614"/>
                    <a:pt x="569" y="22158"/>
                    <a:pt x="1520" y="23306"/>
                  </a:cubicBezTo>
                  <a:cubicBezTo>
                    <a:pt x="2424" y="24397"/>
                    <a:pt x="3624" y="24818"/>
                    <a:pt x="4892" y="24818"/>
                  </a:cubicBezTo>
                  <a:cubicBezTo>
                    <a:pt x="6719" y="24818"/>
                    <a:pt x="8685" y="23944"/>
                    <a:pt x="10107" y="22940"/>
                  </a:cubicBezTo>
                  <a:cubicBezTo>
                    <a:pt x="10352" y="25745"/>
                    <a:pt x="12666" y="27438"/>
                    <a:pt x="15300" y="27438"/>
                  </a:cubicBezTo>
                  <a:cubicBezTo>
                    <a:pt x="15610" y="27438"/>
                    <a:pt x="15925" y="27414"/>
                    <a:pt x="16242" y="27366"/>
                  </a:cubicBezTo>
                  <a:cubicBezTo>
                    <a:pt x="18214" y="27071"/>
                    <a:pt x="19998" y="26095"/>
                    <a:pt x="21889" y="25515"/>
                  </a:cubicBezTo>
                  <a:cubicBezTo>
                    <a:pt x="22749" y="25251"/>
                    <a:pt x="23653" y="25046"/>
                    <a:pt x="24556" y="25046"/>
                  </a:cubicBezTo>
                  <a:cubicBezTo>
                    <a:pt x="24926" y="25046"/>
                    <a:pt x="25295" y="25081"/>
                    <a:pt x="25662" y="25159"/>
                  </a:cubicBezTo>
                  <a:cubicBezTo>
                    <a:pt x="26859" y="25413"/>
                    <a:pt x="27541" y="26074"/>
                    <a:pt x="28301" y="26962"/>
                  </a:cubicBezTo>
                  <a:cubicBezTo>
                    <a:pt x="28315" y="26979"/>
                    <a:pt x="28333" y="26987"/>
                    <a:pt x="28350" y="26987"/>
                  </a:cubicBezTo>
                  <a:cubicBezTo>
                    <a:pt x="28364" y="26987"/>
                    <a:pt x="28377" y="26982"/>
                    <a:pt x="28389" y="26974"/>
                  </a:cubicBezTo>
                  <a:cubicBezTo>
                    <a:pt x="28401" y="26982"/>
                    <a:pt x="28414" y="26987"/>
                    <a:pt x="28428" y="26987"/>
                  </a:cubicBezTo>
                  <a:cubicBezTo>
                    <a:pt x="28445" y="26987"/>
                    <a:pt x="28463" y="26979"/>
                    <a:pt x="28477" y="26962"/>
                  </a:cubicBezTo>
                  <a:cubicBezTo>
                    <a:pt x="29239" y="26074"/>
                    <a:pt x="29922" y="25413"/>
                    <a:pt x="31116" y="25159"/>
                  </a:cubicBezTo>
                  <a:cubicBezTo>
                    <a:pt x="31482" y="25081"/>
                    <a:pt x="31852" y="25046"/>
                    <a:pt x="32221" y="25046"/>
                  </a:cubicBezTo>
                  <a:cubicBezTo>
                    <a:pt x="33125" y="25046"/>
                    <a:pt x="34028" y="25251"/>
                    <a:pt x="34889" y="25515"/>
                  </a:cubicBezTo>
                  <a:cubicBezTo>
                    <a:pt x="36780" y="26095"/>
                    <a:pt x="38565" y="27071"/>
                    <a:pt x="40536" y="27366"/>
                  </a:cubicBezTo>
                  <a:cubicBezTo>
                    <a:pt x="40852" y="27414"/>
                    <a:pt x="41168" y="27438"/>
                    <a:pt x="41478" y="27438"/>
                  </a:cubicBezTo>
                  <a:cubicBezTo>
                    <a:pt x="44113" y="27438"/>
                    <a:pt x="46425" y="25745"/>
                    <a:pt x="46671" y="22940"/>
                  </a:cubicBezTo>
                  <a:cubicBezTo>
                    <a:pt x="48092" y="23944"/>
                    <a:pt x="50059" y="24818"/>
                    <a:pt x="51886" y="24818"/>
                  </a:cubicBezTo>
                  <a:cubicBezTo>
                    <a:pt x="53153" y="24818"/>
                    <a:pt x="54354" y="24397"/>
                    <a:pt x="55258" y="23306"/>
                  </a:cubicBezTo>
                  <a:cubicBezTo>
                    <a:pt x="56209" y="22157"/>
                    <a:pt x="56399" y="20614"/>
                    <a:pt x="56098" y="19193"/>
                  </a:cubicBezTo>
                  <a:cubicBezTo>
                    <a:pt x="55715" y="17373"/>
                    <a:pt x="54085" y="14224"/>
                    <a:pt x="56574" y="13139"/>
                  </a:cubicBezTo>
                  <a:cubicBezTo>
                    <a:pt x="56717" y="13077"/>
                    <a:pt x="56723" y="12940"/>
                    <a:pt x="56659" y="12836"/>
                  </a:cubicBezTo>
                  <a:cubicBezTo>
                    <a:pt x="56765" y="12781"/>
                    <a:pt x="56777" y="12592"/>
                    <a:pt x="56632" y="12534"/>
                  </a:cubicBezTo>
                  <a:cubicBezTo>
                    <a:pt x="54184" y="11588"/>
                    <a:pt x="56098" y="7579"/>
                    <a:pt x="56087" y="5673"/>
                  </a:cubicBezTo>
                  <a:cubicBezTo>
                    <a:pt x="56082" y="4420"/>
                    <a:pt x="55697" y="3052"/>
                    <a:pt x="54667" y="2253"/>
                  </a:cubicBezTo>
                  <a:cubicBezTo>
                    <a:pt x="53993" y="1730"/>
                    <a:pt x="53197" y="1518"/>
                    <a:pt x="52357" y="1518"/>
                  </a:cubicBezTo>
                  <a:cubicBezTo>
                    <a:pt x="50399" y="1518"/>
                    <a:pt x="48199" y="2668"/>
                    <a:pt x="46736" y="3728"/>
                  </a:cubicBezTo>
                  <a:cubicBezTo>
                    <a:pt x="46692" y="1122"/>
                    <a:pt x="43784" y="185"/>
                    <a:pt x="41310" y="185"/>
                  </a:cubicBezTo>
                  <a:cubicBezTo>
                    <a:pt x="40637" y="185"/>
                    <a:pt x="39996" y="254"/>
                    <a:pt x="39454" y="378"/>
                  </a:cubicBezTo>
                  <a:cubicBezTo>
                    <a:pt x="37417" y="842"/>
                    <a:pt x="35784" y="2490"/>
                    <a:pt x="33694" y="2675"/>
                  </a:cubicBezTo>
                  <a:cubicBezTo>
                    <a:pt x="33539" y="2689"/>
                    <a:pt x="33384" y="2696"/>
                    <a:pt x="33230" y="2696"/>
                  </a:cubicBezTo>
                  <a:cubicBezTo>
                    <a:pt x="31377" y="2696"/>
                    <a:pt x="29616" y="1701"/>
                    <a:pt x="28664" y="106"/>
                  </a:cubicBezTo>
                  <a:cubicBezTo>
                    <a:pt x="28619" y="31"/>
                    <a:pt x="28552" y="0"/>
                    <a:pt x="28485" y="0"/>
                  </a:cubicBezTo>
                  <a:cubicBezTo>
                    <a:pt x="28453" y="0"/>
                    <a:pt x="28420" y="7"/>
                    <a:pt x="28389" y="20"/>
                  </a:cubicBezTo>
                  <a:cubicBezTo>
                    <a:pt x="28359" y="7"/>
                    <a:pt x="28326" y="0"/>
                    <a:pt x="28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154"/>
            <p:cNvSpPr/>
            <p:nvPr/>
          </p:nvSpPr>
          <p:spPr>
            <a:xfrm>
              <a:off x="4836325" y="1233357"/>
              <a:ext cx="252775" cy="255225"/>
            </a:xfrm>
            <a:custGeom>
              <a:rect b="b" l="l" r="r" t="t"/>
              <a:pathLst>
                <a:path extrusionOk="0" h="10209" w="10111">
                  <a:moveTo>
                    <a:pt x="8816" y="1"/>
                  </a:moveTo>
                  <a:cubicBezTo>
                    <a:pt x="8790" y="1"/>
                    <a:pt x="8761" y="9"/>
                    <a:pt x="8732" y="29"/>
                  </a:cubicBezTo>
                  <a:cubicBezTo>
                    <a:pt x="8704" y="48"/>
                    <a:pt x="8677" y="68"/>
                    <a:pt x="8649" y="91"/>
                  </a:cubicBezTo>
                  <a:cubicBezTo>
                    <a:pt x="6589" y="1592"/>
                    <a:pt x="7764" y="4238"/>
                    <a:pt x="8046" y="6284"/>
                  </a:cubicBezTo>
                  <a:cubicBezTo>
                    <a:pt x="8162" y="7108"/>
                    <a:pt x="8146" y="7985"/>
                    <a:pt x="7718" y="8732"/>
                  </a:cubicBezTo>
                  <a:cubicBezTo>
                    <a:pt x="7255" y="9538"/>
                    <a:pt x="6452" y="9787"/>
                    <a:pt x="5614" y="9787"/>
                  </a:cubicBezTo>
                  <a:cubicBezTo>
                    <a:pt x="5258" y="9787"/>
                    <a:pt x="4895" y="9742"/>
                    <a:pt x="4550" y="9676"/>
                  </a:cubicBezTo>
                  <a:cubicBezTo>
                    <a:pt x="2953" y="9368"/>
                    <a:pt x="1475" y="8660"/>
                    <a:pt x="156" y="7720"/>
                  </a:cubicBezTo>
                  <a:cubicBezTo>
                    <a:pt x="143" y="7711"/>
                    <a:pt x="130" y="7707"/>
                    <a:pt x="117" y="7707"/>
                  </a:cubicBezTo>
                  <a:cubicBezTo>
                    <a:pt x="55" y="7707"/>
                    <a:pt x="0" y="7798"/>
                    <a:pt x="57" y="7847"/>
                  </a:cubicBezTo>
                  <a:cubicBezTo>
                    <a:pt x="90" y="7873"/>
                    <a:pt x="120" y="7901"/>
                    <a:pt x="154" y="7925"/>
                  </a:cubicBezTo>
                  <a:cubicBezTo>
                    <a:pt x="1349" y="8897"/>
                    <a:pt x="3637" y="10208"/>
                    <a:pt x="5542" y="10208"/>
                  </a:cubicBezTo>
                  <a:cubicBezTo>
                    <a:pt x="6330" y="10208"/>
                    <a:pt x="7053" y="9984"/>
                    <a:pt x="7605" y="9417"/>
                  </a:cubicBezTo>
                  <a:cubicBezTo>
                    <a:pt x="10110" y="6847"/>
                    <a:pt x="5776" y="2463"/>
                    <a:pt x="8893" y="306"/>
                  </a:cubicBezTo>
                  <a:cubicBezTo>
                    <a:pt x="9034" y="209"/>
                    <a:pt x="8947" y="1"/>
                    <a:pt x="88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154"/>
            <p:cNvSpPr/>
            <p:nvPr/>
          </p:nvSpPr>
          <p:spPr>
            <a:xfrm>
              <a:off x="3965250" y="975482"/>
              <a:ext cx="1096025" cy="260625"/>
            </a:xfrm>
            <a:custGeom>
              <a:rect b="b" l="l" r="r" t="t"/>
              <a:pathLst>
                <a:path extrusionOk="0" h="10425" w="43841">
                  <a:moveTo>
                    <a:pt x="3647" y="1"/>
                  </a:moveTo>
                  <a:cubicBezTo>
                    <a:pt x="2780" y="1"/>
                    <a:pt x="1922" y="215"/>
                    <a:pt x="1204" y="746"/>
                  </a:cubicBezTo>
                  <a:cubicBezTo>
                    <a:pt x="652" y="1157"/>
                    <a:pt x="343" y="1658"/>
                    <a:pt x="190" y="2212"/>
                  </a:cubicBezTo>
                  <a:cubicBezTo>
                    <a:pt x="1" y="2887"/>
                    <a:pt x="45" y="3639"/>
                    <a:pt x="156" y="4396"/>
                  </a:cubicBezTo>
                  <a:cubicBezTo>
                    <a:pt x="162" y="4444"/>
                    <a:pt x="170" y="4491"/>
                    <a:pt x="176" y="4539"/>
                  </a:cubicBezTo>
                  <a:cubicBezTo>
                    <a:pt x="184" y="4588"/>
                    <a:pt x="226" y="4611"/>
                    <a:pt x="269" y="4611"/>
                  </a:cubicBezTo>
                  <a:cubicBezTo>
                    <a:pt x="323" y="4611"/>
                    <a:pt x="380" y="4575"/>
                    <a:pt x="375" y="4512"/>
                  </a:cubicBezTo>
                  <a:cubicBezTo>
                    <a:pt x="271" y="3318"/>
                    <a:pt x="220" y="2046"/>
                    <a:pt x="1178" y="1173"/>
                  </a:cubicBezTo>
                  <a:cubicBezTo>
                    <a:pt x="1836" y="576"/>
                    <a:pt x="2782" y="328"/>
                    <a:pt x="3665" y="328"/>
                  </a:cubicBezTo>
                  <a:cubicBezTo>
                    <a:pt x="3765" y="328"/>
                    <a:pt x="3863" y="332"/>
                    <a:pt x="3961" y="338"/>
                  </a:cubicBezTo>
                  <a:cubicBezTo>
                    <a:pt x="5856" y="457"/>
                    <a:pt x="7558" y="1551"/>
                    <a:pt x="9331" y="2136"/>
                  </a:cubicBezTo>
                  <a:cubicBezTo>
                    <a:pt x="10347" y="2470"/>
                    <a:pt x="11453" y="2686"/>
                    <a:pt x="12534" y="2686"/>
                  </a:cubicBezTo>
                  <a:cubicBezTo>
                    <a:pt x="14243" y="2686"/>
                    <a:pt x="15890" y="2147"/>
                    <a:pt x="17018" y="686"/>
                  </a:cubicBezTo>
                  <a:cubicBezTo>
                    <a:pt x="18488" y="1908"/>
                    <a:pt x="20222" y="2412"/>
                    <a:pt x="22020" y="2412"/>
                  </a:cubicBezTo>
                  <a:cubicBezTo>
                    <a:pt x="23047" y="2412"/>
                    <a:pt x="24096" y="2248"/>
                    <a:pt x="25127" y="1958"/>
                  </a:cubicBezTo>
                  <a:cubicBezTo>
                    <a:pt x="26821" y="1483"/>
                    <a:pt x="28562" y="394"/>
                    <a:pt x="30355" y="394"/>
                  </a:cubicBezTo>
                  <a:cubicBezTo>
                    <a:pt x="30368" y="394"/>
                    <a:pt x="30381" y="394"/>
                    <a:pt x="30394" y="394"/>
                  </a:cubicBezTo>
                  <a:cubicBezTo>
                    <a:pt x="32736" y="418"/>
                    <a:pt x="33360" y="2355"/>
                    <a:pt x="33647" y="4285"/>
                  </a:cubicBezTo>
                  <a:cubicBezTo>
                    <a:pt x="33658" y="4367"/>
                    <a:pt x="33713" y="4402"/>
                    <a:pt x="33774" y="4402"/>
                  </a:cubicBezTo>
                  <a:cubicBezTo>
                    <a:pt x="33855" y="4402"/>
                    <a:pt x="33946" y="4339"/>
                    <a:pt x="33958" y="4241"/>
                  </a:cubicBezTo>
                  <a:cubicBezTo>
                    <a:pt x="35142" y="3315"/>
                    <a:pt x="36378" y="2512"/>
                    <a:pt x="37802" y="1997"/>
                  </a:cubicBezTo>
                  <a:cubicBezTo>
                    <a:pt x="38613" y="1704"/>
                    <a:pt x="39600" y="1390"/>
                    <a:pt x="40500" y="1390"/>
                  </a:cubicBezTo>
                  <a:cubicBezTo>
                    <a:pt x="41405" y="1390"/>
                    <a:pt x="42222" y="1708"/>
                    <a:pt x="42683" y="2688"/>
                  </a:cubicBezTo>
                  <a:cubicBezTo>
                    <a:pt x="43840" y="5154"/>
                    <a:pt x="41416" y="7993"/>
                    <a:pt x="43214" y="10355"/>
                  </a:cubicBezTo>
                  <a:cubicBezTo>
                    <a:pt x="43252" y="10404"/>
                    <a:pt x="43304" y="10425"/>
                    <a:pt x="43355" y="10425"/>
                  </a:cubicBezTo>
                  <a:cubicBezTo>
                    <a:pt x="43399" y="10425"/>
                    <a:pt x="43443" y="10409"/>
                    <a:pt x="43476" y="10383"/>
                  </a:cubicBezTo>
                  <a:cubicBezTo>
                    <a:pt x="43531" y="10339"/>
                    <a:pt x="43554" y="10265"/>
                    <a:pt x="43496" y="10192"/>
                  </a:cubicBezTo>
                  <a:cubicBezTo>
                    <a:pt x="42120" y="8370"/>
                    <a:pt x="43281" y="6243"/>
                    <a:pt x="43286" y="4227"/>
                  </a:cubicBezTo>
                  <a:cubicBezTo>
                    <a:pt x="43291" y="3110"/>
                    <a:pt x="42886" y="1845"/>
                    <a:pt x="41822" y="1305"/>
                  </a:cubicBezTo>
                  <a:cubicBezTo>
                    <a:pt x="41467" y="1124"/>
                    <a:pt x="41053" y="1053"/>
                    <a:pt x="40616" y="1053"/>
                  </a:cubicBezTo>
                  <a:cubicBezTo>
                    <a:pt x="39622" y="1053"/>
                    <a:pt x="38512" y="1421"/>
                    <a:pt x="37721" y="1704"/>
                  </a:cubicBezTo>
                  <a:cubicBezTo>
                    <a:pt x="37017" y="1955"/>
                    <a:pt x="36339" y="2275"/>
                    <a:pt x="35701" y="2662"/>
                  </a:cubicBezTo>
                  <a:cubicBezTo>
                    <a:pt x="35064" y="3050"/>
                    <a:pt x="34468" y="3507"/>
                    <a:pt x="33937" y="4031"/>
                  </a:cubicBezTo>
                  <a:cubicBezTo>
                    <a:pt x="33760" y="2821"/>
                    <a:pt x="33457" y="1475"/>
                    <a:pt x="32434" y="700"/>
                  </a:cubicBezTo>
                  <a:cubicBezTo>
                    <a:pt x="31845" y="252"/>
                    <a:pt x="31149" y="84"/>
                    <a:pt x="30439" y="84"/>
                  </a:cubicBezTo>
                  <a:cubicBezTo>
                    <a:pt x="29856" y="84"/>
                    <a:pt x="29265" y="197"/>
                    <a:pt x="28716" y="362"/>
                  </a:cubicBezTo>
                  <a:cubicBezTo>
                    <a:pt x="26720" y="963"/>
                    <a:pt x="24909" y="1891"/>
                    <a:pt x="22797" y="2088"/>
                  </a:cubicBezTo>
                  <a:cubicBezTo>
                    <a:pt x="22525" y="2113"/>
                    <a:pt x="22256" y="2126"/>
                    <a:pt x="21990" y="2126"/>
                  </a:cubicBezTo>
                  <a:cubicBezTo>
                    <a:pt x="20134" y="2126"/>
                    <a:pt x="18436" y="1511"/>
                    <a:pt x="16930" y="360"/>
                  </a:cubicBezTo>
                  <a:cubicBezTo>
                    <a:pt x="16914" y="348"/>
                    <a:pt x="16898" y="343"/>
                    <a:pt x="16882" y="343"/>
                  </a:cubicBezTo>
                  <a:cubicBezTo>
                    <a:pt x="16808" y="343"/>
                    <a:pt x="16744" y="452"/>
                    <a:pt x="16809" y="513"/>
                  </a:cubicBezTo>
                  <a:cubicBezTo>
                    <a:pt x="16815" y="517"/>
                    <a:pt x="16821" y="519"/>
                    <a:pt x="16825" y="524"/>
                  </a:cubicBezTo>
                  <a:cubicBezTo>
                    <a:pt x="15657" y="1812"/>
                    <a:pt x="14090" y="2348"/>
                    <a:pt x="12451" y="2348"/>
                  </a:cubicBezTo>
                  <a:cubicBezTo>
                    <a:pt x="11895" y="2348"/>
                    <a:pt x="11331" y="2286"/>
                    <a:pt x="10771" y="2171"/>
                  </a:cubicBezTo>
                  <a:cubicBezTo>
                    <a:pt x="8747" y="1754"/>
                    <a:pt x="6976" y="609"/>
                    <a:pt x="4970" y="155"/>
                  </a:cubicBezTo>
                  <a:cubicBezTo>
                    <a:pt x="4538" y="57"/>
                    <a:pt x="4091" y="1"/>
                    <a:pt x="36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154"/>
            <p:cNvSpPr/>
            <p:nvPr/>
          </p:nvSpPr>
          <p:spPr>
            <a:xfrm>
              <a:off x="3754275" y="983682"/>
              <a:ext cx="1307000" cy="585875"/>
            </a:xfrm>
            <a:custGeom>
              <a:rect b="b" l="l" r="r" t="t"/>
              <a:pathLst>
                <a:path extrusionOk="0" h="23435" w="52280">
                  <a:moveTo>
                    <a:pt x="12107" y="1"/>
                  </a:moveTo>
                  <a:cubicBezTo>
                    <a:pt x="11223" y="1"/>
                    <a:pt x="10275" y="247"/>
                    <a:pt x="9617" y="845"/>
                  </a:cubicBezTo>
                  <a:cubicBezTo>
                    <a:pt x="8659" y="1718"/>
                    <a:pt x="8710" y="2990"/>
                    <a:pt x="8814" y="4185"/>
                  </a:cubicBezTo>
                  <a:cubicBezTo>
                    <a:pt x="8819" y="4247"/>
                    <a:pt x="8762" y="4283"/>
                    <a:pt x="8708" y="4283"/>
                  </a:cubicBezTo>
                  <a:cubicBezTo>
                    <a:pt x="8665" y="4283"/>
                    <a:pt x="8623" y="4260"/>
                    <a:pt x="8615" y="4211"/>
                  </a:cubicBezTo>
                  <a:cubicBezTo>
                    <a:pt x="8609" y="4163"/>
                    <a:pt x="8601" y="4117"/>
                    <a:pt x="8595" y="4068"/>
                  </a:cubicBezTo>
                  <a:lnTo>
                    <a:pt x="8490" y="4082"/>
                  </a:lnTo>
                  <a:cubicBezTo>
                    <a:pt x="8490" y="4154"/>
                    <a:pt x="8435" y="4223"/>
                    <a:pt x="8361" y="4223"/>
                  </a:cubicBezTo>
                  <a:cubicBezTo>
                    <a:pt x="8340" y="4223"/>
                    <a:pt x="8318" y="4218"/>
                    <a:pt x="8295" y="4205"/>
                  </a:cubicBezTo>
                  <a:cubicBezTo>
                    <a:pt x="6844" y="3408"/>
                    <a:pt x="5446" y="2350"/>
                    <a:pt x="3891" y="1771"/>
                  </a:cubicBezTo>
                  <a:cubicBezTo>
                    <a:pt x="3415" y="1593"/>
                    <a:pt x="2858" y="1451"/>
                    <a:pt x="2316" y="1451"/>
                  </a:cubicBezTo>
                  <a:cubicBezTo>
                    <a:pt x="1911" y="1451"/>
                    <a:pt x="1514" y="1530"/>
                    <a:pt x="1165" y="1734"/>
                  </a:cubicBezTo>
                  <a:cubicBezTo>
                    <a:pt x="1" y="2416"/>
                    <a:pt x="301" y="3911"/>
                    <a:pt x="567" y="4978"/>
                  </a:cubicBezTo>
                  <a:cubicBezTo>
                    <a:pt x="1003" y="6726"/>
                    <a:pt x="1853" y="9305"/>
                    <a:pt x="12" y="10494"/>
                  </a:cubicBezTo>
                  <a:cubicBezTo>
                    <a:pt x="1827" y="12187"/>
                    <a:pt x="481" y="14736"/>
                    <a:pt x="213" y="16782"/>
                  </a:cubicBezTo>
                  <a:cubicBezTo>
                    <a:pt x="93" y="17712"/>
                    <a:pt x="158" y="18802"/>
                    <a:pt x="843" y="19524"/>
                  </a:cubicBezTo>
                  <a:cubicBezTo>
                    <a:pt x="1349" y="20060"/>
                    <a:pt x="2058" y="20230"/>
                    <a:pt x="2771" y="20230"/>
                  </a:cubicBezTo>
                  <a:cubicBezTo>
                    <a:pt x="3111" y="20230"/>
                    <a:pt x="3453" y="20191"/>
                    <a:pt x="3774" y="20134"/>
                  </a:cubicBezTo>
                  <a:cubicBezTo>
                    <a:pt x="5259" y="19870"/>
                    <a:pt x="6609" y="19180"/>
                    <a:pt x="7846" y="18342"/>
                  </a:cubicBezTo>
                  <a:cubicBezTo>
                    <a:pt x="7859" y="18333"/>
                    <a:pt x="7871" y="18330"/>
                    <a:pt x="7884" y="18330"/>
                  </a:cubicBezTo>
                  <a:cubicBezTo>
                    <a:pt x="7916" y="18330"/>
                    <a:pt x="7946" y="18354"/>
                    <a:pt x="7959" y="18386"/>
                  </a:cubicBezTo>
                  <a:lnTo>
                    <a:pt x="8075" y="18353"/>
                  </a:lnTo>
                  <a:cubicBezTo>
                    <a:pt x="8061" y="18307"/>
                    <a:pt x="8050" y="18261"/>
                    <a:pt x="8038" y="18215"/>
                  </a:cubicBezTo>
                  <a:cubicBezTo>
                    <a:pt x="8016" y="18129"/>
                    <a:pt x="8085" y="18073"/>
                    <a:pt x="8153" y="18073"/>
                  </a:cubicBezTo>
                  <a:cubicBezTo>
                    <a:pt x="8199" y="18073"/>
                    <a:pt x="8243" y="18098"/>
                    <a:pt x="8259" y="18155"/>
                  </a:cubicBezTo>
                  <a:cubicBezTo>
                    <a:pt x="8782" y="19944"/>
                    <a:pt x="9929" y="21866"/>
                    <a:pt x="11830" y="22431"/>
                  </a:cubicBezTo>
                  <a:cubicBezTo>
                    <a:pt x="12263" y="22560"/>
                    <a:pt x="12697" y="22614"/>
                    <a:pt x="13133" y="22614"/>
                  </a:cubicBezTo>
                  <a:cubicBezTo>
                    <a:pt x="14730" y="22614"/>
                    <a:pt x="16331" y="21886"/>
                    <a:pt x="17844" y="21484"/>
                  </a:cubicBezTo>
                  <a:cubicBezTo>
                    <a:pt x="19093" y="21153"/>
                    <a:pt x="20539" y="20822"/>
                    <a:pt x="21933" y="20822"/>
                  </a:cubicBezTo>
                  <a:cubicBezTo>
                    <a:pt x="23232" y="20822"/>
                    <a:pt x="24486" y="21109"/>
                    <a:pt x="25494" y="21953"/>
                  </a:cubicBezTo>
                  <a:lnTo>
                    <a:pt x="25519" y="21924"/>
                  </a:lnTo>
                  <a:cubicBezTo>
                    <a:pt x="25487" y="21884"/>
                    <a:pt x="25482" y="21815"/>
                    <a:pt x="25537" y="21789"/>
                  </a:cubicBezTo>
                  <a:cubicBezTo>
                    <a:pt x="26999" y="21079"/>
                    <a:pt x="28615" y="20738"/>
                    <a:pt x="30235" y="20738"/>
                  </a:cubicBezTo>
                  <a:cubicBezTo>
                    <a:pt x="31768" y="20738"/>
                    <a:pt x="33306" y="21043"/>
                    <a:pt x="34720" y="21628"/>
                  </a:cubicBezTo>
                  <a:cubicBezTo>
                    <a:pt x="36126" y="22211"/>
                    <a:pt x="37468" y="23435"/>
                    <a:pt x="38962" y="23435"/>
                  </a:cubicBezTo>
                  <a:cubicBezTo>
                    <a:pt x="39398" y="23435"/>
                    <a:pt x="39847" y="23330"/>
                    <a:pt x="40314" y="23075"/>
                  </a:cubicBezTo>
                  <a:cubicBezTo>
                    <a:pt x="42159" y="22069"/>
                    <a:pt x="42635" y="19919"/>
                    <a:pt x="43118" y="18055"/>
                  </a:cubicBezTo>
                  <a:cubicBezTo>
                    <a:pt x="43138" y="17976"/>
                    <a:pt x="43198" y="17941"/>
                    <a:pt x="43261" y="17941"/>
                  </a:cubicBezTo>
                  <a:cubicBezTo>
                    <a:pt x="43303" y="17941"/>
                    <a:pt x="43346" y="17957"/>
                    <a:pt x="43378" y="17985"/>
                  </a:cubicBezTo>
                  <a:lnTo>
                    <a:pt x="43436" y="17913"/>
                  </a:lnTo>
                  <a:cubicBezTo>
                    <a:pt x="43402" y="17888"/>
                    <a:pt x="43372" y="17860"/>
                    <a:pt x="43339" y="17834"/>
                  </a:cubicBezTo>
                  <a:cubicBezTo>
                    <a:pt x="43282" y="17785"/>
                    <a:pt x="43337" y="17694"/>
                    <a:pt x="43399" y="17694"/>
                  </a:cubicBezTo>
                  <a:cubicBezTo>
                    <a:pt x="43412" y="17694"/>
                    <a:pt x="43425" y="17698"/>
                    <a:pt x="43438" y="17707"/>
                  </a:cubicBezTo>
                  <a:cubicBezTo>
                    <a:pt x="44757" y="18647"/>
                    <a:pt x="46235" y="19355"/>
                    <a:pt x="47832" y="19663"/>
                  </a:cubicBezTo>
                  <a:cubicBezTo>
                    <a:pt x="48177" y="19729"/>
                    <a:pt x="48540" y="19774"/>
                    <a:pt x="48896" y="19774"/>
                  </a:cubicBezTo>
                  <a:cubicBezTo>
                    <a:pt x="49734" y="19774"/>
                    <a:pt x="50537" y="19525"/>
                    <a:pt x="51000" y="18719"/>
                  </a:cubicBezTo>
                  <a:cubicBezTo>
                    <a:pt x="51428" y="17973"/>
                    <a:pt x="51444" y="17095"/>
                    <a:pt x="51328" y="16271"/>
                  </a:cubicBezTo>
                  <a:cubicBezTo>
                    <a:pt x="51046" y="14225"/>
                    <a:pt x="49871" y="11579"/>
                    <a:pt x="51931" y="10078"/>
                  </a:cubicBezTo>
                  <a:lnTo>
                    <a:pt x="51915" y="10055"/>
                  </a:lnTo>
                  <a:cubicBezTo>
                    <a:pt x="51882" y="10081"/>
                    <a:pt x="51838" y="10097"/>
                    <a:pt x="51793" y="10097"/>
                  </a:cubicBezTo>
                  <a:cubicBezTo>
                    <a:pt x="51743" y="10097"/>
                    <a:pt x="51691" y="10077"/>
                    <a:pt x="51653" y="10028"/>
                  </a:cubicBezTo>
                  <a:cubicBezTo>
                    <a:pt x="49855" y="7666"/>
                    <a:pt x="52279" y="4826"/>
                    <a:pt x="51122" y="2360"/>
                  </a:cubicBezTo>
                  <a:cubicBezTo>
                    <a:pt x="50662" y="1381"/>
                    <a:pt x="49845" y="1062"/>
                    <a:pt x="48940" y="1062"/>
                  </a:cubicBezTo>
                  <a:cubicBezTo>
                    <a:pt x="48040" y="1062"/>
                    <a:pt x="47052" y="1377"/>
                    <a:pt x="46241" y="1670"/>
                  </a:cubicBezTo>
                  <a:cubicBezTo>
                    <a:pt x="44817" y="2185"/>
                    <a:pt x="43581" y="2988"/>
                    <a:pt x="42397" y="3914"/>
                  </a:cubicBezTo>
                  <a:cubicBezTo>
                    <a:pt x="42385" y="4012"/>
                    <a:pt x="42294" y="4075"/>
                    <a:pt x="42213" y="4075"/>
                  </a:cubicBezTo>
                  <a:cubicBezTo>
                    <a:pt x="42152" y="4075"/>
                    <a:pt x="42097" y="4040"/>
                    <a:pt x="42086" y="3958"/>
                  </a:cubicBezTo>
                  <a:cubicBezTo>
                    <a:pt x="41799" y="2028"/>
                    <a:pt x="41175" y="90"/>
                    <a:pt x="38833" y="67"/>
                  </a:cubicBezTo>
                  <a:cubicBezTo>
                    <a:pt x="38820" y="67"/>
                    <a:pt x="38807" y="67"/>
                    <a:pt x="38794" y="67"/>
                  </a:cubicBezTo>
                  <a:cubicBezTo>
                    <a:pt x="37002" y="67"/>
                    <a:pt x="35260" y="1156"/>
                    <a:pt x="33566" y="1630"/>
                  </a:cubicBezTo>
                  <a:cubicBezTo>
                    <a:pt x="32535" y="1920"/>
                    <a:pt x="31487" y="2085"/>
                    <a:pt x="30459" y="2085"/>
                  </a:cubicBezTo>
                  <a:cubicBezTo>
                    <a:pt x="28662" y="2085"/>
                    <a:pt x="26928" y="1580"/>
                    <a:pt x="25457" y="358"/>
                  </a:cubicBezTo>
                  <a:cubicBezTo>
                    <a:pt x="24329" y="1819"/>
                    <a:pt x="22682" y="2359"/>
                    <a:pt x="20972" y="2359"/>
                  </a:cubicBezTo>
                  <a:cubicBezTo>
                    <a:pt x="19891" y="2359"/>
                    <a:pt x="18785" y="2143"/>
                    <a:pt x="17770" y="1809"/>
                  </a:cubicBezTo>
                  <a:cubicBezTo>
                    <a:pt x="15997" y="1224"/>
                    <a:pt x="14295" y="129"/>
                    <a:pt x="12400" y="10"/>
                  </a:cubicBezTo>
                  <a:cubicBezTo>
                    <a:pt x="12304" y="4"/>
                    <a:pt x="12206" y="1"/>
                    <a:pt x="121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154"/>
            <p:cNvSpPr/>
            <p:nvPr/>
          </p:nvSpPr>
          <p:spPr>
            <a:xfrm>
              <a:off x="4391325" y="1432182"/>
              <a:ext cx="449000" cy="147275"/>
            </a:xfrm>
            <a:custGeom>
              <a:rect b="b" l="l" r="r" t="t"/>
              <a:pathLst>
                <a:path extrusionOk="0" h="5891" w="17960">
                  <a:moveTo>
                    <a:pt x="17779" y="1"/>
                  </a:moveTo>
                  <a:cubicBezTo>
                    <a:pt x="17716" y="1"/>
                    <a:pt x="17656" y="35"/>
                    <a:pt x="17636" y="115"/>
                  </a:cubicBezTo>
                  <a:cubicBezTo>
                    <a:pt x="17153" y="1979"/>
                    <a:pt x="16677" y="4129"/>
                    <a:pt x="14832" y="5135"/>
                  </a:cubicBezTo>
                  <a:cubicBezTo>
                    <a:pt x="14365" y="5390"/>
                    <a:pt x="13916" y="5495"/>
                    <a:pt x="13480" y="5495"/>
                  </a:cubicBezTo>
                  <a:cubicBezTo>
                    <a:pt x="11986" y="5495"/>
                    <a:pt x="10644" y="4271"/>
                    <a:pt x="9238" y="3688"/>
                  </a:cubicBezTo>
                  <a:cubicBezTo>
                    <a:pt x="7824" y="3103"/>
                    <a:pt x="6286" y="2798"/>
                    <a:pt x="4753" y="2798"/>
                  </a:cubicBezTo>
                  <a:cubicBezTo>
                    <a:pt x="3133" y="2798"/>
                    <a:pt x="1517" y="3139"/>
                    <a:pt x="56" y="3849"/>
                  </a:cubicBezTo>
                  <a:cubicBezTo>
                    <a:pt x="0" y="3875"/>
                    <a:pt x="5" y="3944"/>
                    <a:pt x="37" y="3984"/>
                  </a:cubicBezTo>
                  <a:cubicBezTo>
                    <a:pt x="51" y="4001"/>
                    <a:pt x="71" y="4014"/>
                    <a:pt x="95" y="4014"/>
                  </a:cubicBezTo>
                  <a:cubicBezTo>
                    <a:pt x="104" y="4014"/>
                    <a:pt x="113" y="4012"/>
                    <a:pt x="122" y="4008"/>
                  </a:cubicBezTo>
                  <a:cubicBezTo>
                    <a:pt x="1626" y="3468"/>
                    <a:pt x="3182" y="3148"/>
                    <a:pt x="4758" y="3148"/>
                  </a:cubicBezTo>
                  <a:cubicBezTo>
                    <a:pt x="5377" y="3148"/>
                    <a:pt x="5999" y="3197"/>
                    <a:pt x="6622" y="3302"/>
                  </a:cubicBezTo>
                  <a:cubicBezTo>
                    <a:pt x="7707" y="3485"/>
                    <a:pt x="8772" y="3817"/>
                    <a:pt x="9760" y="4306"/>
                  </a:cubicBezTo>
                  <a:cubicBezTo>
                    <a:pt x="10520" y="4680"/>
                    <a:pt x="11200" y="5207"/>
                    <a:pt x="11977" y="5546"/>
                  </a:cubicBezTo>
                  <a:cubicBezTo>
                    <a:pt x="12519" y="5786"/>
                    <a:pt x="13022" y="5890"/>
                    <a:pt x="13485" y="5890"/>
                  </a:cubicBezTo>
                  <a:cubicBezTo>
                    <a:pt x="13523" y="5890"/>
                    <a:pt x="13560" y="5890"/>
                    <a:pt x="13597" y="5888"/>
                  </a:cubicBezTo>
                  <a:cubicBezTo>
                    <a:pt x="16111" y="5787"/>
                    <a:pt x="17453" y="2499"/>
                    <a:pt x="17945" y="201"/>
                  </a:cubicBezTo>
                  <a:cubicBezTo>
                    <a:pt x="17959" y="134"/>
                    <a:pt x="17936" y="79"/>
                    <a:pt x="17896" y="44"/>
                  </a:cubicBezTo>
                  <a:cubicBezTo>
                    <a:pt x="17864" y="16"/>
                    <a:pt x="17821" y="1"/>
                    <a:pt x="177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154"/>
            <p:cNvSpPr/>
            <p:nvPr/>
          </p:nvSpPr>
          <p:spPr>
            <a:xfrm>
              <a:off x="3954650" y="1435482"/>
              <a:ext cx="443875" cy="121825"/>
            </a:xfrm>
            <a:custGeom>
              <a:rect b="b" l="l" r="r" t="t"/>
              <a:pathLst>
                <a:path extrusionOk="0" h="4873" w="17755">
                  <a:moveTo>
                    <a:pt x="138" y="1"/>
                  </a:moveTo>
                  <a:cubicBezTo>
                    <a:pt x="70" y="1"/>
                    <a:pt x="1" y="57"/>
                    <a:pt x="23" y="143"/>
                  </a:cubicBezTo>
                  <a:cubicBezTo>
                    <a:pt x="35" y="189"/>
                    <a:pt x="47" y="235"/>
                    <a:pt x="61" y="281"/>
                  </a:cubicBezTo>
                  <a:cubicBezTo>
                    <a:pt x="738" y="2777"/>
                    <a:pt x="2546" y="4873"/>
                    <a:pt x="5195" y="4873"/>
                  </a:cubicBezTo>
                  <a:cubicBezTo>
                    <a:pt x="5394" y="4873"/>
                    <a:pt x="5598" y="4861"/>
                    <a:pt x="5807" y="4836"/>
                  </a:cubicBezTo>
                  <a:cubicBezTo>
                    <a:pt x="8242" y="4550"/>
                    <a:pt x="11272" y="2995"/>
                    <a:pt x="13982" y="2995"/>
                  </a:cubicBezTo>
                  <a:cubicBezTo>
                    <a:pt x="15222" y="2995"/>
                    <a:pt x="16394" y="3320"/>
                    <a:pt x="17412" y="4241"/>
                  </a:cubicBezTo>
                  <a:cubicBezTo>
                    <a:pt x="17445" y="4271"/>
                    <a:pt x="17481" y="4284"/>
                    <a:pt x="17517" y="4284"/>
                  </a:cubicBezTo>
                  <a:cubicBezTo>
                    <a:pt x="17643" y="4284"/>
                    <a:pt x="17754" y="4125"/>
                    <a:pt x="17636" y="4017"/>
                  </a:cubicBezTo>
                  <a:cubicBezTo>
                    <a:pt x="17585" y="3969"/>
                    <a:pt x="17531" y="3925"/>
                    <a:pt x="17479" y="3881"/>
                  </a:cubicBezTo>
                  <a:cubicBezTo>
                    <a:pt x="16471" y="3037"/>
                    <a:pt x="15218" y="2749"/>
                    <a:pt x="13919" y="2749"/>
                  </a:cubicBezTo>
                  <a:cubicBezTo>
                    <a:pt x="12525" y="2749"/>
                    <a:pt x="11079" y="3081"/>
                    <a:pt x="9829" y="3412"/>
                  </a:cubicBezTo>
                  <a:cubicBezTo>
                    <a:pt x="8316" y="3814"/>
                    <a:pt x="6715" y="4542"/>
                    <a:pt x="5118" y="4542"/>
                  </a:cubicBezTo>
                  <a:cubicBezTo>
                    <a:pt x="4682" y="4542"/>
                    <a:pt x="4248" y="4488"/>
                    <a:pt x="3815" y="4359"/>
                  </a:cubicBezTo>
                  <a:cubicBezTo>
                    <a:pt x="1914" y="3793"/>
                    <a:pt x="767" y="1872"/>
                    <a:pt x="244" y="83"/>
                  </a:cubicBezTo>
                  <a:cubicBezTo>
                    <a:pt x="228" y="25"/>
                    <a:pt x="183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154"/>
            <p:cNvSpPr/>
            <p:nvPr/>
          </p:nvSpPr>
          <p:spPr>
            <a:xfrm>
              <a:off x="3706450" y="1010207"/>
              <a:ext cx="260125" cy="488475"/>
            </a:xfrm>
            <a:custGeom>
              <a:rect b="b" l="l" r="r" t="t"/>
              <a:pathLst>
                <a:path extrusionOk="0" h="19539" w="10405">
                  <a:moveTo>
                    <a:pt x="4298" y="0"/>
                  </a:moveTo>
                  <a:cubicBezTo>
                    <a:pt x="3696" y="0"/>
                    <a:pt x="3129" y="165"/>
                    <a:pt x="2635" y="568"/>
                  </a:cubicBezTo>
                  <a:cubicBezTo>
                    <a:pt x="0" y="2721"/>
                    <a:pt x="4742" y="7059"/>
                    <a:pt x="1750" y="9296"/>
                  </a:cubicBezTo>
                  <a:cubicBezTo>
                    <a:pt x="1736" y="9292"/>
                    <a:pt x="1721" y="9290"/>
                    <a:pt x="1707" y="9290"/>
                  </a:cubicBezTo>
                  <a:cubicBezTo>
                    <a:pt x="1620" y="9290"/>
                    <a:pt x="1540" y="9367"/>
                    <a:pt x="1544" y="9449"/>
                  </a:cubicBezTo>
                  <a:cubicBezTo>
                    <a:pt x="1490" y="9507"/>
                    <a:pt x="1536" y="9598"/>
                    <a:pt x="1609" y="9598"/>
                  </a:cubicBezTo>
                  <a:cubicBezTo>
                    <a:pt x="1619" y="9598"/>
                    <a:pt x="1630" y="9596"/>
                    <a:pt x="1641" y="9592"/>
                  </a:cubicBezTo>
                  <a:lnTo>
                    <a:pt x="1641" y="9592"/>
                  </a:lnTo>
                  <a:cubicBezTo>
                    <a:pt x="4371" y="12040"/>
                    <a:pt x="46" y="16087"/>
                    <a:pt x="2542" y="18678"/>
                  </a:cubicBezTo>
                  <a:cubicBezTo>
                    <a:pt x="3136" y="19295"/>
                    <a:pt x="3915" y="19538"/>
                    <a:pt x="4755" y="19538"/>
                  </a:cubicBezTo>
                  <a:cubicBezTo>
                    <a:pt x="6593" y="19538"/>
                    <a:pt x="8724" y="18374"/>
                    <a:pt x="9856" y="17408"/>
                  </a:cubicBezTo>
                  <a:cubicBezTo>
                    <a:pt x="9882" y="17384"/>
                    <a:pt x="9884" y="17352"/>
                    <a:pt x="9872" y="17324"/>
                  </a:cubicBezTo>
                  <a:cubicBezTo>
                    <a:pt x="9859" y="17293"/>
                    <a:pt x="9829" y="17268"/>
                    <a:pt x="9798" y="17268"/>
                  </a:cubicBezTo>
                  <a:cubicBezTo>
                    <a:pt x="9785" y="17268"/>
                    <a:pt x="9772" y="17272"/>
                    <a:pt x="9760" y="17281"/>
                  </a:cubicBezTo>
                  <a:cubicBezTo>
                    <a:pt x="8522" y="18119"/>
                    <a:pt x="7172" y="18809"/>
                    <a:pt x="5687" y="19072"/>
                  </a:cubicBezTo>
                  <a:cubicBezTo>
                    <a:pt x="5366" y="19129"/>
                    <a:pt x="5023" y="19169"/>
                    <a:pt x="4681" y="19169"/>
                  </a:cubicBezTo>
                  <a:cubicBezTo>
                    <a:pt x="3970" y="19169"/>
                    <a:pt x="3262" y="18998"/>
                    <a:pt x="2756" y="18463"/>
                  </a:cubicBezTo>
                  <a:cubicBezTo>
                    <a:pt x="2071" y="17740"/>
                    <a:pt x="2006" y="16650"/>
                    <a:pt x="2126" y="15720"/>
                  </a:cubicBezTo>
                  <a:cubicBezTo>
                    <a:pt x="2394" y="13674"/>
                    <a:pt x="3740" y="11125"/>
                    <a:pt x="1925" y="9433"/>
                  </a:cubicBezTo>
                  <a:cubicBezTo>
                    <a:pt x="3766" y="8244"/>
                    <a:pt x="2916" y="5665"/>
                    <a:pt x="2480" y="3917"/>
                  </a:cubicBezTo>
                  <a:cubicBezTo>
                    <a:pt x="2214" y="2850"/>
                    <a:pt x="1914" y="1355"/>
                    <a:pt x="3078" y="673"/>
                  </a:cubicBezTo>
                  <a:cubicBezTo>
                    <a:pt x="3426" y="469"/>
                    <a:pt x="3823" y="390"/>
                    <a:pt x="4229" y="390"/>
                  </a:cubicBezTo>
                  <a:cubicBezTo>
                    <a:pt x="4771" y="390"/>
                    <a:pt x="5328" y="532"/>
                    <a:pt x="5804" y="710"/>
                  </a:cubicBezTo>
                  <a:cubicBezTo>
                    <a:pt x="7359" y="1289"/>
                    <a:pt x="8757" y="2347"/>
                    <a:pt x="10208" y="3144"/>
                  </a:cubicBezTo>
                  <a:cubicBezTo>
                    <a:pt x="10231" y="3157"/>
                    <a:pt x="10253" y="3162"/>
                    <a:pt x="10274" y="3162"/>
                  </a:cubicBezTo>
                  <a:cubicBezTo>
                    <a:pt x="10348" y="3162"/>
                    <a:pt x="10404" y="3093"/>
                    <a:pt x="10404" y="3021"/>
                  </a:cubicBezTo>
                  <a:cubicBezTo>
                    <a:pt x="10404" y="2982"/>
                    <a:pt x="10385" y="2940"/>
                    <a:pt x="10341" y="2912"/>
                  </a:cubicBezTo>
                  <a:cubicBezTo>
                    <a:pt x="8950" y="2015"/>
                    <a:pt x="6406" y="0"/>
                    <a:pt x="4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42" name="Google Shape;3442;p154"/>
          <p:cNvSpPr txBox="1"/>
          <p:nvPr>
            <p:ph type="ctrTitle"/>
          </p:nvPr>
        </p:nvSpPr>
        <p:spPr>
          <a:xfrm flipH="1">
            <a:off x="3050275" y="3150850"/>
            <a:ext cx="3043500" cy="42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3443" name="Google Shape;3443;p154"/>
          <p:cNvSpPr txBox="1"/>
          <p:nvPr>
            <p:ph idx="1" type="subTitle"/>
          </p:nvPr>
        </p:nvSpPr>
        <p:spPr>
          <a:xfrm flipH="1">
            <a:off x="1698300" y="1796000"/>
            <a:ext cx="5747400" cy="135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indent="0" lvl="0" marL="0" marR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Gloria Hallelujah"/>
              <a:buNone/>
              <a:defRPr sz="23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3444" name="Google Shape;3444;p154"/>
          <p:cNvGrpSpPr/>
          <p:nvPr/>
        </p:nvGrpSpPr>
        <p:grpSpPr>
          <a:xfrm rot="899936">
            <a:off x="1146983" y="4620964"/>
            <a:ext cx="226551" cy="205209"/>
            <a:chOff x="1640475" y="1197075"/>
            <a:chExt cx="55475" cy="50250"/>
          </a:xfrm>
        </p:grpSpPr>
        <p:sp>
          <p:nvSpPr>
            <p:cNvPr id="3445" name="Google Shape;3445;p15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15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15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48" name="Google Shape;3448;p154"/>
          <p:cNvSpPr/>
          <p:nvPr/>
        </p:nvSpPr>
        <p:spPr>
          <a:xfrm flipH="1" rot="-1799742">
            <a:off x="364579" y="391309"/>
            <a:ext cx="434371" cy="10175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9" name="Google Shape;3449;p154"/>
          <p:cNvSpPr/>
          <p:nvPr/>
        </p:nvSpPr>
        <p:spPr>
          <a:xfrm flipH="1" rot="-9899901">
            <a:off x="5037735" y="4802269"/>
            <a:ext cx="545173" cy="12772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50" name="Google Shape;3450;p154"/>
          <p:cNvGrpSpPr/>
          <p:nvPr/>
        </p:nvGrpSpPr>
        <p:grpSpPr>
          <a:xfrm rot="-7199893">
            <a:off x="6496818" y="4744065"/>
            <a:ext cx="228603" cy="207088"/>
            <a:chOff x="1640475" y="1197075"/>
            <a:chExt cx="55475" cy="50250"/>
          </a:xfrm>
        </p:grpSpPr>
        <p:sp>
          <p:nvSpPr>
            <p:cNvPr id="3451" name="Google Shape;3451;p15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15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15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54" name="Google Shape;3454;p154"/>
          <p:cNvSpPr/>
          <p:nvPr/>
        </p:nvSpPr>
        <p:spPr>
          <a:xfrm flipH="1" rot="-143173">
            <a:off x="2774705" y="264946"/>
            <a:ext cx="970033" cy="22723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55" name="Google Shape;3455;p154"/>
          <p:cNvGrpSpPr/>
          <p:nvPr/>
        </p:nvGrpSpPr>
        <p:grpSpPr>
          <a:xfrm rot="-5400176">
            <a:off x="8462420" y="504765"/>
            <a:ext cx="324157" cy="293631"/>
            <a:chOff x="1640475" y="1197075"/>
            <a:chExt cx="55475" cy="50250"/>
          </a:xfrm>
        </p:grpSpPr>
        <p:sp>
          <p:nvSpPr>
            <p:cNvPr id="3456" name="Google Shape;3456;p15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15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15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59" name="Google Shape;3459;p154"/>
          <p:cNvGrpSpPr/>
          <p:nvPr/>
        </p:nvGrpSpPr>
        <p:grpSpPr>
          <a:xfrm rot="-9900030">
            <a:off x="667534" y="4625752"/>
            <a:ext cx="215932" cy="195605"/>
            <a:chOff x="1640475" y="1197075"/>
            <a:chExt cx="55475" cy="50250"/>
          </a:xfrm>
        </p:grpSpPr>
        <p:sp>
          <p:nvSpPr>
            <p:cNvPr id="3460" name="Google Shape;3460;p15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15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15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63" name="Google Shape;3463;p154"/>
          <p:cNvGrpSpPr/>
          <p:nvPr/>
        </p:nvGrpSpPr>
        <p:grpSpPr>
          <a:xfrm rot="-7200118">
            <a:off x="415533" y="1000416"/>
            <a:ext cx="332475" cy="301169"/>
            <a:chOff x="1640475" y="1197075"/>
            <a:chExt cx="55475" cy="50250"/>
          </a:xfrm>
        </p:grpSpPr>
        <p:sp>
          <p:nvSpPr>
            <p:cNvPr id="3464" name="Google Shape;3464;p15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15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15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67" name="Google Shape;3467;p154"/>
          <p:cNvSpPr/>
          <p:nvPr/>
        </p:nvSpPr>
        <p:spPr>
          <a:xfrm>
            <a:off x="8536325" y="4434061"/>
            <a:ext cx="609613" cy="95515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68" name="Google Shape;3468;p154"/>
          <p:cNvSpPr/>
          <p:nvPr/>
        </p:nvSpPr>
        <p:spPr>
          <a:xfrm rot="-1920372">
            <a:off x="-35598" y="3964576"/>
            <a:ext cx="988874" cy="900813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 1">
  <p:cSld name="CUSTOM_2_1">
    <p:spTree>
      <p:nvGrpSpPr>
        <p:cNvPr id="3469" name="Shape 34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70" name="Google Shape;3470;p155"/>
          <p:cNvSpPr txBox="1"/>
          <p:nvPr>
            <p:ph type="ctrTitle"/>
          </p:nvPr>
        </p:nvSpPr>
        <p:spPr>
          <a:xfrm flipH="1">
            <a:off x="5176498" y="3324697"/>
            <a:ext cx="2776500" cy="42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3471" name="Google Shape;3471;p155"/>
          <p:cNvSpPr txBox="1"/>
          <p:nvPr>
            <p:ph idx="1" type="subTitle"/>
          </p:nvPr>
        </p:nvSpPr>
        <p:spPr>
          <a:xfrm flipH="1">
            <a:off x="4771100" y="1171938"/>
            <a:ext cx="3587100" cy="1907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indent="0" lvl="0" marL="0" marR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Gloria Hallelujah"/>
              <a:buNone/>
              <a:defRPr sz="23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472" name="Google Shape;3472;p155"/>
          <p:cNvSpPr/>
          <p:nvPr/>
        </p:nvSpPr>
        <p:spPr>
          <a:xfrm flipH="1" rot="10800000">
            <a:off x="7304265" y="3447135"/>
            <a:ext cx="1985649" cy="2326869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73" name="Google Shape;3473;p155"/>
          <p:cNvSpPr/>
          <p:nvPr/>
        </p:nvSpPr>
        <p:spPr>
          <a:xfrm rot="10800000">
            <a:off x="5767795" y="-76801"/>
            <a:ext cx="3634529" cy="1998485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74" name="Google Shape;3474;p155"/>
          <p:cNvSpPr/>
          <p:nvPr/>
        </p:nvSpPr>
        <p:spPr>
          <a:xfrm flipH="1" rot="10800000">
            <a:off x="-288300" y="3753050"/>
            <a:ext cx="3133499" cy="2020960"/>
          </a:xfrm>
          <a:custGeom>
            <a:rect b="b" l="l" r="r" t="t"/>
            <a:pathLst>
              <a:path extrusionOk="0" h="11330" w="20526">
                <a:moveTo>
                  <a:pt x="12939" y="1"/>
                </a:moveTo>
                <a:cubicBezTo>
                  <a:pt x="11999" y="1"/>
                  <a:pt x="11086" y="167"/>
                  <a:pt x="10169" y="370"/>
                </a:cubicBezTo>
                <a:cubicBezTo>
                  <a:pt x="9691" y="476"/>
                  <a:pt x="9213" y="584"/>
                  <a:pt x="8731" y="667"/>
                </a:cubicBezTo>
                <a:cubicBezTo>
                  <a:pt x="8234" y="750"/>
                  <a:pt x="7732" y="802"/>
                  <a:pt x="7229" y="839"/>
                </a:cubicBezTo>
                <a:cubicBezTo>
                  <a:pt x="6231" y="913"/>
                  <a:pt x="5230" y="935"/>
                  <a:pt x="4235" y="1052"/>
                </a:cubicBezTo>
                <a:cubicBezTo>
                  <a:pt x="3806" y="1102"/>
                  <a:pt x="3380" y="1184"/>
                  <a:pt x="2951" y="1235"/>
                </a:cubicBezTo>
                <a:cubicBezTo>
                  <a:pt x="2746" y="1260"/>
                  <a:pt x="2537" y="1279"/>
                  <a:pt x="2328" y="1279"/>
                </a:cubicBezTo>
                <a:cubicBezTo>
                  <a:pt x="2138" y="1279"/>
                  <a:pt x="1948" y="1263"/>
                  <a:pt x="1762" y="1222"/>
                </a:cubicBezTo>
                <a:cubicBezTo>
                  <a:pt x="1578" y="1180"/>
                  <a:pt x="1402" y="1113"/>
                  <a:pt x="1242" y="1012"/>
                </a:cubicBezTo>
                <a:cubicBezTo>
                  <a:pt x="1161" y="960"/>
                  <a:pt x="1089" y="870"/>
                  <a:pt x="988" y="868"/>
                </a:cubicBezTo>
                <a:cubicBezTo>
                  <a:pt x="985" y="868"/>
                  <a:pt x="983" y="868"/>
                  <a:pt x="981" y="868"/>
                </a:cubicBezTo>
                <a:cubicBezTo>
                  <a:pt x="897" y="868"/>
                  <a:pt x="810" y="887"/>
                  <a:pt x="732" y="917"/>
                </a:cubicBezTo>
                <a:cubicBezTo>
                  <a:pt x="360" y="1060"/>
                  <a:pt x="147" y="1435"/>
                  <a:pt x="79" y="1816"/>
                </a:cubicBezTo>
                <a:cubicBezTo>
                  <a:pt x="38" y="2046"/>
                  <a:pt x="37" y="2279"/>
                  <a:pt x="38" y="2512"/>
                </a:cubicBezTo>
                <a:cubicBezTo>
                  <a:pt x="38" y="2767"/>
                  <a:pt x="39" y="3024"/>
                  <a:pt x="40" y="3279"/>
                </a:cubicBezTo>
                <a:cubicBezTo>
                  <a:pt x="42" y="3797"/>
                  <a:pt x="44" y="4315"/>
                  <a:pt x="46" y="4833"/>
                </a:cubicBezTo>
                <a:cubicBezTo>
                  <a:pt x="50" y="5817"/>
                  <a:pt x="54" y="6803"/>
                  <a:pt x="57" y="7787"/>
                </a:cubicBezTo>
                <a:cubicBezTo>
                  <a:pt x="55" y="7786"/>
                  <a:pt x="54" y="7785"/>
                  <a:pt x="52" y="7785"/>
                </a:cubicBezTo>
                <a:cubicBezTo>
                  <a:pt x="0" y="7785"/>
                  <a:pt x="101" y="8649"/>
                  <a:pt x="628" y="8724"/>
                </a:cubicBezTo>
                <a:cubicBezTo>
                  <a:pt x="1441" y="8840"/>
                  <a:pt x="1514" y="10145"/>
                  <a:pt x="2146" y="10693"/>
                </a:cubicBezTo>
                <a:cubicBezTo>
                  <a:pt x="2452" y="10957"/>
                  <a:pt x="2805" y="11167"/>
                  <a:pt x="3199" y="11261"/>
                </a:cubicBezTo>
                <a:cubicBezTo>
                  <a:pt x="3402" y="11310"/>
                  <a:pt x="3609" y="11330"/>
                  <a:pt x="3816" y="11330"/>
                </a:cubicBezTo>
                <a:cubicBezTo>
                  <a:pt x="4077" y="11330"/>
                  <a:pt x="4340" y="11298"/>
                  <a:pt x="4597" y="11251"/>
                </a:cubicBezTo>
                <a:cubicBezTo>
                  <a:pt x="5367" y="11113"/>
                  <a:pt x="6207" y="10865"/>
                  <a:pt x="6645" y="10152"/>
                </a:cubicBezTo>
                <a:cubicBezTo>
                  <a:pt x="6859" y="9801"/>
                  <a:pt x="6970" y="9395"/>
                  <a:pt x="7203" y="9055"/>
                </a:cubicBezTo>
                <a:cubicBezTo>
                  <a:pt x="7421" y="8736"/>
                  <a:pt x="7758" y="8532"/>
                  <a:pt x="8120" y="8419"/>
                </a:cubicBezTo>
                <a:cubicBezTo>
                  <a:pt x="8559" y="8282"/>
                  <a:pt x="9011" y="8265"/>
                  <a:pt x="9465" y="8265"/>
                </a:cubicBezTo>
                <a:cubicBezTo>
                  <a:pt x="9615" y="8265"/>
                  <a:pt x="9765" y="8267"/>
                  <a:pt x="9915" y="8267"/>
                </a:cubicBezTo>
                <a:cubicBezTo>
                  <a:pt x="10115" y="8267"/>
                  <a:pt x="10316" y="8264"/>
                  <a:pt x="10515" y="8248"/>
                </a:cubicBezTo>
                <a:cubicBezTo>
                  <a:pt x="10927" y="8216"/>
                  <a:pt x="11342" y="8132"/>
                  <a:pt x="11707" y="7927"/>
                </a:cubicBezTo>
                <a:cubicBezTo>
                  <a:pt x="12074" y="7718"/>
                  <a:pt x="12352" y="7394"/>
                  <a:pt x="12600" y="7055"/>
                </a:cubicBezTo>
                <a:cubicBezTo>
                  <a:pt x="13089" y="6385"/>
                  <a:pt x="13543" y="5673"/>
                  <a:pt x="14244" y="5207"/>
                </a:cubicBezTo>
                <a:cubicBezTo>
                  <a:pt x="14594" y="4972"/>
                  <a:pt x="14986" y="4825"/>
                  <a:pt x="15405" y="4792"/>
                </a:cubicBezTo>
                <a:cubicBezTo>
                  <a:pt x="15494" y="4785"/>
                  <a:pt x="15582" y="4782"/>
                  <a:pt x="15670" y="4782"/>
                </a:cubicBezTo>
                <a:cubicBezTo>
                  <a:pt x="16070" y="4782"/>
                  <a:pt x="16469" y="4843"/>
                  <a:pt x="16866" y="4877"/>
                </a:cubicBezTo>
                <a:cubicBezTo>
                  <a:pt x="17302" y="4915"/>
                  <a:pt x="17740" y="4933"/>
                  <a:pt x="18178" y="4933"/>
                </a:cubicBezTo>
                <a:cubicBezTo>
                  <a:pt x="18243" y="4933"/>
                  <a:pt x="18309" y="4933"/>
                  <a:pt x="18374" y="4932"/>
                </a:cubicBezTo>
                <a:cubicBezTo>
                  <a:pt x="18585" y="4929"/>
                  <a:pt x="18814" y="4941"/>
                  <a:pt x="19012" y="4857"/>
                </a:cubicBezTo>
                <a:cubicBezTo>
                  <a:pt x="19193" y="4780"/>
                  <a:pt x="19305" y="4623"/>
                  <a:pt x="19390" y="4450"/>
                </a:cubicBezTo>
                <a:cubicBezTo>
                  <a:pt x="19618" y="3989"/>
                  <a:pt x="19825" y="3515"/>
                  <a:pt x="20041" y="3049"/>
                </a:cubicBezTo>
                <a:cubicBezTo>
                  <a:pt x="20147" y="2821"/>
                  <a:pt x="20256" y="2595"/>
                  <a:pt x="20357" y="2365"/>
                </a:cubicBezTo>
                <a:cubicBezTo>
                  <a:pt x="20444" y="2165"/>
                  <a:pt x="20525" y="1951"/>
                  <a:pt x="20518" y="1728"/>
                </a:cubicBezTo>
                <a:cubicBezTo>
                  <a:pt x="20505" y="1297"/>
                  <a:pt x="20161" y="1008"/>
                  <a:pt x="19822" y="810"/>
                </a:cubicBezTo>
                <a:cubicBezTo>
                  <a:pt x="19463" y="601"/>
                  <a:pt x="19065" y="469"/>
                  <a:pt x="18660" y="392"/>
                </a:cubicBezTo>
                <a:cubicBezTo>
                  <a:pt x="17815" y="229"/>
                  <a:pt x="16950" y="272"/>
                  <a:pt x="16095" y="224"/>
                </a:cubicBezTo>
                <a:cubicBezTo>
                  <a:pt x="15084" y="168"/>
                  <a:pt x="14079" y="19"/>
                  <a:pt x="13065" y="2"/>
                </a:cubicBezTo>
                <a:cubicBezTo>
                  <a:pt x="13023" y="1"/>
                  <a:pt x="12981" y="1"/>
                  <a:pt x="12939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75" name="Google Shape;3475;p155"/>
          <p:cNvSpPr/>
          <p:nvPr/>
        </p:nvSpPr>
        <p:spPr>
          <a:xfrm rot="10800000">
            <a:off x="-582169" y="-470812"/>
            <a:ext cx="3721240" cy="1536322"/>
          </a:xfrm>
          <a:custGeom>
            <a:rect b="b" l="l" r="r" t="t"/>
            <a:pathLst>
              <a:path extrusionOk="0" h="8613" w="24376">
                <a:moveTo>
                  <a:pt x="12572" y="1"/>
                </a:moveTo>
                <a:cubicBezTo>
                  <a:pt x="11930" y="1"/>
                  <a:pt x="11305" y="137"/>
                  <a:pt x="10778" y="460"/>
                </a:cubicBezTo>
                <a:cubicBezTo>
                  <a:pt x="10193" y="818"/>
                  <a:pt x="9818" y="1341"/>
                  <a:pt x="9503" y="1852"/>
                </a:cubicBezTo>
                <a:cubicBezTo>
                  <a:pt x="9167" y="2398"/>
                  <a:pt x="8889" y="2969"/>
                  <a:pt x="8475" y="3485"/>
                </a:cubicBezTo>
                <a:cubicBezTo>
                  <a:pt x="8044" y="4023"/>
                  <a:pt x="7451" y="4445"/>
                  <a:pt x="6633" y="4599"/>
                </a:cubicBezTo>
                <a:cubicBezTo>
                  <a:pt x="6259" y="4669"/>
                  <a:pt x="5879" y="4690"/>
                  <a:pt x="5496" y="4690"/>
                </a:cubicBezTo>
                <a:cubicBezTo>
                  <a:pt x="4945" y="4690"/>
                  <a:pt x="4388" y="4646"/>
                  <a:pt x="3837" y="4646"/>
                </a:cubicBezTo>
                <a:cubicBezTo>
                  <a:pt x="3701" y="4646"/>
                  <a:pt x="3564" y="4649"/>
                  <a:pt x="3429" y="4656"/>
                </a:cubicBezTo>
                <a:cubicBezTo>
                  <a:pt x="2927" y="4680"/>
                  <a:pt x="2424" y="4755"/>
                  <a:pt x="1974" y="4934"/>
                </a:cubicBezTo>
                <a:cubicBezTo>
                  <a:pt x="1568" y="5095"/>
                  <a:pt x="1218" y="5332"/>
                  <a:pt x="943" y="5611"/>
                </a:cubicBezTo>
                <a:cubicBezTo>
                  <a:pt x="425" y="6133"/>
                  <a:pt x="179" y="6806"/>
                  <a:pt x="311" y="7456"/>
                </a:cubicBezTo>
                <a:cubicBezTo>
                  <a:pt x="309" y="7456"/>
                  <a:pt x="307" y="7456"/>
                  <a:pt x="305" y="7456"/>
                </a:cubicBezTo>
                <a:cubicBezTo>
                  <a:pt x="282" y="7456"/>
                  <a:pt x="258" y="7461"/>
                  <a:pt x="234" y="7475"/>
                </a:cubicBezTo>
                <a:cubicBezTo>
                  <a:pt x="83" y="7556"/>
                  <a:pt x="1" y="7677"/>
                  <a:pt x="4" y="7821"/>
                </a:cubicBezTo>
                <a:cubicBezTo>
                  <a:pt x="12" y="8172"/>
                  <a:pt x="404" y="8373"/>
                  <a:pt x="826" y="8396"/>
                </a:cubicBezTo>
                <a:cubicBezTo>
                  <a:pt x="860" y="8398"/>
                  <a:pt x="894" y="8399"/>
                  <a:pt x="929" y="8399"/>
                </a:cubicBezTo>
                <a:cubicBezTo>
                  <a:pt x="1162" y="8399"/>
                  <a:pt x="1397" y="8361"/>
                  <a:pt x="1626" y="8334"/>
                </a:cubicBezTo>
                <a:cubicBezTo>
                  <a:pt x="1931" y="8297"/>
                  <a:pt x="2238" y="8262"/>
                  <a:pt x="2544" y="8230"/>
                </a:cubicBezTo>
                <a:cubicBezTo>
                  <a:pt x="3747" y="8107"/>
                  <a:pt x="4958" y="8023"/>
                  <a:pt x="6170" y="7965"/>
                </a:cubicBezTo>
                <a:cubicBezTo>
                  <a:pt x="8591" y="7850"/>
                  <a:pt x="11019" y="7838"/>
                  <a:pt x="13445" y="7824"/>
                </a:cubicBezTo>
                <a:cubicBezTo>
                  <a:pt x="13813" y="7822"/>
                  <a:pt x="14182" y="7820"/>
                  <a:pt x="14552" y="7820"/>
                </a:cubicBezTo>
                <a:cubicBezTo>
                  <a:pt x="16507" y="7820"/>
                  <a:pt x="18472" y="7870"/>
                  <a:pt x="20390" y="8174"/>
                </a:cubicBezTo>
                <a:cubicBezTo>
                  <a:pt x="20952" y="8264"/>
                  <a:pt x="21511" y="8375"/>
                  <a:pt x="22057" y="8512"/>
                </a:cubicBezTo>
                <a:cubicBezTo>
                  <a:pt x="22240" y="8558"/>
                  <a:pt x="22430" y="8612"/>
                  <a:pt x="22625" y="8612"/>
                </a:cubicBezTo>
                <a:cubicBezTo>
                  <a:pt x="22665" y="8612"/>
                  <a:pt x="22706" y="8610"/>
                  <a:pt x="22747" y="8605"/>
                </a:cubicBezTo>
                <a:cubicBezTo>
                  <a:pt x="22986" y="8575"/>
                  <a:pt x="23126" y="8437"/>
                  <a:pt x="23188" y="8265"/>
                </a:cubicBezTo>
                <a:cubicBezTo>
                  <a:pt x="23342" y="7840"/>
                  <a:pt x="23440" y="7396"/>
                  <a:pt x="23556" y="6963"/>
                </a:cubicBezTo>
                <a:cubicBezTo>
                  <a:pt x="23675" y="6520"/>
                  <a:pt x="23785" y="6077"/>
                  <a:pt x="23879" y="5631"/>
                </a:cubicBezTo>
                <a:cubicBezTo>
                  <a:pt x="24251" y="3879"/>
                  <a:pt x="24375" y="2063"/>
                  <a:pt x="23717" y="343"/>
                </a:cubicBezTo>
                <a:cubicBezTo>
                  <a:pt x="23697" y="293"/>
                  <a:pt x="23642" y="267"/>
                  <a:pt x="23586" y="267"/>
                </a:cubicBezTo>
                <a:cubicBezTo>
                  <a:pt x="23541" y="267"/>
                  <a:pt x="23495" y="284"/>
                  <a:pt x="23467" y="317"/>
                </a:cubicBezTo>
                <a:cubicBezTo>
                  <a:pt x="23327" y="480"/>
                  <a:pt x="23169" y="631"/>
                  <a:pt x="22991" y="769"/>
                </a:cubicBezTo>
                <a:cubicBezTo>
                  <a:pt x="22274" y="1328"/>
                  <a:pt x="21289" y="1670"/>
                  <a:pt x="20281" y="1764"/>
                </a:cubicBezTo>
                <a:cubicBezTo>
                  <a:pt x="20062" y="1784"/>
                  <a:pt x="19841" y="1794"/>
                  <a:pt x="19620" y="1794"/>
                </a:cubicBezTo>
                <a:cubicBezTo>
                  <a:pt x="18644" y="1794"/>
                  <a:pt x="17671" y="1601"/>
                  <a:pt x="16789" y="1286"/>
                </a:cubicBezTo>
                <a:cubicBezTo>
                  <a:pt x="15722" y="905"/>
                  <a:pt x="14754" y="349"/>
                  <a:pt x="13607" y="110"/>
                </a:cubicBezTo>
                <a:cubicBezTo>
                  <a:pt x="13266" y="40"/>
                  <a:pt x="12917" y="1"/>
                  <a:pt x="12572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76" name="Google Shape;3476;p155"/>
          <p:cNvGrpSpPr/>
          <p:nvPr/>
        </p:nvGrpSpPr>
        <p:grpSpPr>
          <a:xfrm flipH="1" rot="6282408">
            <a:off x="8550732" y="1247401"/>
            <a:ext cx="221771" cy="200883"/>
            <a:chOff x="1640475" y="1197075"/>
            <a:chExt cx="55475" cy="50250"/>
          </a:xfrm>
        </p:grpSpPr>
        <p:sp>
          <p:nvSpPr>
            <p:cNvPr id="3477" name="Google Shape;3477;p15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15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15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80" name="Google Shape;3480;p155"/>
          <p:cNvGrpSpPr/>
          <p:nvPr/>
        </p:nvGrpSpPr>
        <p:grpSpPr>
          <a:xfrm flipH="1" rot="1058897">
            <a:off x="1580056" y="228600"/>
            <a:ext cx="215936" cy="195603"/>
            <a:chOff x="1640475" y="1197075"/>
            <a:chExt cx="55475" cy="50250"/>
          </a:xfrm>
        </p:grpSpPr>
        <p:sp>
          <p:nvSpPr>
            <p:cNvPr id="3481" name="Google Shape;3481;p15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15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15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84" name="Google Shape;3484;p155"/>
          <p:cNvSpPr/>
          <p:nvPr/>
        </p:nvSpPr>
        <p:spPr>
          <a:xfrm flipH="1" rot="8431516">
            <a:off x="3395658" y="4170446"/>
            <a:ext cx="529784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85" name="Google Shape;3485;p155"/>
          <p:cNvGrpSpPr/>
          <p:nvPr/>
        </p:nvGrpSpPr>
        <p:grpSpPr>
          <a:xfrm flipH="1" rot="-900000">
            <a:off x="544277" y="3921386"/>
            <a:ext cx="347165" cy="314462"/>
            <a:chOff x="1640475" y="1197075"/>
            <a:chExt cx="55475" cy="50250"/>
          </a:xfrm>
        </p:grpSpPr>
        <p:sp>
          <p:nvSpPr>
            <p:cNvPr id="3486" name="Google Shape;3486;p15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15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15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89" name="Google Shape;3489;p155"/>
          <p:cNvGrpSpPr/>
          <p:nvPr/>
        </p:nvGrpSpPr>
        <p:grpSpPr>
          <a:xfrm flipH="1" rot="-899970">
            <a:off x="8808559" y="3390166"/>
            <a:ext cx="215932" cy="195605"/>
            <a:chOff x="1640475" y="1197075"/>
            <a:chExt cx="55475" cy="50250"/>
          </a:xfrm>
        </p:grpSpPr>
        <p:sp>
          <p:nvSpPr>
            <p:cNvPr id="3490" name="Google Shape;3490;p15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15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15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93" name="Google Shape;3493;p155"/>
          <p:cNvSpPr/>
          <p:nvPr/>
        </p:nvSpPr>
        <p:spPr>
          <a:xfrm flipH="1" rot="-10799880">
            <a:off x="6525508" y="258994"/>
            <a:ext cx="529792" cy="12411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4" name="Google Shape;3494;p155"/>
          <p:cNvSpPr/>
          <p:nvPr/>
        </p:nvSpPr>
        <p:spPr>
          <a:xfrm flipH="1">
            <a:off x="3766739" y="438088"/>
            <a:ext cx="529811" cy="424916"/>
          </a:xfrm>
          <a:custGeom>
            <a:rect b="b" l="l" r="r" t="t"/>
            <a:pathLst>
              <a:path extrusionOk="0" h="7512" w="9366">
                <a:moveTo>
                  <a:pt x="1151" y="361"/>
                </a:moveTo>
                <a:cubicBezTo>
                  <a:pt x="1522" y="390"/>
                  <a:pt x="1902" y="410"/>
                  <a:pt x="2283" y="429"/>
                </a:cubicBezTo>
                <a:cubicBezTo>
                  <a:pt x="3044" y="488"/>
                  <a:pt x="3805" y="536"/>
                  <a:pt x="4556" y="605"/>
                </a:cubicBezTo>
                <a:cubicBezTo>
                  <a:pt x="5951" y="712"/>
                  <a:pt x="7346" y="858"/>
                  <a:pt x="8741" y="1044"/>
                </a:cubicBezTo>
                <a:cubicBezTo>
                  <a:pt x="8165" y="1746"/>
                  <a:pt x="7570" y="2419"/>
                  <a:pt x="6936" y="3063"/>
                </a:cubicBezTo>
                <a:lnTo>
                  <a:pt x="3639" y="1561"/>
                </a:lnTo>
                <a:cubicBezTo>
                  <a:pt x="3083" y="1307"/>
                  <a:pt x="2517" y="1053"/>
                  <a:pt x="1961" y="800"/>
                </a:cubicBezTo>
                <a:cubicBezTo>
                  <a:pt x="1639" y="653"/>
                  <a:pt x="1307" y="497"/>
                  <a:pt x="976" y="361"/>
                </a:cubicBezTo>
                <a:close/>
                <a:moveTo>
                  <a:pt x="605" y="819"/>
                </a:moveTo>
                <a:cubicBezTo>
                  <a:pt x="888" y="1044"/>
                  <a:pt x="1180" y="1258"/>
                  <a:pt x="1463" y="1473"/>
                </a:cubicBezTo>
                <a:lnTo>
                  <a:pt x="2839" y="2556"/>
                </a:lnTo>
                <a:lnTo>
                  <a:pt x="5434" y="4595"/>
                </a:lnTo>
                <a:cubicBezTo>
                  <a:pt x="5161" y="4770"/>
                  <a:pt x="4888" y="4956"/>
                  <a:pt x="4614" y="5151"/>
                </a:cubicBezTo>
                <a:cubicBezTo>
                  <a:pt x="4609" y="5150"/>
                  <a:pt x="4604" y="5149"/>
                  <a:pt x="4599" y="5149"/>
                </a:cubicBezTo>
                <a:cubicBezTo>
                  <a:pt x="4546" y="5149"/>
                  <a:pt x="4495" y="5195"/>
                  <a:pt x="4468" y="5248"/>
                </a:cubicBezTo>
                <a:cubicBezTo>
                  <a:pt x="4088" y="5512"/>
                  <a:pt x="3717" y="5785"/>
                  <a:pt x="3346" y="6058"/>
                </a:cubicBezTo>
                <a:cubicBezTo>
                  <a:pt x="2839" y="5102"/>
                  <a:pt x="2341" y="4146"/>
                  <a:pt x="1854" y="3190"/>
                </a:cubicBezTo>
                <a:lnTo>
                  <a:pt x="1034" y="1639"/>
                </a:lnTo>
                <a:cubicBezTo>
                  <a:pt x="888" y="1366"/>
                  <a:pt x="732" y="1102"/>
                  <a:pt x="605" y="819"/>
                </a:cubicBezTo>
                <a:close/>
                <a:moveTo>
                  <a:pt x="1434" y="995"/>
                </a:moveTo>
                <a:lnTo>
                  <a:pt x="1776" y="1151"/>
                </a:lnTo>
                <a:cubicBezTo>
                  <a:pt x="2332" y="1405"/>
                  <a:pt x="2897" y="1668"/>
                  <a:pt x="3454" y="1922"/>
                </a:cubicBezTo>
                <a:lnTo>
                  <a:pt x="6907" y="3483"/>
                </a:lnTo>
                <a:cubicBezTo>
                  <a:pt x="6917" y="3483"/>
                  <a:pt x="6926" y="3492"/>
                  <a:pt x="6946" y="3492"/>
                </a:cubicBezTo>
                <a:cubicBezTo>
                  <a:pt x="6936" y="3551"/>
                  <a:pt x="6936" y="3600"/>
                  <a:pt x="6936" y="3658"/>
                </a:cubicBezTo>
                <a:cubicBezTo>
                  <a:pt x="6917" y="3834"/>
                  <a:pt x="6907" y="4009"/>
                  <a:pt x="6897" y="4185"/>
                </a:cubicBezTo>
                <a:cubicBezTo>
                  <a:pt x="6868" y="4517"/>
                  <a:pt x="6848" y="4848"/>
                  <a:pt x="6829" y="5180"/>
                </a:cubicBezTo>
                <a:lnTo>
                  <a:pt x="6751" y="6273"/>
                </a:lnTo>
                <a:cubicBezTo>
                  <a:pt x="6644" y="6009"/>
                  <a:pt x="6536" y="5736"/>
                  <a:pt x="6439" y="5463"/>
                </a:cubicBezTo>
                <a:cubicBezTo>
                  <a:pt x="6341" y="5200"/>
                  <a:pt x="6214" y="4946"/>
                  <a:pt x="6078" y="4702"/>
                </a:cubicBezTo>
                <a:cubicBezTo>
                  <a:pt x="6009" y="4585"/>
                  <a:pt x="5873" y="4361"/>
                  <a:pt x="5717" y="4341"/>
                </a:cubicBezTo>
                <a:lnTo>
                  <a:pt x="3093" y="2292"/>
                </a:lnTo>
                <a:lnTo>
                  <a:pt x="1707" y="1219"/>
                </a:lnTo>
                <a:cubicBezTo>
                  <a:pt x="1610" y="1141"/>
                  <a:pt x="1522" y="1073"/>
                  <a:pt x="1434" y="995"/>
                </a:cubicBezTo>
                <a:close/>
                <a:moveTo>
                  <a:pt x="5668" y="4878"/>
                </a:moveTo>
                <a:lnTo>
                  <a:pt x="5697" y="4917"/>
                </a:lnTo>
                <a:cubicBezTo>
                  <a:pt x="5834" y="5151"/>
                  <a:pt x="5941" y="5395"/>
                  <a:pt x="6039" y="5648"/>
                </a:cubicBezTo>
                <a:cubicBezTo>
                  <a:pt x="6185" y="6029"/>
                  <a:pt x="6331" y="6419"/>
                  <a:pt x="6478" y="6799"/>
                </a:cubicBezTo>
                <a:cubicBezTo>
                  <a:pt x="6292" y="6634"/>
                  <a:pt x="6107" y="6468"/>
                  <a:pt x="5912" y="6302"/>
                </a:cubicBezTo>
                <a:cubicBezTo>
                  <a:pt x="5707" y="6117"/>
                  <a:pt x="5502" y="5921"/>
                  <a:pt x="5297" y="5717"/>
                </a:cubicBezTo>
                <a:cubicBezTo>
                  <a:pt x="5200" y="5619"/>
                  <a:pt x="5092" y="5512"/>
                  <a:pt x="4995" y="5404"/>
                </a:cubicBezTo>
                <a:cubicBezTo>
                  <a:pt x="4975" y="5395"/>
                  <a:pt x="4966" y="5375"/>
                  <a:pt x="4956" y="5365"/>
                </a:cubicBezTo>
                <a:cubicBezTo>
                  <a:pt x="5200" y="5200"/>
                  <a:pt x="5434" y="5034"/>
                  <a:pt x="5668" y="4878"/>
                </a:cubicBezTo>
                <a:close/>
                <a:moveTo>
                  <a:pt x="781" y="1"/>
                </a:moveTo>
                <a:cubicBezTo>
                  <a:pt x="615" y="1"/>
                  <a:pt x="449" y="9"/>
                  <a:pt x="283" y="19"/>
                </a:cubicBezTo>
                <a:cubicBezTo>
                  <a:pt x="267" y="13"/>
                  <a:pt x="250" y="10"/>
                  <a:pt x="234" y="10"/>
                </a:cubicBezTo>
                <a:cubicBezTo>
                  <a:pt x="202" y="10"/>
                  <a:pt x="169" y="23"/>
                  <a:pt x="137" y="49"/>
                </a:cubicBezTo>
                <a:lnTo>
                  <a:pt x="107" y="49"/>
                </a:lnTo>
                <a:cubicBezTo>
                  <a:pt x="29" y="68"/>
                  <a:pt x="0" y="156"/>
                  <a:pt x="39" y="224"/>
                </a:cubicBezTo>
                <a:cubicBezTo>
                  <a:pt x="39" y="234"/>
                  <a:pt x="49" y="253"/>
                  <a:pt x="59" y="263"/>
                </a:cubicBezTo>
                <a:cubicBezTo>
                  <a:pt x="49" y="302"/>
                  <a:pt x="59" y="351"/>
                  <a:pt x="98" y="380"/>
                </a:cubicBezTo>
                <a:cubicBezTo>
                  <a:pt x="146" y="839"/>
                  <a:pt x="410" y="1268"/>
                  <a:pt x="624" y="1678"/>
                </a:cubicBezTo>
                <a:lnTo>
                  <a:pt x="1434" y="3229"/>
                </a:lnTo>
                <a:cubicBezTo>
                  <a:pt x="1990" y="4292"/>
                  <a:pt x="2546" y="5346"/>
                  <a:pt x="3112" y="6409"/>
                </a:cubicBezTo>
                <a:cubicBezTo>
                  <a:pt x="3142" y="6482"/>
                  <a:pt x="3207" y="6521"/>
                  <a:pt x="3275" y="6521"/>
                </a:cubicBezTo>
                <a:cubicBezTo>
                  <a:pt x="3316" y="6521"/>
                  <a:pt x="3358" y="6507"/>
                  <a:pt x="3395" y="6477"/>
                </a:cubicBezTo>
                <a:cubicBezTo>
                  <a:pt x="3805" y="6175"/>
                  <a:pt x="4214" y="5882"/>
                  <a:pt x="4624" y="5590"/>
                </a:cubicBezTo>
                <a:lnTo>
                  <a:pt x="4702" y="5668"/>
                </a:lnTo>
                <a:cubicBezTo>
                  <a:pt x="4810" y="5775"/>
                  <a:pt x="4907" y="5882"/>
                  <a:pt x="5014" y="5980"/>
                </a:cubicBezTo>
                <a:cubicBezTo>
                  <a:pt x="5210" y="6185"/>
                  <a:pt x="5414" y="6370"/>
                  <a:pt x="5619" y="6556"/>
                </a:cubicBezTo>
                <a:cubicBezTo>
                  <a:pt x="5834" y="6741"/>
                  <a:pt x="6048" y="6926"/>
                  <a:pt x="6273" y="7102"/>
                </a:cubicBezTo>
                <a:cubicBezTo>
                  <a:pt x="6380" y="7190"/>
                  <a:pt x="6497" y="7277"/>
                  <a:pt x="6614" y="7355"/>
                </a:cubicBezTo>
                <a:cubicBezTo>
                  <a:pt x="6692" y="7434"/>
                  <a:pt x="6790" y="7482"/>
                  <a:pt x="6897" y="7512"/>
                </a:cubicBezTo>
                <a:cubicBezTo>
                  <a:pt x="6946" y="7512"/>
                  <a:pt x="6985" y="7482"/>
                  <a:pt x="6995" y="7434"/>
                </a:cubicBezTo>
                <a:lnTo>
                  <a:pt x="6995" y="7414"/>
                </a:lnTo>
                <a:cubicBezTo>
                  <a:pt x="7053" y="7385"/>
                  <a:pt x="7083" y="7326"/>
                  <a:pt x="7092" y="7268"/>
                </a:cubicBezTo>
                <a:cubicBezTo>
                  <a:pt x="7112" y="6575"/>
                  <a:pt x="7141" y="5882"/>
                  <a:pt x="7170" y="5180"/>
                </a:cubicBezTo>
                <a:cubicBezTo>
                  <a:pt x="7180" y="4839"/>
                  <a:pt x="7190" y="4487"/>
                  <a:pt x="7209" y="4146"/>
                </a:cubicBezTo>
                <a:cubicBezTo>
                  <a:pt x="7209" y="3970"/>
                  <a:pt x="7219" y="3795"/>
                  <a:pt x="7229" y="3619"/>
                </a:cubicBezTo>
                <a:cubicBezTo>
                  <a:pt x="7239" y="3531"/>
                  <a:pt x="7229" y="3453"/>
                  <a:pt x="7190" y="3375"/>
                </a:cubicBezTo>
                <a:cubicBezTo>
                  <a:pt x="7931" y="2624"/>
                  <a:pt x="8624" y="1834"/>
                  <a:pt x="9287" y="1014"/>
                </a:cubicBezTo>
                <a:cubicBezTo>
                  <a:pt x="9365" y="888"/>
                  <a:pt x="9297" y="712"/>
                  <a:pt x="9141" y="692"/>
                </a:cubicBezTo>
                <a:cubicBezTo>
                  <a:pt x="7639" y="497"/>
                  <a:pt x="6127" y="332"/>
                  <a:pt x="4614" y="205"/>
                </a:cubicBezTo>
                <a:cubicBezTo>
                  <a:pt x="3853" y="146"/>
                  <a:pt x="3093" y="97"/>
                  <a:pt x="2332" y="58"/>
                </a:cubicBezTo>
                <a:cubicBezTo>
                  <a:pt x="1951" y="39"/>
                  <a:pt x="1571" y="29"/>
                  <a:pt x="1190" y="19"/>
                </a:cubicBezTo>
                <a:cubicBezTo>
                  <a:pt x="1054" y="6"/>
                  <a:pt x="917" y="1"/>
                  <a:pt x="7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SECTION_HEADER_1">
    <p:spTree>
      <p:nvGrpSpPr>
        <p:cNvPr id="3495" name="Shape 34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6" name="Google Shape;3496;p156"/>
          <p:cNvSpPr/>
          <p:nvPr/>
        </p:nvSpPr>
        <p:spPr>
          <a:xfrm rot="10800000">
            <a:off x="-470007" y="-486251"/>
            <a:ext cx="4205930" cy="2291529"/>
          </a:xfrm>
          <a:custGeom>
            <a:rect b="b" l="l" r="r" t="t"/>
            <a:pathLst>
              <a:path extrusionOk="0" h="14261" w="26175">
                <a:moveTo>
                  <a:pt x="21312" y="0"/>
                </a:moveTo>
                <a:cubicBezTo>
                  <a:pt x="20977" y="0"/>
                  <a:pt x="20642" y="41"/>
                  <a:pt x="20313" y="99"/>
                </a:cubicBezTo>
                <a:cubicBezTo>
                  <a:pt x="19331" y="273"/>
                  <a:pt x="18260" y="586"/>
                  <a:pt x="17702" y="1484"/>
                </a:cubicBezTo>
                <a:cubicBezTo>
                  <a:pt x="17428" y="1925"/>
                  <a:pt x="17287" y="2436"/>
                  <a:pt x="16990" y="2864"/>
                </a:cubicBezTo>
                <a:cubicBezTo>
                  <a:pt x="16710" y="3266"/>
                  <a:pt x="16282" y="3522"/>
                  <a:pt x="15821" y="3664"/>
                </a:cubicBezTo>
                <a:cubicBezTo>
                  <a:pt x="15261" y="3837"/>
                  <a:pt x="14685" y="3858"/>
                  <a:pt x="14107" y="3858"/>
                </a:cubicBezTo>
                <a:cubicBezTo>
                  <a:pt x="13914" y="3858"/>
                  <a:pt x="13720" y="3856"/>
                  <a:pt x="13527" y="3856"/>
                </a:cubicBezTo>
                <a:cubicBezTo>
                  <a:pt x="13273" y="3856"/>
                  <a:pt x="13019" y="3860"/>
                  <a:pt x="12766" y="3880"/>
                </a:cubicBezTo>
                <a:cubicBezTo>
                  <a:pt x="12240" y="3921"/>
                  <a:pt x="11711" y="4025"/>
                  <a:pt x="11246" y="4285"/>
                </a:cubicBezTo>
                <a:cubicBezTo>
                  <a:pt x="10777" y="4547"/>
                  <a:pt x="10423" y="4956"/>
                  <a:pt x="10107" y="5381"/>
                </a:cubicBezTo>
                <a:cubicBezTo>
                  <a:pt x="9484" y="6224"/>
                  <a:pt x="8906" y="7121"/>
                  <a:pt x="8012" y="7708"/>
                </a:cubicBezTo>
                <a:cubicBezTo>
                  <a:pt x="7566" y="8003"/>
                  <a:pt x="7065" y="8190"/>
                  <a:pt x="6530" y="8231"/>
                </a:cubicBezTo>
                <a:cubicBezTo>
                  <a:pt x="6418" y="8239"/>
                  <a:pt x="6306" y="8243"/>
                  <a:pt x="6194" y="8243"/>
                </a:cubicBezTo>
                <a:cubicBezTo>
                  <a:pt x="5684" y="8243"/>
                  <a:pt x="5174" y="8166"/>
                  <a:pt x="4666" y="8122"/>
                </a:cubicBezTo>
                <a:cubicBezTo>
                  <a:pt x="4112" y="8075"/>
                  <a:pt x="3557" y="8052"/>
                  <a:pt x="3001" y="8052"/>
                </a:cubicBezTo>
                <a:cubicBezTo>
                  <a:pt x="2916" y="8052"/>
                  <a:pt x="2830" y="8052"/>
                  <a:pt x="2744" y="8054"/>
                </a:cubicBezTo>
                <a:cubicBezTo>
                  <a:pt x="2475" y="8057"/>
                  <a:pt x="2183" y="8043"/>
                  <a:pt x="1931" y="8148"/>
                </a:cubicBezTo>
                <a:cubicBezTo>
                  <a:pt x="1700" y="8244"/>
                  <a:pt x="1557" y="8443"/>
                  <a:pt x="1448" y="8660"/>
                </a:cubicBezTo>
                <a:cubicBezTo>
                  <a:pt x="1157" y="9242"/>
                  <a:pt x="895" y="9837"/>
                  <a:pt x="618" y="10425"/>
                </a:cubicBezTo>
                <a:cubicBezTo>
                  <a:pt x="483" y="10711"/>
                  <a:pt x="344" y="10996"/>
                  <a:pt x="215" y="11284"/>
                </a:cubicBezTo>
                <a:cubicBezTo>
                  <a:pt x="103" y="11537"/>
                  <a:pt x="1" y="11806"/>
                  <a:pt x="9" y="12087"/>
                </a:cubicBezTo>
                <a:cubicBezTo>
                  <a:pt x="26" y="12628"/>
                  <a:pt x="464" y="12993"/>
                  <a:pt x="898" y="13242"/>
                </a:cubicBezTo>
                <a:cubicBezTo>
                  <a:pt x="1355" y="13506"/>
                  <a:pt x="1863" y="13671"/>
                  <a:pt x="2379" y="13769"/>
                </a:cubicBezTo>
                <a:cubicBezTo>
                  <a:pt x="3456" y="13974"/>
                  <a:pt x="4560" y="13920"/>
                  <a:pt x="5650" y="13980"/>
                </a:cubicBezTo>
                <a:cubicBezTo>
                  <a:pt x="6939" y="14051"/>
                  <a:pt x="8222" y="14239"/>
                  <a:pt x="9514" y="14259"/>
                </a:cubicBezTo>
                <a:cubicBezTo>
                  <a:pt x="9569" y="14260"/>
                  <a:pt x="9623" y="14261"/>
                  <a:pt x="9677" y="14261"/>
                </a:cubicBezTo>
                <a:cubicBezTo>
                  <a:pt x="10875" y="14261"/>
                  <a:pt x="12038" y="14052"/>
                  <a:pt x="13207" y="13797"/>
                </a:cubicBezTo>
                <a:cubicBezTo>
                  <a:pt x="13817" y="13663"/>
                  <a:pt x="14426" y="13526"/>
                  <a:pt x="15041" y="13424"/>
                </a:cubicBezTo>
                <a:cubicBezTo>
                  <a:pt x="15675" y="13317"/>
                  <a:pt x="16315" y="13253"/>
                  <a:pt x="16956" y="13206"/>
                </a:cubicBezTo>
                <a:cubicBezTo>
                  <a:pt x="18228" y="13113"/>
                  <a:pt x="19506" y="13085"/>
                  <a:pt x="20774" y="12938"/>
                </a:cubicBezTo>
                <a:cubicBezTo>
                  <a:pt x="21322" y="12875"/>
                  <a:pt x="21864" y="12773"/>
                  <a:pt x="22412" y="12707"/>
                </a:cubicBezTo>
                <a:cubicBezTo>
                  <a:pt x="22674" y="12676"/>
                  <a:pt x="22942" y="12652"/>
                  <a:pt x="23208" y="12652"/>
                </a:cubicBezTo>
                <a:cubicBezTo>
                  <a:pt x="23451" y="12652"/>
                  <a:pt x="23692" y="12672"/>
                  <a:pt x="23928" y="12724"/>
                </a:cubicBezTo>
                <a:cubicBezTo>
                  <a:pt x="24162" y="12777"/>
                  <a:pt x="24387" y="12861"/>
                  <a:pt x="24591" y="12989"/>
                </a:cubicBezTo>
                <a:cubicBezTo>
                  <a:pt x="24696" y="13055"/>
                  <a:pt x="24788" y="13167"/>
                  <a:pt x="24915" y="13170"/>
                </a:cubicBezTo>
                <a:cubicBezTo>
                  <a:pt x="24918" y="13170"/>
                  <a:pt x="24920" y="13170"/>
                  <a:pt x="24923" y="13170"/>
                </a:cubicBezTo>
                <a:cubicBezTo>
                  <a:pt x="25030" y="13170"/>
                  <a:pt x="25141" y="13147"/>
                  <a:pt x="25241" y="13108"/>
                </a:cubicBezTo>
                <a:cubicBezTo>
                  <a:pt x="25716" y="12928"/>
                  <a:pt x="25988" y="12456"/>
                  <a:pt x="26075" y="11977"/>
                </a:cubicBezTo>
                <a:cubicBezTo>
                  <a:pt x="26127" y="11687"/>
                  <a:pt x="26128" y="11393"/>
                  <a:pt x="26127" y="11099"/>
                </a:cubicBezTo>
                <a:cubicBezTo>
                  <a:pt x="26126" y="10779"/>
                  <a:pt x="26124" y="10457"/>
                  <a:pt x="26123" y="10135"/>
                </a:cubicBezTo>
                <a:cubicBezTo>
                  <a:pt x="26121" y="9483"/>
                  <a:pt x="26118" y="8831"/>
                  <a:pt x="26116" y="8179"/>
                </a:cubicBezTo>
                <a:cubicBezTo>
                  <a:pt x="26112" y="6939"/>
                  <a:pt x="26107" y="5700"/>
                  <a:pt x="26102" y="4459"/>
                </a:cubicBezTo>
                <a:lnTo>
                  <a:pt x="26102" y="4459"/>
                </a:lnTo>
                <a:cubicBezTo>
                  <a:pt x="26105" y="4461"/>
                  <a:pt x="26107" y="4462"/>
                  <a:pt x="26109" y="4462"/>
                </a:cubicBezTo>
                <a:cubicBezTo>
                  <a:pt x="26174" y="4462"/>
                  <a:pt x="26046" y="3375"/>
                  <a:pt x="25375" y="3280"/>
                </a:cubicBezTo>
                <a:cubicBezTo>
                  <a:pt x="24338" y="3135"/>
                  <a:pt x="24244" y="1492"/>
                  <a:pt x="23438" y="803"/>
                </a:cubicBezTo>
                <a:cubicBezTo>
                  <a:pt x="23048" y="470"/>
                  <a:pt x="22597" y="206"/>
                  <a:pt x="22095" y="87"/>
                </a:cubicBezTo>
                <a:cubicBezTo>
                  <a:pt x="21837" y="25"/>
                  <a:pt x="21575" y="0"/>
                  <a:pt x="21312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7" name="Google Shape;3497;p156"/>
          <p:cNvSpPr/>
          <p:nvPr/>
        </p:nvSpPr>
        <p:spPr>
          <a:xfrm rot="10800000">
            <a:off x="7300302" y="-415230"/>
            <a:ext cx="2089708" cy="2096136"/>
          </a:xfrm>
          <a:custGeom>
            <a:rect b="b" l="l" r="r" t="t"/>
            <a:pathLst>
              <a:path extrusionOk="0" h="13045" w="13005">
                <a:moveTo>
                  <a:pt x="1922" y="1"/>
                </a:moveTo>
                <a:cubicBezTo>
                  <a:pt x="1849" y="1"/>
                  <a:pt x="1776" y="4"/>
                  <a:pt x="1703" y="11"/>
                </a:cubicBezTo>
                <a:cubicBezTo>
                  <a:pt x="1260" y="54"/>
                  <a:pt x="818" y="227"/>
                  <a:pt x="503" y="551"/>
                </a:cubicBezTo>
                <a:cubicBezTo>
                  <a:pt x="150" y="913"/>
                  <a:pt x="38" y="1411"/>
                  <a:pt x="20" y="1903"/>
                </a:cubicBezTo>
                <a:cubicBezTo>
                  <a:pt x="0" y="2484"/>
                  <a:pt x="46" y="3073"/>
                  <a:pt x="66" y="3654"/>
                </a:cubicBezTo>
                <a:cubicBezTo>
                  <a:pt x="86" y="4273"/>
                  <a:pt x="107" y="4891"/>
                  <a:pt x="127" y="5509"/>
                </a:cubicBezTo>
                <a:lnTo>
                  <a:pt x="374" y="12928"/>
                </a:lnTo>
                <a:cubicBezTo>
                  <a:pt x="376" y="12996"/>
                  <a:pt x="429" y="13044"/>
                  <a:pt x="492" y="13044"/>
                </a:cubicBezTo>
                <a:cubicBezTo>
                  <a:pt x="501" y="13044"/>
                  <a:pt x="511" y="13043"/>
                  <a:pt x="520" y="13041"/>
                </a:cubicBezTo>
                <a:cubicBezTo>
                  <a:pt x="1437" y="12830"/>
                  <a:pt x="2365" y="12670"/>
                  <a:pt x="3299" y="12564"/>
                </a:cubicBezTo>
                <a:cubicBezTo>
                  <a:pt x="4235" y="12458"/>
                  <a:pt x="5175" y="12406"/>
                  <a:pt x="6116" y="12406"/>
                </a:cubicBezTo>
                <a:cubicBezTo>
                  <a:pt x="6835" y="12406"/>
                  <a:pt x="7554" y="12436"/>
                  <a:pt x="8271" y="12496"/>
                </a:cubicBezTo>
                <a:cubicBezTo>
                  <a:pt x="8728" y="12533"/>
                  <a:pt x="9209" y="12577"/>
                  <a:pt x="9687" y="12577"/>
                </a:cubicBezTo>
                <a:cubicBezTo>
                  <a:pt x="10492" y="12577"/>
                  <a:pt x="11288" y="12454"/>
                  <a:pt x="11947" y="11977"/>
                </a:cubicBezTo>
                <a:lnTo>
                  <a:pt x="11947" y="11977"/>
                </a:lnTo>
                <a:cubicBezTo>
                  <a:pt x="11945" y="11988"/>
                  <a:pt x="11948" y="11993"/>
                  <a:pt x="11955" y="11993"/>
                </a:cubicBezTo>
                <a:cubicBezTo>
                  <a:pt x="12017" y="11993"/>
                  <a:pt x="12409" y="11534"/>
                  <a:pt x="12496" y="11300"/>
                </a:cubicBezTo>
                <a:cubicBezTo>
                  <a:pt x="12866" y="10319"/>
                  <a:pt x="13005" y="9208"/>
                  <a:pt x="12677" y="8195"/>
                </a:cubicBezTo>
                <a:cubicBezTo>
                  <a:pt x="12404" y="7349"/>
                  <a:pt x="11818" y="6569"/>
                  <a:pt x="11000" y="6188"/>
                </a:cubicBezTo>
                <a:cubicBezTo>
                  <a:pt x="10082" y="5759"/>
                  <a:pt x="9032" y="5924"/>
                  <a:pt x="8092" y="5581"/>
                </a:cubicBezTo>
                <a:cubicBezTo>
                  <a:pt x="7160" y="5240"/>
                  <a:pt x="6737" y="4324"/>
                  <a:pt x="6316" y="3499"/>
                </a:cubicBezTo>
                <a:cubicBezTo>
                  <a:pt x="5859" y="2602"/>
                  <a:pt x="5271" y="1802"/>
                  <a:pt x="4492" y="1159"/>
                </a:cubicBezTo>
                <a:cubicBezTo>
                  <a:pt x="3786" y="579"/>
                  <a:pt x="2870" y="1"/>
                  <a:pt x="1922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8" name="Google Shape;3498;p156"/>
          <p:cNvSpPr/>
          <p:nvPr/>
        </p:nvSpPr>
        <p:spPr>
          <a:xfrm rot="10800000">
            <a:off x="5339943" y="3964766"/>
            <a:ext cx="3916858" cy="1383980"/>
          </a:xfrm>
          <a:custGeom>
            <a:rect b="b" l="l" r="r" t="t"/>
            <a:pathLst>
              <a:path extrusionOk="0" h="8613" w="24376">
                <a:moveTo>
                  <a:pt x="1748" y="0"/>
                </a:moveTo>
                <a:cubicBezTo>
                  <a:pt x="1709" y="0"/>
                  <a:pt x="1669" y="2"/>
                  <a:pt x="1629" y="7"/>
                </a:cubicBezTo>
                <a:cubicBezTo>
                  <a:pt x="1391" y="38"/>
                  <a:pt x="1250" y="176"/>
                  <a:pt x="1187" y="347"/>
                </a:cubicBezTo>
                <a:cubicBezTo>
                  <a:pt x="1033" y="773"/>
                  <a:pt x="935" y="1218"/>
                  <a:pt x="819" y="1650"/>
                </a:cubicBezTo>
                <a:cubicBezTo>
                  <a:pt x="701" y="2092"/>
                  <a:pt x="590" y="2536"/>
                  <a:pt x="496" y="2983"/>
                </a:cubicBezTo>
                <a:cubicBezTo>
                  <a:pt x="126" y="4733"/>
                  <a:pt x="0" y="6549"/>
                  <a:pt x="659" y="8271"/>
                </a:cubicBezTo>
                <a:cubicBezTo>
                  <a:pt x="678" y="8321"/>
                  <a:pt x="733" y="8346"/>
                  <a:pt x="790" y="8346"/>
                </a:cubicBezTo>
                <a:cubicBezTo>
                  <a:pt x="835" y="8346"/>
                  <a:pt x="881" y="8329"/>
                  <a:pt x="910" y="8296"/>
                </a:cubicBezTo>
                <a:cubicBezTo>
                  <a:pt x="1048" y="8134"/>
                  <a:pt x="1206" y="7983"/>
                  <a:pt x="1385" y="7843"/>
                </a:cubicBezTo>
                <a:cubicBezTo>
                  <a:pt x="2101" y="7284"/>
                  <a:pt x="3087" y="6944"/>
                  <a:pt x="4095" y="6849"/>
                </a:cubicBezTo>
                <a:cubicBezTo>
                  <a:pt x="4314" y="6828"/>
                  <a:pt x="4534" y="6818"/>
                  <a:pt x="4754" y="6818"/>
                </a:cubicBezTo>
                <a:cubicBezTo>
                  <a:pt x="5730" y="6818"/>
                  <a:pt x="6704" y="7012"/>
                  <a:pt x="7586" y="7328"/>
                </a:cubicBezTo>
                <a:cubicBezTo>
                  <a:pt x="8653" y="7708"/>
                  <a:pt x="9622" y="8264"/>
                  <a:pt x="10770" y="8502"/>
                </a:cubicBezTo>
                <a:cubicBezTo>
                  <a:pt x="11110" y="8573"/>
                  <a:pt x="11460" y="8612"/>
                  <a:pt x="11804" y="8612"/>
                </a:cubicBezTo>
                <a:cubicBezTo>
                  <a:pt x="12445" y="8612"/>
                  <a:pt x="13071" y="8476"/>
                  <a:pt x="13597" y="8154"/>
                </a:cubicBezTo>
                <a:cubicBezTo>
                  <a:pt x="14183" y="7795"/>
                  <a:pt x="14557" y="7273"/>
                  <a:pt x="14873" y="6761"/>
                </a:cubicBezTo>
                <a:cubicBezTo>
                  <a:pt x="15208" y="6214"/>
                  <a:pt x="15488" y="5645"/>
                  <a:pt x="15900" y="5129"/>
                </a:cubicBezTo>
                <a:cubicBezTo>
                  <a:pt x="16333" y="4590"/>
                  <a:pt x="16925" y="4168"/>
                  <a:pt x="17743" y="4015"/>
                </a:cubicBezTo>
                <a:cubicBezTo>
                  <a:pt x="18117" y="3945"/>
                  <a:pt x="18497" y="3924"/>
                  <a:pt x="18879" y="3924"/>
                </a:cubicBezTo>
                <a:cubicBezTo>
                  <a:pt x="19431" y="3924"/>
                  <a:pt x="19988" y="3967"/>
                  <a:pt x="20538" y="3967"/>
                </a:cubicBezTo>
                <a:cubicBezTo>
                  <a:pt x="20675" y="3967"/>
                  <a:pt x="20811" y="3964"/>
                  <a:pt x="20947" y="3958"/>
                </a:cubicBezTo>
                <a:cubicBezTo>
                  <a:pt x="21449" y="3933"/>
                  <a:pt x="21952" y="3857"/>
                  <a:pt x="22403" y="3679"/>
                </a:cubicBezTo>
                <a:cubicBezTo>
                  <a:pt x="22808" y="3518"/>
                  <a:pt x="23157" y="3280"/>
                  <a:pt x="23433" y="3003"/>
                </a:cubicBezTo>
                <a:cubicBezTo>
                  <a:pt x="23951" y="2479"/>
                  <a:pt x="24196" y="1807"/>
                  <a:pt x="24066" y="1157"/>
                </a:cubicBezTo>
                <a:lnTo>
                  <a:pt x="24066" y="1157"/>
                </a:lnTo>
                <a:cubicBezTo>
                  <a:pt x="24067" y="1158"/>
                  <a:pt x="24069" y="1158"/>
                  <a:pt x="24071" y="1158"/>
                </a:cubicBezTo>
                <a:cubicBezTo>
                  <a:pt x="24093" y="1158"/>
                  <a:pt x="24117" y="1151"/>
                  <a:pt x="24142" y="1138"/>
                </a:cubicBezTo>
                <a:cubicBezTo>
                  <a:pt x="24292" y="1056"/>
                  <a:pt x="24376" y="935"/>
                  <a:pt x="24372" y="792"/>
                </a:cubicBezTo>
                <a:cubicBezTo>
                  <a:pt x="24363" y="440"/>
                  <a:pt x="23972" y="240"/>
                  <a:pt x="23550" y="217"/>
                </a:cubicBezTo>
                <a:cubicBezTo>
                  <a:pt x="23514" y="215"/>
                  <a:pt x="23478" y="215"/>
                  <a:pt x="23442" y="215"/>
                </a:cubicBezTo>
                <a:cubicBezTo>
                  <a:pt x="23211" y="215"/>
                  <a:pt x="22977" y="252"/>
                  <a:pt x="22750" y="280"/>
                </a:cubicBezTo>
                <a:cubicBezTo>
                  <a:pt x="22445" y="317"/>
                  <a:pt x="22139" y="351"/>
                  <a:pt x="21832" y="383"/>
                </a:cubicBezTo>
                <a:cubicBezTo>
                  <a:pt x="20628" y="507"/>
                  <a:pt x="19418" y="590"/>
                  <a:pt x="18207" y="648"/>
                </a:cubicBezTo>
                <a:cubicBezTo>
                  <a:pt x="15784" y="762"/>
                  <a:pt x="13357" y="774"/>
                  <a:pt x="10932" y="789"/>
                </a:cubicBezTo>
                <a:cubicBezTo>
                  <a:pt x="10568" y="791"/>
                  <a:pt x="10203" y="793"/>
                  <a:pt x="9838" y="793"/>
                </a:cubicBezTo>
                <a:cubicBezTo>
                  <a:pt x="7878" y="793"/>
                  <a:pt x="5909" y="743"/>
                  <a:pt x="3985" y="438"/>
                </a:cubicBezTo>
                <a:cubicBezTo>
                  <a:pt x="3423" y="348"/>
                  <a:pt x="2866" y="237"/>
                  <a:pt x="2318" y="100"/>
                </a:cubicBezTo>
                <a:cubicBezTo>
                  <a:pt x="2134" y="55"/>
                  <a:pt x="1943" y="0"/>
                  <a:pt x="1748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9" name="Google Shape;3499;p156"/>
          <p:cNvSpPr/>
          <p:nvPr/>
        </p:nvSpPr>
        <p:spPr>
          <a:xfrm rot="10800000">
            <a:off x="-1235999" y="2885131"/>
            <a:ext cx="4345244" cy="3055586"/>
          </a:xfrm>
          <a:custGeom>
            <a:rect b="b" l="l" r="r" t="t"/>
            <a:pathLst>
              <a:path extrusionOk="0" h="19016" w="27042">
                <a:moveTo>
                  <a:pt x="5311" y="0"/>
                </a:moveTo>
                <a:cubicBezTo>
                  <a:pt x="5179" y="0"/>
                  <a:pt x="5075" y="178"/>
                  <a:pt x="5211" y="262"/>
                </a:cubicBezTo>
                <a:cubicBezTo>
                  <a:pt x="5431" y="399"/>
                  <a:pt x="5652" y="530"/>
                  <a:pt x="5876" y="657"/>
                </a:cubicBezTo>
                <a:cubicBezTo>
                  <a:pt x="3749" y="1565"/>
                  <a:pt x="1452" y="2798"/>
                  <a:pt x="713" y="5101"/>
                </a:cubicBezTo>
                <a:cubicBezTo>
                  <a:pt x="0" y="7321"/>
                  <a:pt x="1219" y="10007"/>
                  <a:pt x="3411" y="10856"/>
                </a:cubicBezTo>
                <a:cubicBezTo>
                  <a:pt x="3728" y="10979"/>
                  <a:pt x="4069" y="11058"/>
                  <a:pt x="4406" y="11058"/>
                </a:cubicBezTo>
                <a:cubicBezTo>
                  <a:pt x="4688" y="11058"/>
                  <a:pt x="4968" y="11003"/>
                  <a:pt x="5229" y="10871"/>
                </a:cubicBezTo>
                <a:cubicBezTo>
                  <a:pt x="5743" y="10614"/>
                  <a:pt x="6086" y="10140"/>
                  <a:pt x="6367" y="9654"/>
                </a:cubicBezTo>
                <a:cubicBezTo>
                  <a:pt x="6660" y="9147"/>
                  <a:pt x="6901" y="8604"/>
                  <a:pt x="7258" y="8138"/>
                </a:cubicBezTo>
                <a:cubicBezTo>
                  <a:pt x="7586" y="7709"/>
                  <a:pt x="8056" y="7408"/>
                  <a:pt x="8567" y="7243"/>
                </a:cubicBezTo>
                <a:cubicBezTo>
                  <a:pt x="8835" y="7156"/>
                  <a:pt x="9122" y="7107"/>
                  <a:pt x="9407" y="7107"/>
                </a:cubicBezTo>
                <a:cubicBezTo>
                  <a:pt x="9658" y="7107"/>
                  <a:pt x="9908" y="7145"/>
                  <a:pt x="10143" y="7227"/>
                </a:cubicBezTo>
                <a:cubicBezTo>
                  <a:pt x="10681" y="7416"/>
                  <a:pt x="11050" y="7824"/>
                  <a:pt x="11259" y="8347"/>
                </a:cubicBezTo>
                <a:cubicBezTo>
                  <a:pt x="11495" y="8938"/>
                  <a:pt x="11543" y="9582"/>
                  <a:pt x="11752" y="10181"/>
                </a:cubicBezTo>
                <a:cubicBezTo>
                  <a:pt x="11957" y="10769"/>
                  <a:pt x="12358" y="11405"/>
                  <a:pt x="12983" y="11603"/>
                </a:cubicBezTo>
                <a:cubicBezTo>
                  <a:pt x="13117" y="11646"/>
                  <a:pt x="13250" y="11665"/>
                  <a:pt x="13380" y="11665"/>
                </a:cubicBezTo>
                <a:cubicBezTo>
                  <a:pt x="13765" y="11665"/>
                  <a:pt x="14132" y="11502"/>
                  <a:pt x="14481" y="11319"/>
                </a:cubicBezTo>
                <a:cubicBezTo>
                  <a:pt x="14811" y="11146"/>
                  <a:pt x="15183" y="10926"/>
                  <a:pt x="15563" y="10926"/>
                </a:cubicBezTo>
                <a:cubicBezTo>
                  <a:pt x="15675" y="10926"/>
                  <a:pt x="15789" y="10946"/>
                  <a:pt x="15902" y="10992"/>
                </a:cubicBezTo>
                <a:cubicBezTo>
                  <a:pt x="16505" y="11236"/>
                  <a:pt x="16731" y="12009"/>
                  <a:pt x="16886" y="12576"/>
                </a:cubicBezTo>
                <a:cubicBezTo>
                  <a:pt x="17067" y="13246"/>
                  <a:pt x="17237" y="13920"/>
                  <a:pt x="17447" y="14583"/>
                </a:cubicBezTo>
                <a:cubicBezTo>
                  <a:pt x="17859" y="15878"/>
                  <a:pt x="18454" y="17143"/>
                  <a:pt x="19512" y="18032"/>
                </a:cubicBezTo>
                <a:cubicBezTo>
                  <a:pt x="20225" y="18631"/>
                  <a:pt x="21110" y="19015"/>
                  <a:pt x="22020" y="19015"/>
                </a:cubicBezTo>
                <a:cubicBezTo>
                  <a:pt x="22330" y="19015"/>
                  <a:pt x="22643" y="18971"/>
                  <a:pt x="22954" y="18875"/>
                </a:cubicBezTo>
                <a:cubicBezTo>
                  <a:pt x="24002" y="18552"/>
                  <a:pt x="24786" y="17702"/>
                  <a:pt x="25334" y="16784"/>
                </a:cubicBezTo>
                <a:cubicBezTo>
                  <a:pt x="25931" y="15784"/>
                  <a:pt x="26309" y="14669"/>
                  <a:pt x="26587" y="13543"/>
                </a:cubicBezTo>
                <a:cubicBezTo>
                  <a:pt x="26872" y="12393"/>
                  <a:pt x="27042" y="11178"/>
                  <a:pt x="26859" y="9998"/>
                </a:cubicBezTo>
                <a:cubicBezTo>
                  <a:pt x="26669" y="8763"/>
                  <a:pt x="26045" y="7686"/>
                  <a:pt x="25037" y="6940"/>
                </a:cubicBezTo>
                <a:cubicBezTo>
                  <a:pt x="23865" y="6071"/>
                  <a:pt x="22401" y="5638"/>
                  <a:pt x="21023" y="5219"/>
                </a:cubicBezTo>
                <a:cubicBezTo>
                  <a:pt x="19511" y="4758"/>
                  <a:pt x="17976" y="4376"/>
                  <a:pt x="16442" y="3995"/>
                </a:cubicBezTo>
                <a:cubicBezTo>
                  <a:pt x="13377" y="3236"/>
                  <a:pt x="10276" y="2484"/>
                  <a:pt x="7410" y="1122"/>
                </a:cubicBezTo>
                <a:cubicBezTo>
                  <a:pt x="7124" y="986"/>
                  <a:pt x="6842" y="844"/>
                  <a:pt x="6563" y="695"/>
                </a:cubicBezTo>
                <a:cubicBezTo>
                  <a:pt x="6622" y="671"/>
                  <a:pt x="6682" y="645"/>
                  <a:pt x="6742" y="621"/>
                </a:cubicBezTo>
                <a:cubicBezTo>
                  <a:pt x="6901" y="557"/>
                  <a:pt x="6828" y="333"/>
                  <a:pt x="6684" y="333"/>
                </a:cubicBezTo>
                <a:cubicBezTo>
                  <a:pt x="6666" y="333"/>
                  <a:pt x="6646" y="336"/>
                  <a:pt x="6625" y="345"/>
                </a:cubicBezTo>
                <a:cubicBezTo>
                  <a:pt x="6492" y="400"/>
                  <a:pt x="6358" y="454"/>
                  <a:pt x="6223" y="510"/>
                </a:cubicBezTo>
                <a:cubicBezTo>
                  <a:pt x="5943" y="355"/>
                  <a:pt x="5666" y="194"/>
                  <a:pt x="5394" y="25"/>
                </a:cubicBezTo>
                <a:cubicBezTo>
                  <a:pt x="5366" y="8"/>
                  <a:pt x="5338" y="0"/>
                  <a:pt x="5311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00" name="Google Shape;3500;p156"/>
          <p:cNvSpPr txBox="1"/>
          <p:nvPr>
            <p:ph type="title"/>
          </p:nvPr>
        </p:nvSpPr>
        <p:spPr>
          <a:xfrm>
            <a:off x="3225150" y="1000350"/>
            <a:ext cx="26937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3501" name="Google Shape;3501;p156">
            <a:hlinkClick/>
          </p:cNvPr>
          <p:cNvSpPr txBox="1"/>
          <p:nvPr>
            <p:ph idx="1" type="subTitle"/>
          </p:nvPr>
        </p:nvSpPr>
        <p:spPr>
          <a:xfrm>
            <a:off x="3923100" y="3369800"/>
            <a:ext cx="1297800" cy="59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Gloria Hallelujah"/>
              <a:buNone/>
              <a:defRPr sz="20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9pPr>
          </a:lstStyle>
          <a:p/>
        </p:txBody>
      </p:sp>
      <p:sp>
        <p:nvSpPr>
          <p:cNvPr id="3502" name="Google Shape;3502;p156"/>
          <p:cNvSpPr txBox="1"/>
          <p:nvPr>
            <p:ph idx="2" type="subTitle"/>
          </p:nvPr>
        </p:nvSpPr>
        <p:spPr>
          <a:xfrm>
            <a:off x="3041400" y="2310025"/>
            <a:ext cx="3061200" cy="59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Raleway SemiBold"/>
              <a:buNone/>
              <a:defRPr sz="16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grpSp>
        <p:nvGrpSpPr>
          <p:cNvPr id="3503" name="Google Shape;3503;p156"/>
          <p:cNvGrpSpPr/>
          <p:nvPr/>
        </p:nvGrpSpPr>
        <p:grpSpPr>
          <a:xfrm rot="2699963">
            <a:off x="8381489" y="3848384"/>
            <a:ext cx="359745" cy="325872"/>
            <a:chOff x="1640475" y="1197075"/>
            <a:chExt cx="55475" cy="50250"/>
          </a:xfrm>
        </p:grpSpPr>
        <p:sp>
          <p:nvSpPr>
            <p:cNvPr id="3504" name="Google Shape;3504;p15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15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15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07" name="Google Shape;3507;p156"/>
          <p:cNvSpPr/>
          <p:nvPr/>
        </p:nvSpPr>
        <p:spPr>
          <a:xfrm flipH="1" rot="9000131">
            <a:off x="8344172" y="4740550"/>
            <a:ext cx="434381" cy="10175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08" name="Google Shape;3508;p156"/>
          <p:cNvSpPr/>
          <p:nvPr/>
        </p:nvSpPr>
        <p:spPr>
          <a:xfrm flipH="1" rot="-9899901">
            <a:off x="3552435" y="201919"/>
            <a:ext cx="545173" cy="12772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09" name="Google Shape;3509;p156"/>
          <p:cNvGrpSpPr/>
          <p:nvPr/>
        </p:nvGrpSpPr>
        <p:grpSpPr>
          <a:xfrm rot="900044">
            <a:off x="2322530" y="197808"/>
            <a:ext cx="228603" cy="207086"/>
            <a:chOff x="1640475" y="1197075"/>
            <a:chExt cx="55475" cy="50250"/>
          </a:xfrm>
        </p:grpSpPr>
        <p:sp>
          <p:nvSpPr>
            <p:cNvPr id="3510" name="Google Shape;3510;p15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15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15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13" name="Google Shape;3513;p156"/>
          <p:cNvSpPr/>
          <p:nvPr/>
        </p:nvSpPr>
        <p:spPr>
          <a:xfrm rot="1133433">
            <a:off x="5319131" y="4688796"/>
            <a:ext cx="970030" cy="22723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14" name="Google Shape;3514;p156"/>
          <p:cNvGrpSpPr/>
          <p:nvPr/>
        </p:nvGrpSpPr>
        <p:grpSpPr>
          <a:xfrm rot="-425803">
            <a:off x="271352" y="4437569"/>
            <a:ext cx="296718" cy="268774"/>
            <a:chOff x="1640475" y="1197075"/>
            <a:chExt cx="55475" cy="50250"/>
          </a:xfrm>
        </p:grpSpPr>
        <p:sp>
          <p:nvSpPr>
            <p:cNvPr id="3515" name="Google Shape;3515;p15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15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15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18" name="Google Shape;3518;p156"/>
          <p:cNvSpPr/>
          <p:nvPr/>
        </p:nvSpPr>
        <p:spPr>
          <a:xfrm rot="-2700202">
            <a:off x="-480512" y="2884702"/>
            <a:ext cx="1057332" cy="823806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19" name="Google Shape;3519;p156"/>
          <p:cNvGrpSpPr/>
          <p:nvPr/>
        </p:nvGrpSpPr>
        <p:grpSpPr>
          <a:xfrm rot="8627988">
            <a:off x="7778674" y="237617"/>
            <a:ext cx="243106" cy="220218"/>
            <a:chOff x="1640475" y="1197075"/>
            <a:chExt cx="55475" cy="50250"/>
          </a:xfrm>
        </p:grpSpPr>
        <p:sp>
          <p:nvSpPr>
            <p:cNvPr id="3520" name="Google Shape;3520;p15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15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15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23" name="Google Shape;3523;p156"/>
          <p:cNvSpPr/>
          <p:nvPr/>
        </p:nvSpPr>
        <p:spPr>
          <a:xfrm>
            <a:off x="0" y="292884"/>
            <a:ext cx="559644" cy="827407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2">
  <p:cSld name="SECTION_HEADER_1_1">
    <p:spTree>
      <p:nvGrpSpPr>
        <p:cNvPr id="3524" name="Shape 3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5" name="Google Shape;3525;p157"/>
          <p:cNvSpPr txBox="1"/>
          <p:nvPr>
            <p:ph type="title"/>
          </p:nvPr>
        </p:nvSpPr>
        <p:spPr>
          <a:xfrm>
            <a:off x="4461813" y="1249392"/>
            <a:ext cx="2402400" cy="50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3526" name="Google Shape;3526;p157">
            <a:hlinkClick/>
          </p:cNvPr>
          <p:cNvSpPr txBox="1"/>
          <p:nvPr>
            <p:ph idx="1" type="subTitle"/>
          </p:nvPr>
        </p:nvSpPr>
        <p:spPr>
          <a:xfrm>
            <a:off x="3923100" y="3401625"/>
            <a:ext cx="1297800" cy="59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Gloria Hallelujah"/>
              <a:buNone/>
              <a:defRPr sz="20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9pPr>
          </a:lstStyle>
          <a:p/>
        </p:txBody>
      </p:sp>
      <p:sp>
        <p:nvSpPr>
          <p:cNvPr id="3527" name="Google Shape;3527;p157"/>
          <p:cNvSpPr txBox="1"/>
          <p:nvPr>
            <p:ph idx="2" type="subTitle"/>
          </p:nvPr>
        </p:nvSpPr>
        <p:spPr>
          <a:xfrm>
            <a:off x="4287150" y="2065492"/>
            <a:ext cx="2804400" cy="59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Raleway SemiBold"/>
              <a:buNone/>
              <a:defRPr sz="16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3528" name="Google Shape;3528;p157"/>
          <p:cNvSpPr txBox="1"/>
          <p:nvPr>
            <p:ph hasCustomPrompt="1" idx="3" type="title"/>
          </p:nvPr>
        </p:nvSpPr>
        <p:spPr>
          <a:xfrm>
            <a:off x="1635675" y="1249400"/>
            <a:ext cx="1926600" cy="132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96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3529" name="Google Shape;3529;p157"/>
          <p:cNvSpPr/>
          <p:nvPr/>
        </p:nvSpPr>
        <p:spPr>
          <a:xfrm>
            <a:off x="7070064" y="-128785"/>
            <a:ext cx="2145942" cy="1053151"/>
          </a:xfrm>
          <a:custGeom>
            <a:rect b="b" l="l" r="r" t="t"/>
            <a:pathLst>
              <a:path extrusionOk="0" h="6456" w="13155">
                <a:moveTo>
                  <a:pt x="11275" y="1"/>
                </a:moveTo>
                <a:lnTo>
                  <a:pt x="11275" y="4"/>
                </a:lnTo>
                <a:lnTo>
                  <a:pt x="209" y="2"/>
                </a:lnTo>
                <a:cubicBezTo>
                  <a:pt x="185" y="57"/>
                  <a:pt x="164" y="111"/>
                  <a:pt x="145" y="167"/>
                </a:cubicBezTo>
                <a:cubicBezTo>
                  <a:pt x="138" y="184"/>
                  <a:pt x="132" y="203"/>
                  <a:pt x="127" y="221"/>
                </a:cubicBezTo>
                <a:cubicBezTo>
                  <a:pt x="59" y="429"/>
                  <a:pt x="18" y="643"/>
                  <a:pt x="6" y="860"/>
                </a:cubicBezTo>
                <a:cubicBezTo>
                  <a:pt x="0" y="984"/>
                  <a:pt x="3" y="1110"/>
                  <a:pt x="14" y="1233"/>
                </a:cubicBezTo>
                <a:cubicBezTo>
                  <a:pt x="16" y="1251"/>
                  <a:pt x="18" y="1270"/>
                  <a:pt x="20" y="1288"/>
                </a:cubicBezTo>
                <a:cubicBezTo>
                  <a:pt x="60" y="1638"/>
                  <a:pt x="172" y="1982"/>
                  <a:pt x="341" y="2300"/>
                </a:cubicBezTo>
                <a:cubicBezTo>
                  <a:pt x="351" y="2319"/>
                  <a:pt x="361" y="2337"/>
                  <a:pt x="371" y="2355"/>
                </a:cubicBezTo>
                <a:cubicBezTo>
                  <a:pt x="531" y="2642"/>
                  <a:pt x="740" y="2905"/>
                  <a:pt x="987" y="3134"/>
                </a:cubicBezTo>
                <a:cubicBezTo>
                  <a:pt x="1075" y="3217"/>
                  <a:pt x="1169" y="3295"/>
                  <a:pt x="1269" y="3368"/>
                </a:cubicBezTo>
                <a:cubicBezTo>
                  <a:pt x="1295" y="3387"/>
                  <a:pt x="1320" y="3405"/>
                  <a:pt x="1345" y="3422"/>
                </a:cubicBezTo>
                <a:cubicBezTo>
                  <a:pt x="1608" y="3604"/>
                  <a:pt x="1902" y="3745"/>
                  <a:pt x="2218" y="3827"/>
                </a:cubicBezTo>
                <a:cubicBezTo>
                  <a:pt x="2441" y="3883"/>
                  <a:pt x="2668" y="3908"/>
                  <a:pt x="2896" y="3908"/>
                </a:cubicBezTo>
                <a:cubicBezTo>
                  <a:pt x="3496" y="3908"/>
                  <a:pt x="4103" y="3734"/>
                  <a:pt x="4654" y="3501"/>
                </a:cubicBezTo>
                <a:cubicBezTo>
                  <a:pt x="4713" y="3476"/>
                  <a:pt x="4773" y="3450"/>
                  <a:pt x="4833" y="3424"/>
                </a:cubicBezTo>
                <a:cubicBezTo>
                  <a:pt x="4873" y="3406"/>
                  <a:pt x="4915" y="3387"/>
                  <a:pt x="4955" y="3369"/>
                </a:cubicBezTo>
                <a:cubicBezTo>
                  <a:pt x="5539" y="3105"/>
                  <a:pt x="6130" y="2820"/>
                  <a:pt x="6764" y="2820"/>
                </a:cubicBezTo>
                <a:cubicBezTo>
                  <a:pt x="6811" y="2820"/>
                  <a:pt x="6859" y="2822"/>
                  <a:pt x="6907" y="2825"/>
                </a:cubicBezTo>
                <a:cubicBezTo>
                  <a:pt x="7405" y="2860"/>
                  <a:pt x="7836" y="3071"/>
                  <a:pt x="8213" y="3369"/>
                </a:cubicBezTo>
                <a:cubicBezTo>
                  <a:pt x="8237" y="3387"/>
                  <a:pt x="8259" y="3405"/>
                  <a:pt x="8281" y="3424"/>
                </a:cubicBezTo>
                <a:cubicBezTo>
                  <a:pt x="8634" y="3715"/>
                  <a:pt x="8939" y="4078"/>
                  <a:pt x="9207" y="4436"/>
                </a:cubicBezTo>
                <a:cubicBezTo>
                  <a:pt x="9219" y="4454"/>
                  <a:pt x="9233" y="4472"/>
                  <a:pt x="9246" y="4490"/>
                </a:cubicBezTo>
                <a:cubicBezTo>
                  <a:pt x="9246" y="4490"/>
                  <a:pt x="9247" y="4490"/>
                  <a:pt x="9247" y="4491"/>
                </a:cubicBezTo>
                <a:cubicBezTo>
                  <a:pt x="9498" y="4831"/>
                  <a:pt x="9757" y="5189"/>
                  <a:pt x="10053" y="5504"/>
                </a:cubicBezTo>
                <a:cubicBezTo>
                  <a:pt x="10070" y="5523"/>
                  <a:pt x="10087" y="5541"/>
                  <a:pt x="10104" y="5559"/>
                </a:cubicBezTo>
                <a:cubicBezTo>
                  <a:pt x="10436" y="5901"/>
                  <a:pt x="10812" y="6189"/>
                  <a:pt x="11272" y="6342"/>
                </a:cubicBezTo>
                <a:cubicBezTo>
                  <a:pt x="11292" y="6348"/>
                  <a:pt x="11311" y="6355"/>
                  <a:pt x="11333" y="6361"/>
                </a:cubicBezTo>
                <a:cubicBezTo>
                  <a:pt x="11361" y="6370"/>
                  <a:pt x="11391" y="6378"/>
                  <a:pt x="11420" y="6386"/>
                </a:cubicBezTo>
                <a:cubicBezTo>
                  <a:pt x="11605" y="6434"/>
                  <a:pt x="11791" y="6456"/>
                  <a:pt x="11976" y="6456"/>
                </a:cubicBezTo>
                <a:cubicBezTo>
                  <a:pt x="12384" y="6456"/>
                  <a:pt x="12786" y="6349"/>
                  <a:pt x="13154" y="6177"/>
                </a:cubicBezTo>
                <a:lnTo>
                  <a:pt x="13154" y="5505"/>
                </a:lnTo>
                <a:lnTo>
                  <a:pt x="13154" y="4492"/>
                </a:lnTo>
                <a:lnTo>
                  <a:pt x="13154" y="3371"/>
                </a:lnTo>
                <a:lnTo>
                  <a:pt x="13155" y="2358"/>
                </a:lnTo>
                <a:lnTo>
                  <a:pt x="13155" y="1236"/>
                </a:lnTo>
                <a:lnTo>
                  <a:pt x="13155" y="221"/>
                </a:lnTo>
                <a:lnTo>
                  <a:pt x="13155" y="5"/>
                </a:lnTo>
                <a:lnTo>
                  <a:pt x="11334" y="4"/>
                </a:lnTo>
                <a:lnTo>
                  <a:pt x="11334" y="1"/>
                </a:lnTo>
                <a:close/>
              </a:path>
            </a:pathLst>
          </a:custGeom>
          <a:solidFill>
            <a:schemeClr val="dk2">
              <a:alpha val="4018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30" name="Google Shape;3530;p157"/>
          <p:cNvSpPr/>
          <p:nvPr/>
        </p:nvSpPr>
        <p:spPr>
          <a:xfrm>
            <a:off x="7237760" y="3032148"/>
            <a:ext cx="2387697" cy="2484758"/>
          </a:xfrm>
          <a:custGeom>
            <a:rect b="b" l="l" r="r" t="t"/>
            <a:pathLst>
              <a:path extrusionOk="0" h="15232" w="14637">
                <a:moveTo>
                  <a:pt x="11445" y="0"/>
                </a:moveTo>
                <a:cubicBezTo>
                  <a:pt x="11308" y="0"/>
                  <a:pt x="11172" y="12"/>
                  <a:pt x="11039" y="38"/>
                </a:cubicBezTo>
                <a:cubicBezTo>
                  <a:pt x="10644" y="116"/>
                  <a:pt x="10316" y="327"/>
                  <a:pt x="10145" y="596"/>
                </a:cubicBezTo>
                <a:cubicBezTo>
                  <a:pt x="9794" y="1152"/>
                  <a:pt x="10018" y="1791"/>
                  <a:pt x="9781" y="2367"/>
                </a:cubicBezTo>
                <a:cubicBezTo>
                  <a:pt x="9296" y="3551"/>
                  <a:pt x="6867" y="3019"/>
                  <a:pt x="6220" y="4123"/>
                </a:cubicBezTo>
                <a:cubicBezTo>
                  <a:pt x="6016" y="4474"/>
                  <a:pt x="6063" y="4867"/>
                  <a:pt x="6119" y="5237"/>
                </a:cubicBezTo>
                <a:cubicBezTo>
                  <a:pt x="6188" y="5684"/>
                  <a:pt x="6293" y="6128"/>
                  <a:pt x="6331" y="6578"/>
                </a:cubicBezTo>
                <a:cubicBezTo>
                  <a:pt x="6392" y="7292"/>
                  <a:pt x="6256" y="8099"/>
                  <a:pt x="5518" y="8624"/>
                </a:cubicBezTo>
                <a:cubicBezTo>
                  <a:pt x="4829" y="9115"/>
                  <a:pt x="3797" y="9174"/>
                  <a:pt x="2910" y="9343"/>
                </a:cubicBezTo>
                <a:cubicBezTo>
                  <a:pt x="2462" y="9427"/>
                  <a:pt x="2020" y="9543"/>
                  <a:pt x="1637" y="9735"/>
                </a:cubicBezTo>
                <a:cubicBezTo>
                  <a:pt x="1309" y="9901"/>
                  <a:pt x="1030" y="10112"/>
                  <a:pt x="810" y="10355"/>
                </a:cubicBezTo>
                <a:cubicBezTo>
                  <a:pt x="347" y="10864"/>
                  <a:pt x="157" y="11482"/>
                  <a:pt x="81" y="12082"/>
                </a:cubicBezTo>
                <a:cubicBezTo>
                  <a:pt x="1" y="12715"/>
                  <a:pt x="23" y="13379"/>
                  <a:pt x="158" y="14007"/>
                </a:cubicBezTo>
                <a:cubicBezTo>
                  <a:pt x="228" y="14329"/>
                  <a:pt x="371" y="14667"/>
                  <a:pt x="709" y="14896"/>
                </a:cubicBezTo>
                <a:cubicBezTo>
                  <a:pt x="1077" y="15146"/>
                  <a:pt x="1583" y="15204"/>
                  <a:pt x="2068" y="15214"/>
                </a:cubicBezTo>
                <a:cubicBezTo>
                  <a:pt x="2549" y="15226"/>
                  <a:pt x="3032" y="15229"/>
                  <a:pt x="3515" y="15229"/>
                </a:cubicBezTo>
                <a:cubicBezTo>
                  <a:pt x="4226" y="15229"/>
                  <a:pt x="4937" y="15222"/>
                  <a:pt x="5646" y="15222"/>
                </a:cubicBezTo>
                <a:cubicBezTo>
                  <a:pt x="5675" y="15222"/>
                  <a:pt x="5704" y="15222"/>
                  <a:pt x="5733" y="15222"/>
                </a:cubicBezTo>
                <a:lnTo>
                  <a:pt x="9469" y="15227"/>
                </a:lnTo>
                <a:cubicBezTo>
                  <a:pt x="10086" y="15228"/>
                  <a:pt x="10704" y="15228"/>
                  <a:pt x="11322" y="15229"/>
                </a:cubicBezTo>
                <a:cubicBezTo>
                  <a:pt x="11640" y="15230"/>
                  <a:pt x="11959" y="15231"/>
                  <a:pt x="12278" y="15231"/>
                </a:cubicBezTo>
                <a:cubicBezTo>
                  <a:pt x="12529" y="15231"/>
                  <a:pt x="12784" y="15225"/>
                  <a:pt x="13014" y="15145"/>
                </a:cubicBezTo>
                <a:cubicBezTo>
                  <a:pt x="13410" y="15008"/>
                  <a:pt x="13574" y="14685"/>
                  <a:pt x="13640" y="14388"/>
                </a:cubicBezTo>
                <a:cubicBezTo>
                  <a:pt x="13728" y="13988"/>
                  <a:pt x="13742" y="13577"/>
                  <a:pt x="13785" y="13173"/>
                </a:cubicBezTo>
                <a:cubicBezTo>
                  <a:pt x="13882" y="12264"/>
                  <a:pt x="13977" y="11357"/>
                  <a:pt x="14072" y="10449"/>
                </a:cubicBezTo>
                <a:cubicBezTo>
                  <a:pt x="14166" y="9541"/>
                  <a:pt x="14259" y="8633"/>
                  <a:pt x="14352" y="7724"/>
                </a:cubicBezTo>
                <a:cubicBezTo>
                  <a:pt x="14437" y="6875"/>
                  <a:pt x="14530" y="6026"/>
                  <a:pt x="14567" y="5174"/>
                </a:cubicBezTo>
                <a:cubicBezTo>
                  <a:pt x="14637" y="3541"/>
                  <a:pt x="14491" y="1869"/>
                  <a:pt x="13640" y="340"/>
                </a:cubicBezTo>
                <a:cubicBezTo>
                  <a:pt x="13611" y="289"/>
                  <a:pt x="13548" y="267"/>
                  <a:pt x="13488" y="267"/>
                </a:cubicBezTo>
                <a:cubicBezTo>
                  <a:pt x="13394" y="267"/>
                  <a:pt x="13305" y="319"/>
                  <a:pt x="13349" y="398"/>
                </a:cubicBezTo>
                <a:cubicBezTo>
                  <a:pt x="13385" y="461"/>
                  <a:pt x="13419" y="526"/>
                  <a:pt x="13452" y="589"/>
                </a:cubicBezTo>
                <a:cubicBezTo>
                  <a:pt x="13105" y="411"/>
                  <a:pt x="12738" y="253"/>
                  <a:pt x="12342" y="140"/>
                </a:cubicBezTo>
                <a:cubicBezTo>
                  <a:pt x="12060" y="59"/>
                  <a:pt x="11751" y="0"/>
                  <a:pt x="11445" y="0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31" name="Google Shape;3531;p157"/>
          <p:cNvSpPr/>
          <p:nvPr/>
        </p:nvSpPr>
        <p:spPr>
          <a:xfrm flipH="1" rot="10800000">
            <a:off x="-476125" y="3695300"/>
            <a:ext cx="4706555" cy="1587067"/>
          </a:xfrm>
          <a:custGeom>
            <a:rect b="b" l="l" r="r" t="t"/>
            <a:pathLst>
              <a:path extrusionOk="0" h="9729" w="28852">
                <a:moveTo>
                  <a:pt x="27909" y="1"/>
                </a:moveTo>
                <a:cubicBezTo>
                  <a:pt x="27641" y="1"/>
                  <a:pt x="27359" y="65"/>
                  <a:pt x="27138" y="117"/>
                </a:cubicBezTo>
                <a:cubicBezTo>
                  <a:pt x="26393" y="292"/>
                  <a:pt x="25642" y="438"/>
                  <a:pt x="24886" y="556"/>
                </a:cubicBezTo>
                <a:cubicBezTo>
                  <a:pt x="23384" y="791"/>
                  <a:pt x="21867" y="918"/>
                  <a:pt x="20347" y="969"/>
                </a:cubicBezTo>
                <a:cubicBezTo>
                  <a:pt x="19779" y="988"/>
                  <a:pt x="19211" y="997"/>
                  <a:pt x="18643" y="997"/>
                </a:cubicBezTo>
                <a:cubicBezTo>
                  <a:pt x="16156" y="997"/>
                  <a:pt x="13669" y="829"/>
                  <a:pt x="11190" y="628"/>
                </a:cubicBezTo>
                <a:cubicBezTo>
                  <a:pt x="9660" y="504"/>
                  <a:pt x="8132" y="368"/>
                  <a:pt x="6601" y="249"/>
                </a:cubicBezTo>
                <a:cubicBezTo>
                  <a:pt x="5839" y="189"/>
                  <a:pt x="5076" y="132"/>
                  <a:pt x="4312" y="87"/>
                </a:cubicBezTo>
                <a:cubicBezTo>
                  <a:pt x="4099" y="75"/>
                  <a:pt x="3881" y="64"/>
                  <a:pt x="3664" y="64"/>
                </a:cubicBezTo>
                <a:cubicBezTo>
                  <a:pt x="3221" y="64"/>
                  <a:pt x="2777" y="107"/>
                  <a:pt x="2362" y="261"/>
                </a:cubicBezTo>
                <a:cubicBezTo>
                  <a:pt x="1198" y="695"/>
                  <a:pt x="625" y="1959"/>
                  <a:pt x="327" y="3085"/>
                </a:cubicBezTo>
                <a:cubicBezTo>
                  <a:pt x="51" y="4125"/>
                  <a:pt x="0" y="5240"/>
                  <a:pt x="241" y="6293"/>
                </a:cubicBezTo>
                <a:cubicBezTo>
                  <a:pt x="475" y="7320"/>
                  <a:pt x="1013" y="8271"/>
                  <a:pt x="1861" y="8911"/>
                </a:cubicBezTo>
                <a:cubicBezTo>
                  <a:pt x="2297" y="9241"/>
                  <a:pt x="2827" y="9490"/>
                  <a:pt x="3378" y="9490"/>
                </a:cubicBezTo>
                <a:cubicBezTo>
                  <a:pt x="3472" y="9490"/>
                  <a:pt x="3567" y="9482"/>
                  <a:pt x="3662" y="9467"/>
                </a:cubicBezTo>
                <a:cubicBezTo>
                  <a:pt x="4312" y="9361"/>
                  <a:pt x="4799" y="8877"/>
                  <a:pt x="5302" y="8495"/>
                </a:cubicBezTo>
                <a:cubicBezTo>
                  <a:pt x="5837" y="8088"/>
                  <a:pt x="6442" y="7738"/>
                  <a:pt x="7106" y="7594"/>
                </a:cubicBezTo>
                <a:cubicBezTo>
                  <a:pt x="7279" y="7557"/>
                  <a:pt x="7450" y="7538"/>
                  <a:pt x="7618" y="7538"/>
                </a:cubicBezTo>
                <a:cubicBezTo>
                  <a:pt x="8095" y="7538"/>
                  <a:pt x="8551" y="7686"/>
                  <a:pt x="8965" y="7966"/>
                </a:cubicBezTo>
                <a:cubicBezTo>
                  <a:pt x="9884" y="8588"/>
                  <a:pt x="10692" y="9729"/>
                  <a:pt x="11891" y="9729"/>
                </a:cubicBezTo>
                <a:cubicBezTo>
                  <a:pt x="11980" y="9729"/>
                  <a:pt x="12071" y="9723"/>
                  <a:pt x="12164" y="9709"/>
                </a:cubicBezTo>
                <a:cubicBezTo>
                  <a:pt x="13260" y="9554"/>
                  <a:pt x="13511" y="8401"/>
                  <a:pt x="13804" y="7521"/>
                </a:cubicBezTo>
                <a:cubicBezTo>
                  <a:pt x="13945" y="7099"/>
                  <a:pt x="14127" y="6643"/>
                  <a:pt x="14504" y="6377"/>
                </a:cubicBezTo>
                <a:cubicBezTo>
                  <a:pt x="14738" y="6212"/>
                  <a:pt x="15003" y="6142"/>
                  <a:pt x="15276" y="6142"/>
                </a:cubicBezTo>
                <a:cubicBezTo>
                  <a:pt x="15402" y="6142"/>
                  <a:pt x="15530" y="6157"/>
                  <a:pt x="15656" y="6184"/>
                </a:cubicBezTo>
                <a:cubicBezTo>
                  <a:pt x="16572" y="6381"/>
                  <a:pt x="17354" y="6961"/>
                  <a:pt x="18244" y="7232"/>
                </a:cubicBezTo>
                <a:cubicBezTo>
                  <a:pt x="18502" y="7311"/>
                  <a:pt x="18774" y="7363"/>
                  <a:pt x="19044" y="7363"/>
                </a:cubicBezTo>
                <a:cubicBezTo>
                  <a:pt x="19207" y="7363"/>
                  <a:pt x="19369" y="7344"/>
                  <a:pt x="19529" y="7301"/>
                </a:cubicBezTo>
                <a:cubicBezTo>
                  <a:pt x="19978" y="7178"/>
                  <a:pt x="20331" y="6877"/>
                  <a:pt x="20595" y="6501"/>
                </a:cubicBezTo>
                <a:cubicBezTo>
                  <a:pt x="21130" y="5738"/>
                  <a:pt x="21292" y="4712"/>
                  <a:pt x="21999" y="4070"/>
                </a:cubicBezTo>
                <a:cubicBezTo>
                  <a:pt x="22362" y="3741"/>
                  <a:pt x="22807" y="3634"/>
                  <a:pt x="23269" y="3634"/>
                </a:cubicBezTo>
                <a:cubicBezTo>
                  <a:pt x="23739" y="3634"/>
                  <a:pt x="24227" y="3745"/>
                  <a:pt x="24664" y="3849"/>
                </a:cubicBezTo>
                <a:cubicBezTo>
                  <a:pt x="25227" y="3981"/>
                  <a:pt x="25851" y="4166"/>
                  <a:pt x="26455" y="4166"/>
                </a:cubicBezTo>
                <a:cubicBezTo>
                  <a:pt x="26763" y="4166"/>
                  <a:pt x="27066" y="4118"/>
                  <a:pt x="27353" y="3990"/>
                </a:cubicBezTo>
                <a:cubicBezTo>
                  <a:pt x="28400" y="3523"/>
                  <a:pt x="28496" y="2313"/>
                  <a:pt x="28400" y="1304"/>
                </a:cubicBezTo>
                <a:cubicBezTo>
                  <a:pt x="28773" y="1190"/>
                  <a:pt x="28851" y="712"/>
                  <a:pt x="28673" y="381"/>
                </a:cubicBezTo>
                <a:cubicBezTo>
                  <a:pt x="28515" y="88"/>
                  <a:pt x="28221" y="1"/>
                  <a:pt x="27909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32" name="Google Shape;3532;p157"/>
          <p:cNvSpPr/>
          <p:nvPr/>
        </p:nvSpPr>
        <p:spPr>
          <a:xfrm flipH="1" rot="10800000">
            <a:off x="-128825" y="-135269"/>
            <a:ext cx="3566130" cy="1460872"/>
          </a:xfrm>
          <a:custGeom>
            <a:rect b="b" l="l" r="r" t="t"/>
            <a:pathLst>
              <a:path extrusionOk="0" h="7088" w="21861">
                <a:moveTo>
                  <a:pt x="1470" y="1"/>
                </a:moveTo>
                <a:cubicBezTo>
                  <a:pt x="969" y="1"/>
                  <a:pt x="465" y="73"/>
                  <a:pt x="0" y="211"/>
                </a:cubicBezTo>
                <a:lnTo>
                  <a:pt x="0" y="7087"/>
                </a:lnTo>
                <a:lnTo>
                  <a:pt x="21860" y="7087"/>
                </a:lnTo>
                <a:cubicBezTo>
                  <a:pt x="21784" y="6987"/>
                  <a:pt x="21696" y="6892"/>
                  <a:pt x="21596" y="6806"/>
                </a:cubicBezTo>
                <a:cubicBezTo>
                  <a:pt x="21135" y="6406"/>
                  <a:pt x="20429" y="6167"/>
                  <a:pt x="19720" y="6167"/>
                </a:cubicBezTo>
                <a:cubicBezTo>
                  <a:pt x="19688" y="6167"/>
                  <a:pt x="19657" y="6168"/>
                  <a:pt x="19626" y="6169"/>
                </a:cubicBezTo>
                <a:cubicBezTo>
                  <a:pt x="19086" y="6184"/>
                  <a:pt x="18553" y="6331"/>
                  <a:pt x="18022" y="6331"/>
                </a:cubicBezTo>
                <a:cubicBezTo>
                  <a:pt x="17915" y="6331"/>
                  <a:pt x="17808" y="6325"/>
                  <a:pt x="17701" y="6311"/>
                </a:cubicBezTo>
                <a:cubicBezTo>
                  <a:pt x="17575" y="6294"/>
                  <a:pt x="17455" y="6267"/>
                  <a:pt x="17341" y="6232"/>
                </a:cubicBezTo>
                <a:cubicBezTo>
                  <a:pt x="17316" y="6223"/>
                  <a:pt x="17292" y="6216"/>
                  <a:pt x="17268" y="6207"/>
                </a:cubicBezTo>
                <a:cubicBezTo>
                  <a:pt x="16400" y="5904"/>
                  <a:pt x="15883" y="5118"/>
                  <a:pt x="15068" y="4680"/>
                </a:cubicBezTo>
                <a:cubicBezTo>
                  <a:pt x="14496" y="4373"/>
                  <a:pt x="13820" y="4258"/>
                  <a:pt x="13115" y="4258"/>
                </a:cubicBezTo>
                <a:cubicBezTo>
                  <a:pt x="12312" y="4258"/>
                  <a:pt x="11471" y="4408"/>
                  <a:pt x="10706" y="4596"/>
                </a:cubicBezTo>
                <a:cubicBezTo>
                  <a:pt x="10023" y="4765"/>
                  <a:pt x="9316" y="4959"/>
                  <a:pt x="8608" y="4959"/>
                </a:cubicBezTo>
                <a:cubicBezTo>
                  <a:pt x="8441" y="4959"/>
                  <a:pt x="8274" y="4948"/>
                  <a:pt x="8107" y="4924"/>
                </a:cubicBezTo>
                <a:cubicBezTo>
                  <a:pt x="6811" y="4733"/>
                  <a:pt x="5999" y="3788"/>
                  <a:pt x="5474" y="2893"/>
                </a:cubicBezTo>
                <a:cubicBezTo>
                  <a:pt x="4948" y="1997"/>
                  <a:pt x="4493" y="1003"/>
                  <a:pt x="3416" y="436"/>
                </a:cubicBezTo>
                <a:cubicBezTo>
                  <a:pt x="2851" y="140"/>
                  <a:pt x="2164" y="1"/>
                  <a:pt x="1470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33" name="Google Shape;3533;p157"/>
          <p:cNvSpPr/>
          <p:nvPr/>
        </p:nvSpPr>
        <p:spPr>
          <a:xfrm rot="10800000">
            <a:off x="7573482" y="3136804"/>
            <a:ext cx="12575" cy="4050"/>
          </a:xfrm>
          <a:custGeom>
            <a:rect b="b" l="l" r="r" t="t"/>
            <a:pathLst>
              <a:path extrusionOk="0" h="162" w="503">
                <a:moveTo>
                  <a:pt x="61" y="0"/>
                </a:moveTo>
                <a:cubicBezTo>
                  <a:pt x="37" y="0"/>
                  <a:pt x="16" y="17"/>
                  <a:pt x="9" y="40"/>
                </a:cubicBezTo>
                <a:cubicBezTo>
                  <a:pt x="1" y="70"/>
                  <a:pt x="18" y="101"/>
                  <a:pt x="47" y="110"/>
                </a:cubicBezTo>
                <a:cubicBezTo>
                  <a:pt x="170" y="145"/>
                  <a:pt x="298" y="162"/>
                  <a:pt x="429" y="162"/>
                </a:cubicBezTo>
                <a:lnTo>
                  <a:pt x="447" y="162"/>
                </a:lnTo>
                <a:cubicBezTo>
                  <a:pt x="478" y="162"/>
                  <a:pt x="503" y="136"/>
                  <a:pt x="502" y="105"/>
                </a:cubicBezTo>
                <a:cubicBezTo>
                  <a:pt x="502" y="78"/>
                  <a:pt x="483" y="50"/>
                  <a:pt x="454" y="50"/>
                </a:cubicBezTo>
                <a:cubicBezTo>
                  <a:pt x="451" y="50"/>
                  <a:pt x="449" y="50"/>
                  <a:pt x="446" y="51"/>
                </a:cubicBezTo>
                <a:cubicBezTo>
                  <a:pt x="442" y="51"/>
                  <a:pt x="438" y="51"/>
                  <a:pt x="435" y="51"/>
                </a:cubicBezTo>
                <a:cubicBezTo>
                  <a:pt x="312" y="51"/>
                  <a:pt x="192" y="35"/>
                  <a:pt x="78" y="3"/>
                </a:cubicBezTo>
                <a:cubicBezTo>
                  <a:pt x="72" y="1"/>
                  <a:pt x="67" y="0"/>
                  <a:pt x="6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34" name="Google Shape;3534;p157"/>
          <p:cNvSpPr/>
          <p:nvPr/>
        </p:nvSpPr>
        <p:spPr>
          <a:xfrm rot="10800000">
            <a:off x="7341532" y="3544979"/>
            <a:ext cx="10925" cy="8600"/>
          </a:xfrm>
          <a:custGeom>
            <a:rect b="b" l="l" r="r" t="t"/>
            <a:pathLst>
              <a:path extrusionOk="0" h="344" w="437">
                <a:moveTo>
                  <a:pt x="63" y="0"/>
                </a:moveTo>
                <a:cubicBezTo>
                  <a:pt x="45" y="0"/>
                  <a:pt x="28" y="9"/>
                  <a:pt x="17" y="25"/>
                </a:cubicBezTo>
                <a:cubicBezTo>
                  <a:pt x="0" y="49"/>
                  <a:pt x="6" y="85"/>
                  <a:pt x="32" y="102"/>
                </a:cubicBezTo>
                <a:cubicBezTo>
                  <a:pt x="137" y="173"/>
                  <a:pt x="240" y="250"/>
                  <a:pt x="340" y="332"/>
                </a:cubicBezTo>
                <a:cubicBezTo>
                  <a:pt x="350" y="340"/>
                  <a:pt x="362" y="343"/>
                  <a:pt x="375" y="343"/>
                </a:cubicBezTo>
                <a:cubicBezTo>
                  <a:pt x="391" y="343"/>
                  <a:pt x="407" y="337"/>
                  <a:pt x="418" y="323"/>
                </a:cubicBezTo>
                <a:cubicBezTo>
                  <a:pt x="437" y="299"/>
                  <a:pt x="434" y="264"/>
                  <a:pt x="410" y="245"/>
                </a:cubicBezTo>
                <a:cubicBezTo>
                  <a:pt x="308" y="162"/>
                  <a:pt x="202" y="83"/>
                  <a:pt x="94" y="10"/>
                </a:cubicBezTo>
                <a:cubicBezTo>
                  <a:pt x="84" y="4"/>
                  <a:pt x="74" y="0"/>
                  <a:pt x="6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35" name="Google Shape;3535;p157"/>
          <p:cNvSpPr/>
          <p:nvPr/>
        </p:nvSpPr>
        <p:spPr>
          <a:xfrm rot="10800000">
            <a:off x="7022857" y="2140429"/>
            <a:ext cx="738550" cy="540325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36" name="Google Shape;3536;p157"/>
          <p:cNvSpPr/>
          <p:nvPr/>
        </p:nvSpPr>
        <p:spPr>
          <a:xfrm rot="9893225">
            <a:off x="5566886" y="326831"/>
            <a:ext cx="605796" cy="14193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37" name="Google Shape;3537;p157"/>
          <p:cNvGrpSpPr/>
          <p:nvPr/>
        </p:nvGrpSpPr>
        <p:grpSpPr>
          <a:xfrm rot="5400000">
            <a:off x="895797" y="4078555"/>
            <a:ext cx="221772" cy="200884"/>
            <a:chOff x="1640475" y="1197075"/>
            <a:chExt cx="55475" cy="50250"/>
          </a:xfrm>
        </p:grpSpPr>
        <p:sp>
          <p:nvSpPr>
            <p:cNvPr id="3538" name="Google Shape;3538;p15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15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15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41" name="Google Shape;3541;p157"/>
          <p:cNvSpPr/>
          <p:nvPr/>
        </p:nvSpPr>
        <p:spPr>
          <a:xfrm rot="-834203">
            <a:off x="8546511" y="363435"/>
            <a:ext cx="993864" cy="1557213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42" name="Google Shape;3542;p157"/>
          <p:cNvGrpSpPr/>
          <p:nvPr/>
        </p:nvGrpSpPr>
        <p:grpSpPr>
          <a:xfrm rot="4654902">
            <a:off x="837054" y="307905"/>
            <a:ext cx="433642" cy="392824"/>
            <a:chOff x="1640475" y="1197075"/>
            <a:chExt cx="55475" cy="50250"/>
          </a:xfrm>
        </p:grpSpPr>
        <p:sp>
          <p:nvSpPr>
            <p:cNvPr id="3543" name="Google Shape;3543;p15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15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15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46" name="Google Shape;3546;p157"/>
          <p:cNvSpPr/>
          <p:nvPr/>
        </p:nvSpPr>
        <p:spPr>
          <a:xfrm rot="9299609">
            <a:off x="8459354" y="3703232"/>
            <a:ext cx="580163" cy="13591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47" name="Google Shape;3547;p157"/>
          <p:cNvGrpSpPr/>
          <p:nvPr/>
        </p:nvGrpSpPr>
        <p:grpSpPr>
          <a:xfrm rot="5400000">
            <a:off x="8214811" y="2120822"/>
            <a:ext cx="221772" cy="200884"/>
            <a:chOff x="1640475" y="1197075"/>
            <a:chExt cx="55475" cy="50250"/>
          </a:xfrm>
        </p:grpSpPr>
        <p:sp>
          <p:nvSpPr>
            <p:cNvPr id="3548" name="Google Shape;3548;p15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15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15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3">
  <p:cSld name="SECTION_HEADER_1_1_3">
    <p:spTree>
      <p:nvGrpSpPr>
        <p:cNvPr id="3551" name="Shape 3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52" name="Google Shape;3552;p158"/>
          <p:cNvSpPr txBox="1"/>
          <p:nvPr>
            <p:ph type="title"/>
          </p:nvPr>
        </p:nvSpPr>
        <p:spPr>
          <a:xfrm>
            <a:off x="2848650" y="1984588"/>
            <a:ext cx="3446700" cy="45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3553" name="Google Shape;3553;p158">
            <a:hlinkClick/>
          </p:cNvPr>
          <p:cNvSpPr txBox="1"/>
          <p:nvPr>
            <p:ph idx="1" type="subTitle"/>
          </p:nvPr>
        </p:nvSpPr>
        <p:spPr>
          <a:xfrm>
            <a:off x="3923100" y="3825325"/>
            <a:ext cx="1297800" cy="59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Gloria Hallelujah"/>
              <a:buNone/>
              <a:defRPr sz="20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9pPr>
          </a:lstStyle>
          <a:p/>
        </p:txBody>
      </p:sp>
      <p:sp>
        <p:nvSpPr>
          <p:cNvPr id="3554" name="Google Shape;3554;p158"/>
          <p:cNvSpPr txBox="1"/>
          <p:nvPr>
            <p:ph idx="2" type="subTitle"/>
          </p:nvPr>
        </p:nvSpPr>
        <p:spPr>
          <a:xfrm>
            <a:off x="3041400" y="2839138"/>
            <a:ext cx="3061200" cy="59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Raleway SemiBold"/>
              <a:buNone/>
              <a:defRPr sz="16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3555" name="Google Shape;3555;p158"/>
          <p:cNvSpPr txBox="1"/>
          <p:nvPr>
            <p:ph hasCustomPrompt="1" idx="3" type="title"/>
          </p:nvPr>
        </p:nvSpPr>
        <p:spPr>
          <a:xfrm>
            <a:off x="3196050" y="540025"/>
            <a:ext cx="2751900" cy="1202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96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3556" name="Google Shape;3556;p158"/>
          <p:cNvSpPr/>
          <p:nvPr/>
        </p:nvSpPr>
        <p:spPr>
          <a:xfrm flipH="1" rot="10800000">
            <a:off x="6216363" y="-495213"/>
            <a:ext cx="4205930" cy="2291529"/>
          </a:xfrm>
          <a:custGeom>
            <a:rect b="b" l="l" r="r" t="t"/>
            <a:pathLst>
              <a:path extrusionOk="0" h="14261" w="26175">
                <a:moveTo>
                  <a:pt x="21312" y="0"/>
                </a:moveTo>
                <a:cubicBezTo>
                  <a:pt x="20977" y="0"/>
                  <a:pt x="20642" y="41"/>
                  <a:pt x="20313" y="99"/>
                </a:cubicBezTo>
                <a:cubicBezTo>
                  <a:pt x="19331" y="273"/>
                  <a:pt x="18260" y="586"/>
                  <a:pt x="17702" y="1484"/>
                </a:cubicBezTo>
                <a:cubicBezTo>
                  <a:pt x="17428" y="1925"/>
                  <a:pt x="17287" y="2436"/>
                  <a:pt x="16990" y="2864"/>
                </a:cubicBezTo>
                <a:cubicBezTo>
                  <a:pt x="16710" y="3266"/>
                  <a:pt x="16282" y="3522"/>
                  <a:pt x="15821" y="3664"/>
                </a:cubicBezTo>
                <a:cubicBezTo>
                  <a:pt x="15261" y="3837"/>
                  <a:pt x="14685" y="3858"/>
                  <a:pt x="14107" y="3858"/>
                </a:cubicBezTo>
                <a:cubicBezTo>
                  <a:pt x="13914" y="3858"/>
                  <a:pt x="13720" y="3856"/>
                  <a:pt x="13527" y="3856"/>
                </a:cubicBezTo>
                <a:cubicBezTo>
                  <a:pt x="13273" y="3856"/>
                  <a:pt x="13019" y="3860"/>
                  <a:pt x="12766" y="3880"/>
                </a:cubicBezTo>
                <a:cubicBezTo>
                  <a:pt x="12240" y="3921"/>
                  <a:pt x="11711" y="4025"/>
                  <a:pt x="11246" y="4285"/>
                </a:cubicBezTo>
                <a:cubicBezTo>
                  <a:pt x="10777" y="4547"/>
                  <a:pt x="10423" y="4956"/>
                  <a:pt x="10107" y="5381"/>
                </a:cubicBezTo>
                <a:cubicBezTo>
                  <a:pt x="9484" y="6224"/>
                  <a:pt x="8906" y="7121"/>
                  <a:pt x="8012" y="7708"/>
                </a:cubicBezTo>
                <a:cubicBezTo>
                  <a:pt x="7566" y="8003"/>
                  <a:pt x="7065" y="8190"/>
                  <a:pt x="6530" y="8231"/>
                </a:cubicBezTo>
                <a:cubicBezTo>
                  <a:pt x="6418" y="8239"/>
                  <a:pt x="6306" y="8243"/>
                  <a:pt x="6194" y="8243"/>
                </a:cubicBezTo>
                <a:cubicBezTo>
                  <a:pt x="5684" y="8243"/>
                  <a:pt x="5174" y="8166"/>
                  <a:pt x="4666" y="8122"/>
                </a:cubicBezTo>
                <a:cubicBezTo>
                  <a:pt x="4112" y="8075"/>
                  <a:pt x="3557" y="8052"/>
                  <a:pt x="3001" y="8052"/>
                </a:cubicBezTo>
                <a:cubicBezTo>
                  <a:pt x="2916" y="8052"/>
                  <a:pt x="2830" y="8052"/>
                  <a:pt x="2744" y="8054"/>
                </a:cubicBezTo>
                <a:cubicBezTo>
                  <a:pt x="2475" y="8057"/>
                  <a:pt x="2183" y="8043"/>
                  <a:pt x="1931" y="8148"/>
                </a:cubicBezTo>
                <a:cubicBezTo>
                  <a:pt x="1700" y="8244"/>
                  <a:pt x="1557" y="8443"/>
                  <a:pt x="1448" y="8660"/>
                </a:cubicBezTo>
                <a:cubicBezTo>
                  <a:pt x="1157" y="9242"/>
                  <a:pt x="895" y="9837"/>
                  <a:pt x="618" y="10425"/>
                </a:cubicBezTo>
                <a:cubicBezTo>
                  <a:pt x="483" y="10711"/>
                  <a:pt x="344" y="10996"/>
                  <a:pt x="215" y="11284"/>
                </a:cubicBezTo>
                <a:cubicBezTo>
                  <a:pt x="103" y="11537"/>
                  <a:pt x="1" y="11806"/>
                  <a:pt x="9" y="12087"/>
                </a:cubicBezTo>
                <a:cubicBezTo>
                  <a:pt x="26" y="12628"/>
                  <a:pt x="464" y="12993"/>
                  <a:pt x="898" y="13242"/>
                </a:cubicBezTo>
                <a:cubicBezTo>
                  <a:pt x="1355" y="13506"/>
                  <a:pt x="1863" y="13671"/>
                  <a:pt x="2379" y="13769"/>
                </a:cubicBezTo>
                <a:cubicBezTo>
                  <a:pt x="3456" y="13974"/>
                  <a:pt x="4560" y="13920"/>
                  <a:pt x="5650" y="13980"/>
                </a:cubicBezTo>
                <a:cubicBezTo>
                  <a:pt x="6939" y="14051"/>
                  <a:pt x="8222" y="14239"/>
                  <a:pt x="9514" y="14259"/>
                </a:cubicBezTo>
                <a:cubicBezTo>
                  <a:pt x="9569" y="14260"/>
                  <a:pt x="9623" y="14261"/>
                  <a:pt x="9677" y="14261"/>
                </a:cubicBezTo>
                <a:cubicBezTo>
                  <a:pt x="10875" y="14261"/>
                  <a:pt x="12038" y="14052"/>
                  <a:pt x="13207" y="13797"/>
                </a:cubicBezTo>
                <a:cubicBezTo>
                  <a:pt x="13817" y="13663"/>
                  <a:pt x="14426" y="13526"/>
                  <a:pt x="15041" y="13424"/>
                </a:cubicBezTo>
                <a:cubicBezTo>
                  <a:pt x="15675" y="13317"/>
                  <a:pt x="16315" y="13253"/>
                  <a:pt x="16956" y="13206"/>
                </a:cubicBezTo>
                <a:cubicBezTo>
                  <a:pt x="18228" y="13113"/>
                  <a:pt x="19506" y="13085"/>
                  <a:pt x="20774" y="12938"/>
                </a:cubicBezTo>
                <a:cubicBezTo>
                  <a:pt x="21322" y="12875"/>
                  <a:pt x="21864" y="12773"/>
                  <a:pt x="22412" y="12707"/>
                </a:cubicBezTo>
                <a:cubicBezTo>
                  <a:pt x="22674" y="12676"/>
                  <a:pt x="22942" y="12652"/>
                  <a:pt x="23208" y="12652"/>
                </a:cubicBezTo>
                <a:cubicBezTo>
                  <a:pt x="23451" y="12652"/>
                  <a:pt x="23692" y="12672"/>
                  <a:pt x="23928" y="12724"/>
                </a:cubicBezTo>
                <a:cubicBezTo>
                  <a:pt x="24162" y="12777"/>
                  <a:pt x="24387" y="12861"/>
                  <a:pt x="24591" y="12989"/>
                </a:cubicBezTo>
                <a:cubicBezTo>
                  <a:pt x="24696" y="13055"/>
                  <a:pt x="24788" y="13167"/>
                  <a:pt x="24915" y="13170"/>
                </a:cubicBezTo>
                <a:cubicBezTo>
                  <a:pt x="24918" y="13170"/>
                  <a:pt x="24920" y="13170"/>
                  <a:pt x="24923" y="13170"/>
                </a:cubicBezTo>
                <a:cubicBezTo>
                  <a:pt x="25030" y="13170"/>
                  <a:pt x="25141" y="13147"/>
                  <a:pt x="25241" y="13108"/>
                </a:cubicBezTo>
                <a:cubicBezTo>
                  <a:pt x="25716" y="12928"/>
                  <a:pt x="25988" y="12456"/>
                  <a:pt x="26075" y="11977"/>
                </a:cubicBezTo>
                <a:cubicBezTo>
                  <a:pt x="26127" y="11687"/>
                  <a:pt x="26128" y="11393"/>
                  <a:pt x="26127" y="11099"/>
                </a:cubicBezTo>
                <a:cubicBezTo>
                  <a:pt x="26126" y="10779"/>
                  <a:pt x="26124" y="10457"/>
                  <a:pt x="26123" y="10135"/>
                </a:cubicBezTo>
                <a:cubicBezTo>
                  <a:pt x="26121" y="9483"/>
                  <a:pt x="26118" y="8831"/>
                  <a:pt x="26116" y="8179"/>
                </a:cubicBezTo>
                <a:cubicBezTo>
                  <a:pt x="26112" y="6939"/>
                  <a:pt x="26107" y="5700"/>
                  <a:pt x="26102" y="4459"/>
                </a:cubicBezTo>
                <a:lnTo>
                  <a:pt x="26102" y="4459"/>
                </a:lnTo>
                <a:cubicBezTo>
                  <a:pt x="26105" y="4461"/>
                  <a:pt x="26107" y="4462"/>
                  <a:pt x="26109" y="4462"/>
                </a:cubicBezTo>
                <a:cubicBezTo>
                  <a:pt x="26174" y="4462"/>
                  <a:pt x="26046" y="3375"/>
                  <a:pt x="25375" y="3280"/>
                </a:cubicBezTo>
                <a:cubicBezTo>
                  <a:pt x="24338" y="3135"/>
                  <a:pt x="24244" y="1492"/>
                  <a:pt x="23438" y="803"/>
                </a:cubicBezTo>
                <a:cubicBezTo>
                  <a:pt x="23048" y="470"/>
                  <a:pt x="22597" y="206"/>
                  <a:pt x="22095" y="87"/>
                </a:cubicBezTo>
                <a:cubicBezTo>
                  <a:pt x="21837" y="25"/>
                  <a:pt x="21575" y="0"/>
                  <a:pt x="21312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57" name="Google Shape;3557;p158"/>
          <p:cNvSpPr/>
          <p:nvPr/>
        </p:nvSpPr>
        <p:spPr>
          <a:xfrm>
            <a:off x="-244024" y="3401631"/>
            <a:ext cx="2089708" cy="2096136"/>
          </a:xfrm>
          <a:custGeom>
            <a:rect b="b" l="l" r="r" t="t"/>
            <a:pathLst>
              <a:path extrusionOk="0" h="13045" w="13005">
                <a:moveTo>
                  <a:pt x="1922" y="1"/>
                </a:moveTo>
                <a:cubicBezTo>
                  <a:pt x="1849" y="1"/>
                  <a:pt x="1776" y="4"/>
                  <a:pt x="1703" y="11"/>
                </a:cubicBezTo>
                <a:cubicBezTo>
                  <a:pt x="1260" y="54"/>
                  <a:pt x="818" y="227"/>
                  <a:pt x="503" y="551"/>
                </a:cubicBezTo>
                <a:cubicBezTo>
                  <a:pt x="150" y="913"/>
                  <a:pt x="38" y="1411"/>
                  <a:pt x="20" y="1903"/>
                </a:cubicBezTo>
                <a:cubicBezTo>
                  <a:pt x="0" y="2484"/>
                  <a:pt x="46" y="3073"/>
                  <a:pt x="66" y="3654"/>
                </a:cubicBezTo>
                <a:cubicBezTo>
                  <a:pt x="86" y="4273"/>
                  <a:pt x="107" y="4891"/>
                  <a:pt x="127" y="5509"/>
                </a:cubicBezTo>
                <a:lnTo>
                  <a:pt x="374" y="12928"/>
                </a:lnTo>
                <a:cubicBezTo>
                  <a:pt x="376" y="12996"/>
                  <a:pt x="429" y="13044"/>
                  <a:pt x="492" y="13044"/>
                </a:cubicBezTo>
                <a:cubicBezTo>
                  <a:pt x="501" y="13044"/>
                  <a:pt x="511" y="13043"/>
                  <a:pt x="520" y="13041"/>
                </a:cubicBezTo>
                <a:cubicBezTo>
                  <a:pt x="1437" y="12830"/>
                  <a:pt x="2365" y="12670"/>
                  <a:pt x="3299" y="12564"/>
                </a:cubicBezTo>
                <a:cubicBezTo>
                  <a:pt x="4235" y="12458"/>
                  <a:pt x="5175" y="12406"/>
                  <a:pt x="6116" y="12406"/>
                </a:cubicBezTo>
                <a:cubicBezTo>
                  <a:pt x="6835" y="12406"/>
                  <a:pt x="7554" y="12436"/>
                  <a:pt x="8271" y="12496"/>
                </a:cubicBezTo>
                <a:cubicBezTo>
                  <a:pt x="8728" y="12533"/>
                  <a:pt x="9209" y="12577"/>
                  <a:pt x="9687" y="12577"/>
                </a:cubicBezTo>
                <a:cubicBezTo>
                  <a:pt x="10492" y="12577"/>
                  <a:pt x="11288" y="12454"/>
                  <a:pt x="11947" y="11977"/>
                </a:cubicBezTo>
                <a:lnTo>
                  <a:pt x="11947" y="11977"/>
                </a:lnTo>
                <a:cubicBezTo>
                  <a:pt x="11945" y="11988"/>
                  <a:pt x="11948" y="11993"/>
                  <a:pt x="11955" y="11993"/>
                </a:cubicBezTo>
                <a:cubicBezTo>
                  <a:pt x="12017" y="11993"/>
                  <a:pt x="12409" y="11534"/>
                  <a:pt x="12496" y="11300"/>
                </a:cubicBezTo>
                <a:cubicBezTo>
                  <a:pt x="12866" y="10319"/>
                  <a:pt x="13005" y="9208"/>
                  <a:pt x="12677" y="8195"/>
                </a:cubicBezTo>
                <a:cubicBezTo>
                  <a:pt x="12404" y="7349"/>
                  <a:pt x="11818" y="6569"/>
                  <a:pt x="11000" y="6188"/>
                </a:cubicBezTo>
                <a:cubicBezTo>
                  <a:pt x="10082" y="5759"/>
                  <a:pt x="9032" y="5924"/>
                  <a:pt x="8092" y="5581"/>
                </a:cubicBezTo>
                <a:cubicBezTo>
                  <a:pt x="7160" y="5240"/>
                  <a:pt x="6737" y="4324"/>
                  <a:pt x="6316" y="3499"/>
                </a:cubicBezTo>
                <a:cubicBezTo>
                  <a:pt x="5859" y="2602"/>
                  <a:pt x="5271" y="1802"/>
                  <a:pt x="4492" y="1159"/>
                </a:cubicBezTo>
                <a:cubicBezTo>
                  <a:pt x="3786" y="579"/>
                  <a:pt x="2870" y="1"/>
                  <a:pt x="1922" y="1"/>
                </a:cubicBezTo>
                <a:close/>
              </a:path>
            </a:pathLst>
          </a:custGeom>
          <a:solidFill>
            <a:schemeClr val="dk2">
              <a:alpha val="4018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58" name="Google Shape;3558;p158"/>
          <p:cNvSpPr/>
          <p:nvPr/>
        </p:nvSpPr>
        <p:spPr>
          <a:xfrm rot="10800000">
            <a:off x="6036760" y="3964766"/>
            <a:ext cx="3916858" cy="1383980"/>
          </a:xfrm>
          <a:custGeom>
            <a:rect b="b" l="l" r="r" t="t"/>
            <a:pathLst>
              <a:path extrusionOk="0" h="8613" w="24376">
                <a:moveTo>
                  <a:pt x="1748" y="0"/>
                </a:moveTo>
                <a:cubicBezTo>
                  <a:pt x="1709" y="0"/>
                  <a:pt x="1669" y="2"/>
                  <a:pt x="1629" y="7"/>
                </a:cubicBezTo>
                <a:cubicBezTo>
                  <a:pt x="1391" y="38"/>
                  <a:pt x="1250" y="176"/>
                  <a:pt x="1187" y="347"/>
                </a:cubicBezTo>
                <a:cubicBezTo>
                  <a:pt x="1033" y="773"/>
                  <a:pt x="935" y="1218"/>
                  <a:pt x="819" y="1650"/>
                </a:cubicBezTo>
                <a:cubicBezTo>
                  <a:pt x="701" y="2092"/>
                  <a:pt x="590" y="2536"/>
                  <a:pt x="496" y="2983"/>
                </a:cubicBezTo>
                <a:cubicBezTo>
                  <a:pt x="126" y="4733"/>
                  <a:pt x="0" y="6549"/>
                  <a:pt x="659" y="8271"/>
                </a:cubicBezTo>
                <a:cubicBezTo>
                  <a:pt x="678" y="8321"/>
                  <a:pt x="733" y="8346"/>
                  <a:pt x="790" y="8346"/>
                </a:cubicBezTo>
                <a:cubicBezTo>
                  <a:pt x="835" y="8346"/>
                  <a:pt x="881" y="8329"/>
                  <a:pt x="910" y="8296"/>
                </a:cubicBezTo>
                <a:cubicBezTo>
                  <a:pt x="1048" y="8134"/>
                  <a:pt x="1206" y="7983"/>
                  <a:pt x="1385" y="7843"/>
                </a:cubicBezTo>
                <a:cubicBezTo>
                  <a:pt x="2101" y="7284"/>
                  <a:pt x="3087" y="6944"/>
                  <a:pt x="4095" y="6849"/>
                </a:cubicBezTo>
                <a:cubicBezTo>
                  <a:pt x="4314" y="6828"/>
                  <a:pt x="4534" y="6818"/>
                  <a:pt x="4754" y="6818"/>
                </a:cubicBezTo>
                <a:cubicBezTo>
                  <a:pt x="5730" y="6818"/>
                  <a:pt x="6704" y="7012"/>
                  <a:pt x="7586" y="7328"/>
                </a:cubicBezTo>
                <a:cubicBezTo>
                  <a:pt x="8653" y="7708"/>
                  <a:pt x="9622" y="8264"/>
                  <a:pt x="10770" y="8502"/>
                </a:cubicBezTo>
                <a:cubicBezTo>
                  <a:pt x="11110" y="8573"/>
                  <a:pt x="11460" y="8612"/>
                  <a:pt x="11804" y="8612"/>
                </a:cubicBezTo>
                <a:cubicBezTo>
                  <a:pt x="12445" y="8612"/>
                  <a:pt x="13071" y="8476"/>
                  <a:pt x="13597" y="8154"/>
                </a:cubicBezTo>
                <a:cubicBezTo>
                  <a:pt x="14183" y="7795"/>
                  <a:pt x="14557" y="7273"/>
                  <a:pt x="14873" y="6761"/>
                </a:cubicBezTo>
                <a:cubicBezTo>
                  <a:pt x="15208" y="6214"/>
                  <a:pt x="15488" y="5645"/>
                  <a:pt x="15900" y="5129"/>
                </a:cubicBezTo>
                <a:cubicBezTo>
                  <a:pt x="16333" y="4590"/>
                  <a:pt x="16925" y="4168"/>
                  <a:pt x="17743" y="4015"/>
                </a:cubicBezTo>
                <a:cubicBezTo>
                  <a:pt x="18117" y="3945"/>
                  <a:pt x="18497" y="3924"/>
                  <a:pt x="18879" y="3924"/>
                </a:cubicBezTo>
                <a:cubicBezTo>
                  <a:pt x="19431" y="3924"/>
                  <a:pt x="19988" y="3967"/>
                  <a:pt x="20538" y="3967"/>
                </a:cubicBezTo>
                <a:cubicBezTo>
                  <a:pt x="20675" y="3967"/>
                  <a:pt x="20811" y="3964"/>
                  <a:pt x="20947" y="3958"/>
                </a:cubicBezTo>
                <a:cubicBezTo>
                  <a:pt x="21449" y="3933"/>
                  <a:pt x="21952" y="3857"/>
                  <a:pt x="22403" y="3679"/>
                </a:cubicBezTo>
                <a:cubicBezTo>
                  <a:pt x="22808" y="3518"/>
                  <a:pt x="23157" y="3280"/>
                  <a:pt x="23433" y="3003"/>
                </a:cubicBezTo>
                <a:cubicBezTo>
                  <a:pt x="23951" y="2479"/>
                  <a:pt x="24196" y="1807"/>
                  <a:pt x="24066" y="1157"/>
                </a:cubicBezTo>
                <a:lnTo>
                  <a:pt x="24066" y="1157"/>
                </a:lnTo>
                <a:cubicBezTo>
                  <a:pt x="24067" y="1158"/>
                  <a:pt x="24069" y="1158"/>
                  <a:pt x="24071" y="1158"/>
                </a:cubicBezTo>
                <a:cubicBezTo>
                  <a:pt x="24093" y="1158"/>
                  <a:pt x="24117" y="1151"/>
                  <a:pt x="24142" y="1138"/>
                </a:cubicBezTo>
                <a:cubicBezTo>
                  <a:pt x="24292" y="1056"/>
                  <a:pt x="24376" y="935"/>
                  <a:pt x="24372" y="792"/>
                </a:cubicBezTo>
                <a:cubicBezTo>
                  <a:pt x="24363" y="440"/>
                  <a:pt x="23972" y="240"/>
                  <a:pt x="23550" y="217"/>
                </a:cubicBezTo>
                <a:cubicBezTo>
                  <a:pt x="23514" y="215"/>
                  <a:pt x="23478" y="215"/>
                  <a:pt x="23442" y="215"/>
                </a:cubicBezTo>
                <a:cubicBezTo>
                  <a:pt x="23211" y="215"/>
                  <a:pt x="22977" y="252"/>
                  <a:pt x="22750" y="280"/>
                </a:cubicBezTo>
                <a:cubicBezTo>
                  <a:pt x="22445" y="317"/>
                  <a:pt x="22139" y="351"/>
                  <a:pt x="21832" y="383"/>
                </a:cubicBezTo>
                <a:cubicBezTo>
                  <a:pt x="20628" y="507"/>
                  <a:pt x="19418" y="590"/>
                  <a:pt x="18207" y="648"/>
                </a:cubicBezTo>
                <a:cubicBezTo>
                  <a:pt x="15784" y="762"/>
                  <a:pt x="13357" y="774"/>
                  <a:pt x="10932" y="789"/>
                </a:cubicBezTo>
                <a:cubicBezTo>
                  <a:pt x="10568" y="791"/>
                  <a:pt x="10203" y="793"/>
                  <a:pt x="9838" y="793"/>
                </a:cubicBezTo>
                <a:cubicBezTo>
                  <a:pt x="7878" y="793"/>
                  <a:pt x="5909" y="743"/>
                  <a:pt x="3985" y="438"/>
                </a:cubicBezTo>
                <a:cubicBezTo>
                  <a:pt x="3423" y="348"/>
                  <a:pt x="2866" y="237"/>
                  <a:pt x="2318" y="100"/>
                </a:cubicBezTo>
                <a:cubicBezTo>
                  <a:pt x="2134" y="55"/>
                  <a:pt x="1943" y="0"/>
                  <a:pt x="1748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59" name="Google Shape;3559;p158"/>
          <p:cNvSpPr/>
          <p:nvPr/>
        </p:nvSpPr>
        <p:spPr>
          <a:xfrm flipH="1" rot="-1106655">
            <a:off x="-1741193" y="-924117"/>
            <a:ext cx="4345217" cy="3055567"/>
          </a:xfrm>
          <a:custGeom>
            <a:rect b="b" l="l" r="r" t="t"/>
            <a:pathLst>
              <a:path extrusionOk="0" h="19016" w="27042">
                <a:moveTo>
                  <a:pt x="5311" y="0"/>
                </a:moveTo>
                <a:cubicBezTo>
                  <a:pt x="5179" y="0"/>
                  <a:pt x="5075" y="178"/>
                  <a:pt x="5211" y="262"/>
                </a:cubicBezTo>
                <a:cubicBezTo>
                  <a:pt x="5431" y="399"/>
                  <a:pt x="5652" y="530"/>
                  <a:pt x="5876" y="657"/>
                </a:cubicBezTo>
                <a:cubicBezTo>
                  <a:pt x="3749" y="1565"/>
                  <a:pt x="1452" y="2798"/>
                  <a:pt x="713" y="5101"/>
                </a:cubicBezTo>
                <a:cubicBezTo>
                  <a:pt x="0" y="7321"/>
                  <a:pt x="1219" y="10007"/>
                  <a:pt x="3411" y="10856"/>
                </a:cubicBezTo>
                <a:cubicBezTo>
                  <a:pt x="3728" y="10979"/>
                  <a:pt x="4069" y="11058"/>
                  <a:pt x="4406" y="11058"/>
                </a:cubicBezTo>
                <a:cubicBezTo>
                  <a:pt x="4688" y="11058"/>
                  <a:pt x="4968" y="11003"/>
                  <a:pt x="5229" y="10871"/>
                </a:cubicBezTo>
                <a:cubicBezTo>
                  <a:pt x="5743" y="10614"/>
                  <a:pt x="6086" y="10140"/>
                  <a:pt x="6367" y="9654"/>
                </a:cubicBezTo>
                <a:cubicBezTo>
                  <a:pt x="6660" y="9147"/>
                  <a:pt x="6901" y="8604"/>
                  <a:pt x="7258" y="8138"/>
                </a:cubicBezTo>
                <a:cubicBezTo>
                  <a:pt x="7586" y="7709"/>
                  <a:pt x="8056" y="7408"/>
                  <a:pt x="8567" y="7243"/>
                </a:cubicBezTo>
                <a:cubicBezTo>
                  <a:pt x="8835" y="7156"/>
                  <a:pt x="9122" y="7107"/>
                  <a:pt x="9407" y="7107"/>
                </a:cubicBezTo>
                <a:cubicBezTo>
                  <a:pt x="9658" y="7107"/>
                  <a:pt x="9908" y="7145"/>
                  <a:pt x="10143" y="7227"/>
                </a:cubicBezTo>
                <a:cubicBezTo>
                  <a:pt x="10681" y="7416"/>
                  <a:pt x="11050" y="7824"/>
                  <a:pt x="11259" y="8347"/>
                </a:cubicBezTo>
                <a:cubicBezTo>
                  <a:pt x="11495" y="8938"/>
                  <a:pt x="11543" y="9582"/>
                  <a:pt x="11752" y="10181"/>
                </a:cubicBezTo>
                <a:cubicBezTo>
                  <a:pt x="11957" y="10769"/>
                  <a:pt x="12358" y="11405"/>
                  <a:pt x="12983" y="11603"/>
                </a:cubicBezTo>
                <a:cubicBezTo>
                  <a:pt x="13117" y="11646"/>
                  <a:pt x="13250" y="11665"/>
                  <a:pt x="13380" y="11665"/>
                </a:cubicBezTo>
                <a:cubicBezTo>
                  <a:pt x="13765" y="11665"/>
                  <a:pt x="14132" y="11502"/>
                  <a:pt x="14481" y="11319"/>
                </a:cubicBezTo>
                <a:cubicBezTo>
                  <a:pt x="14811" y="11146"/>
                  <a:pt x="15183" y="10926"/>
                  <a:pt x="15563" y="10926"/>
                </a:cubicBezTo>
                <a:cubicBezTo>
                  <a:pt x="15675" y="10926"/>
                  <a:pt x="15789" y="10946"/>
                  <a:pt x="15902" y="10992"/>
                </a:cubicBezTo>
                <a:cubicBezTo>
                  <a:pt x="16505" y="11236"/>
                  <a:pt x="16731" y="12009"/>
                  <a:pt x="16886" y="12576"/>
                </a:cubicBezTo>
                <a:cubicBezTo>
                  <a:pt x="17067" y="13246"/>
                  <a:pt x="17237" y="13920"/>
                  <a:pt x="17447" y="14583"/>
                </a:cubicBezTo>
                <a:cubicBezTo>
                  <a:pt x="17859" y="15878"/>
                  <a:pt x="18454" y="17143"/>
                  <a:pt x="19512" y="18032"/>
                </a:cubicBezTo>
                <a:cubicBezTo>
                  <a:pt x="20225" y="18631"/>
                  <a:pt x="21110" y="19015"/>
                  <a:pt x="22020" y="19015"/>
                </a:cubicBezTo>
                <a:cubicBezTo>
                  <a:pt x="22330" y="19015"/>
                  <a:pt x="22643" y="18971"/>
                  <a:pt x="22954" y="18875"/>
                </a:cubicBezTo>
                <a:cubicBezTo>
                  <a:pt x="24002" y="18552"/>
                  <a:pt x="24786" y="17702"/>
                  <a:pt x="25334" y="16784"/>
                </a:cubicBezTo>
                <a:cubicBezTo>
                  <a:pt x="25931" y="15784"/>
                  <a:pt x="26309" y="14669"/>
                  <a:pt x="26587" y="13543"/>
                </a:cubicBezTo>
                <a:cubicBezTo>
                  <a:pt x="26872" y="12393"/>
                  <a:pt x="27042" y="11178"/>
                  <a:pt x="26859" y="9998"/>
                </a:cubicBezTo>
                <a:cubicBezTo>
                  <a:pt x="26669" y="8763"/>
                  <a:pt x="26045" y="7686"/>
                  <a:pt x="25037" y="6940"/>
                </a:cubicBezTo>
                <a:cubicBezTo>
                  <a:pt x="23865" y="6071"/>
                  <a:pt x="22401" y="5638"/>
                  <a:pt x="21023" y="5219"/>
                </a:cubicBezTo>
                <a:cubicBezTo>
                  <a:pt x="19511" y="4758"/>
                  <a:pt x="17976" y="4376"/>
                  <a:pt x="16442" y="3995"/>
                </a:cubicBezTo>
                <a:cubicBezTo>
                  <a:pt x="13377" y="3236"/>
                  <a:pt x="10276" y="2484"/>
                  <a:pt x="7410" y="1122"/>
                </a:cubicBezTo>
                <a:cubicBezTo>
                  <a:pt x="7124" y="986"/>
                  <a:pt x="6842" y="844"/>
                  <a:pt x="6563" y="695"/>
                </a:cubicBezTo>
                <a:cubicBezTo>
                  <a:pt x="6622" y="671"/>
                  <a:pt x="6682" y="645"/>
                  <a:pt x="6742" y="621"/>
                </a:cubicBezTo>
                <a:cubicBezTo>
                  <a:pt x="6901" y="557"/>
                  <a:pt x="6828" y="333"/>
                  <a:pt x="6684" y="333"/>
                </a:cubicBezTo>
                <a:cubicBezTo>
                  <a:pt x="6666" y="333"/>
                  <a:pt x="6646" y="336"/>
                  <a:pt x="6625" y="345"/>
                </a:cubicBezTo>
                <a:cubicBezTo>
                  <a:pt x="6492" y="400"/>
                  <a:pt x="6358" y="454"/>
                  <a:pt x="6223" y="510"/>
                </a:cubicBezTo>
                <a:cubicBezTo>
                  <a:pt x="5943" y="355"/>
                  <a:pt x="5666" y="194"/>
                  <a:pt x="5394" y="25"/>
                </a:cubicBezTo>
                <a:cubicBezTo>
                  <a:pt x="5366" y="8"/>
                  <a:pt x="5338" y="0"/>
                  <a:pt x="5311" y="0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60" name="Google Shape;3560;p158"/>
          <p:cNvSpPr/>
          <p:nvPr/>
        </p:nvSpPr>
        <p:spPr>
          <a:xfrm flipH="1" rot="9000131">
            <a:off x="8344172" y="4740550"/>
            <a:ext cx="434381" cy="10175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61" name="Google Shape;3561;p158"/>
          <p:cNvSpPr/>
          <p:nvPr/>
        </p:nvSpPr>
        <p:spPr>
          <a:xfrm flipH="1" rot="-9899901">
            <a:off x="1737560" y="291519"/>
            <a:ext cx="545173" cy="12772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62" name="Google Shape;3562;p158"/>
          <p:cNvGrpSpPr/>
          <p:nvPr/>
        </p:nvGrpSpPr>
        <p:grpSpPr>
          <a:xfrm rot="900044">
            <a:off x="8343430" y="2439620"/>
            <a:ext cx="228603" cy="207086"/>
            <a:chOff x="1640475" y="1197075"/>
            <a:chExt cx="55475" cy="50250"/>
          </a:xfrm>
        </p:grpSpPr>
        <p:sp>
          <p:nvSpPr>
            <p:cNvPr id="3563" name="Google Shape;3563;p15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15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15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66" name="Google Shape;3566;p158"/>
          <p:cNvSpPr/>
          <p:nvPr/>
        </p:nvSpPr>
        <p:spPr>
          <a:xfrm rot="1133433">
            <a:off x="682181" y="4093383"/>
            <a:ext cx="970030" cy="22723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67" name="Google Shape;3567;p158"/>
          <p:cNvSpPr/>
          <p:nvPr/>
        </p:nvSpPr>
        <p:spPr>
          <a:xfrm rot="6434815">
            <a:off x="6414621" y="-91496"/>
            <a:ext cx="559646" cy="827411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68" name="Google Shape;3568;p158"/>
          <p:cNvGrpSpPr/>
          <p:nvPr/>
        </p:nvGrpSpPr>
        <p:grpSpPr>
          <a:xfrm rot="-10470744">
            <a:off x="6410236" y="860386"/>
            <a:ext cx="274444" cy="248605"/>
            <a:chOff x="1640475" y="1197075"/>
            <a:chExt cx="55475" cy="50250"/>
          </a:xfrm>
        </p:grpSpPr>
        <p:sp>
          <p:nvSpPr>
            <p:cNvPr id="3569" name="Google Shape;3569;p15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15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15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72" name="Google Shape;3572;p158"/>
          <p:cNvSpPr/>
          <p:nvPr/>
        </p:nvSpPr>
        <p:spPr>
          <a:xfrm flipH="1" rot="-3485199">
            <a:off x="8553503" y="1281933"/>
            <a:ext cx="434401" cy="10175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73" name="Google Shape;3573;p158"/>
          <p:cNvGrpSpPr/>
          <p:nvPr/>
        </p:nvGrpSpPr>
        <p:grpSpPr>
          <a:xfrm rot="7711333">
            <a:off x="720310" y="1410592"/>
            <a:ext cx="294397" cy="266683"/>
            <a:chOff x="1640475" y="1197075"/>
            <a:chExt cx="55475" cy="50250"/>
          </a:xfrm>
        </p:grpSpPr>
        <p:sp>
          <p:nvSpPr>
            <p:cNvPr id="3574" name="Google Shape;3574;p15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15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15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_5">
    <p:spTree>
      <p:nvGrpSpPr>
        <p:cNvPr id="3577" name="Shape 3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159"/>
          <p:cNvSpPr/>
          <p:nvPr/>
        </p:nvSpPr>
        <p:spPr>
          <a:xfrm>
            <a:off x="-148873" y="3525345"/>
            <a:ext cx="3825648" cy="1800343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9" name="Google Shape;3579;p159"/>
          <p:cNvSpPr/>
          <p:nvPr/>
        </p:nvSpPr>
        <p:spPr>
          <a:xfrm>
            <a:off x="-425898" y="-291775"/>
            <a:ext cx="3298272" cy="1820589"/>
          </a:xfrm>
          <a:custGeom>
            <a:rect b="b" l="l" r="r" t="t"/>
            <a:pathLst>
              <a:path extrusionOk="0" h="11330" w="20526">
                <a:moveTo>
                  <a:pt x="12939" y="1"/>
                </a:moveTo>
                <a:cubicBezTo>
                  <a:pt x="11999" y="1"/>
                  <a:pt x="11086" y="167"/>
                  <a:pt x="10169" y="370"/>
                </a:cubicBezTo>
                <a:cubicBezTo>
                  <a:pt x="9691" y="476"/>
                  <a:pt x="9213" y="584"/>
                  <a:pt x="8731" y="667"/>
                </a:cubicBezTo>
                <a:cubicBezTo>
                  <a:pt x="8234" y="750"/>
                  <a:pt x="7732" y="802"/>
                  <a:pt x="7229" y="839"/>
                </a:cubicBezTo>
                <a:cubicBezTo>
                  <a:pt x="6231" y="913"/>
                  <a:pt x="5230" y="935"/>
                  <a:pt x="4235" y="1052"/>
                </a:cubicBezTo>
                <a:cubicBezTo>
                  <a:pt x="3806" y="1102"/>
                  <a:pt x="3380" y="1184"/>
                  <a:pt x="2951" y="1235"/>
                </a:cubicBezTo>
                <a:cubicBezTo>
                  <a:pt x="2746" y="1260"/>
                  <a:pt x="2537" y="1279"/>
                  <a:pt x="2328" y="1279"/>
                </a:cubicBezTo>
                <a:cubicBezTo>
                  <a:pt x="2138" y="1279"/>
                  <a:pt x="1948" y="1263"/>
                  <a:pt x="1762" y="1222"/>
                </a:cubicBezTo>
                <a:cubicBezTo>
                  <a:pt x="1578" y="1180"/>
                  <a:pt x="1402" y="1113"/>
                  <a:pt x="1242" y="1012"/>
                </a:cubicBezTo>
                <a:cubicBezTo>
                  <a:pt x="1161" y="960"/>
                  <a:pt x="1089" y="870"/>
                  <a:pt x="988" y="868"/>
                </a:cubicBezTo>
                <a:cubicBezTo>
                  <a:pt x="985" y="868"/>
                  <a:pt x="983" y="868"/>
                  <a:pt x="981" y="868"/>
                </a:cubicBezTo>
                <a:cubicBezTo>
                  <a:pt x="897" y="868"/>
                  <a:pt x="810" y="887"/>
                  <a:pt x="732" y="917"/>
                </a:cubicBezTo>
                <a:cubicBezTo>
                  <a:pt x="360" y="1060"/>
                  <a:pt x="147" y="1435"/>
                  <a:pt x="79" y="1816"/>
                </a:cubicBezTo>
                <a:cubicBezTo>
                  <a:pt x="38" y="2046"/>
                  <a:pt x="37" y="2279"/>
                  <a:pt x="38" y="2512"/>
                </a:cubicBezTo>
                <a:cubicBezTo>
                  <a:pt x="38" y="2767"/>
                  <a:pt x="39" y="3024"/>
                  <a:pt x="40" y="3279"/>
                </a:cubicBezTo>
                <a:cubicBezTo>
                  <a:pt x="42" y="3797"/>
                  <a:pt x="44" y="4315"/>
                  <a:pt x="46" y="4833"/>
                </a:cubicBezTo>
                <a:cubicBezTo>
                  <a:pt x="50" y="5817"/>
                  <a:pt x="54" y="6803"/>
                  <a:pt x="57" y="7787"/>
                </a:cubicBezTo>
                <a:cubicBezTo>
                  <a:pt x="55" y="7786"/>
                  <a:pt x="54" y="7785"/>
                  <a:pt x="52" y="7785"/>
                </a:cubicBezTo>
                <a:cubicBezTo>
                  <a:pt x="0" y="7785"/>
                  <a:pt x="101" y="8649"/>
                  <a:pt x="628" y="8724"/>
                </a:cubicBezTo>
                <a:cubicBezTo>
                  <a:pt x="1441" y="8840"/>
                  <a:pt x="1514" y="10145"/>
                  <a:pt x="2146" y="10693"/>
                </a:cubicBezTo>
                <a:cubicBezTo>
                  <a:pt x="2452" y="10957"/>
                  <a:pt x="2805" y="11167"/>
                  <a:pt x="3199" y="11261"/>
                </a:cubicBezTo>
                <a:cubicBezTo>
                  <a:pt x="3402" y="11310"/>
                  <a:pt x="3609" y="11330"/>
                  <a:pt x="3816" y="11330"/>
                </a:cubicBezTo>
                <a:cubicBezTo>
                  <a:pt x="4077" y="11330"/>
                  <a:pt x="4340" y="11298"/>
                  <a:pt x="4597" y="11251"/>
                </a:cubicBezTo>
                <a:cubicBezTo>
                  <a:pt x="5367" y="11113"/>
                  <a:pt x="6207" y="10865"/>
                  <a:pt x="6645" y="10152"/>
                </a:cubicBezTo>
                <a:cubicBezTo>
                  <a:pt x="6859" y="9801"/>
                  <a:pt x="6970" y="9395"/>
                  <a:pt x="7203" y="9055"/>
                </a:cubicBezTo>
                <a:cubicBezTo>
                  <a:pt x="7421" y="8736"/>
                  <a:pt x="7758" y="8532"/>
                  <a:pt x="8120" y="8419"/>
                </a:cubicBezTo>
                <a:cubicBezTo>
                  <a:pt x="8559" y="8282"/>
                  <a:pt x="9011" y="8265"/>
                  <a:pt x="9465" y="8265"/>
                </a:cubicBezTo>
                <a:cubicBezTo>
                  <a:pt x="9615" y="8265"/>
                  <a:pt x="9765" y="8267"/>
                  <a:pt x="9915" y="8267"/>
                </a:cubicBezTo>
                <a:cubicBezTo>
                  <a:pt x="10115" y="8267"/>
                  <a:pt x="10316" y="8264"/>
                  <a:pt x="10515" y="8248"/>
                </a:cubicBezTo>
                <a:cubicBezTo>
                  <a:pt x="10927" y="8216"/>
                  <a:pt x="11342" y="8132"/>
                  <a:pt x="11707" y="7927"/>
                </a:cubicBezTo>
                <a:cubicBezTo>
                  <a:pt x="12074" y="7718"/>
                  <a:pt x="12352" y="7394"/>
                  <a:pt x="12600" y="7055"/>
                </a:cubicBezTo>
                <a:cubicBezTo>
                  <a:pt x="13089" y="6385"/>
                  <a:pt x="13543" y="5673"/>
                  <a:pt x="14244" y="5207"/>
                </a:cubicBezTo>
                <a:cubicBezTo>
                  <a:pt x="14594" y="4972"/>
                  <a:pt x="14986" y="4825"/>
                  <a:pt x="15405" y="4792"/>
                </a:cubicBezTo>
                <a:cubicBezTo>
                  <a:pt x="15494" y="4785"/>
                  <a:pt x="15582" y="4782"/>
                  <a:pt x="15670" y="4782"/>
                </a:cubicBezTo>
                <a:cubicBezTo>
                  <a:pt x="16070" y="4782"/>
                  <a:pt x="16469" y="4843"/>
                  <a:pt x="16866" y="4877"/>
                </a:cubicBezTo>
                <a:cubicBezTo>
                  <a:pt x="17302" y="4915"/>
                  <a:pt x="17740" y="4933"/>
                  <a:pt x="18178" y="4933"/>
                </a:cubicBezTo>
                <a:cubicBezTo>
                  <a:pt x="18243" y="4933"/>
                  <a:pt x="18309" y="4933"/>
                  <a:pt x="18374" y="4932"/>
                </a:cubicBezTo>
                <a:cubicBezTo>
                  <a:pt x="18585" y="4929"/>
                  <a:pt x="18814" y="4941"/>
                  <a:pt x="19012" y="4857"/>
                </a:cubicBezTo>
                <a:cubicBezTo>
                  <a:pt x="19193" y="4780"/>
                  <a:pt x="19305" y="4623"/>
                  <a:pt x="19390" y="4450"/>
                </a:cubicBezTo>
                <a:cubicBezTo>
                  <a:pt x="19618" y="3989"/>
                  <a:pt x="19825" y="3515"/>
                  <a:pt x="20041" y="3049"/>
                </a:cubicBezTo>
                <a:cubicBezTo>
                  <a:pt x="20147" y="2821"/>
                  <a:pt x="20256" y="2595"/>
                  <a:pt x="20357" y="2365"/>
                </a:cubicBezTo>
                <a:cubicBezTo>
                  <a:pt x="20444" y="2165"/>
                  <a:pt x="20525" y="1951"/>
                  <a:pt x="20518" y="1728"/>
                </a:cubicBezTo>
                <a:cubicBezTo>
                  <a:pt x="20505" y="1297"/>
                  <a:pt x="20161" y="1008"/>
                  <a:pt x="19822" y="810"/>
                </a:cubicBezTo>
                <a:cubicBezTo>
                  <a:pt x="19463" y="601"/>
                  <a:pt x="19065" y="469"/>
                  <a:pt x="18660" y="392"/>
                </a:cubicBezTo>
                <a:cubicBezTo>
                  <a:pt x="17815" y="229"/>
                  <a:pt x="16950" y="272"/>
                  <a:pt x="16095" y="224"/>
                </a:cubicBezTo>
                <a:cubicBezTo>
                  <a:pt x="15084" y="168"/>
                  <a:pt x="14079" y="19"/>
                  <a:pt x="13065" y="2"/>
                </a:cubicBezTo>
                <a:cubicBezTo>
                  <a:pt x="13023" y="1"/>
                  <a:pt x="12981" y="1"/>
                  <a:pt x="12939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0" name="Google Shape;3580;p159"/>
          <p:cNvSpPr/>
          <p:nvPr/>
        </p:nvSpPr>
        <p:spPr>
          <a:xfrm>
            <a:off x="7342677" y="-220591"/>
            <a:ext cx="2090062" cy="2096168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1" name="Google Shape;3581;p159"/>
          <p:cNvSpPr/>
          <p:nvPr/>
        </p:nvSpPr>
        <p:spPr>
          <a:xfrm>
            <a:off x="5382456" y="4159416"/>
            <a:ext cx="3916919" cy="1384001"/>
          </a:xfrm>
          <a:custGeom>
            <a:rect b="b" l="l" r="r" t="t"/>
            <a:pathLst>
              <a:path extrusionOk="0" h="8613" w="24376">
                <a:moveTo>
                  <a:pt x="12572" y="1"/>
                </a:moveTo>
                <a:cubicBezTo>
                  <a:pt x="11930" y="1"/>
                  <a:pt x="11305" y="137"/>
                  <a:pt x="10778" y="460"/>
                </a:cubicBezTo>
                <a:cubicBezTo>
                  <a:pt x="10193" y="818"/>
                  <a:pt x="9818" y="1341"/>
                  <a:pt x="9503" y="1852"/>
                </a:cubicBezTo>
                <a:cubicBezTo>
                  <a:pt x="9167" y="2398"/>
                  <a:pt x="8889" y="2969"/>
                  <a:pt x="8475" y="3485"/>
                </a:cubicBezTo>
                <a:cubicBezTo>
                  <a:pt x="8044" y="4023"/>
                  <a:pt x="7451" y="4445"/>
                  <a:pt x="6633" y="4599"/>
                </a:cubicBezTo>
                <a:cubicBezTo>
                  <a:pt x="6259" y="4669"/>
                  <a:pt x="5879" y="4690"/>
                  <a:pt x="5496" y="4690"/>
                </a:cubicBezTo>
                <a:cubicBezTo>
                  <a:pt x="4945" y="4690"/>
                  <a:pt x="4388" y="4646"/>
                  <a:pt x="3837" y="4646"/>
                </a:cubicBezTo>
                <a:cubicBezTo>
                  <a:pt x="3701" y="4646"/>
                  <a:pt x="3564" y="4649"/>
                  <a:pt x="3429" y="4656"/>
                </a:cubicBezTo>
                <a:cubicBezTo>
                  <a:pt x="2927" y="4680"/>
                  <a:pt x="2424" y="4755"/>
                  <a:pt x="1974" y="4934"/>
                </a:cubicBezTo>
                <a:cubicBezTo>
                  <a:pt x="1568" y="5095"/>
                  <a:pt x="1218" y="5332"/>
                  <a:pt x="943" y="5611"/>
                </a:cubicBezTo>
                <a:cubicBezTo>
                  <a:pt x="425" y="6133"/>
                  <a:pt x="179" y="6806"/>
                  <a:pt x="311" y="7456"/>
                </a:cubicBezTo>
                <a:cubicBezTo>
                  <a:pt x="309" y="7456"/>
                  <a:pt x="307" y="7456"/>
                  <a:pt x="305" y="7456"/>
                </a:cubicBezTo>
                <a:cubicBezTo>
                  <a:pt x="282" y="7456"/>
                  <a:pt x="258" y="7461"/>
                  <a:pt x="234" y="7475"/>
                </a:cubicBezTo>
                <a:cubicBezTo>
                  <a:pt x="83" y="7556"/>
                  <a:pt x="1" y="7677"/>
                  <a:pt x="4" y="7821"/>
                </a:cubicBezTo>
                <a:cubicBezTo>
                  <a:pt x="12" y="8172"/>
                  <a:pt x="404" y="8373"/>
                  <a:pt x="826" y="8396"/>
                </a:cubicBezTo>
                <a:cubicBezTo>
                  <a:pt x="860" y="8398"/>
                  <a:pt x="894" y="8399"/>
                  <a:pt x="929" y="8399"/>
                </a:cubicBezTo>
                <a:cubicBezTo>
                  <a:pt x="1162" y="8399"/>
                  <a:pt x="1397" y="8361"/>
                  <a:pt x="1626" y="8334"/>
                </a:cubicBezTo>
                <a:cubicBezTo>
                  <a:pt x="1931" y="8297"/>
                  <a:pt x="2238" y="8262"/>
                  <a:pt x="2544" y="8230"/>
                </a:cubicBezTo>
                <a:cubicBezTo>
                  <a:pt x="3747" y="8107"/>
                  <a:pt x="4958" y="8023"/>
                  <a:pt x="6170" y="7965"/>
                </a:cubicBezTo>
                <a:cubicBezTo>
                  <a:pt x="8591" y="7850"/>
                  <a:pt x="11019" y="7838"/>
                  <a:pt x="13445" y="7824"/>
                </a:cubicBezTo>
                <a:cubicBezTo>
                  <a:pt x="13813" y="7822"/>
                  <a:pt x="14182" y="7820"/>
                  <a:pt x="14552" y="7820"/>
                </a:cubicBezTo>
                <a:cubicBezTo>
                  <a:pt x="16507" y="7820"/>
                  <a:pt x="18472" y="7870"/>
                  <a:pt x="20390" y="8174"/>
                </a:cubicBezTo>
                <a:cubicBezTo>
                  <a:pt x="20952" y="8264"/>
                  <a:pt x="21511" y="8375"/>
                  <a:pt x="22057" y="8512"/>
                </a:cubicBezTo>
                <a:cubicBezTo>
                  <a:pt x="22240" y="8558"/>
                  <a:pt x="22430" y="8612"/>
                  <a:pt x="22625" y="8612"/>
                </a:cubicBezTo>
                <a:cubicBezTo>
                  <a:pt x="22665" y="8612"/>
                  <a:pt x="22706" y="8610"/>
                  <a:pt x="22747" y="8605"/>
                </a:cubicBezTo>
                <a:cubicBezTo>
                  <a:pt x="22986" y="8575"/>
                  <a:pt x="23126" y="8437"/>
                  <a:pt x="23188" y="8265"/>
                </a:cubicBezTo>
                <a:cubicBezTo>
                  <a:pt x="23342" y="7840"/>
                  <a:pt x="23440" y="7396"/>
                  <a:pt x="23556" y="6963"/>
                </a:cubicBezTo>
                <a:cubicBezTo>
                  <a:pt x="23675" y="6520"/>
                  <a:pt x="23785" y="6077"/>
                  <a:pt x="23879" y="5631"/>
                </a:cubicBezTo>
                <a:cubicBezTo>
                  <a:pt x="24251" y="3879"/>
                  <a:pt x="24375" y="2063"/>
                  <a:pt x="23717" y="343"/>
                </a:cubicBezTo>
                <a:cubicBezTo>
                  <a:pt x="23697" y="293"/>
                  <a:pt x="23642" y="267"/>
                  <a:pt x="23586" y="267"/>
                </a:cubicBezTo>
                <a:cubicBezTo>
                  <a:pt x="23541" y="267"/>
                  <a:pt x="23495" y="284"/>
                  <a:pt x="23467" y="317"/>
                </a:cubicBezTo>
                <a:cubicBezTo>
                  <a:pt x="23327" y="480"/>
                  <a:pt x="23169" y="631"/>
                  <a:pt x="22991" y="769"/>
                </a:cubicBezTo>
                <a:cubicBezTo>
                  <a:pt x="22274" y="1328"/>
                  <a:pt x="21289" y="1670"/>
                  <a:pt x="20281" y="1764"/>
                </a:cubicBezTo>
                <a:cubicBezTo>
                  <a:pt x="20062" y="1784"/>
                  <a:pt x="19841" y="1794"/>
                  <a:pt x="19620" y="1794"/>
                </a:cubicBezTo>
                <a:cubicBezTo>
                  <a:pt x="18644" y="1794"/>
                  <a:pt x="17671" y="1601"/>
                  <a:pt x="16789" y="1286"/>
                </a:cubicBezTo>
                <a:cubicBezTo>
                  <a:pt x="15722" y="905"/>
                  <a:pt x="14754" y="349"/>
                  <a:pt x="13607" y="110"/>
                </a:cubicBezTo>
                <a:cubicBezTo>
                  <a:pt x="13266" y="40"/>
                  <a:pt x="12917" y="1"/>
                  <a:pt x="12572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82" name="Google Shape;3582;p159"/>
          <p:cNvGrpSpPr/>
          <p:nvPr/>
        </p:nvGrpSpPr>
        <p:grpSpPr>
          <a:xfrm>
            <a:off x="1539904" y="862266"/>
            <a:ext cx="6063713" cy="3662083"/>
            <a:chOff x="5677150" y="460514"/>
            <a:chExt cx="675803" cy="826730"/>
          </a:xfrm>
        </p:grpSpPr>
        <p:sp>
          <p:nvSpPr>
            <p:cNvPr id="3583" name="Google Shape;3583;p159"/>
            <p:cNvSpPr/>
            <p:nvPr/>
          </p:nvSpPr>
          <p:spPr>
            <a:xfrm>
              <a:off x="5677150" y="460514"/>
              <a:ext cx="675803" cy="826730"/>
            </a:xfrm>
            <a:custGeom>
              <a:rect b="b" l="l" r="r" t="t"/>
              <a:pathLst>
                <a:path extrusionOk="0" h="15595" w="12748">
                  <a:moveTo>
                    <a:pt x="6151" y="195"/>
                  </a:moveTo>
                  <a:cubicBezTo>
                    <a:pt x="6218" y="195"/>
                    <a:pt x="6285" y="195"/>
                    <a:pt x="6352" y="195"/>
                  </a:cubicBezTo>
                  <a:cubicBezTo>
                    <a:pt x="8186" y="199"/>
                    <a:pt x="10024" y="201"/>
                    <a:pt x="11858" y="230"/>
                  </a:cubicBezTo>
                  <a:cubicBezTo>
                    <a:pt x="11845" y="240"/>
                    <a:pt x="11838" y="256"/>
                    <a:pt x="11838" y="278"/>
                  </a:cubicBezTo>
                  <a:cubicBezTo>
                    <a:pt x="11857" y="2636"/>
                    <a:pt x="11871" y="4995"/>
                    <a:pt x="11887" y="7353"/>
                  </a:cubicBezTo>
                  <a:cubicBezTo>
                    <a:pt x="11903" y="9687"/>
                    <a:pt x="11851" y="12033"/>
                    <a:pt x="11954" y="14364"/>
                  </a:cubicBezTo>
                  <a:cubicBezTo>
                    <a:pt x="10088" y="13366"/>
                    <a:pt x="8242" y="12312"/>
                    <a:pt x="6345" y="11377"/>
                  </a:cubicBezTo>
                  <a:cubicBezTo>
                    <a:pt x="6338" y="11374"/>
                    <a:pt x="6331" y="11372"/>
                    <a:pt x="6324" y="11372"/>
                  </a:cubicBezTo>
                  <a:cubicBezTo>
                    <a:pt x="6291" y="11372"/>
                    <a:pt x="6268" y="11406"/>
                    <a:pt x="6278" y="11434"/>
                  </a:cubicBezTo>
                  <a:cubicBezTo>
                    <a:pt x="6270" y="11434"/>
                    <a:pt x="6261" y="11437"/>
                    <a:pt x="6253" y="11440"/>
                  </a:cubicBezTo>
                  <a:cubicBezTo>
                    <a:pt x="4488" y="12273"/>
                    <a:pt x="2694" y="13048"/>
                    <a:pt x="921" y="13861"/>
                  </a:cubicBezTo>
                  <a:cubicBezTo>
                    <a:pt x="924" y="9315"/>
                    <a:pt x="924" y="4763"/>
                    <a:pt x="835" y="219"/>
                  </a:cubicBezTo>
                  <a:lnTo>
                    <a:pt x="835" y="219"/>
                  </a:lnTo>
                  <a:cubicBezTo>
                    <a:pt x="1127" y="221"/>
                    <a:pt x="1419" y="222"/>
                    <a:pt x="1712" y="222"/>
                  </a:cubicBezTo>
                  <a:cubicBezTo>
                    <a:pt x="3192" y="222"/>
                    <a:pt x="4672" y="195"/>
                    <a:pt x="6151" y="195"/>
                  </a:cubicBezTo>
                  <a:close/>
                  <a:moveTo>
                    <a:pt x="189" y="210"/>
                  </a:moveTo>
                  <a:cubicBezTo>
                    <a:pt x="381" y="213"/>
                    <a:pt x="572" y="216"/>
                    <a:pt x="765" y="218"/>
                  </a:cubicBezTo>
                  <a:cubicBezTo>
                    <a:pt x="712" y="4804"/>
                    <a:pt x="770" y="9396"/>
                    <a:pt x="810" y="13984"/>
                  </a:cubicBezTo>
                  <a:cubicBezTo>
                    <a:pt x="810" y="14024"/>
                    <a:pt x="845" y="14044"/>
                    <a:pt x="881" y="14044"/>
                  </a:cubicBezTo>
                  <a:cubicBezTo>
                    <a:pt x="916" y="14044"/>
                    <a:pt x="952" y="14024"/>
                    <a:pt x="952" y="13984"/>
                  </a:cubicBezTo>
                  <a:lnTo>
                    <a:pt x="952" y="13971"/>
                  </a:lnTo>
                  <a:cubicBezTo>
                    <a:pt x="2715" y="13211"/>
                    <a:pt x="4535" y="12371"/>
                    <a:pt x="6322" y="11545"/>
                  </a:cubicBezTo>
                  <a:cubicBezTo>
                    <a:pt x="6351" y="11532"/>
                    <a:pt x="6356" y="11508"/>
                    <a:pt x="6348" y="11486"/>
                  </a:cubicBezTo>
                  <a:lnTo>
                    <a:pt x="6348" y="11486"/>
                  </a:lnTo>
                  <a:cubicBezTo>
                    <a:pt x="8163" y="12536"/>
                    <a:pt x="10044" y="13482"/>
                    <a:pt x="11891" y="14472"/>
                  </a:cubicBezTo>
                  <a:cubicBezTo>
                    <a:pt x="11901" y="14477"/>
                    <a:pt x="11910" y="14479"/>
                    <a:pt x="11919" y="14479"/>
                  </a:cubicBezTo>
                  <a:cubicBezTo>
                    <a:pt x="11938" y="14479"/>
                    <a:pt x="11955" y="14470"/>
                    <a:pt x="11967" y="14456"/>
                  </a:cubicBezTo>
                  <a:cubicBezTo>
                    <a:pt x="11974" y="14463"/>
                    <a:pt x="11984" y="14467"/>
                    <a:pt x="11994" y="14467"/>
                  </a:cubicBezTo>
                  <a:cubicBezTo>
                    <a:pt x="12013" y="14467"/>
                    <a:pt x="12031" y="14454"/>
                    <a:pt x="12032" y="14429"/>
                  </a:cubicBezTo>
                  <a:cubicBezTo>
                    <a:pt x="12108" y="12076"/>
                    <a:pt x="12027" y="9708"/>
                    <a:pt x="12014" y="7353"/>
                  </a:cubicBezTo>
                  <a:cubicBezTo>
                    <a:pt x="12001" y="4995"/>
                    <a:pt x="11984" y="2635"/>
                    <a:pt x="11974" y="278"/>
                  </a:cubicBezTo>
                  <a:cubicBezTo>
                    <a:pt x="11974" y="257"/>
                    <a:pt x="11966" y="242"/>
                    <a:pt x="11955" y="231"/>
                  </a:cubicBezTo>
                  <a:lnTo>
                    <a:pt x="11955" y="231"/>
                  </a:lnTo>
                  <a:cubicBezTo>
                    <a:pt x="12129" y="234"/>
                    <a:pt x="12303" y="236"/>
                    <a:pt x="12477" y="239"/>
                  </a:cubicBezTo>
                  <a:cubicBezTo>
                    <a:pt x="12539" y="2733"/>
                    <a:pt x="12582" y="5227"/>
                    <a:pt x="12558" y="7721"/>
                  </a:cubicBezTo>
                  <a:cubicBezTo>
                    <a:pt x="12546" y="8949"/>
                    <a:pt x="12545" y="10177"/>
                    <a:pt x="12542" y="11406"/>
                  </a:cubicBezTo>
                  <a:cubicBezTo>
                    <a:pt x="12537" y="12659"/>
                    <a:pt x="12458" y="13942"/>
                    <a:pt x="12556" y="15193"/>
                  </a:cubicBezTo>
                  <a:cubicBezTo>
                    <a:pt x="12553" y="15197"/>
                    <a:pt x="12550" y="15202"/>
                    <a:pt x="12548" y="15207"/>
                  </a:cubicBezTo>
                  <a:cubicBezTo>
                    <a:pt x="12531" y="15248"/>
                    <a:pt x="12544" y="15296"/>
                    <a:pt x="12544" y="15338"/>
                  </a:cubicBezTo>
                  <a:cubicBezTo>
                    <a:pt x="12544" y="15374"/>
                    <a:pt x="12539" y="15409"/>
                    <a:pt x="12535" y="15442"/>
                  </a:cubicBezTo>
                  <a:cubicBezTo>
                    <a:pt x="11424" y="14918"/>
                    <a:pt x="10314" y="14392"/>
                    <a:pt x="9213" y="13848"/>
                  </a:cubicBezTo>
                  <a:cubicBezTo>
                    <a:pt x="8673" y="13582"/>
                    <a:pt x="8134" y="13312"/>
                    <a:pt x="7596" y="13039"/>
                  </a:cubicBezTo>
                  <a:cubicBezTo>
                    <a:pt x="7186" y="12831"/>
                    <a:pt x="6723" y="12518"/>
                    <a:pt x="6251" y="12493"/>
                  </a:cubicBezTo>
                  <a:cubicBezTo>
                    <a:pt x="6250" y="12493"/>
                    <a:pt x="6249" y="12493"/>
                    <a:pt x="6249" y="12493"/>
                  </a:cubicBezTo>
                  <a:cubicBezTo>
                    <a:pt x="6238" y="12493"/>
                    <a:pt x="6231" y="12498"/>
                    <a:pt x="6226" y="12505"/>
                  </a:cubicBezTo>
                  <a:cubicBezTo>
                    <a:pt x="6218" y="12503"/>
                    <a:pt x="6210" y="12502"/>
                    <a:pt x="6201" y="12502"/>
                  </a:cubicBezTo>
                  <a:cubicBezTo>
                    <a:pt x="6190" y="12502"/>
                    <a:pt x="6177" y="12504"/>
                    <a:pt x="6165" y="12511"/>
                  </a:cubicBezTo>
                  <a:cubicBezTo>
                    <a:pt x="4198" y="13498"/>
                    <a:pt x="2163" y="14274"/>
                    <a:pt x="132" y="15113"/>
                  </a:cubicBezTo>
                  <a:lnTo>
                    <a:pt x="131" y="15113"/>
                  </a:lnTo>
                  <a:cubicBezTo>
                    <a:pt x="198" y="13891"/>
                    <a:pt x="165" y="12657"/>
                    <a:pt x="169" y="11434"/>
                  </a:cubicBezTo>
                  <a:cubicBezTo>
                    <a:pt x="172" y="10188"/>
                    <a:pt x="170" y="8942"/>
                    <a:pt x="176" y="7698"/>
                  </a:cubicBezTo>
                  <a:cubicBezTo>
                    <a:pt x="189" y="5207"/>
                    <a:pt x="189" y="2715"/>
                    <a:pt x="192" y="225"/>
                  </a:cubicBezTo>
                  <a:cubicBezTo>
                    <a:pt x="192" y="220"/>
                    <a:pt x="190" y="216"/>
                    <a:pt x="189" y="210"/>
                  </a:cubicBezTo>
                  <a:close/>
                  <a:moveTo>
                    <a:pt x="4658" y="1"/>
                  </a:moveTo>
                  <a:cubicBezTo>
                    <a:pt x="3153" y="1"/>
                    <a:pt x="1649" y="26"/>
                    <a:pt x="148" y="95"/>
                  </a:cubicBezTo>
                  <a:cubicBezTo>
                    <a:pt x="110" y="98"/>
                    <a:pt x="91" y="130"/>
                    <a:pt x="94" y="160"/>
                  </a:cubicBezTo>
                  <a:cubicBezTo>
                    <a:pt x="68" y="169"/>
                    <a:pt x="47" y="190"/>
                    <a:pt x="47" y="226"/>
                  </a:cubicBezTo>
                  <a:cubicBezTo>
                    <a:pt x="44" y="2716"/>
                    <a:pt x="36" y="5207"/>
                    <a:pt x="42" y="7698"/>
                  </a:cubicBezTo>
                  <a:cubicBezTo>
                    <a:pt x="45" y="8917"/>
                    <a:pt x="39" y="10136"/>
                    <a:pt x="39" y="11355"/>
                  </a:cubicBezTo>
                  <a:cubicBezTo>
                    <a:pt x="39" y="12623"/>
                    <a:pt x="1" y="13904"/>
                    <a:pt x="68" y="15170"/>
                  </a:cubicBezTo>
                  <a:cubicBezTo>
                    <a:pt x="69" y="15189"/>
                    <a:pt x="84" y="15199"/>
                    <a:pt x="99" y="15199"/>
                  </a:cubicBezTo>
                  <a:cubicBezTo>
                    <a:pt x="101" y="15199"/>
                    <a:pt x="104" y="15199"/>
                    <a:pt x="106" y="15198"/>
                  </a:cubicBezTo>
                  <a:cubicBezTo>
                    <a:pt x="114" y="15210"/>
                    <a:pt x="127" y="15220"/>
                    <a:pt x="144" y="15220"/>
                  </a:cubicBezTo>
                  <a:cubicBezTo>
                    <a:pt x="149" y="15220"/>
                    <a:pt x="155" y="15219"/>
                    <a:pt x="161" y="15217"/>
                  </a:cubicBezTo>
                  <a:cubicBezTo>
                    <a:pt x="2256" y="14587"/>
                    <a:pt x="4297" y="13628"/>
                    <a:pt x="6248" y="12653"/>
                  </a:cubicBezTo>
                  <a:cubicBezTo>
                    <a:pt x="6277" y="12639"/>
                    <a:pt x="6289" y="12613"/>
                    <a:pt x="6289" y="12590"/>
                  </a:cubicBezTo>
                  <a:cubicBezTo>
                    <a:pt x="6734" y="12822"/>
                    <a:pt x="7210" y="13014"/>
                    <a:pt x="7658" y="13244"/>
                  </a:cubicBezTo>
                  <a:cubicBezTo>
                    <a:pt x="8195" y="13520"/>
                    <a:pt x="8733" y="13791"/>
                    <a:pt x="9272" y="14059"/>
                  </a:cubicBezTo>
                  <a:cubicBezTo>
                    <a:pt x="10328" y="14583"/>
                    <a:pt x="11389" y="15096"/>
                    <a:pt x="12460" y="15586"/>
                  </a:cubicBezTo>
                  <a:cubicBezTo>
                    <a:pt x="12473" y="15592"/>
                    <a:pt x="12485" y="15594"/>
                    <a:pt x="12496" y="15594"/>
                  </a:cubicBezTo>
                  <a:cubicBezTo>
                    <a:pt x="12531" y="15594"/>
                    <a:pt x="12561" y="15570"/>
                    <a:pt x="12575" y="15541"/>
                  </a:cubicBezTo>
                  <a:cubicBezTo>
                    <a:pt x="12579" y="15542"/>
                    <a:pt x="12583" y="15543"/>
                    <a:pt x="12587" y="15543"/>
                  </a:cubicBezTo>
                  <a:cubicBezTo>
                    <a:pt x="12602" y="15543"/>
                    <a:pt x="12615" y="15536"/>
                    <a:pt x="12624" y="15516"/>
                  </a:cubicBezTo>
                  <a:cubicBezTo>
                    <a:pt x="12648" y="15465"/>
                    <a:pt x="12662" y="15413"/>
                    <a:pt x="12671" y="15356"/>
                  </a:cubicBezTo>
                  <a:cubicBezTo>
                    <a:pt x="12679" y="15302"/>
                    <a:pt x="12690" y="15241"/>
                    <a:pt x="12658" y="15193"/>
                  </a:cubicBezTo>
                  <a:cubicBezTo>
                    <a:pt x="12655" y="15188"/>
                    <a:pt x="12650" y="15182"/>
                    <a:pt x="12646" y="15179"/>
                  </a:cubicBezTo>
                  <a:cubicBezTo>
                    <a:pt x="12748" y="13959"/>
                    <a:pt x="12679" y="12709"/>
                    <a:pt x="12684" y="11486"/>
                  </a:cubicBezTo>
                  <a:cubicBezTo>
                    <a:pt x="12687" y="10231"/>
                    <a:pt x="12697" y="8976"/>
                    <a:pt x="12690" y="7721"/>
                  </a:cubicBezTo>
                  <a:cubicBezTo>
                    <a:pt x="12676" y="5223"/>
                    <a:pt x="12739" y="2724"/>
                    <a:pt x="12648" y="226"/>
                  </a:cubicBezTo>
                  <a:cubicBezTo>
                    <a:pt x="12647" y="189"/>
                    <a:pt x="12626" y="165"/>
                    <a:pt x="12600" y="153"/>
                  </a:cubicBezTo>
                  <a:cubicBezTo>
                    <a:pt x="12592" y="137"/>
                    <a:pt x="12577" y="124"/>
                    <a:pt x="12552" y="124"/>
                  </a:cubicBezTo>
                  <a:cubicBezTo>
                    <a:pt x="9927" y="77"/>
                    <a:pt x="7291" y="1"/>
                    <a:pt x="46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159"/>
            <p:cNvSpPr/>
            <p:nvPr/>
          </p:nvSpPr>
          <p:spPr>
            <a:xfrm>
              <a:off x="5684148" y="471647"/>
              <a:ext cx="660059" cy="807486"/>
            </a:xfrm>
            <a:custGeom>
              <a:rect b="b" l="l" r="r" t="t"/>
              <a:pathLst>
                <a:path extrusionOk="0" h="15232" w="12451">
                  <a:moveTo>
                    <a:pt x="58" y="0"/>
                  </a:moveTo>
                  <a:cubicBezTo>
                    <a:pt x="58" y="7"/>
                    <a:pt x="60" y="10"/>
                    <a:pt x="60" y="16"/>
                  </a:cubicBezTo>
                  <a:cubicBezTo>
                    <a:pt x="57" y="2506"/>
                    <a:pt x="58" y="4997"/>
                    <a:pt x="45" y="7488"/>
                  </a:cubicBezTo>
                  <a:cubicBezTo>
                    <a:pt x="39" y="8732"/>
                    <a:pt x="40" y="9978"/>
                    <a:pt x="37" y="11224"/>
                  </a:cubicBezTo>
                  <a:cubicBezTo>
                    <a:pt x="33" y="12447"/>
                    <a:pt x="66" y="13681"/>
                    <a:pt x="0" y="14903"/>
                  </a:cubicBezTo>
                  <a:cubicBezTo>
                    <a:pt x="2031" y="14064"/>
                    <a:pt x="4066" y="13288"/>
                    <a:pt x="6034" y="12301"/>
                  </a:cubicBezTo>
                  <a:cubicBezTo>
                    <a:pt x="6046" y="12294"/>
                    <a:pt x="6058" y="12292"/>
                    <a:pt x="6070" y="12292"/>
                  </a:cubicBezTo>
                  <a:cubicBezTo>
                    <a:pt x="6078" y="12292"/>
                    <a:pt x="6086" y="12293"/>
                    <a:pt x="6094" y="12295"/>
                  </a:cubicBezTo>
                  <a:cubicBezTo>
                    <a:pt x="6099" y="12288"/>
                    <a:pt x="6106" y="12283"/>
                    <a:pt x="6117" y="12283"/>
                  </a:cubicBezTo>
                  <a:cubicBezTo>
                    <a:pt x="6117" y="12283"/>
                    <a:pt x="6118" y="12283"/>
                    <a:pt x="6119" y="12283"/>
                  </a:cubicBezTo>
                  <a:cubicBezTo>
                    <a:pt x="6591" y="12308"/>
                    <a:pt x="7054" y="12621"/>
                    <a:pt x="7466" y="12829"/>
                  </a:cubicBezTo>
                  <a:cubicBezTo>
                    <a:pt x="8003" y="13102"/>
                    <a:pt x="8541" y="13372"/>
                    <a:pt x="9081" y="13639"/>
                  </a:cubicBezTo>
                  <a:cubicBezTo>
                    <a:pt x="10182" y="14183"/>
                    <a:pt x="11292" y="14708"/>
                    <a:pt x="12403" y="15232"/>
                  </a:cubicBezTo>
                  <a:cubicBezTo>
                    <a:pt x="12407" y="15199"/>
                    <a:pt x="12412" y="15165"/>
                    <a:pt x="12412" y="15129"/>
                  </a:cubicBezTo>
                  <a:cubicBezTo>
                    <a:pt x="12412" y="15086"/>
                    <a:pt x="12399" y="15039"/>
                    <a:pt x="12416" y="14997"/>
                  </a:cubicBezTo>
                  <a:cubicBezTo>
                    <a:pt x="12418" y="14992"/>
                    <a:pt x="12421" y="14987"/>
                    <a:pt x="12424" y="14983"/>
                  </a:cubicBezTo>
                  <a:cubicBezTo>
                    <a:pt x="12327" y="13732"/>
                    <a:pt x="12405" y="12449"/>
                    <a:pt x="12410" y="11196"/>
                  </a:cubicBezTo>
                  <a:cubicBezTo>
                    <a:pt x="12413" y="9967"/>
                    <a:pt x="12414" y="8739"/>
                    <a:pt x="12426" y="7511"/>
                  </a:cubicBezTo>
                  <a:cubicBezTo>
                    <a:pt x="12450" y="5017"/>
                    <a:pt x="12407" y="2523"/>
                    <a:pt x="12345" y="29"/>
                  </a:cubicBezTo>
                  <a:cubicBezTo>
                    <a:pt x="12171" y="26"/>
                    <a:pt x="11997" y="24"/>
                    <a:pt x="11823" y="21"/>
                  </a:cubicBezTo>
                  <a:lnTo>
                    <a:pt x="11823" y="21"/>
                  </a:lnTo>
                  <a:cubicBezTo>
                    <a:pt x="11835" y="32"/>
                    <a:pt x="11842" y="47"/>
                    <a:pt x="11842" y="68"/>
                  </a:cubicBezTo>
                  <a:cubicBezTo>
                    <a:pt x="11852" y="2426"/>
                    <a:pt x="11869" y="4785"/>
                    <a:pt x="11882" y="7144"/>
                  </a:cubicBezTo>
                  <a:cubicBezTo>
                    <a:pt x="11896" y="9498"/>
                    <a:pt x="11976" y="11867"/>
                    <a:pt x="11900" y="14219"/>
                  </a:cubicBezTo>
                  <a:cubicBezTo>
                    <a:pt x="11899" y="14244"/>
                    <a:pt x="11881" y="14257"/>
                    <a:pt x="11863" y="14257"/>
                  </a:cubicBezTo>
                  <a:cubicBezTo>
                    <a:pt x="11853" y="14257"/>
                    <a:pt x="11843" y="14253"/>
                    <a:pt x="11835" y="14246"/>
                  </a:cubicBezTo>
                  <a:cubicBezTo>
                    <a:pt x="11823" y="14260"/>
                    <a:pt x="11807" y="14270"/>
                    <a:pt x="11788" y="14270"/>
                  </a:cubicBezTo>
                  <a:cubicBezTo>
                    <a:pt x="11779" y="14270"/>
                    <a:pt x="11769" y="14267"/>
                    <a:pt x="11759" y="14262"/>
                  </a:cubicBezTo>
                  <a:cubicBezTo>
                    <a:pt x="9912" y="13272"/>
                    <a:pt x="8031" y="12326"/>
                    <a:pt x="6217" y="11276"/>
                  </a:cubicBezTo>
                  <a:lnTo>
                    <a:pt x="6217" y="11276"/>
                  </a:lnTo>
                  <a:cubicBezTo>
                    <a:pt x="6224" y="11298"/>
                    <a:pt x="6219" y="11323"/>
                    <a:pt x="6191" y="11336"/>
                  </a:cubicBezTo>
                  <a:cubicBezTo>
                    <a:pt x="4403" y="12161"/>
                    <a:pt x="2583" y="13002"/>
                    <a:pt x="820" y="13761"/>
                  </a:cubicBezTo>
                  <a:lnTo>
                    <a:pt x="820" y="13774"/>
                  </a:lnTo>
                  <a:cubicBezTo>
                    <a:pt x="820" y="13814"/>
                    <a:pt x="784" y="13834"/>
                    <a:pt x="749" y="13834"/>
                  </a:cubicBezTo>
                  <a:cubicBezTo>
                    <a:pt x="713" y="13834"/>
                    <a:pt x="678" y="13814"/>
                    <a:pt x="678" y="13774"/>
                  </a:cubicBezTo>
                  <a:cubicBezTo>
                    <a:pt x="638" y="9186"/>
                    <a:pt x="580" y="4594"/>
                    <a:pt x="634" y="8"/>
                  </a:cubicBezTo>
                  <a:cubicBezTo>
                    <a:pt x="442" y="7"/>
                    <a:pt x="249" y="3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159"/>
            <p:cNvSpPr/>
            <p:nvPr/>
          </p:nvSpPr>
          <p:spPr>
            <a:xfrm>
              <a:off x="5721415" y="470851"/>
              <a:ext cx="589393" cy="751187"/>
            </a:xfrm>
            <a:custGeom>
              <a:rect b="b" l="l" r="r" t="t"/>
              <a:pathLst>
                <a:path extrusionOk="0" h="14170" w="11118">
                  <a:moveTo>
                    <a:pt x="5316" y="0"/>
                  </a:moveTo>
                  <a:cubicBezTo>
                    <a:pt x="3837" y="0"/>
                    <a:pt x="2357" y="27"/>
                    <a:pt x="877" y="27"/>
                  </a:cubicBezTo>
                  <a:cubicBezTo>
                    <a:pt x="584" y="27"/>
                    <a:pt x="292" y="26"/>
                    <a:pt x="0" y="24"/>
                  </a:cubicBezTo>
                  <a:lnTo>
                    <a:pt x="0" y="24"/>
                  </a:lnTo>
                  <a:cubicBezTo>
                    <a:pt x="89" y="4568"/>
                    <a:pt x="89" y="9120"/>
                    <a:pt x="86" y="13666"/>
                  </a:cubicBezTo>
                  <a:cubicBezTo>
                    <a:pt x="1859" y="12853"/>
                    <a:pt x="3653" y="12077"/>
                    <a:pt x="5418" y="11245"/>
                  </a:cubicBezTo>
                  <a:cubicBezTo>
                    <a:pt x="5426" y="11241"/>
                    <a:pt x="5435" y="11239"/>
                    <a:pt x="5443" y="11239"/>
                  </a:cubicBezTo>
                  <a:cubicBezTo>
                    <a:pt x="5433" y="11211"/>
                    <a:pt x="5456" y="11177"/>
                    <a:pt x="5489" y="11177"/>
                  </a:cubicBezTo>
                  <a:cubicBezTo>
                    <a:pt x="5496" y="11177"/>
                    <a:pt x="5503" y="11179"/>
                    <a:pt x="5510" y="11182"/>
                  </a:cubicBezTo>
                  <a:cubicBezTo>
                    <a:pt x="7407" y="12117"/>
                    <a:pt x="9253" y="13171"/>
                    <a:pt x="11118" y="14169"/>
                  </a:cubicBezTo>
                  <a:cubicBezTo>
                    <a:pt x="11016" y="11838"/>
                    <a:pt x="11067" y="9492"/>
                    <a:pt x="11051" y="7158"/>
                  </a:cubicBezTo>
                  <a:cubicBezTo>
                    <a:pt x="11035" y="4800"/>
                    <a:pt x="11022" y="2441"/>
                    <a:pt x="11003" y="83"/>
                  </a:cubicBezTo>
                  <a:cubicBezTo>
                    <a:pt x="11003" y="61"/>
                    <a:pt x="11010" y="45"/>
                    <a:pt x="11023" y="35"/>
                  </a:cubicBezTo>
                  <a:cubicBezTo>
                    <a:pt x="9189" y="6"/>
                    <a:pt x="7351" y="4"/>
                    <a:pt x="5517" y="0"/>
                  </a:cubicBezTo>
                  <a:cubicBezTo>
                    <a:pt x="5450" y="0"/>
                    <a:pt x="5383" y="0"/>
                    <a:pt x="53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86" name="Google Shape;3586;p159"/>
          <p:cNvSpPr txBox="1"/>
          <p:nvPr>
            <p:ph idx="1" type="subTitle"/>
          </p:nvPr>
        </p:nvSpPr>
        <p:spPr>
          <a:xfrm flipH="1">
            <a:off x="2649475" y="2513525"/>
            <a:ext cx="3845100" cy="869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loria Hallelujah"/>
              <a:buNone/>
              <a:defRPr sz="16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587" name="Google Shape;3587;p159"/>
          <p:cNvSpPr/>
          <p:nvPr/>
        </p:nvSpPr>
        <p:spPr>
          <a:xfrm>
            <a:off x="433397" y="3873365"/>
            <a:ext cx="559652" cy="537631"/>
          </a:xfrm>
          <a:custGeom>
            <a:rect b="b" l="l" r="r" t="t"/>
            <a:pathLst>
              <a:path extrusionOk="0" h="3786" w="3941">
                <a:moveTo>
                  <a:pt x="2590" y="410"/>
                </a:moveTo>
                <a:cubicBezTo>
                  <a:pt x="2599" y="410"/>
                  <a:pt x="2603" y="418"/>
                  <a:pt x="2606" y="432"/>
                </a:cubicBezTo>
                <a:cubicBezTo>
                  <a:pt x="2612" y="467"/>
                  <a:pt x="2609" y="510"/>
                  <a:pt x="2601" y="528"/>
                </a:cubicBezTo>
                <a:cubicBezTo>
                  <a:pt x="2592" y="547"/>
                  <a:pt x="2589" y="613"/>
                  <a:pt x="2594" y="677"/>
                </a:cubicBezTo>
                <a:cubicBezTo>
                  <a:pt x="2599" y="740"/>
                  <a:pt x="2591" y="856"/>
                  <a:pt x="2574" y="935"/>
                </a:cubicBezTo>
                <a:cubicBezTo>
                  <a:pt x="2558" y="1013"/>
                  <a:pt x="2555" y="1111"/>
                  <a:pt x="2567" y="1154"/>
                </a:cubicBezTo>
                <a:cubicBezTo>
                  <a:pt x="2590" y="1227"/>
                  <a:pt x="2599" y="1232"/>
                  <a:pt x="2755" y="1262"/>
                </a:cubicBezTo>
                <a:cubicBezTo>
                  <a:pt x="2846" y="1279"/>
                  <a:pt x="2956" y="1305"/>
                  <a:pt x="3003" y="1321"/>
                </a:cubicBezTo>
                <a:cubicBezTo>
                  <a:pt x="3049" y="1335"/>
                  <a:pt x="3174" y="1360"/>
                  <a:pt x="3279" y="1375"/>
                </a:cubicBezTo>
                <a:cubicBezTo>
                  <a:pt x="3533" y="1411"/>
                  <a:pt x="3610" y="1431"/>
                  <a:pt x="3598" y="1454"/>
                </a:cubicBezTo>
                <a:cubicBezTo>
                  <a:pt x="3593" y="1466"/>
                  <a:pt x="3377" y="1549"/>
                  <a:pt x="3120" y="1639"/>
                </a:cubicBezTo>
                <a:cubicBezTo>
                  <a:pt x="2601" y="1819"/>
                  <a:pt x="2539" y="1873"/>
                  <a:pt x="2695" y="2002"/>
                </a:cubicBezTo>
                <a:cubicBezTo>
                  <a:pt x="2742" y="2041"/>
                  <a:pt x="2909" y="2204"/>
                  <a:pt x="3069" y="2369"/>
                </a:cubicBezTo>
                <a:lnTo>
                  <a:pt x="3359" y="2666"/>
                </a:lnTo>
                <a:lnTo>
                  <a:pt x="3237" y="2646"/>
                </a:lnTo>
                <a:cubicBezTo>
                  <a:pt x="3170" y="2636"/>
                  <a:pt x="2955" y="2593"/>
                  <a:pt x="2758" y="2550"/>
                </a:cubicBezTo>
                <a:cubicBezTo>
                  <a:pt x="2592" y="2515"/>
                  <a:pt x="2484" y="2498"/>
                  <a:pt x="2423" y="2498"/>
                </a:cubicBezTo>
                <a:cubicBezTo>
                  <a:pt x="2392" y="2498"/>
                  <a:pt x="2373" y="2502"/>
                  <a:pt x="2364" y="2511"/>
                </a:cubicBezTo>
                <a:cubicBezTo>
                  <a:pt x="2345" y="2532"/>
                  <a:pt x="2330" y="2622"/>
                  <a:pt x="2331" y="2713"/>
                </a:cubicBezTo>
                <a:cubicBezTo>
                  <a:pt x="2332" y="2803"/>
                  <a:pt x="2323" y="2954"/>
                  <a:pt x="2309" y="3050"/>
                </a:cubicBezTo>
                <a:cubicBezTo>
                  <a:pt x="2295" y="3145"/>
                  <a:pt x="2289" y="3245"/>
                  <a:pt x="2294" y="3270"/>
                </a:cubicBezTo>
                <a:cubicBezTo>
                  <a:pt x="2300" y="3297"/>
                  <a:pt x="2297" y="3309"/>
                  <a:pt x="2290" y="3309"/>
                </a:cubicBezTo>
                <a:cubicBezTo>
                  <a:pt x="2276" y="3309"/>
                  <a:pt x="2243" y="3265"/>
                  <a:pt x="2216" y="3199"/>
                </a:cubicBezTo>
                <a:cubicBezTo>
                  <a:pt x="2196" y="3147"/>
                  <a:pt x="2135" y="3007"/>
                  <a:pt x="2082" y="2891"/>
                </a:cubicBezTo>
                <a:cubicBezTo>
                  <a:pt x="2030" y="2774"/>
                  <a:pt x="1974" y="2644"/>
                  <a:pt x="1961" y="2606"/>
                </a:cubicBezTo>
                <a:cubicBezTo>
                  <a:pt x="1941" y="2548"/>
                  <a:pt x="1920" y="2534"/>
                  <a:pt x="1854" y="2532"/>
                </a:cubicBezTo>
                <a:cubicBezTo>
                  <a:pt x="1853" y="2532"/>
                  <a:pt x="1853" y="2532"/>
                  <a:pt x="1853" y="2532"/>
                </a:cubicBezTo>
                <a:cubicBezTo>
                  <a:pt x="1777" y="2532"/>
                  <a:pt x="1468" y="2664"/>
                  <a:pt x="1272" y="2783"/>
                </a:cubicBezTo>
                <a:cubicBezTo>
                  <a:pt x="1229" y="2809"/>
                  <a:pt x="1147" y="2851"/>
                  <a:pt x="1092" y="2876"/>
                </a:cubicBezTo>
                <a:lnTo>
                  <a:pt x="992" y="2922"/>
                </a:lnTo>
                <a:lnTo>
                  <a:pt x="1194" y="2531"/>
                </a:lnTo>
                <a:cubicBezTo>
                  <a:pt x="1347" y="2231"/>
                  <a:pt x="1391" y="2125"/>
                  <a:pt x="1381" y="2077"/>
                </a:cubicBezTo>
                <a:cubicBezTo>
                  <a:pt x="1368" y="2025"/>
                  <a:pt x="1317" y="1996"/>
                  <a:pt x="1044" y="1880"/>
                </a:cubicBezTo>
                <a:cubicBezTo>
                  <a:pt x="866" y="1804"/>
                  <a:pt x="659" y="1728"/>
                  <a:pt x="581" y="1706"/>
                </a:cubicBezTo>
                <a:cubicBezTo>
                  <a:pt x="501" y="1685"/>
                  <a:pt x="442" y="1665"/>
                  <a:pt x="444" y="1659"/>
                </a:cubicBezTo>
                <a:cubicBezTo>
                  <a:pt x="447" y="1654"/>
                  <a:pt x="521" y="1645"/>
                  <a:pt x="614" y="1640"/>
                </a:cubicBezTo>
                <a:cubicBezTo>
                  <a:pt x="705" y="1635"/>
                  <a:pt x="829" y="1620"/>
                  <a:pt x="896" y="1607"/>
                </a:cubicBezTo>
                <a:cubicBezTo>
                  <a:pt x="960" y="1595"/>
                  <a:pt x="1127" y="1580"/>
                  <a:pt x="1264" y="1575"/>
                </a:cubicBezTo>
                <a:cubicBezTo>
                  <a:pt x="1550" y="1564"/>
                  <a:pt x="1602" y="1522"/>
                  <a:pt x="1540" y="1348"/>
                </a:cubicBezTo>
                <a:cubicBezTo>
                  <a:pt x="1517" y="1285"/>
                  <a:pt x="1481" y="1150"/>
                  <a:pt x="1459" y="1046"/>
                </a:cubicBezTo>
                <a:cubicBezTo>
                  <a:pt x="1436" y="942"/>
                  <a:pt x="1405" y="815"/>
                  <a:pt x="1389" y="762"/>
                </a:cubicBezTo>
                <a:cubicBezTo>
                  <a:pt x="1366" y="682"/>
                  <a:pt x="1362" y="642"/>
                  <a:pt x="1378" y="642"/>
                </a:cubicBezTo>
                <a:cubicBezTo>
                  <a:pt x="1392" y="642"/>
                  <a:pt x="1422" y="675"/>
                  <a:pt x="1466" y="740"/>
                </a:cubicBezTo>
                <a:cubicBezTo>
                  <a:pt x="1555" y="874"/>
                  <a:pt x="1817" y="1083"/>
                  <a:pt x="1904" y="1091"/>
                </a:cubicBezTo>
                <a:cubicBezTo>
                  <a:pt x="1905" y="1091"/>
                  <a:pt x="1906" y="1091"/>
                  <a:pt x="1907" y="1091"/>
                </a:cubicBezTo>
                <a:cubicBezTo>
                  <a:pt x="1934" y="1091"/>
                  <a:pt x="1978" y="1064"/>
                  <a:pt x="2004" y="1030"/>
                </a:cubicBezTo>
                <a:cubicBezTo>
                  <a:pt x="2033" y="995"/>
                  <a:pt x="2177" y="832"/>
                  <a:pt x="2326" y="667"/>
                </a:cubicBezTo>
                <a:cubicBezTo>
                  <a:pt x="2496" y="478"/>
                  <a:pt x="2563" y="410"/>
                  <a:pt x="2590" y="410"/>
                </a:cubicBezTo>
                <a:close/>
                <a:moveTo>
                  <a:pt x="2709" y="0"/>
                </a:moveTo>
                <a:cubicBezTo>
                  <a:pt x="2682" y="0"/>
                  <a:pt x="2652" y="9"/>
                  <a:pt x="2622" y="27"/>
                </a:cubicBezTo>
                <a:cubicBezTo>
                  <a:pt x="2580" y="52"/>
                  <a:pt x="2547" y="89"/>
                  <a:pt x="2550" y="107"/>
                </a:cubicBezTo>
                <a:cubicBezTo>
                  <a:pt x="2552" y="126"/>
                  <a:pt x="2468" y="241"/>
                  <a:pt x="2365" y="360"/>
                </a:cubicBezTo>
                <a:cubicBezTo>
                  <a:pt x="2262" y="480"/>
                  <a:pt x="2174" y="588"/>
                  <a:pt x="2171" y="597"/>
                </a:cubicBezTo>
                <a:cubicBezTo>
                  <a:pt x="2168" y="607"/>
                  <a:pt x="2146" y="631"/>
                  <a:pt x="2122" y="652"/>
                </a:cubicBezTo>
                <a:cubicBezTo>
                  <a:pt x="2098" y="672"/>
                  <a:pt x="2039" y="733"/>
                  <a:pt x="1989" y="790"/>
                </a:cubicBezTo>
                <a:cubicBezTo>
                  <a:pt x="1939" y="846"/>
                  <a:pt x="1914" y="869"/>
                  <a:pt x="1886" y="869"/>
                </a:cubicBezTo>
                <a:cubicBezTo>
                  <a:pt x="1868" y="869"/>
                  <a:pt x="1850" y="860"/>
                  <a:pt x="1824" y="844"/>
                </a:cubicBezTo>
                <a:cubicBezTo>
                  <a:pt x="1782" y="818"/>
                  <a:pt x="1694" y="726"/>
                  <a:pt x="1626" y="635"/>
                </a:cubicBezTo>
                <a:cubicBezTo>
                  <a:pt x="1442" y="390"/>
                  <a:pt x="1245" y="223"/>
                  <a:pt x="1149" y="223"/>
                </a:cubicBezTo>
                <a:cubicBezTo>
                  <a:pt x="1133" y="223"/>
                  <a:pt x="1120" y="228"/>
                  <a:pt x="1110" y="237"/>
                </a:cubicBezTo>
                <a:cubicBezTo>
                  <a:pt x="1064" y="282"/>
                  <a:pt x="1073" y="379"/>
                  <a:pt x="1140" y="584"/>
                </a:cubicBezTo>
                <a:cubicBezTo>
                  <a:pt x="1172" y="680"/>
                  <a:pt x="1214" y="830"/>
                  <a:pt x="1232" y="915"/>
                </a:cubicBezTo>
                <a:cubicBezTo>
                  <a:pt x="1250" y="1000"/>
                  <a:pt x="1281" y="1139"/>
                  <a:pt x="1299" y="1225"/>
                </a:cubicBezTo>
                <a:cubicBezTo>
                  <a:pt x="1320" y="1320"/>
                  <a:pt x="1320" y="1376"/>
                  <a:pt x="1298" y="1376"/>
                </a:cubicBezTo>
                <a:cubicBezTo>
                  <a:pt x="1298" y="1376"/>
                  <a:pt x="1298" y="1376"/>
                  <a:pt x="1297" y="1376"/>
                </a:cubicBezTo>
                <a:cubicBezTo>
                  <a:pt x="1292" y="1376"/>
                  <a:pt x="1286" y="1375"/>
                  <a:pt x="1277" y="1375"/>
                </a:cubicBezTo>
                <a:cubicBezTo>
                  <a:pt x="1133" y="1375"/>
                  <a:pt x="477" y="1451"/>
                  <a:pt x="286" y="1491"/>
                </a:cubicBezTo>
                <a:cubicBezTo>
                  <a:pt x="107" y="1529"/>
                  <a:pt x="61" y="1551"/>
                  <a:pt x="30" y="1616"/>
                </a:cubicBezTo>
                <a:cubicBezTo>
                  <a:pt x="0" y="1678"/>
                  <a:pt x="5" y="1706"/>
                  <a:pt x="52" y="1745"/>
                </a:cubicBezTo>
                <a:cubicBezTo>
                  <a:pt x="84" y="1772"/>
                  <a:pt x="151" y="1797"/>
                  <a:pt x="200" y="1800"/>
                </a:cubicBezTo>
                <a:cubicBezTo>
                  <a:pt x="291" y="1807"/>
                  <a:pt x="952" y="2025"/>
                  <a:pt x="1105" y="2098"/>
                </a:cubicBezTo>
                <a:lnTo>
                  <a:pt x="1188" y="2138"/>
                </a:lnTo>
                <a:lnTo>
                  <a:pt x="1040" y="2445"/>
                </a:lnTo>
                <a:cubicBezTo>
                  <a:pt x="957" y="2616"/>
                  <a:pt x="844" y="2808"/>
                  <a:pt x="785" y="2877"/>
                </a:cubicBezTo>
                <a:cubicBezTo>
                  <a:pt x="620" y="3073"/>
                  <a:pt x="575" y="3250"/>
                  <a:pt x="680" y="3302"/>
                </a:cubicBezTo>
                <a:cubicBezTo>
                  <a:pt x="682" y="3303"/>
                  <a:pt x="686" y="3304"/>
                  <a:pt x="690" y="3304"/>
                </a:cubicBezTo>
                <a:cubicBezTo>
                  <a:pt x="748" y="3304"/>
                  <a:pt x="952" y="3183"/>
                  <a:pt x="978" y="3130"/>
                </a:cubicBezTo>
                <a:cubicBezTo>
                  <a:pt x="987" y="3111"/>
                  <a:pt x="1002" y="3099"/>
                  <a:pt x="1016" y="3099"/>
                </a:cubicBezTo>
                <a:cubicBezTo>
                  <a:pt x="1018" y="3099"/>
                  <a:pt x="1021" y="3099"/>
                  <a:pt x="1024" y="3100"/>
                </a:cubicBezTo>
                <a:cubicBezTo>
                  <a:pt x="1025" y="3101"/>
                  <a:pt x="1026" y="3101"/>
                  <a:pt x="1027" y="3101"/>
                </a:cubicBezTo>
                <a:cubicBezTo>
                  <a:pt x="1069" y="3101"/>
                  <a:pt x="1386" y="2948"/>
                  <a:pt x="1674" y="2788"/>
                </a:cubicBezTo>
                <a:cubicBezTo>
                  <a:pt x="1726" y="2759"/>
                  <a:pt x="1765" y="2744"/>
                  <a:pt x="1793" y="2744"/>
                </a:cubicBezTo>
                <a:cubicBezTo>
                  <a:pt x="1831" y="2744"/>
                  <a:pt x="1852" y="2770"/>
                  <a:pt x="1864" y="2823"/>
                </a:cubicBezTo>
                <a:cubicBezTo>
                  <a:pt x="1887" y="2910"/>
                  <a:pt x="2191" y="3608"/>
                  <a:pt x="2250" y="3705"/>
                </a:cubicBezTo>
                <a:cubicBezTo>
                  <a:pt x="2289" y="3767"/>
                  <a:pt x="2314" y="3785"/>
                  <a:pt x="2366" y="3785"/>
                </a:cubicBezTo>
                <a:cubicBezTo>
                  <a:pt x="2368" y="3785"/>
                  <a:pt x="2369" y="3785"/>
                  <a:pt x="2371" y="3785"/>
                </a:cubicBezTo>
                <a:cubicBezTo>
                  <a:pt x="2463" y="3782"/>
                  <a:pt x="2481" y="3737"/>
                  <a:pt x="2476" y="3523"/>
                </a:cubicBezTo>
                <a:cubicBezTo>
                  <a:pt x="2473" y="3425"/>
                  <a:pt x="2482" y="3223"/>
                  <a:pt x="2496" y="3073"/>
                </a:cubicBezTo>
                <a:cubicBezTo>
                  <a:pt x="2510" y="2923"/>
                  <a:pt x="2521" y="2777"/>
                  <a:pt x="2523" y="2747"/>
                </a:cubicBezTo>
                <a:cubicBezTo>
                  <a:pt x="2523" y="2725"/>
                  <a:pt x="2536" y="2714"/>
                  <a:pt x="2579" y="2714"/>
                </a:cubicBezTo>
                <a:cubicBezTo>
                  <a:pt x="2623" y="2714"/>
                  <a:pt x="2699" y="2726"/>
                  <a:pt x="2826" y="2750"/>
                </a:cubicBezTo>
                <a:cubicBezTo>
                  <a:pt x="2994" y="2781"/>
                  <a:pt x="3221" y="2830"/>
                  <a:pt x="3335" y="2859"/>
                </a:cubicBezTo>
                <a:cubicBezTo>
                  <a:pt x="3414" y="2879"/>
                  <a:pt x="3481" y="2888"/>
                  <a:pt x="3535" y="2888"/>
                </a:cubicBezTo>
                <a:cubicBezTo>
                  <a:pt x="3727" y="2888"/>
                  <a:pt x="3758" y="2772"/>
                  <a:pt x="3572" y="2602"/>
                </a:cubicBezTo>
                <a:cubicBezTo>
                  <a:pt x="3354" y="2405"/>
                  <a:pt x="2936" y="1957"/>
                  <a:pt x="2951" y="1937"/>
                </a:cubicBezTo>
                <a:cubicBezTo>
                  <a:pt x="2958" y="1927"/>
                  <a:pt x="3181" y="1835"/>
                  <a:pt x="3442" y="1735"/>
                </a:cubicBezTo>
                <a:cubicBezTo>
                  <a:pt x="3703" y="1634"/>
                  <a:pt x="3925" y="1538"/>
                  <a:pt x="3933" y="1522"/>
                </a:cubicBezTo>
                <a:cubicBezTo>
                  <a:pt x="3940" y="1507"/>
                  <a:pt x="3936" y="1464"/>
                  <a:pt x="3923" y="1430"/>
                </a:cubicBezTo>
                <a:cubicBezTo>
                  <a:pt x="3893" y="1347"/>
                  <a:pt x="3653" y="1255"/>
                  <a:pt x="3292" y="1189"/>
                </a:cubicBezTo>
                <a:cubicBezTo>
                  <a:pt x="3144" y="1161"/>
                  <a:pt x="2965" y="1125"/>
                  <a:pt x="2887" y="1106"/>
                </a:cubicBezTo>
                <a:lnTo>
                  <a:pt x="2747" y="1072"/>
                </a:lnTo>
                <a:lnTo>
                  <a:pt x="2767" y="875"/>
                </a:lnTo>
                <a:cubicBezTo>
                  <a:pt x="2778" y="768"/>
                  <a:pt x="2787" y="604"/>
                  <a:pt x="2787" y="514"/>
                </a:cubicBezTo>
                <a:cubicBezTo>
                  <a:pt x="2789" y="425"/>
                  <a:pt x="2795" y="347"/>
                  <a:pt x="2803" y="345"/>
                </a:cubicBezTo>
                <a:cubicBezTo>
                  <a:pt x="2828" y="336"/>
                  <a:pt x="2836" y="101"/>
                  <a:pt x="2812" y="62"/>
                </a:cubicBezTo>
                <a:cubicBezTo>
                  <a:pt x="2787" y="21"/>
                  <a:pt x="2751" y="0"/>
                  <a:pt x="270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  <p:grpSp>
        <p:nvGrpSpPr>
          <p:cNvPr id="3588" name="Google Shape;3588;p159"/>
          <p:cNvGrpSpPr/>
          <p:nvPr/>
        </p:nvGrpSpPr>
        <p:grpSpPr>
          <a:xfrm>
            <a:off x="8028956" y="4262978"/>
            <a:ext cx="394966" cy="325088"/>
            <a:chOff x="6815683" y="2849752"/>
            <a:chExt cx="186975" cy="153895"/>
          </a:xfrm>
        </p:grpSpPr>
        <p:sp>
          <p:nvSpPr>
            <p:cNvPr id="3589" name="Google Shape;3589;p159"/>
            <p:cNvSpPr/>
            <p:nvPr/>
          </p:nvSpPr>
          <p:spPr>
            <a:xfrm>
              <a:off x="6822044" y="2861043"/>
              <a:ext cx="172556" cy="131365"/>
            </a:xfrm>
            <a:custGeom>
              <a:rect b="b" l="l" r="r" t="t"/>
              <a:pathLst>
                <a:path extrusionOk="0" h="2478" w="3255">
                  <a:moveTo>
                    <a:pt x="1618" y="0"/>
                  </a:moveTo>
                  <a:cubicBezTo>
                    <a:pt x="1601" y="0"/>
                    <a:pt x="1578" y="4"/>
                    <a:pt x="1546" y="13"/>
                  </a:cubicBezTo>
                  <a:cubicBezTo>
                    <a:pt x="1346" y="66"/>
                    <a:pt x="1211" y="447"/>
                    <a:pt x="1130" y="664"/>
                  </a:cubicBezTo>
                  <a:cubicBezTo>
                    <a:pt x="1153" y="691"/>
                    <a:pt x="1138" y="741"/>
                    <a:pt x="1100" y="756"/>
                  </a:cubicBezTo>
                  <a:lnTo>
                    <a:pt x="1101" y="759"/>
                  </a:lnTo>
                  <a:cubicBezTo>
                    <a:pt x="1081" y="762"/>
                    <a:pt x="1061" y="763"/>
                    <a:pt x="1041" y="766"/>
                  </a:cubicBezTo>
                  <a:cubicBezTo>
                    <a:pt x="1017" y="773"/>
                    <a:pt x="993" y="779"/>
                    <a:pt x="969" y="786"/>
                  </a:cubicBezTo>
                  <a:cubicBezTo>
                    <a:pt x="964" y="789"/>
                    <a:pt x="958" y="791"/>
                    <a:pt x="953" y="791"/>
                  </a:cubicBezTo>
                  <a:cubicBezTo>
                    <a:pt x="944" y="791"/>
                    <a:pt x="935" y="786"/>
                    <a:pt x="929" y="778"/>
                  </a:cubicBezTo>
                  <a:cubicBezTo>
                    <a:pt x="811" y="787"/>
                    <a:pt x="694" y="788"/>
                    <a:pt x="576" y="789"/>
                  </a:cubicBezTo>
                  <a:cubicBezTo>
                    <a:pt x="574" y="789"/>
                    <a:pt x="572" y="789"/>
                    <a:pt x="569" y="789"/>
                  </a:cubicBezTo>
                  <a:cubicBezTo>
                    <a:pt x="520" y="789"/>
                    <a:pt x="433" y="779"/>
                    <a:pt x="348" y="779"/>
                  </a:cubicBezTo>
                  <a:cubicBezTo>
                    <a:pt x="255" y="779"/>
                    <a:pt x="164" y="791"/>
                    <a:pt x="127" y="840"/>
                  </a:cubicBezTo>
                  <a:cubicBezTo>
                    <a:pt x="0" y="1010"/>
                    <a:pt x="768" y="1374"/>
                    <a:pt x="889" y="1439"/>
                  </a:cubicBezTo>
                  <a:cubicBezTo>
                    <a:pt x="898" y="1445"/>
                    <a:pt x="905" y="1451"/>
                    <a:pt x="911" y="1458"/>
                  </a:cubicBezTo>
                  <a:cubicBezTo>
                    <a:pt x="932" y="1464"/>
                    <a:pt x="949" y="1483"/>
                    <a:pt x="940" y="1509"/>
                  </a:cubicBezTo>
                  <a:cubicBezTo>
                    <a:pt x="887" y="1667"/>
                    <a:pt x="837" y="1826"/>
                    <a:pt x="797" y="1989"/>
                  </a:cubicBezTo>
                  <a:cubicBezTo>
                    <a:pt x="777" y="2073"/>
                    <a:pt x="761" y="2157"/>
                    <a:pt x="751" y="2244"/>
                  </a:cubicBezTo>
                  <a:cubicBezTo>
                    <a:pt x="739" y="2338"/>
                    <a:pt x="693" y="2446"/>
                    <a:pt x="790" y="2474"/>
                  </a:cubicBezTo>
                  <a:cubicBezTo>
                    <a:pt x="798" y="2476"/>
                    <a:pt x="806" y="2477"/>
                    <a:pt x="815" y="2477"/>
                  </a:cubicBezTo>
                  <a:cubicBezTo>
                    <a:pt x="943" y="2477"/>
                    <a:pt x="1158" y="2240"/>
                    <a:pt x="1251" y="2158"/>
                  </a:cubicBezTo>
                  <a:cubicBezTo>
                    <a:pt x="1369" y="2056"/>
                    <a:pt x="1478" y="1947"/>
                    <a:pt x="1590" y="1840"/>
                  </a:cubicBezTo>
                  <a:cubicBezTo>
                    <a:pt x="1607" y="1824"/>
                    <a:pt x="1625" y="1817"/>
                    <a:pt x="1642" y="1817"/>
                  </a:cubicBezTo>
                  <a:cubicBezTo>
                    <a:pt x="1675" y="1817"/>
                    <a:pt x="1706" y="1842"/>
                    <a:pt x="1717" y="1873"/>
                  </a:cubicBezTo>
                  <a:cubicBezTo>
                    <a:pt x="1996" y="2112"/>
                    <a:pt x="2307" y="2289"/>
                    <a:pt x="2658" y="2391"/>
                  </a:cubicBezTo>
                  <a:cubicBezTo>
                    <a:pt x="2643" y="2234"/>
                    <a:pt x="2618" y="2080"/>
                    <a:pt x="2573" y="1928"/>
                  </a:cubicBezTo>
                  <a:cubicBezTo>
                    <a:pt x="2525" y="1760"/>
                    <a:pt x="2432" y="1607"/>
                    <a:pt x="2392" y="1438"/>
                  </a:cubicBezTo>
                  <a:cubicBezTo>
                    <a:pt x="2384" y="1403"/>
                    <a:pt x="2409" y="1369"/>
                    <a:pt x="2440" y="1359"/>
                  </a:cubicBezTo>
                  <a:cubicBezTo>
                    <a:pt x="2440" y="1342"/>
                    <a:pt x="2449" y="1325"/>
                    <a:pt x="2469" y="1313"/>
                  </a:cubicBezTo>
                  <a:cubicBezTo>
                    <a:pt x="2566" y="1251"/>
                    <a:pt x="3254" y="784"/>
                    <a:pt x="3174" y="661"/>
                  </a:cubicBezTo>
                  <a:cubicBezTo>
                    <a:pt x="3156" y="633"/>
                    <a:pt x="3089" y="624"/>
                    <a:pt x="3008" y="624"/>
                  </a:cubicBezTo>
                  <a:cubicBezTo>
                    <a:pt x="2877" y="624"/>
                    <a:pt x="2710" y="647"/>
                    <a:pt x="2652" y="651"/>
                  </a:cubicBezTo>
                  <a:cubicBezTo>
                    <a:pt x="2482" y="663"/>
                    <a:pt x="2314" y="691"/>
                    <a:pt x="2145" y="695"/>
                  </a:cubicBezTo>
                  <a:cubicBezTo>
                    <a:pt x="2144" y="695"/>
                    <a:pt x="2143" y="695"/>
                    <a:pt x="2141" y="695"/>
                  </a:cubicBezTo>
                  <a:cubicBezTo>
                    <a:pt x="2106" y="695"/>
                    <a:pt x="2084" y="670"/>
                    <a:pt x="2076" y="641"/>
                  </a:cubicBezTo>
                  <a:cubicBezTo>
                    <a:pt x="2062" y="637"/>
                    <a:pt x="2049" y="631"/>
                    <a:pt x="2041" y="618"/>
                  </a:cubicBezTo>
                  <a:cubicBezTo>
                    <a:pt x="1967" y="512"/>
                    <a:pt x="1928" y="388"/>
                    <a:pt x="1860" y="278"/>
                  </a:cubicBezTo>
                  <a:cubicBezTo>
                    <a:pt x="1821" y="214"/>
                    <a:pt x="1777" y="151"/>
                    <a:pt x="1730" y="94"/>
                  </a:cubicBezTo>
                  <a:cubicBezTo>
                    <a:pt x="1678" y="31"/>
                    <a:pt x="1665" y="0"/>
                    <a:pt x="16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159"/>
            <p:cNvSpPr/>
            <p:nvPr/>
          </p:nvSpPr>
          <p:spPr>
            <a:xfrm>
              <a:off x="6815683" y="2849752"/>
              <a:ext cx="186975" cy="153895"/>
            </a:xfrm>
            <a:custGeom>
              <a:rect b="b" l="l" r="r" t="t"/>
              <a:pathLst>
                <a:path extrusionOk="0" h="2903" w="3527">
                  <a:moveTo>
                    <a:pt x="1738" y="213"/>
                  </a:moveTo>
                  <a:cubicBezTo>
                    <a:pt x="1785" y="213"/>
                    <a:pt x="1798" y="244"/>
                    <a:pt x="1850" y="307"/>
                  </a:cubicBezTo>
                  <a:cubicBezTo>
                    <a:pt x="1897" y="365"/>
                    <a:pt x="1941" y="427"/>
                    <a:pt x="1980" y="491"/>
                  </a:cubicBezTo>
                  <a:cubicBezTo>
                    <a:pt x="2048" y="601"/>
                    <a:pt x="2087" y="725"/>
                    <a:pt x="2161" y="831"/>
                  </a:cubicBezTo>
                  <a:cubicBezTo>
                    <a:pt x="2169" y="844"/>
                    <a:pt x="2182" y="850"/>
                    <a:pt x="2196" y="854"/>
                  </a:cubicBezTo>
                  <a:cubicBezTo>
                    <a:pt x="2204" y="883"/>
                    <a:pt x="2226" y="908"/>
                    <a:pt x="2261" y="908"/>
                  </a:cubicBezTo>
                  <a:cubicBezTo>
                    <a:pt x="2263" y="908"/>
                    <a:pt x="2264" y="908"/>
                    <a:pt x="2265" y="908"/>
                  </a:cubicBezTo>
                  <a:cubicBezTo>
                    <a:pt x="2434" y="904"/>
                    <a:pt x="2602" y="876"/>
                    <a:pt x="2772" y="864"/>
                  </a:cubicBezTo>
                  <a:cubicBezTo>
                    <a:pt x="2830" y="860"/>
                    <a:pt x="2997" y="837"/>
                    <a:pt x="3128" y="837"/>
                  </a:cubicBezTo>
                  <a:cubicBezTo>
                    <a:pt x="3209" y="837"/>
                    <a:pt x="3276" y="846"/>
                    <a:pt x="3294" y="874"/>
                  </a:cubicBezTo>
                  <a:cubicBezTo>
                    <a:pt x="3374" y="997"/>
                    <a:pt x="2686" y="1464"/>
                    <a:pt x="2589" y="1526"/>
                  </a:cubicBezTo>
                  <a:cubicBezTo>
                    <a:pt x="2569" y="1538"/>
                    <a:pt x="2560" y="1555"/>
                    <a:pt x="2560" y="1572"/>
                  </a:cubicBezTo>
                  <a:cubicBezTo>
                    <a:pt x="2529" y="1582"/>
                    <a:pt x="2504" y="1616"/>
                    <a:pt x="2512" y="1651"/>
                  </a:cubicBezTo>
                  <a:cubicBezTo>
                    <a:pt x="2552" y="1820"/>
                    <a:pt x="2645" y="1974"/>
                    <a:pt x="2693" y="2141"/>
                  </a:cubicBezTo>
                  <a:cubicBezTo>
                    <a:pt x="2738" y="2293"/>
                    <a:pt x="2763" y="2447"/>
                    <a:pt x="2778" y="2604"/>
                  </a:cubicBezTo>
                  <a:cubicBezTo>
                    <a:pt x="2427" y="2502"/>
                    <a:pt x="2116" y="2325"/>
                    <a:pt x="1837" y="2086"/>
                  </a:cubicBezTo>
                  <a:cubicBezTo>
                    <a:pt x="1826" y="2055"/>
                    <a:pt x="1795" y="2030"/>
                    <a:pt x="1762" y="2030"/>
                  </a:cubicBezTo>
                  <a:cubicBezTo>
                    <a:pt x="1745" y="2030"/>
                    <a:pt x="1727" y="2037"/>
                    <a:pt x="1710" y="2053"/>
                  </a:cubicBezTo>
                  <a:cubicBezTo>
                    <a:pt x="1599" y="2160"/>
                    <a:pt x="1489" y="2269"/>
                    <a:pt x="1371" y="2371"/>
                  </a:cubicBezTo>
                  <a:cubicBezTo>
                    <a:pt x="1278" y="2453"/>
                    <a:pt x="1062" y="2691"/>
                    <a:pt x="935" y="2691"/>
                  </a:cubicBezTo>
                  <a:cubicBezTo>
                    <a:pt x="926" y="2691"/>
                    <a:pt x="918" y="2690"/>
                    <a:pt x="910" y="2688"/>
                  </a:cubicBezTo>
                  <a:cubicBezTo>
                    <a:pt x="813" y="2659"/>
                    <a:pt x="859" y="2551"/>
                    <a:pt x="871" y="2457"/>
                  </a:cubicBezTo>
                  <a:cubicBezTo>
                    <a:pt x="881" y="2370"/>
                    <a:pt x="897" y="2286"/>
                    <a:pt x="917" y="2202"/>
                  </a:cubicBezTo>
                  <a:cubicBezTo>
                    <a:pt x="957" y="2039"/>
                    <a:pt x="1007" y="1880"/>
                    <a:pt x="1060" y="1722"/>
                  </a:cubicBezTo>
                  <a:cubicBezTo>
                    <a:pt x="1069" y="1696"/>
                    <a:pt x="1052" y="1677"/>
                    <a:pt x="1031" y="1671"/>
                  </a:cubicBezTo>
                  <a:cubicBezTo>
                    <a:pt x="1025" y="1664"/>
                    <a:pt x="1018" y="1658"/>
                    <a:pt x="1009" y="1652"/>
                  </a:cubicBezTo>
                  <a:cubicBezTo>
                    <a:pt x="888" y="1587"/>
                    <a:pt x="120" y="1223"/>
                    <a:pt x="247" y="1053"/>
                  </a:cubicBezTo>
                  <a:cubicBezTo>
                    <a:pt x="284" y="1004"/>
                    <a:pt x="375" y="992"/>
                    <a:pt x="468" y="992"/>
                  </a:cubicBezTo>
                  <a:cubicBezTo>
                    <a:pt x="553" y="992"/>
                    <a:pt x="640" y="1002"/>
                    <a:pt x="689" y="1002"/>
                  </a:cubicBezTo>
                  <a:cubicBezTo>
                    <a:pt x="692" y="1002"/>
                    <a:pt x="694" y="1002"/>
                    <a:pt x="696" y="1002"/>
                  </a:cubicBezTo>
                  <a:cubicBezTo>
                    <a:pt x="814" y="1001"/>
                    <a:pt x="931" y="1000"/>
                    <a:pt x="1049" y="991"/>
                  </a:cubicBezTo>
                  <a:cubicBezTo>
                    <a:pt x="1055" y="999"/>
                    <a:pt x="1064" y="1004"/>
                    <a:pt x="1073" y="1004"/>
                  </a:cubicBezTo>
                  <a:cubicBezTo>
                    <a:pt x="1078" y="1004"/>
                    <a:pt x="1084" y="1002"/>
                    <a:pt x="1089" y="999"/>
                  </a:cubicBezTo>
                  <a:cubicBezTo>
                    <a:pt x="1113" y="992"/>
                    <a:pt x="1137" y="986"/>
                    <a:pt x="1161" y="979"/>
                  </a:cubicBezTo>
                  <a:cubicBezTo>
                    <a:pt x="1181" y="976"/>
                    <a:pt x="1201" y="975"/>
                    <a:pt x="1221" y="972"/>
                  </a:cubicBezTo>
                  <a:lnTo>
                    <a:pt x="1220" y="969"/>
                  </a:lnTo>
                  <a:cubicBezTo>
                    <a:pt x="1258" y="954"/>
                    <a:pt x="1273" y="904"/>
                    <a:pt x="1250" y="877"/>
                  </a:cubicBezTo>
                  <a:cubicBezTo>
                    <a:pt x="1331" y="660"/>
                    <a:pt x="1466" y="279"/>
                    <a:pt x="1666" y="226"/>
                  </a:cubicBezTo>
                  <a:cubicBezTo>
                    <a:pt x="1698" y="217"/>
                    <a:pt x="1721" y="213"/>
                    <a:pt x="1738" y="213"/>
                  </a:cubicBezTo>
                  <a:close/>
                  <a:moveTo>
                    <a:pt x="1677" y="1"/>
                  </a:moveTo>
                  <a:cubicBezTo>
                    <a:pt x="1675" y="1"/>
                    <a:pt x="1673" y="1"/>
                    <a:pt x="1672" y="1"/>
                  </a:cubicBezTo>
                  <a:cubicBezTo>
                    <a:pt x="1521" y="5"/>
                    <a:pt x="1445" y="190"/>
                    <a:pt x="1383" y="303"/>
                  </a:cubicBezTo>
                  <a:cubicBezTo>
                    <a:pt x="1285" y="478"/>
                    <a:pt x="1207" y="663"/>
                    <a:pt x="1141" y="853"/>
                  </a:cubicBezTo>
                  <a:cubicBezTo>
                    <a:pt x="1005" y="836"/>
                    <a:pt x="861" y="828"/>
                    <a:pt x="719" y="828"/>
                  </a:cubicBezTo>
                  <a:cubicBezTo>
                    <a:pt x="608" y="828"/>
                    <a:pt x="498" y="833"/>
                    <a:pt x="393" y="843"/>
                  </a:cubicBezTo>
                  <a:cubicBezTo>
                    <a:pt x="265" y="854"/>
                    <a:pt x="101" y="898"/>
                    <a:pt x="55" y="1035"/>
                  </a:cubicBezTo>
                  <a:cubicBezTo>
                    <a:pt x="1" y="1201"/>
                    <a:pt x="159" y="1311"/>
                    <a:pt x="273" y="1398"/>
                  </a:cubicBezTo>
                  <a:cubicBezTo>
                    <a:pt x="473" y="1551"/>
                    <a:pt x="692" y="1686"/>
                    <a:pt x="926" y="1779"/>
                  </a:cubicBezTo>
                  <a:cubicBezTo>
                    <a:pt x="812" y="1978"/>
                    <a:pt x="746" y="2194"/>
                    <a:pt x="714" y="2425"/>
                  </a:cubicBezTo>
                  <a:cubicBezTo>
                    <a:pt x="697" y="2550"/>
                    <a:pt x="643" y="2776"/>
                    <a:pt x="766" y="2868"/>
                  </a:cubicBezTo>
                  <a:cubicBezTo>
                    <a:pt x="798" y="2893"/>
                    <a:pt x="832" y="2903"/>
                    <a:pt x="867" y="2903"/>
                  </a:cubicBezTo>
                  <a:cubicBezTo>
                    <a:pt x="984" y="2903"/>
                    <a:pt x="1106" y="2791"/>
                    <a:pt x="1185" y="2729"/>
                  </a:cubicBezTo>
                  <a:cubicBezTo>
                    <a:pt x="1395" y="2567"/>
                    <a:pt x="1596" y="2392"/>
                    <a:pt x="1780" y="2203"/>
                  </a:cubicBezTo>
                  <a:cubicBezTo>
                    <a:pt x="2077" y="2491"/>
                    <a:pt x="2442" y="2686"/>
                    <a:pt x="2843" y="2786"/>
                  </a:cubicBezTo>
                  <a:cubicBezTo>
                    <a:pt x="2850" y="2787"/>
                    <a:pt x="2856" y="2788"/>
                    <a:pt x="2862" y="2788"/>
                  </a:cubicBezTo>
                  <a:cubicBezTo>
                    <a:pt x="2905" y="2788"/>
                    <a:pt x="2946" y="2756"/>
                    <a:pt x="2944" y="2710"/>
                  </a:cubicBezTo>
                  <a:cubicBezTo>
                    <a:pt x="2928" y="2368"/>
                    <a:pt x="2872" y="1913"/>
                    <a:pt x="2652" y="1630"/>
                  </a:cubicBezTo>
                  <a:cubicBezTo>
                    <a:pt x="2863" y="1522"/>
                    <a:pt x="3059" y="1389"/>
                    <a:pt x="3233" y="1227"/>
                  </a:cubicBezTo>
                  <a:cubicBezTo>
                    <a:pt x="3329" y="1136"/>
                    <a:pt x="3526" y="977"/>
                    <a:pt x="3492" y="819"/>
                  </a:cubicBezTo>
                  <a:cubicBezTo>
                    <a:pt x="3466" y="697"/>
                    <a:pt x="3343" y="678"/>
                    <a:pt x="3230" y="678"/>
                  </a:cubicBezTo>
                  <a:cubicBezTo>
                    <a:pt x="3187" y="678"/>
                    <a:pt x="3145" y="681"/>
                    <a:pt x="3110" y="681"/>
                  </a:cubicBezTo>
                  <a:cubicBezTo>
                    <a:pt x="2833" y="686"/>
                    <a:pt x="2538" y="691"/>
                    <a:pt x="2267" y="755"/>
                  </a:cubicBezTo>
                  <a:cubicBezTo>
                    <a:pt x="2232" y="578"/>
                    <a:pt x="2121" y="412"/>
                    <a:pt x="2013" y="270"/>
                  </a:cubicBezTo>
                  <a:cubicBezTo>
                    <a:pt x="1935" y="167"/>
                    <a:pt x="1823" y="1"/>
                    <a:pt x="16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91" name="Google Shape;3591;p159"/>
          <p:cNvGrpSpPr/>
          <p:nvPr/>
        </p:nvGrpSpPr>
        <p:grpSpPr>
          <a:xfrm rot="-8100037">
            <a:off x="377992" y="990483"/>
            <a:ext cx="359745" cy="325869"/>
            <a:chOff x="1640475" y="1197075"/>
            <a:chExt cx="55475" cy="50250"/>
          </a:xfrm>
        </p:grpSpPr>
        <p:sp>
          <p:nvSpPr>
            <p:cNvPr id="3592" name="Google Shape;3592;p15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15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15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95" name="Google Shape;3595;p159"/>
          <p:cNvSpPr/>
          <p:nvPr/>
        </p:nvSpPr>
        <p:spPr>
          <a:xfrm flipH="1" rot="9000131">
            <a:off x="5085747" y="4796850"/>
            <a:ext cx="434381" cy="10175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96" name="Google Shape;3596;p159"/>
          <p:cNvGrpSpPr/>
          <p:nvPr/>
        </p:nvGrpSpPr>
        <p:grpSpPr>
          <a:xfrm rot="-5399917">
            <a:off x="8489168" y="3937169"/>
            <a:ext cx="228601" cy="207085"/>
            <a:chOff x="1640475" y="1197075"/>
            <a:chExt cx="55475" cy="50250"/>
          </a:xfrm>
        </p:grpSpPr>
        <p:sp>
          <p:nvSpPr>
            <p:cNvPr id="3597" name="Google Shape;3597;p15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15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15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00" name="Google Shape;3600;p159"/>
          <p:cNvGrpSpPr/>
          <p:nvPr/>
        </p:nvGrpSpPr>
        <p:grpSpPr>
          <a:xfrm rot="-3093441">
            <a:off x="1083129" y="4589721"/>
            <a:ext cx="296714" cy="268777"/>
            <a:chOff x="1640475" y="1197075"/>
            <a:chExt cx="55475" cy="50250"/>
          </a:xfrm>
        </p:grpSpPr>
        <p:sp>
          <p:nvSpPr>
            <p:cNvPr id="3601" name="Google Shape;3601;p15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15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15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04" name="Google Shape;3604;p159"/>
          <p:cNvSpPr/>
          <p:nvPr/>
        </p:nvSpPr>
        <p:spPr>
          <a:xfrm rot="5622773">
            <a:off x="8074813" y="1511033"/>
            <a:ext cx="1057311" cy="823824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05" name="Google Shape;3605;p159"/>
          <p:cNvSpPr/>
          <p:nvPr/>
        </p:nvSpPr>
        <p:spPr>
          <a:xfrm flipH="1" rot="-9039069">
            <a:off x="368821" y="216302"/>
            <a:ext cx="434387" cy="10175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06" name="Google Shape;3606;p159"/>
          <p:cNvGrpSpPr/>
          <p:nvPr/>
        </p:nvGrpSpPr>
        <p:grpSpPr>
          <a:xfrm rot="9899945">
            <a:off x="7791376" y="534461"/>
            <a:ext cx="215934" cy="195605"/>
            <a:chOff x="1640475" y="1197075"/>
            <a:chExt cx="55475" cy="50250"/>
          </a:xfrm>
        </p:grpSpPr>
        <p:sp>
          <p:nvSpPr>
            <p:cNvPr id="3607" name="Google Shape;3607;p15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15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15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10" name="Google Shape;3610;p159"/>
          <p:cNvSpPr/>
          <p:nvPr/>
        </p:nvSpPr>
        <p:spPr>
          <a:xfrm flipH="1" rot="-9899901">
            <a:off x="3598835" y="407494"/>
            <a:ext cx="545173" cy="12772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11" name="Google Shape;3611;p159"/>
          <p:cNvGrpSpPr/>
          <p:nvPr/>
        </p:nvGrpSpPr>
        <p:grpSpPr>
          <a:xfrm rot="9253860">
            <a:off x="1598068" y="239310"/>
            <a:ext cx="272677" cy="246999"/>
            <a:chOff x="1640475" y="1197075"/>
            <a:chExt cx="55475" cy="50250"/>
          </a:xfrm>
        </p:grpSpPr>
        <p:sp>
          <p:nvSpPr>
            <p:cNvPr id="3612" name="Google Shape;3612;p15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15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15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15" name="Google Shape;3615;p159"/>
          <p:cNvSpPr txBox="1"/>
          <p:nvPr>
            <p:ph type="ctrTitle"/>
          </p:nvPr>
        </p:nvSpPr>
        <p:spPr>
          <a:xfrm flipH="1">
            <a:off x="2270875" y="1057400"/>
            <a:ext cx="4602300" cy="142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600"/>
              <a:buNone/>
              <a:defRPr sz="9600"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3616" name="Google Shape;3616;p159"/>
          <p:cNvGrpSpPr/>
          <p:nvPr/>
        </p:nvGrpSpPr>
        <p:grpSpPr>
          <a:xfrm rot="1533267">
            <a:off x="8169499" y="354341"/>
            <a:ext cx="259193" cy="555838"/>
            <a:chOff x="2867487" y="2990073"/>
            <a:chExt cx="141189" cy="302795"/>
          </a:xfrm>
        </p:grpSpPr>
        <p:sp>
          <p:nvSpPr>
            <p:cNvPr id="3617" name="Google Shape;3617;p159"/>
            <p:cNvSpPr/>
            <p:nvPr/>
          </p:nvSpPr>
          <p:spPr>
            <a:xfrm>
              <a:off x="2884095" y="2999752"/>
              <a:ext cx="109700" cy="254958"/>
            </a:xfrm>
            <a:custGeom>
              <a:rect b="b" l="l" r="r" t="t"/>
              <a:pathLst>
                <a:path extrusionOk="0" h="13724" w="5905">
                  <a:moveTo>
                    <a:pt x="3588" y="1"/>
                  </a:moveTo>
                  <a:cubicBezTo>
                    <a:pt x="3305" y="1"/>
                    <a:pt x="3022" y="5"/>
                    <a:pt x="2736" y="14"/>
                  </a:cubicBezTo>
                  <a:cubicBezTo>
                    <a:pt x="2836" y="47"/>
                    <a:pt x="2902" y="180"/>
                    <a:pt x="2869" y="347"/>
                  </a:cubicBezTo>
                  <a:cubicBezTo>
                    <a:pt x="2135" y="3149"/>
                    <a:pt x="1168" y="5851"/>
                    <a:pt x="0" y="8520"/>
                  </a:cubicBezTo>
                  <a:cubicBezTo>
                    <a:pt x="343" y="8472"/>
                    <a:pt x="686" y="8450"/>
                    <a:pt x="1030" y="8450"/>
                  </a:cubicBezTo>
                  <a:cubicBezTo>
                    <a:pt x="1657" y="8450"/>
                    <a:pt x="2290" y="8524"/>
                    <a:pt x="2936" y="8653"/>
                  </a:cubicBezTo>
                  <a:cubicBezTo>
                    <a:pt x="3103" y="8687"/>
                    <a:pt x="3203" y="8887"/>
                    <a:pt x="3136" y="9020"/>
                  </a:cubicBezTo>
                  <a:cubicBezTo>
                    <a:pt x="2636" y="10555"/>
                    <a:pt x="2235" y="12122"/>
                    <a:pt x="1968" y="13723"/>
                  </a:cubicBezTo>
                  <a:cubicBezTo>
                    <a:pt x="3136" y="11555"/>
                    <a:pt x="4303" y="9387"/>
                    <a:pt x="5504" y="7219"/>
                  </a:cubicBezTo>
                  <a:cubicBezTo>
                    <a:pt x="4570" y="7219"/>
                    <a:pt x="3703" y="7052"/>
                    <a:pt x="2836" y="6818"/>
                  </a:cubicBezTo>
                  <a:cubicBezTo>
                    <a:pt x="2636" y="6752"/>
                    <a:pt x="2536" y="6518"/>
                    <a:pt x="2636" y="6351"/>
                  </a:cubicBezTo>
                  <a:cubicBezTo>
                    <a:pt x="3970" y="4383"/>
                    <a:pt x="5037" y="2282"/>
                    <a:pt x="5905" y="80"/>
                  </a:cubicBezTo>
                  <a:cubicBezTo>
                    <a:pt x="5123" y="32"/>
                    <a:pt x="4360" y="1"/>
                    <a:pt x="35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159"/>
            <p:cNvSpPr/>
            <p:nvPr/>
          </p:nvSpPr>
          <p:spPr>
            <a:xfrm>
              <a:off x="2867487" y="2990073"/>
              <a:ext cx="141189" cy="302795"/>
            </a:xfrm>
            <a:custGeom>
              <a:rect b="b" l="l" r="r" t="t"/>
              <a:pathLst>
                <a:path extrusionOk="0" h="16299" w="7600">
                  <a:moveTo>
                    <a:pt x="4482" y="522"/>
                  </a:moveTo>
                  <a:cubicBezTo>
                    <a:pt x="5254" y="522"/>
                    <a:pt x="6017" y="553"/>
                    <a:pt x="6799" y="601"/>
                  </a:cubicBezTo>
                  <a:cubicBezTo>
                    <a:pt x="5931" y="2803"/>
                    <a:pt x="4864" y="4904"/>
                    <a:pt x="3530" y="6872"/>
                  </a:cubicBezTo>
                  <a:cubicBezTo>
                    <a:pt x="3430" y="7039"/>
                    <a:pt x="3530" y="7273"/>
                    <a:pt x="3730" y="7339"/>
                  </a:cubicBezTo>
                  <a:cubicBezTo>
                    <a:pt x="4597" y="7606"/>
                    <a:pt x="5464" y="7740"/>
                    <a:pt x="6398" y="7740"/>
                  </a:cubicBezTo>
                  <a:cubicBezTo>
                    <a:pt x="5197" y="9908"/>
                    <a:pt x="4030" y="12076"/>
                    <a:pt x="2862" y="14244"/>
                  </a:cubicBezTo>
                  <a:cubicBezTo>
                    <a:pt x="3129" y="12677"/>
                    <a:pt x="3530" y="11109"/>
                    <a:pt x="4030" y="9541"/>
                  </a:cubicBezTo>
                  <a:cubicBezTo>
                    <a:pt x="4097" y="9408"/>
                    <a:pt x="3997" y="9208"/>
                    <a:pt x="3830" y="9174"/>
                  </a:cubicBezTo>
                  <a:cubicBezTo>
                    <a:pt x="3184" y="9045"/>
                    <a:pt x="2551" y="8971"/>
                    <a:pt x="1924" y="8971"/>
                  </a:cubicBezTo>
                  <a:cubicBezTo>
                    <a:pt x="1580" y="8971"/>
                    <a:pt x="1237" y="8993"/>
                    <a:pt x="894" y="9041"/>
                  </a:cubicBezTo>
                  <a:cubicBezTo>
                    <a:pt x="2062" y="6372"/>
                    <a:pt x="3029" y="3670"/>
                    <a:pt x="3763" y="868"/>
                  </a:cubicBezTo>
                  <a:cubicBezTo>
                    <a:pt x="3796" y="701"/>
                    <a:pt x="3730" y="601"/>
                    <a:pt x="3630" y="535"/>
                  </a:cubicBezTo>
                  <a:cubicBezTo>
                    <a:pt x="3916" y="526"/>
                    <a:pt x="4199" y="522"/>
                    <a:pt x="4482" y="522"/>
                  </a:cubicBezTo>
                  <a:close/>
                  <a:moveTo>
                    <a:pt x="5989" y="1"/>
                  </a:moveTo>
                  <a:cubicBezTo>
                    <a:pt x="5157" y="1"/>
                    <a:pt x="4319" y="45"/>
                    <a:pt x="3496" y="134"/>
                  </a:cubicBezTo>
                  <a:cubicBezTo>
                    <a:pt x="3296" y="134"/>
                    <a:pt x="3229" y="368"/>
                    <a:pt x="3363" y="468"/>
                  </a:cubicBezTo>
                  <a:cubicBezTo>
                    <a:pt x="3263" y="501"/>
                    <a:pt x="3196" y="568"/>
                    <a:pt x="3163" y="701"/>
                  </a:cubicBezTo>
                  <a:cubicBezTo>
                    <a:pt x="2395" y="3637"/>
                    <a:pt x="1395" y="6506"/>
                    <a:pt x="94" y="9241"/>
                  </a:cubicBezTo>
                  <a:cubicBezTo>
                    <a:pt x="0" y="9491"/>
                    <a:pt x="169" y="9711"/>
                    <a:pt x="410" y="9711"/>
                  </a:cubicBezTo>
                  <a:cubicBezTo>
                    <a:pt x="427" y="9711"/>
                    <a:pt x="444" y="9710"/>
                    <a:pt x="461" y="9708"/>
                  </a:cubicBezTo>
                  <a:cubicBezTo>
                    <a:pt x="944" y="9624"/>
                    <a:pt x="1420" y="9583"/>
                    <a:pt x="1895" y="9583"/>
                  </a:cubicBezTo>
                  <a:cubicBezTo>
                    <a:pt x="2370" y="9583"/>
                    <a:pt x="2846" y="9624"/>
                    <a:pt x="3329" y="9708"/>
                  </a:cubicBezTo>
                  <a:cubicBezTo>
                    <a:pt x="2696" y="11776"/>
                    <a:pt x="2229" y="13844"/>
                    <a:pt x="1995" y="15979"/>
                  </a:cubicBezTo>
                  <a:cubicBezTo>
                    <a:pt x="1975" y="16182"/>
                    <a:pt x="2140" y="16299"/>
                    <a:pt x="2302" y="16299"/>
                  </a:cubicBezTo>
                  <a:cubicBezTo>
                    <a:pt x="2407" y="16299"/>
                    <a:pt x="2510" y="16250"/>
                    <a:pt x="2562" y="16146"/>
                  </a:cubicBezTo>
                  <a:cubicBezTo>
                    <a:pt x="4063" y="13277"/>
                    <a:pt x="5598" y="10442"/>
                    <a:pt x="7166" y="7606"/>
                  </a:cubicBezTo>
                  <a:cubicBezTo>
                    <a:pt x="7299" y="7406"/>
                    <a:pt x="7132" y="7139"/>
                    <a:pt x="6899" y="7139"/>
                  </a:cubicBezTo>
                  <a:cubicBezTo>
                    <a:pt x="6806" y="7143"/>
                    <a:pt x="6713" y="7144"/>
                    <a:pt x="6622" y="7144"/>
                  </a:cubicBezTo>
                  <a:cubicBezTo>
                    <a:pt x="5826" y="7144"/>
                    <a:pt x="5075" y="7019"/>
                    <a:pt x="4297" y="6839"/>
                  </a:cubicBezTo>
                  <a:cubicBezTo>
                    <a:pt x="5598" y="4838"/>
                    <a:pt x="6699" y="2669"/>
                    <a:pt x="7532" y="401"/>
                  </a:cubicBezTo>
                  <a:cubicBezTo>
                    <a:pt x="7599" y="234"/>
                    <a:pt x="7432" y="34"/>
                    <a:pt x="7232" y="34"/>
                  </a:cubicBezTo>
                  <a:cubicBezTo>
                    <a:pt x="6821" y="12"/>
                    <a:pt x="6406" y="1"/>
                    <a:pt x="59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SECTION_HEADER_1_1_1">
    <p:spTree>
      <p:nvGrpSpPr>
        <p:cNvPr id="3619" name="Shape 3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0" name="Google Shape;3620;p160"/>
          <p:cNvSpPr/>
          <p:nvPr/>
        </p:nvSpPr>
        <p:spPr>
          <a:xfrm flipH="1" rot="10800000">
            <a:off x="6935925" y="4058099"/>
            <a:ext cx="2317193" cy="1250526"/>
          </a:xfrm>
          <a:custGeom>
            <a:rect b="b" l="l" r="r" t="t"/>
            <a:pathLst>
              <a:path extrusionOk="0" h="10129" w="23470">
                <a:moveTo>
                  <a:pt x="1" y="0"/>
                </a:moveTo>
                <a:cubicBezTo>
                  <a:pt x="82" y="144"/>
                  <a:pt x="177" y="279"/>
                  <a:pt x="285" y="404"/>
                </a:cubicBezTo>
                <a:cubicBezTo>
                  <a:pt x="779" y="975"/>
                  <a:pt x="1537" y="1316"/>
                  <a:pt x="2299" y="1316"/>
                </a:cubicBezTo>
                <a:cubicBezTo>
                  <a:pt x="2333" y="1316"/>
                  <a:pt x="2366" y="1315"/>
                  <a:pt x="2400" y="1314"/>
                </a:cubicBezTo>
                <a:cubicBezTo>
                  <a:pt x="2977" y="1291"/>
                  <a:pt x="3549" y="1082"/>
                  <a:pt x="4119" y="1082"/>
                </a:cubicBezTo>
                <a:cubicBezTo>
                  <a:pt x="4234" y="1082"/>
                  <a:pt x="4350" y="1091"/>
                  <a:pt x="4465" y="1111"/>
                </a:cubicBezTo>
                <a:cubicBezTo>
                  <a:pt x="4602" y="1136"/>
                  <a:pt x="4730" y="1174"/>
                  <a:pt x="4852" y="1224"/>
                </a:cubicBezTo>
                <a:cubicBezTo>
                  <a:pt x="4878" y="1235"/>
                  <a:pt x="4905" y="1246"/>
                  <a:pt x="4930" y="1259"/>
                </a:cubicBezTo>
                <a:lnTo>
                  <a:pt x="4931" y="1259"/>
                </a:lnTo>
                <a:cubicBezTo>
                  <a:pt x="5863" y="1693"/>
                  <a:pt x="6418" y="2816"/>
                  <a:pt x="7292" y="3441"/>
                </a:cubicBezTo>
                <a:cubicBezTo>
                  <a:pt x="7907" y="3879"/>
                  <a:pt x="8634" y="4045"/>
                  <a:pt x="9391" y="4045"/>
                </a:cubicBezTo>
                <a:cubicBezTo>
                  <a:pt x="10254" y="4045"/>
                  <a:pt x="11156" y="3830"/>
                  <a:pt x="11976" y="3561"/>
                </a:cubicBezTo>
                <a:cubicBezTo>
                  <a:pt x="12709" y="3320"/>
                  <a:pt x="13469" y="3042"/>
                  <a:pt x="14229" y="3042"/>
                </a:cubicBezTo>
                <a:cubicBezTo>
                  <a:pt x="14408" y="3042"/>
                  <a:pt x="14587" y="3058"/>
                  <a:pt x="14766" y="3093"/>
                </a:cubicBezTo>
                <a:cubicBezTo>
                  <a:pt x="16157" y="3366"/>
                  <a:pt x="17029" y="4715"/>
                  <a:pt x="17593" y="5995"/>
                </a:cubicBezTo>
                <a:cubicBezTo>
                  <a:pt x="18158" y="7275"/>
                  <a:pt x="18647" y="8696"/>
                  <a:pt x="19803" y="9505"/>
                </a:cubicBezTo>
                <a:cubicBezTo>
                  <a:pt x="20409" y="9930"/>
                  <a:pt x="21147" y="10129"/>
                  <a:pt x="21892" y="10129"/>
                </a:cubicBezTo>
                <a:cubicBezTo>
                  <a:pt x="22430" y="10129"/>
                  <a:pt x="22971" y="10026"/>
                  <a:pt x="23470" y="9829"/>
                </a:cubicBezTo>
                <a:lnTo>
                  <a:pt x="23470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21" name="Google Shape;3621;p160"/>
          <p:cNvSpPr/>
          <p:nvPr/>
        </p:nvSpPr>
        <p:spPr>
          <a:xfrm flipH="1" rot="10800000">
            <a:off x="5225150" y="-342765"/>
            <a:ext cx="4306686" cy="2199414"/>
          </a:xfrm>
          <a:custGeom>
            <a:rect b="b" l="l" r="r" t="t"/>
            <a:pathLst>
              <a:path extrusionOk="0" h="14262" w="20699">
                <a:moveTo>
                  <a:pt x="16853" y="1"/>
                </a:moveTo>
                <a:cubicBezTo>
                  <a:pt x="16589" y="1"/>
                  <a:pt x="16324" y="41"/>
                  <a:pt x="16064" y="100"/>
                </a:cubicBezTo>
                <a:cubicBezTo>
                  <a:pt x="15287" y="274"/>
                  <a:pt x="14440" y="586"/>
                  <a:pt x="13999" y="1484"/>
                </a:cubicBezTo>
                <a:cubicBezTo>
                  <a:pt x="13782" y="1925"/>
                  <a:pt x="13671" y="2437"/>
                  <a:pt x="13436" y="2864"/>
                </a:cubicBezTo>
                <a:cubicBezTo>
                  <a:pt x="13215" y="3266"/>
                  <a:pt x="12875" y="3522"/>
                  <a:pt x="12511" y="3665"/>
                </a:cubicBezTo>
                <a:cubicBezTo>
                  <a:pt x="12069" y="3837"/>
                  <a:pt x="11615" y="3859"/>
                  <a:pt x="11159" y="3859"/>
                </a:cubicBezTo>
                <a:cubicBezTo>
                  <a:pt x="11006" y="3859"/>
                  <a:pt x="10853" y="3856"/>
                  <a:pt x="10701" y="3856"/>
                </a:cubicBezTo>
                <a:cubicBezTo>
                  <a:pt x="10498" y="3856"/>
                  <a:pt x="10296" y="3860"/>
                  <a:pt x="10095" y="3880"/>
                </a:cubicBezTo>
                <a:cubicBezTo>
                  <a:pt x="9680" y="3920"/>
                  <a:pt x="9262" y="4026"/>
                  <a:pt x="8894" y="4285"/>
                </a:cubicBezTo>
                <a:cubicBezTo>
                  <a:pt x="8523" y="4548"/>
                  <a:pt x="8243" y="4955"/>
                  <a:pt x="7994" y="5382"/>
                </a:cubicBezTo>
                <a:cubicBezTo>
                  <a:pt x="7500" y="6225"/>
                  <a:pt x="7043" y="7121"/>
                  <a:pt x="6336" y="7709"/>
                </a:cubicBezTo>
                <a:cubicBezTo>
                  <a:pt x="5983" y="8002"/>
                  <a:pt x="5587" y="8190"/>
                  <a:pt x="5164" y="8231"/>
                </a:cubicBezTo>
                <a:cubicBezTo>
                  <a:pt x="5076" y="8240"/>
                  <a:pt x="4988" y="8243"/>
                  <a:pt x="4900" y="8243"/>
                </a:cubicBezTo>
                <a:cubicBezTo>
                  <a:pt x="4496" y="8243"/>
                  <a:pt x="4092" y="8166"/>
                  <a:pt x="3691" y="8123"/>
                </a:cubicBezTo>
                <a:cubicBezTo>
                  <a:pt x="3252" y="8076"/>
                  <a:pt x="2813" y="8052"/>
                  <a:pt x="2373" y="8052"/>
                </a:cubicBezTo>
                <a:cubicBezTo>
                  <a:pt x="2305" y="8052"/>
                  <a:pt x="2237" y="8053"/>
                  <a:pt x="2170" y="8054"/>
                </a:cubicBezTo>
                <a:cubicBezTo>
                  <a:pt x="1958" y="8057"/>
                  <a:pt x="1727" y="8043"/>
                  <a:pt x="1527" y="8149"/>
                </a:cubicBezTo>
                <a:cubicBezTo>
                  <a:pt x="1345" y="8245"/>
                  <a:pt x="1232" y="8443"/>
                  <a:pt x="1145" y="8661"/>
                </a:cubicBezTo>
                <a:cubicBezTo>
                  <a:pt x="915" y="9241"/>
                  <a:pt x="707" y="9837"/>
                  <a:pt x="489" y="10425"/>
                </a:cubicBezTo>
                <a:cubicBezTo>
                  <a:pt x="382" y="10712"/>
                  <a:pt x="273" y="10996"/>
                  <a:pt x="170" y="11285"/>
                </a:cubicBezTo>
                <a:cubicBezTo>
                  <a:pt x="82" y="11538"/>
                  <a:pt x="0" y="11807"/>
                  <a:pt x="8" y="12088"/>
                </a:cubicBezTo>
                <a:cubicBezTo>
                  <a:pt x="21" y="12629"/>
                  <a:pt x="368" y="12994"/>
                  <a:pt x="711" y="13243"/>
                </a:cubicBezTo>
                <a:cubicBezTo>
                  <a:pt x="1071" y="13507"/>
                  <a:pt x="1473" y="13671"/>
                  <a:pt x="1882" y="13769"/>
                </a:cubicBezTo>
                <a:cubicBezTo>
                  <a:pt x="2734" y="13974"/>
                  <a:pt x="3606" y="13920"/>
                  <a:pt x="4468" y="13980"/>
                </a:cubicBezTo>
                <a:cubicBezTo>
                  <a:pt x="5488" y="14051"/>
                  <a:pt x="6502" y="14240"/>
                  <a:pt x="7524" y="14260"/>
                </a:cubicBezTo>
                <a:cubicBezTo>
                  <a:pt x="7567" y="14261"/>
                  <a:pt x="7610" y="14261"/>
                  <a:pt x="7652" y="14261"/>
                </a:cubicBezTo>
                <a:cubicBezTo>
                  <a:pt x="8600" y="14261"/>
                  <a:pt x="9520" y="14052"/>
                  <a:pt x="10445" y="13797"/>
                </a:cubicBezTo>
                <a:cubicBezTo>
                  <a:pt x="10927" y="13664"/>
                  <a:pt x="11408" y="13527"/>
                  <a:pt x="11895" y="13424"/>
                </a:cubicBezTo>
                <a:cubicBezTo>
                  <a:pt x="12396" y="13318"/>
                  <a:pt x="12902" y="13253"/>
                  <a:pt x="13408" y="13207"/>
                </a:cubicBezTo>
                <a:cubicBezTo>
                  <a:pt x="14415" y="13113"/>
                  <a:pt x="15426" y="13086"/>
                  <a:pt x="16429" y="12939"/>
                </a:cubicBezTo>
                <a:cubicBezTo>
                  <a:pt x="16862" y="12876"/>
                  <a:pt x="17290" y="12772"/>
                  <a:pt x="17724" y="12708"/>
                </a:cubicBezTo>
                <a:cubicBezTo>
                  <a:pt x="17931" y="12676"/>
                  <a:pt x="18142" y="12652"/>
                  <a:pt x="18353" y="12652"/>
                </a:cubicBezTo>
                <a:cubicBezTo>
                  <a:pt x="18545" y="12652"/>
                  <a:pt x="18735" y="12672"/>
                  <a:pt x="18922" y="12725"/>
                </a:cubicBezTo>
                <a:cubicBezTo>
                  <a:pt x="19108" y="12778"/>
                  <a:pt x="19285" y="12862"/>
                  <a:pt x="19446" y="12990"/>
                </a:cubicBezTo>
                <a:cubicBezTo>
                  <a:pt x="19530" y="13055"/>
                  <a:pt x="19602" y="13168"/>
                  <a:pt x="19703" y="13170"/>
                </a:cubicBezTo>
                <a:cubicBezTo>
                  <a:pt x="19705" y="13170"/>
                  <a:pt x="19707" y="13170"/>
                  <a:pt x="19709" y="13170"/>
                </a:cubicBezTo>
                <a:cubicBezTo>
                  <a:pt x="19794" y="13170"/>
                  <a:pt x="19882" y="13147"/>
                  <a:pt x="19960" y="13109"/>
                </a:cubicBezTo>
                <a:cubicBezTo>
                  <a:pt x="20337" y="12928"/>
                  <a:pt x="20552" y="12457"/>
                  <a:pt x="20620" y="11978"/>
                </a:cubicBezTo>
                <a:cubicBezTo>
                  <a:pt x="20661" y="11688"/>
                  <a:pt x="20662" y="11393"/>
                  <a:pt x="20662" y="11100"/>
                </a:cubicBezTo>
                <a:cubicBezTo>
                  <a:pt x="20661" y="10779"/>
                  <a:pt x="20660" y="10457"/>
                  <a:pt x="20659" y="10136"/>
                </a:cubicBezTo>
                <a:cubicBezTo>
                  <a:pt x="20657" y="9484"/>
                  <a:pt x="20655" y="8832"/>
                  <a:pt x="20653" y="8180"/>
                </a:cubicBezTo>
                <a:cubicBezTo>
                  <a:pt x="20649" y="6940"/>
                  <a:pt x="20646" y="5700"/>
                  <a:pt x="20642" y="4459"/>
                </a:cubicBezTo>
                <a:lnTo>
                  <a:pt x="20642" y="4459"/>
                </a:lnTo>
                <a:cubicBezTo>
                  <a:pt x="20644" y="4461"/>
                  <a:pt x="20645" y="4462"/>
                  <a:pt x="20647" y="4462"/>
                </a:cubicBezTo>
                <a:cubicBezTo>
                  <a:pt x="20699" y="4462"/>
                  <a:pt x="20598" y="3375"/>
                  <a:pt x="20067" y="3281"/>
                </a:cubicBezTo>
                <a:cubicBezTo>
                  <a:pt x="19246" y="3135"/>
                  <a:pt x="19173" y="1493"/>
                  <a:pt x="18535" y="804"/>
                </a:cubicBezTo>
                <a:cubicBezTo>
                  <a:pt x="18227" y="470"/>
                  <a:pt x="17870" y="206"/>
                  <a:pt x="17474" y="87"/>
                </a:cubicBezTo>
                <a:cubicBezTo>
                  <a:pt x="17269" y="26"/>
                  <a:pt x="17062" y="1"/>
                  <a:pt x="16853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22" name="Google Shape;3622;p160"/>
          <p:cNvSpPr/>
          <p:nvPr/>
        </p:nvSpPr>
        <p:spPr>
          <a:xfrm flipH="1" rot="10800000">
            <a:off x="-825625" y="-394841"/>
            <a:ext cx="2695508" cy="2318767"/>
          </a:xfrm>
          <a:custGeom>
            <a:rect b="b" l="l" r="r" t="t"/>
            <a:pathLst>
              <a:path extrusionOk="0" h="13044" w="21506">
                <a:moveTo>
                  <a:pt x="3180" y="0"/>
                </a:moveTo>
                <a:cubicBezTo>
                  <a:pt x="3059" y="0"/>
                  <a:pt x="2939" y="4"/>
                  <a:pt x="2818" y="11"/>
                </a:cubicBezTo>
                <a:cubicBezTo>
                  <a:pt x="2085" y="54"/>
                  <a:pt x="1355" y="227"/>
                  <a:pt x="834" y="551"/>
                </a:cubicBezTo>
                <a:cubicBezTo>
                  <a:pt x="250" y="913"/>
                  <a:pt x="65" y="1411"/>
                  <a:pt x="36" y="1902"/>
                </a:cubicBezTo>
                <a:cubicBezTo>
                  <a:pt x="1" y="2484"/>
                  <a:pt x="77" y="3072"/>
                  <a:pt x="110" y="3654"/>
                </a:cubicBezTo>
                <a:cubicBezTo>
                  <a:pt x="143" y="4272"/>
                  <a:pt x="177" y="4890"/>
                  <a:pt x="211" y="5509"/>
                </a:cubicBezTo>
                <a:lnTo>
                  <a:pt x="619" y="12928"/>
                </a:lnTo>
                <a:cubicBezTo>
                  <a:pt x="622" y="12996"/>
                  <a:pt x="711" y="13044"/>
                  <a:pt x="816" y="13044"/>
                </a:cubicBezTo>
                <a:cubicBezTo>
                  <a:pt x="831" y="13044"/>
                  <a:pt x="847" y="13043"/>
                  <a:pt x="863" y="13041"/>
                </a:cubicBezTo>
                <a:cubicBezTo>
                  <a:pt x="2378" y="12830"/>
                  <a:pt x="3912" y="12669"/>
                  <a:pt x="5457" y="12564"/>
                </a:cubicBezTo>
                <a:cubicBezTo>
                  <a:pt x="7004" y="12457"/>
                  <a:pt x="8559" y="12406"/>
                  <a:pt x="10115" y="12406"/>
                </a:cubicBezTo>
                <a:cubicBezTo>
                  <a:pt x="11304" y="12406"/>
                  <a:pt x="12493" y="12436"/>
                  <a:pt x="13679" y="12495"/>
                </a:cubicBezTo>
                <a:cubicBezTo>
                  <a:pt x="14434" y="12533"/>
                  <a:pt x="15229" y="12576"/>
                  <a:pt x="16019" y="12576"/>
                </a:cubicBezTo>
                <a:cubicBezTo>
                  <a:pt x="17350" y="12576"/>
                  <a:pt x="18667" y="12454"/>
                  <a:pt x="19757" y="11976"/>
                </a:cubicBezTo>
                <a:lnTo>
                  <a:pt x="19757" y="11976"/>
                </a:lnTo>
                <a:cubicBezTo>
                  <a:pt x="19755" y="11987"/>
                  <a:pt x="19759" y="11992"/>
                  <a:pt x="19770" y="11992"/>
                </a:cubicBezTo>
                <a:cubicBezTo>
                  <a:pt x="19872" y="11992"/>
                  <a:pt x="20520" y="11533"/>
                  <a:pt x="20666" y="11300"/>
                </a:cubicBezTo>
                <a:cubicBezTo>
                  <a:pt x="21276" y="10319"/>
                  <a:pt x="21505" y="9208"/>
                  <a:pt x="20964" y="8195"/>
                </a:cubicBezTo>
                <a:cubicBezTo>
                  <a:pt x="20510" y="7349"/>
                  <a:pt x="19544" y="6569"/>
                  <a:pt x="18190" y="6187"/>
                </a:cubicBezTo>
                <a:cubicBezTo>
                  <a:pt x="16673" y="5759"/>
                  <a:pt x="14935" y="5923"/>
                  <a:pt x="13382" y="5580"/>
                </a:cubicBezTo>
                <a:cubicBezTo>
                  <a:pt x="11840" y="5240"/>
                  <a:pt x="11141" y="4324"/>
                  <a:pt x="10445" y="3499"/>
                </a:cubicBezTo>
                <a:cubicBezTo>
                  <a:pt x="9690" y="2603"/>
                  <a:pt x="8718" y="1801"/>
                  <a:pt x="7429" y="1159"/>
                </a:cubicBezTo>
                <a:cubicBezTo>
                  <a:pt x="6263" y="578"/>
                  <a:pt x="4748" y="0"/>
                  <a:pt x="3180" y="0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23" name="Google Shape;3623;p160"/>
          <p:cNvSpPr/>
          <p:nvPr/>
        </p:nvSpPr>
        <p:spPr>
          <a:xfrm flipH="1" rot="10800000">
            <a:off x="-212370" y="3873180"/>
            <a:ext cx="3940563" cy="1912570"/>
          </a:xfrm>
          <a:custGeom>
            <a:rect b="b" l="l" r="r" t="t"/>
            <a:pathLst>
              <a:path extrusionOk="0" h="11831" w="24376">
                <a:moveTo>
                  <a:pt x="1749" y="0"/>
                </a:moveTo>
                <a:cubicBezTo>
                  <a:pt x="1709" y="0"/>
                  <a:pt x="1669" y="3"/>
                  <a:pt x="1629" y="10"/>
                </a:cubicBezTo>
                <a:cubicBezTo>
                  <a:pt x="1391" y="51"/>
                  <a:pt x="1250" y="241"/>
                  <a:pt x="1188" y="476"/>
                </a:cubicBezTo>
                <a:cubicBezTo>
                  <a:pt x="1034" y="1062"/>
                  <a:pt x="936" y="1672"/>
                  <a:pt x="819" y="2266"/>
                </a:cubicBezTo>
                <a:cubicBezTo>
                  <a:pt x="701" y="2875"/>
                  <a:pt x="591" y="3483"/>
                  <a:pt x="497" y="4096"/>
                </a:cubicBezTo>
                <a:cubicBezTo>
                  <a:pt x="126" y="6503"/>
                  <a:pt x="1" y="8997"/>
                  <a:pt x="659" y="11362"/>
                </a:cubicBezTo>
                <a:cubicBezTo>
                  <a:pt x="678" y="11430"/>
                  <a:pt x="734" y="11465"/>
                  <a:pt x="790" y="11465"/>
                </a:cubicBezTo>
                <a:cubicBezTo>
                  <a:pt x="836" y="11465"/>
                  <a:pt x="882" y="11443"/>
                  <a:pt x="910" y="11396"/>
                </a:cubicBezTo>
                <a:cubicBezTo>
                  <a:pt x="1048" y="11173"/>
                  <a:pt x="1207" y="10966"/>
                  <a:pt x="1385" y="10775"/>
                </a:cubicBezTo>
                <a:cubicBezTo>
                  <a:pt x="2101" y="10007"/>
                  <a:pt x="3087" y="9538"/>
                  <a:pt x="4095" y="9409"/>
                </a:cubicBezTo>
                <a:cubicBezTo>
                  <a:pt x="4315" y="9380"/>
                  <a:pt x="4536" y="9367"/>
                  <a:pt x="4756" y="9367"/>
                </a:cubicBezTo>
                <a:cubicBezTo>
                  <a:pt x="5731" y="9367"/>
                  <a:pt x="6705" y="9633"/>
                  <a:pt x="7587" y="10066"/>
                </a:cubicBezTo>
                <a:cubicBezTo>
                  <a:pt x="8653" y="10589"/>
                  <a:pt x="9622" y="11353"/>
                  <a:pt x="10770" y="11680"/>
                </a:cubicBezTo>
                <a:cubicBezTo>
                  <a:pt x="11110" y="11777"/>
                  <a:pt x="11460" y="11831"/>
                  <a:pt x="11804" y="11831"/>
                </a:cubicBezTo>
                <a:cubicBezTo>
                  <a:pt x="12445" y="11831"/>
                  <a:pt x="13071" y="11645"/>
                  <a:pt x="13597" y="11201"/>
                </a:cubicBezTo>
                <a:cubicBezTo>
                  <a:pt x="14183" y="10708"/>
                  <a:pt x="14558" y="9990"/>
                  <a:pt x="14873" y="9287"/>
                </a:cubicBezTo>
                <a:cubicBezTo>
                  <a:pt x="15209" y="8537"/>
                  <a:pt x="15487" y="7753"/>
                  <a:pt x="15901" y="7045"/>
                </a:cubicBezTo>
                <a:cubicBezTo>
                  <a:pt x="16332" y="6305"/>
                  <a:pt x="16925" y="5724"/>
                  <a:pt x="17743" y="5514"/>
                </a:cubicBezTo>
                <a:cubicBezTo>
                  <a:pt x="18117" y="5418"/>
                  <a:pt x="18497" y="5390"/>
                  <a:pt x="18880" y="5390"/>
                </a:cubicBezTo>
                <a:cubicBezTo>
                  <a:pt x="19432" y="5390"/>
                  <a:pt x="19989" y="5449"/>
                  <a:pt x="20540" y="5449"/>
                </a:cubicBezTo>
                <a:cubicBezTo>
                  <a:pt x="20676" y="5449"/>
                  <a:pt x="20812" y="5445"/>
                  <a:pt x="20947" y="5436"/>
                </a:cubicBezTo>
                <a:cubicBezTo>
                  <a:pt x="21449" y="5403"/>
                  <a:pt x="21952" y="5299"/>
                  <a:pt x="22402" y="5053"/>
                </a:cubicBezTo>
                <a:cubicBezTo>
                  <a:pt x="22808" y="4832"/>
                  <a:pt x="23157" y="4506"/>
                  <a:pt x="23433" y="4124"/>
                </a:cubicBezTo>
                <a:cubicBezTo>
                  <a:pt x="23951" y="3405"/>
                  <a:pt x="24197" y="2481"/>
                  <a:pt x="24066" y="1589"/>
                </a:cubicBezTo>
                <a:lnTo>
                  <a:pt x="24066" y="1589"/>
                </a:lnTo>
                <a:cubicBezTo>
                  <a:pt x="24067" y="1589"/>
                  <a:pt x="24069" y="1589"/>
                  <a:pt x="24070" y="1589"/>
                </a:cubicBezTo>
                <a:cubicBezTo>
                  <a:pt x="24093" y="1589"/>
                  <a:pt x="24117" y="1581"/>
                  <a:pt x="24142" y="1563"/>
                </a:cubicBezTo>
                <a:cubicBezTo>
                  <a:pt x="24293" y="1450"/>
                  <a:pt x="24375" y="1284"/>
                  <a:pt x="24372" y="1087"/>
                </a:cubicBezTo>
                <a:cubicBezTo>
                  <a:pt x="24363" y="604"/>
                  <a:pt x="23972" y="329"/>
                  <a:pt x="23550" y="297"/>
                </a:cubicBezTo>
                <a:cubicBezTo>
                  <a:pt x="23516" y="295"/>
                  <a:pt x="23481" y="294"/>
                  <a:pt x="23447" y="294"/>
                </a:cubicBezTo>
                <a:cubicBezTo>
                  <a:pt x="23214" y="294"/>
                  <a:pt x="22979" y="345"/>
                  <a:pt x="22750" y="383"/>
                </a:cubicBezTo>
                <a:cubicBezTo>
                  <a:pt x="22445" y="434"/>
                  <a:pt x="22139" y="481"/>
                  <a:pt x="21832" y="525"/>
                </a:cubicBezTo>
                <a:cubicBezTo>
                  <a:pt x="20628" y="695"/>
                  <a:pt x="19418" y="810"/>
                  <a:pt x="18207" y="888"/>
                </a:cubicBezTo>
                <a:cubicBezTo>
                  <a:pt x="15785" y="1046"/>
                  <a:pt x="13357" y="1063"/>
                  <a:pt x="10931" y="1083"/>
                </a:cubicBezTo>
                <a:cubicBezTo>
                  <a:pt x="10571" y="1086"/>
                  <a:pt x="10211" y="1088"/>
                  <a:pt x="9850" y="1088"/>
                </a:cubicBezTo>
                <a:cubicBezTo>
                  <a:pt x="7886" y="1088"/>
                  <a:pt x="5913" y="1021"/>
                  <a:pt x="3986" y="601"/>
                </a:cubicBezTo>
                <a:cubicBezTo>
                  <a:pt x="3423" y="479"/>
                  <a:pt x="2865" y="326"/>
                  <a:pt x="2319" y="138"/>
                </a:cubicBezTo>
                <a:cubicBezTo>
                  <a:pt x="2135" y="75"/>
                  <a:pt x="1944" y="0"/>
                  <a:pt x="1749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24" name="Google Shape;3624;p160"/>
          <p:cNvSpPr txBox="1"/>
          <p:nvPr>
            <p:ph type="title"/>
          </p:nvPr>
        </p:nvSpPr>
        <p:spPr>
          <a:xfrm>
            <a:off x="2715675" y="758952"/>
            <a:ext cx="37125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3625" name="Google Shape;3625;p160"/>
          <p:cNvGrpSpPr/>
          <p:nvPr/>
        </p:nvGrpSpPr>
        <p:grpSpPr>
          <a:xfrm rot="-9900006">
            <a:off x="7397923" y="4623752"/>
            <a:ext cx="454166" cy="411416"/>
            <a:chOff x="1640475" y="1197075"/>
            <a:chExt cx="55475" cy="50250"/>
          </a:xfrm>
        </p:grpSpPr>
        <p:sp>
          <p:nvSpPr>
            <p:cNvPr id="3626" name="Google Shape;3626;p16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16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16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29" name="Google Shape;3629;p160"/>
          <p:cNvGrpSpPr/>
          <p:nvPr/>
        </p:nvGrpSpPr>
        <p:grpSpPr>
          <a:xfrm rot="10034023">
            <a:off x="204355" y="3167783"/>
            <a:ext cx="279616" cy="253294"/>
            <a:chOff x="1640475" y="1197075"/>
            <a:chExt cx="55475" cy="50250"/>
          </a:xfrm>
        </p:grpSpPr>
        <p:sp>
          <p:nvSpPr>
            <p:cNvPr id="3630" name="Google Shape;3630;p16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16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16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33" name="Google Shape;3633;p160"/>
          <p:cNvSpPr/>
          <p:nvPr/>
        </p:nvSpPr>
        <p:spPr>
          <a:xfrm flipH="1" rot="9113192">
            <a:off x="4846575" y="208112"/>
            <a:ext cx="695049" cy="16282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4" name="Google Shape;3634;p160"/>
          <p:cNvSpPr/>
          <p:nvPr/>
        </p:nvSpPr>
        <p:spPr>
          <a:xfrm flipH="1" rot="-10799883">
            <a:off x="316584" y="4664948"/>
            <a:ext cx="545177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35" name="Google Shape;3635;p160"/>
          <p:cNvGrpSpPr/>
          <p:nvPr/>
        </p:nvGrpSpPr>
        <p:grpSpPr>
          <a:xfrm rot="6324483">
            <a:off x="1105449" y="286808"/>
            <a:ext cx="197770" cy="213810"/>
            <a:chOff x="1640475" y="1197075"/>
            <a:chExt cx="55475" cy="50250"/>
          </a:xfrm>
        </p:grpSpPr>
        <p:sp>
          <p:nvSpPr>
            <p:cNvPr id="3636" name="Google Shape;3636;p16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16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16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39" name="Google Shape;3639;p160"/>
          <p:cNvSpPr/>
          <p:nvPr/>
        </p:nvSpPr>
        <p:spPr>
          <a:xfrm rot="10800000">
            <a:off x="6676775" y="-33387"/>
            <a:ext cx="1167574" cy="854200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0" name="Google Shape;3640;p160"/>
          <p:cNvSpPr/>
          <p:nvPr/>
        </p:nvSpPr>
        <p:spPr>
          <a:xfrm rot="-10431843">
            <a:off x="-54140" y="-118627"/>
            <a:ext cx="520982" cy="81628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41" name="Google Shape;3641;p160"/>
          <p:cNvGrpSpPr/>
          <p:nvPr/>
        </p:nvGrpSpPr>
        <p:grpSpPr>
          <a:xfrm rot="10034065">
            <a:off x="8591019" y="2090883"/>
            <a:ext cx="221762" cy="200885"/>
            <a:chOff x="1640475" y="1197075"/>
            <a:chExt cx="55475" cy="50250"/>
          </a:xfrm>
        </p:grpSpPr>
        <p:sp>
          <p:nvSpPr>
            <p:cNvPr id="3642" name="Google Shape;3642;p16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16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16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SECTION_HEADER_1_1_1_1">
    <p:spTree>
      <p:nvGrpSpPr>
        <p:cNvPr id="3645" name="Shape 3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6" name="Google Shape;3646;p161"/>
          <p:cNvSpPr/>
          <p:nvPr/>
        </p:nvSpPr>
        <p:spPr>
          <a:xfrm>
            <a:off x="5726076" y="4091973"/>
            <a:ext cx="3570338" cy="1157559"/>
          </a:xfrm>
          <a:custGeom>
            <a:rect b="b" l="l" r="r" t="t"/>
            <a:pathLst>
              <a:path extrusionOk="0" h="7088" w="21862">
                <a:moveTo>
                  <a:pt x="20392" y="0"/>
                </a:moveTo>
                <a:cubicBezTo>
                  <a:pt x="19697" y="0"/>
                  <a:pt x="19010" y="139"/>
                  <a:pt x="18446" y="437"/>
                </a:cubicBezTo>
                <a:cubicBezTo>
                  <a:pt x="17368" y="1003"/>
                  <a:pt x="16913" y="1997"/>
                  <a:pt x="16387" y="2893"/>
                </a:cubicBezTo>
                <a:cubicBezTo>
                  <a:pt x="15861" y="3789"/>
                  <a:pt x="15050" y="4733"/>
                  <a:pt x="13753" y="4924"/>
                </a:cubicBezTo>
                <a:cubicBezTo>
                  <a:pt x="13587" y="4948"/>
                  <a:pt x="13420" y="4959"/>
                  <a:pt x="13253" y="4959"/>
                </a:cubicBezTo>
                <a:cubicBezTo>
                  <a:pt x="12545" y="4959"/>
                  <a:pt x="11838" y="4765"/>
                  <a:pt x="11156" y="4596"/>
                </a:cubicBezTo>
                <a:cubicBezTo>
                  <a:pt x="10391" y="4408"/>
                  <a:pt x="9551" y="4258"/>
                  <a:pt x="8748" y="4258"/>
                </a:cubicBezTo>
                <a:cubicBezTo>
                  <a:pt x="8042" y="4258"/>
                  <a:pt x="7365" y="4373"/>
                  <a:pt x="6793" y="4680"/>
                </a:cubicBezTo>
                <a:cubicBezTo>
                  <a:pt x="5978" y="5117"/>
                  <a:pt x="5461" y="5904"/>
                  <a:pt x="4593" y="6207"/>
                </a:cubicBezTo>
                <a:cubicBezTo>
                  <a:pt x="4569" y="6215"/>
                  <a:pt x="4545" y="6224"/>
                  <a:pt x="4519" y="6231"/>
                </a:cubicBezTo>
                <a:cubicBezTo>
                  <a:pt x="4407" y="6267"/>
                  <a:pt x="4286" y="6293"/>
                  <a:pt x="4160" y="6310"/>
                </a:cubicBezTo>
                <a:cubicBezTo>
                  <a:pt x="4052" y="6325"/>
                  <a:pt x="3944" y="6331"/>
                  <a:pt x="3836" y="6331"/>
                </a:cubicBezTo>
                <a:cubicBezTo>
                  <a:pt x="3306" y="6331"/>
                  <a:pt x="2774" y="6185"/>
                  <a:pt x="2236" y="6169"/>
                </a:cubicBezTo>
                <a:cubicBezTo>
                  <a:pt x="2205" y="6168"/>
                  <a:pt x="2173" y="6167"/>
                  <a:pt x="2142" y="6167"/>
                </a:cubicBezTo>
                <a:cubicBezTo>
                  <a:pt x="1432" y="6167"/>
                  <a:pt x="726" y="6406"/>
                  <a:pt x="265" y="6805"/>
                </a:cubicBezTo>
                <a:cubicBezTo>
                  <a:pt x="165" y="6893"/>
                  <a:pt x="77" y="6988"/>
                  <a:pt x="1" y="7088"/>
                </a:cubicBezTo>
                <a:lnTo>
                  <a:pt x="21862" y="7088"/>
                </a:lnTo>
                <a:lnTo>
                  <a:pt x="21862" y="210"/>
                </a:lnTo>
                <a:cubicBezTo>
                  <a:pt x="21397" y="73"/>
                  <a:pt x="20892" y="0"/>
                  <a:pt x="20392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7" name="Google Shape;3647;p161"/>
          <p:cNvSpPr/>
          <p:nvPr/>
        </p:nvSpPr>
        <p:spPr>
          <a:xfrm>
            <a:off x="-59308" y="-102238"/>
            <a:ext cx="2148376" cy="1054346"/>
          </a:xfrm>
          <a:custGeom>
            <a:rect b="b" l="l" r="r" t="t"/>
            <a:pathLst>
              <a:path extrusionOk="0" h="6456" w="13155">
                <a:moveTo>
                  <a:pt x="1821" y="0"/>
                </a:moveTo>
                <a:lnTo>
                  <a:pt x="1821" y="3"/>
                </a:lnTo>
                <a:lnTo>
                  <a:pt x="0" y="4"/>
                </a:lnTo>
                <a:lnTo>
                  <a:pt x="0" y="222"/>
                </a:lnTo>
                <a:lnTo>
                  <a:pt x="0" y="1236"/>
                </a:lnTo>
                <a:lnTo>
                  <a:pt x="0" y="2358"/>
                </a:lnTo>
                <a:lnTo>
                  <a:pt x="1" y="3370"/>
                </a:lnTo>
                <a:lnTo>
                  <a:pt x="1" y="4493"/>
                </a:lnTo>
                <a:lnTo>
                  <a:pt x="1" y="5504"/>
                </a:lnTo>
                <a:lnTo>
                  <a:pt x="1" y="6178"/>
                </a:lnTo>
                <a:cubicBezTo>
                  <a:pt x="369" y="6349"/>
                  <a:pt x="770" y="6456"/>
                  <a:pt x="1177" y="6456"/>
                </a:cubicBezTo>
                <a:cubicBezTo>
                  <a:pt x="1363" y="6456"/>
                  <a:pt x="1550" y="6434"/>
                  <a:pt x="1736" y="6385"/>
                </a:cubicBezTo>
                <a:cubicBezTo>
                  <a:pt x="1764" y="6378"/>
                  <a:pt x="1794" y="6370"/>
                  <a:pt x="1822" y="6361"/>
                </a:cubicBezTo>
                <a:cubicBezTo>
                  <a:pt x="1843" y="6355"/>
                  <a:pt x="1862" y="6348"/>
                  <a:pt x="1882" y="6342"/>
                </a:cubicBezTo>
                <a:cubicBezTo>
                  <a:pt x="2342" y="6188"/>
                  <a:pt x="2719" y="5901"/>
                  <a:pt x="3050" y="5558"/>
                </a:cubicBezTo>
                <a:cubicBezTo>
                  <a:pt x="3068" y="5540"/>
                  <a:pt x="3085" y="5522"/>
                  <a:pt x="3102" y="5503"/>
                </a:cubicBezTo>
                <a:cubicBezTo>
                  <a:pt x="3398" y="5189"/>
                  <a:pt x="3657" y="4831"/>
                  <a:pt x="3908" y="4490"/>
                </a:cubicBezTo>
                <a:cubicBezTo>
                  <a:pt x="3908" y="4490"/>
                  <a:pt x="3909" y="4490"/>
                  <a:pt x="3909" y="4489"/>
                </a:cubicBezTo>
                <a:cubicBezTo>
                  <a:pt x="3923" y="4471"/>
                  <a:pt x="3936" y="4455"/>
                  <a:pt x="3949" y="4436"/>
                </a:cubicBezTo>
                <a:cubicBezTo>
                  <a:pt x="4217" y="4078"/>
                  <a:pt x="4522" y="3714"/>
                  <a:pt x="4875" y="3424"/>
                </a:cubicBezTo>
                <a:cubicBezTo>
                  <a:pt x="4897" y="3405"/>
                  <a:pt x="4919" y="3387"/>
                  <a:pt x="4942" y="3369"/>
                </a:cubicBezTo>
                <a:cubicBezTo>
                  <a:pt x="5319" y="3071"/>
                  <a:pt x="5750" y="2859"/>
                  <a:pt x="6248" y="2826"/>
                </a:cubicBezTo>
                <a:cubicBezTo>
                  <a:pt x="6296" y="2822"/>
                  <a:pt x="6344" y="2821"/>
                  <a:pt x="6391" y="2821"/>
                </a:cubicBezTo>
                <a:cubicBezTo>
                  <a:pt x="7025" y="2821"/>
                  <a:pt x="7616" y="3105"/>
                  <a:pt x="8200" y="3368"/>
                </a:cubicBezTo>
                <a:cubicBezTo>
                  <a:pt x="8240" y="3387"/>
                  <a:pt x="8281" y="3405"/>
                  <a:pt x="8323" y="3423"/>
                </a:cubicBezTo>
                <a:cubicBezTo>
                  <a:pt x="8382" y="3449"/>
                  <a:pt x="8442" y="3475"/>
                  <a:pt x="8501" y="3501"/>
                </a:cubicBezTo>
                <a:cubicBezTo>
                  <a:pt x="9052" y="3734"/>
                  <a:pt x="9659" y="3908"/>
                  <a:pt x="10259" y="3908"/>
                </a:cubicBezTo>
                <a:cubicBezTo>
                  <a:pt x="10487" y="3908"/>
                  <a:pt x="10715" y="3882"/>
                  <a:pt x="10937" y="3826"/>
                </a:cubicBezTo>
                <a:cubicBezTo>
                  <a:pt x="11253" y="3746"/>
                  <a:pt x="11547" y="3604"/>
                  <a:pt x="11810" y="3423"/>
                </a:cubicBezTo>
                <a:cubicBezTo>
                  <a:pt x="11835" y="3405"/>
                  <a:pt x="11861" y="3387"/>
                  <a:pt x="11886" y="3368"/>
                </a:cubicBezTo>
                <a:cubicBezTo>
                  <a:pt x="11986" y="3295"/>
                  <a:pt x="12081" y="3217"/>
                  <a:pt x="12169" y="3134"/>
                </a:cubicBezTo>
                <a:cubicBezTo>
                  <a:pt x="12416" y="2906"/>
                  <a:pt x="12624" y="2641"/>
                  <a:pt x="12783" y="2355"/>
                </a:cubicBezTo>
                <a:cubicBezTo>
                  <a:pt x="12794" y="2337"/>
                  <a:pt x="12805" y="2319"/>
                  <a:pt x="12814" y="2300"/>
                </a:cubicBezTo>
                <a:cubicBezTo>
                  <a:pt x="12983" y="1983"/>
                  <a:pt x="13095" y="1639"/>
                  <a:pt x="13135" y="1287"/>
                </a:cubicBezTo>
                <a:cubicBezTo>
                  <a:pt x="13137" y="1269"/>
                  <a:pt x="13139" y="1251"/>
                  <a:pt x="13141" y="1232"/>
                </a:cubicBezTo>
                <a:cubicBezTo>
                  <a:pt x="13152" y="1109"/>
                  <a:pt x="13155" y="984"/>
                  <a:pt x="13149" y="860"/>
                </a:cubicBezTo>
                <a:cubicBezTo>
                  <a:pt x="13137" y="644"/>
                  <a:pt x="13096" y="428"/>
                  <a:pt x="13028" y="222"/>
                </a:cubicBezTo>
                <a:cubicBezTo>
                  <a:pt x="13023" y="204"/>
                  <a:pt x="13017" y="185"/>
                  <a:pt x="13010" y="167"/>
                </a:cubicBezTo>
                <a:cubicBezTo>
                  <a:pt x="12991" y="111"/>
                  <a:pt x="12969" y="56"/>
                  <a:pt x="12946" y="1"/>
                </a:cubicBezTo>
                <a:lnTo>
                  <a:pt x="1880" y="3"/>
                </a:lnTo>
                <a:lnTo>
                  <a:pt x="1880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8" name="Google Shape;3648;p161"/>
          <p:cNvSpPr/>
          <p:nvPr/>
        </p:nvSpPr>
        <p:spPr>
          <a:xfrm>
            <a:off x="4901501" y="-265225"/>
            <a:ext cx="4711729" cy="1588867"/>
          </a:xfrm>
          <a:custGeom>
            <a:rect b="b" l="l" r="r" t="t"/>
            <a:pathLst>
              <a:path extrusionOk="0" h="9729" w="28851">
                <a:moveTo>
                  <a:pt x="943" y="0"/>
                </a:moveTo>
                <a:cubicBezTo>
                  <a:pt x="631" y="0"/>
                  <a:pt x="337" y="87"/>
                  <a:pt x="179" y="380"/>
                </a:cubicBezTo>
                <a:cubicBezTo>
                  <a:pt x="1" y="711"/>
                  <a:pt x="78" y="1189"/>
                  <a:pt x="451" y="1303"/>
                </a:cubicBezTo>
                <a:cubicBezTo>
                  <a:pt x="355" y="2313"/>
                  <a:pt x="452" y="3522"/>
                  <a:pt x="1499" y="3989"/>
                </a:cubicBezTo>
                <a:cubicBezTo>
                  <a:pt x="1785" y="4117"/>
                  <a:pt x="2088" y="4165"/>
                  <a:pt x="2396" y="4165"/>
                </a:cubicBezTo>
                <a:cubicBezTo>
                  <a:pt x="3000" y="4165"/>
                  <a:pt x="3625" y="3981"/>
                  <a:pt x="4188" y="3848"/>
                </a:cubicBezTo>
                <a:cubicBezTo>
                  <a:pt x="4624" y="3745"/>
                  <a:pt x="5112" y="3633"/>
                  <a:pt x="5582" y="3633"/>
                </a:cubicBezTo>
                <a:cubicBezTo>
                  <a:pt x="6044" y="3633"/>
                  <a:pt x="6489" y="3741"/>
                  <a:pt x="6852" y="4069"/>
                </a:cubicBezTo>
                <a:cubicBezTo>
                  <a:pt x="7560" y="4711"/>
                  <a:pt x="7722" y="5737"/>
                  <a:pt x="8257" y="6500"/>
                </a:cubicBezTo>
                <a:cubicBezTo>
                  <a:pt x="8521" y="6876"/>
                  <a:pt x="8874" y="7178"/>
                  <a:pt x="9322" y="7300"/>
                </a:cubicBezTo>
                <a:cubicBezTo>
                  <a:pt x="9482" y="7344"/>
                  <a:pt x="9645" y="7363"/>
                  <a:pt x="9808" y="7363"/>
                </a:cubicBezTo>
                <a:cubicBezTo>
                  <a:pt x="10078" y="7363"/>
                  <a:pt x="10348" y="7310"/>
                  <a:pt x="10606" y="7231"/>
                </a:cubicBezTo>
                <a:cubicBezTo>
                  <a:pt x="11498" y="6959"/>
                  <a:pt x="12280" y="6380"/>
                  <a:pt x="13194" y="6184"/>
                </a:cubicBezTo>
                <a:cubicBezTo>
                  <a:pt x="13322" y="6156"/>
                  <a:pt x="13450" y="6141"/>
                  <a:pt x="13577" y="6141"/>
                </a:cubicBezTo>
                <a:cubicBezTo>
                  <a:pt x="13849" y="6141"/>
                  <a:pt x="14113" y="6211"/>
                  <a:pt x="14347" y="6376"/>
                </a:cubicBezTo>
                <a:cubicBezTo>
                  <a:pt x="14724" y="6643"/>
                  <a:pt x="14907" y="7097"/>
                  <a:pt x="15047" y="7521"/>
                </a:cubicBezTo>
                <a:cubicBezTo>
                  <a:pt x="15341" y="8400"/>
                  <a:pt x="15592" y="9554"/>
                  <a:pt x="16688" y="9709"/>
                </a:cubicBezTo>
                <a:cubicBezTo>
                  <a:pt x="16781" y="9722"/>
                  <a:pt x="16872" y="9728"/>
                  <a:pt x="16961" y="9728"/>
                </a:cubicBezTo>
                <a:cubicBezTo>
                  <a:pt x="18160" y="9728"/>
                  <a:pt x="18967" y="8588"/>
                  <a:pt x="19887" y="7966"/>
                </a:cubicBezTo>
                <a:cubicBezTo>
                  <a:pt x="20301" y="7685"/>
                  <a:pt x="20755" y="7537"/>
                  <a:pt x="21232" y="7537"/>
                </a:cubicBezTo>
                <a:cubicBezTo>
                  <a:pt x="21401" y="7537"/>
                  <a:pt x="21572" y="7556"/>
                  <a:pt x="21746" y="7593"/>
                </a:cubicBezTo>
                <a:cubicBezTo>
                  <a:pt x="22408" y="7736"/>
                  <a:pt x="23015" y="8087"/>
                  <a:pt x="23550" y="8494"/>
                </a:cubicBezTo>
                <a:cubicBezTo>
                  <a:pt x="24053" y="8876"/>
                  <a:pt x="24539" y="9361"/>
                  <a:pt x="25189" y="9466"/>
                </a:cubicBezTo>
                <a:cubicBezTo>
                  <a:pt x="25284" y="9481"/>
                  <a:pt x="25378" y="9489"/>
                  <a:pt x="25473" y="9489"/>
                </a:cubicBezTo>
                <a:cubicBezTo>
                  <a:pt x="26024" y="9489"/>
                  <a:pt x="26554" y="9240"/>
                  <a:pt x="26991" y="8910"/>
                </a:cubicBezTo>
                <a:cubicBezTo>
                  <a:pt x="27838" y="8271"/>
                  <a:pt x="28376" y="7319"/>
                  <a:pt x="28611" y="6292"/>
                </a:cubicBezTo>
                <a:cubicBezTo>
                  <a:pt x="28851" y="5239"/>
                  <a:pt x="28800" y="4124"/>
                  <a:pt x="28525" y="3084"/>
                </a:cubicBezTo>
                <a:cubicBezTo>
                  <a:pt x="28226" y="1958"/>
                  <a:pt x="27654" y="694"/>
                  <a:pt x="26488" y="261"/>
                </a:cubicBezTo>
                <a:cubicBezTo>
                  <a:pt x="26074" y="106"/>
                  <a:pt x="25631" y="64"/>
                  <a:pt x="25188" y="64"/>
                </a:cubicBezTo>
                <a:cubicBezTo>
                  <a:pt x="24971" y="64"/>
                  <a:pt x="24753" y="74"/>
                  <a:pt x="24540" y="86"/>
                </a:cubicBezTo>
                <a:cubicBezTo>
                  <a:pt x="23776" y="131"/>
                  <a:pt x="23013" y="188"/>
                  <a:pt x="22250" y="248"/>
                </a:cubicBezTo>
                <a:cubicBezTo>
                  <a:pt x="20720" y="367"/>
                  <a:pt x="19190" y="503"/>
                  <a:pt x="17661" y="628"/>
                </a:cubicBezTo>
                <a:cubicBezTo>
                  <a:pt x="15187" y="828"/>
                  <a:pt x="12704" y="996"/>
                  <a:pt x="10221" y="996"/>
                </a:cubicBezTo>
                <a:cubicBezTo>
                  <a:pt x="9649" y="996"/>
                  <a:pt x="9077" y="987"/>
                  <a:pt x="8505" y="967"/>
                </a:cubicBezTo>
                <a:cubicBezTo>
                  <a:pt x="6985" y="916"/>
                  <a:pt x="5467" y="790"/>
                  <a:pt x="3966" y="555"/>
                </a:cubicBezTo>
                <a:cubicBezTo>
                  <a:pt x="3209" y="436"/>
                  <a:pt x="2459" y="290"/>
                  <a:pt x="1714" y="116"/>
                </a:cubicBezTo>
                <a:cubicBezTo>
                  <a:pt x="1493" y="64"/>
                  <a:pt x="1211" y="0"/>
                  <a:pt x="94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9" name="Google Shape;3649;p161"/>
          <p:cNvSpPr/>
          <p:nvPr/>
        </p:nvSpPr>
        <p:spPr>
          <a:xfrm>
            <a:off x="-469225" y="2180388"/>
            <a:ext cx="2390568" cy="3410945"/>
          </a:xfrm>
          <a:custGeom>
            <a:rect b="b" l="l" r="r" t="t"/>
            <a:pathLst>
              <a:path extrusionOk="0" h="20886" w="14638">
                <a:moveTo>
                  <a:pt x="3191" y="1"/>
                </a:moveTo>
                <a:cubicBezTo>
                  <a:pt x="2885" y="1"/>
                  <a:pt x="2576" y="81"/>
                  <a:pt x="2295" y="191"/>
                </a:cubicBezTo>
                <a:cubicBezTo>
                  <a:pt x="1899" y="349"/>
                  <a:pt x="1532" y="564"/>
                  <a:pt x="1185" y="809"/>
                </a:cubicBezTo>
                <a:cubicBezTo>
                  <a:pt x="1218" y="721"/>
                  <a:pt x="1252" y="633"/>
                  <a:pt x="1287" y="547"/>
                </a:cubicBezTo>
                <a:cubicBezTo>
                  <a:pt x="1332" y="438"/>
                  <a:pt x="1242" y="367"/>
                  <a:pt x="1149" y="367"/>
                </a:cubicBezTo>
                <a:cubicBezTo>
                  <a:pt x="1089" y="367"/>
                  <a:pt x="1027" y="397"/>
                  <a:pt x="998" y="467"/>
                </a:cubicBezTo>
                <a:cubicBezTo>
                  <a:pt x="147" y="2564"/>
                  <a:pt x="0" y="4857"/>
                  <a:pt x="71" y="7096"/>
                </a:cubicBezTo>
                <a:cubicBezTo>
                  <a:pt x="107" y="8264"/>
                  <a:pt x="200" y="9428"/>
                  <a:pt x="285" y="10592"/>
                </a:cubicBezTo>
                <a:cubicBezTo>
                  <a:pt x="378" y="11838"/>
                  <a:pt x="471" y="13083"/>
                  <a:pt x="565" y="14328"/>
                </a:cubicBezTo>
                <a:cubicBezTo>
                  <a:pt x="660" y="15573"/>
                  <a:pt x="755" y="16818"/>
                  <a:pt x="852" y="18063"/>
                </a:cubicBezTo>
                <a:cubicBezTo>
                  <a:pt x="895" y="18617"/>
                  <a:pt x="909" y="19183"/>
                  <a:pt x="997" y="19731"/>
                </a:cubicBezTo>
                <a:cubicBezTo>
                  <a:pt x="1063" y="20137"/>
                  <a:pt x="1227" y="20580"/>
                  <a:pt x="1623" y="20768"/>
                </a:cubicBezTo>
                <a:cubicBezTo>
                  <a:pt x="1853" y="20878"/>
                  <a:pt x="2108" y="20885"/>
                  <a:pt x="2359" y="20885"/>
                </a:cubicBezTo>
                <a:cubicBezTo>
                  <a:pt x="2678" y="20885"/>
                  <a:pt x="2997" y="20884"/>
                  <a:pt x="3315" y="20883"/>
                </a:cubicBezTo>
                <a:cubicBezTo>
                  <a:pt x="3934" y="20882"/>
                  <a:pt x="4551" y="20881"/>
                  <a:pt x="5168" y="20880"/>
                </a:cubicBezTo>
                <a:cubicBezTo>
                  <a:pt x="6413" y="20878"/>
                  <a:pt x="7658" y="20875"/>
                  <a:pt x="8904" y="20873"/>
                </a:cubicBezTo>
                <a:cubicBezTo>
                  <a:pt x="8946" y="20873"/>
                  <a:pt x="8987" y="20873"/>
                  <a:pt x="9029" y="20873"/>
                </a:cubicBezTo>
                <a:cubicBezTo>
                  <a:pt x="9733" y="20873"/>
                  <a:pt x="10440" y="20882"/>
                  <a:pt x="11147" y="20882"/>
                </a:cubicBezTo>
                <a:cubicBezTo>
                  <a:pt x="11621" y="20882"/>
                  <a:pt x="12096" y="20878"/>
                  <a:pt x="12569" y="20863"/>
                </a:cubicBezTo>
                <a:cubicBezTo>
                  <a:pt x="13054" y="20848"/>
                  <a:pt x="13560" y="20768"/>
                  <a:pt x="13928" y="20425"/>
                </a:cubicBezTo>
                <a:cubicBezTo>
                  <a:pt x="14266" y="20112"/>
                  <a:pt x="14409" y="19650"/>
                  <a:pt x="14479" y="19208"/>
                </a:cubicBezTo>
                <a:cubicBezTo>
                  <a:pt x="14615" y="18346"/>
                  <a:pt x="14637" y="17435"/>
                  <a:pt x="14556" y="16567"/>
                </a:cubicBezTo>
                <a:cubicBezTo>
                  <a:pt x="14480" y="15744"/>
                  <a:pt x="14290" y="14898"/>
                  <a:pt x="13827" y="14200"/>
                </a:cubicBezTo>
                <a:cubicBezTo>
                  <a:pt x="13606" y="13867"/>
                  <a:pt x="13329" y="13578"/>
                  <a:pt x="13000" y="13350"/>
                </a:cubicBezTo>
                <a:cubicBezTo>
                  <a:pt x="12618" y="13086"/>
                  <a:pt x="12175" y="12928"/>
                  <a:pt x="11727" y="12811"/>
                </a:cubicBezTo>
                <a:cubicBezTo>
                  <a:pt x="10841" y="12580"/>
                  <a:pt x="9808" y="12500"/>
                  <a:pt x="9119" y="11827"/>
                </a:cubicBezTo>
                <a:cubicBezTo>
                  <a:pt x="8381" y="11106"/>
                  <a:pt x="8246" y="10000"/>
                  <a:pt x="8306" y="9020"/>
                </a:cubicBezTo>
                <a:cubicBezTo>
                  <a:pt x="8344" y="8404"/>
                  <a:pt x="8449" y="7795"/>
                  <a:pt x="8518" y="7181"/>
                </a:cubicBezTo>
                <a:cubicBezTo>
                  <a:pt x="8574" y="6676"/>
                  <a:pt x="8621" y="6136"/>
                  <a:pt x="8417" y="5654"/>
                </a:cubicBezTo>
                <a:cubicBezTo>
                  <a:pt x="7771" y="4140"/>
                  <a:pt x="5341" y="4868"/>
                  <a:pt x="4856" y="3246"/>
                </a:cubicBezTo>
                <a:cubicBezTo>
                  <a:pt x="4619" y="2457"/>
                  <a:pt x="4843" y="1582"/>
                  <a:pt x="4492" y="818"/>
                </a:cubicBezTo>
                <a:cubicBezTo>
                  <a:pt x="4321" y="450"/>
                  <a:pt x="3993" y="161"/>
                  <a:pt x="3598" y="53"/>
                </a:cubicBezTo>
                <a:cubicBezTo>
                  <a:pt x="3465" y="17"/>
                  <a:pt x="3328" y="1"/>
                  <a:pt x="3191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50" name="Google Shape;3650;p161"/>
          <p:cNvSpPr txBox="1"/>
          <p:nvPr>
            <p:ph type="title"/>
          </p:nvPr>
        </p:nvSpPr>
        <p:spPr>
          <a:xfrm>
            <a:off x="3305550" y="758952"/>
            <a:ext cx="25329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3651" name="Google Shape;3651;p161"/>
          <p:cNvGrpSpPr/>
          <p:nvPr/>
        </p:nvGrpSpPr>
        <p:grpSpPr>
          <a:xfrm>
            <a:off x="8468128" y="4269006"/>
            <a:ext cx="334498" cy="303002"/>
            <a:chOff x="1640475" y="1197075"/>
            <a:chExt cx="55475" cy="50250"/>
          </a:xfrm>
        </p:grpSpPr>
        <p:sp>
          <p:nvSpPr>
            <p:cNvPr id="3652" name="Google Shape;3652;p16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16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16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55" name="Google Shape;3655;p161"/>
          <p:cNvGrpSpPr/>
          <p:nvPr/>
        </p:nvGrpSpPr>
        <p:grpSpPr>
          <a:xfrm rot="-900055">
            <a:off x="7309384" y="441644"/>
            <a:ext cx="215934" cy="195605"/>
            <a:chOff x="1640475" y="1197075"/>
            <a:chExt cx="55475" cy="50250"/>
          </a:xfrm>
        </p:grpSpPr>
        <p:sp>
          <p:nvSpPr>
            <p:cNvPr id="3656" name="Google Shape;3656;p16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16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16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59" name="Google Shape;3659;p161"/>
          <p:cNvSpPr/>
          <p:nvPr/>
        </p:nvSpPr>
        <p:spPr>
          <a:xfrm rot="-597364">
            <a:off x="8063728" y="362773"/>
            <a:ext cx="889045" cy="208282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60" name="Google Shape;3660;p161"/>
          <p:cNvGrpSpPr/>
          <p:nvPr/>
        </p:nvGrpSpPr>
        <p:grpSpPr>
          <a:xfrm rot="6300033">
            <a:off x="791192" y="4293414"/>
            <a:ext cx="244638" cy="221601"/>
            <a:chOff x="1640475" y="1197075"/>
            <a:chExt cx="55475" cy="50250"/>
          </a:xfrm>
        </p:grpSpPr>
        <p:sp>
          <p:nvSpPr>
            <p:cNvPr id="3661" name="Google Shape;3661;p16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16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16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64" name="Google Shape;3664;p161"/>
          <p:cNvGrpSpPr/>
          <p:nvPr/>
        </p:nvGrpSpPr>
        <p:grpSpPr>
          <a:xfrm rot="-5400136">
            <a:off x="965669" y="276383"/>
            <a:ext cx="420678" cy="381051"/>
            <a:chOff x="1640475" y="1197075"/>
            <a:chExt cx="55475" cy="50250"/>
          </a:xfrm>
        </p:grpSpPr>
        <p:sp>
          <p:nvSpPr>
            <p:cNvPr id="3665" name="Google Shape;3665;p16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16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16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68" name="Google Shape;3668;p161"/>
          <p:cNvSpPr/>
          <p:nvPr/>
        </p:nvSpPr>
        <p:spPr>
          <a:xfrm rot="899834">
            <a:off x="1279450" y="4731447"/>
            <a:ext cx="974747" cy="22837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69" name="Google Shape;3669;p161"/>
          <p:cNvSpPr/>
          <p:nvPr/>
        </p:nvSpPr>
        <p:spPr>
          <a:xfrm flipH="1" rot="-6300069">
            <a:off x="88991" y="506327"/>
            <a:ext cx="510483" cy="754763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70" name="Google Shape;3670;p161"/>
          <p:cNvSpPr/>
          <p:nvPr/>
        </p:nvSpPr>
        <p:spPr>
          <a:xfrm rot="6293788">
            <a:off x="7197469" y="4177421"/>
            <a:ext cx="959267" cy="701802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CUSTOM_1_1_1_1">
    <p:spTree>
      <p:nvGrpSpPr>
        <p:cNvPr id="3671" name="Shape 36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72" name="Google Shape;3672;p162"/>
          <p:cNvSpPr/>
          <p:nvPr/>
        </p:nvSpPr>
        <p:spPr>
          <a:xfrm flipH="1" rot="5087716">
            <a:off x="-252406" y="-643515"/>
            <a:ext cx="2616446" cy="2726737"/>
          </a:xfrm>
          <a:custGeom>
            <a:rect b="b" l="l" r="r" t="t"/>
            <a:pathLst>
              <a:path extrusionOk="0" h="17059" w="16369">
                <a:moveTo>
                  <a:pt x="10538" y="1"/>
                </a:moveTo>
                <a:cubicBezTo>
                  <a:pt x="9733" y="1"/>
                  <a:pt x="8932" y="153"/>
                  <a:pt x="8209" y="515"/>
                </a:cubicBezTo>
                <a:cubicBezTo>
                  <a:pt x="7233" y="1004"/>
                  <a:pt x="6396" y="1857"/>
                  <a:pt x="6084" y="2920"/>
                </a:cubicBezTo>
                <a:cubicBezTo>
                  <a:pt x="5733" y="4112"/>
                  <a:pt x="6127" y="5357"/>
                  <a:pt x="5884" y="6560"/>
                </a:cubicBezTo>
                <a:cubicBezTo>
                  <a:pt x="5644" y="7754"/>
                  <a:pt x="4612" y="8436"/>
                  <a:pt x="3688" y="9100"/>
                </a:cubicBezTo>
                <a:cubicBezTo>
                  <a:pt x="2685" y="9819"/>
                  <a:pt x="1822" y="10680"/>
                  <a:pt x="1187" y="11745"/>
                </a:cubicBezTo>
                <a:cubicBezTo>
                  <a:pt x="569" y="12782"/>
                  <a:pt x="0" y="14113"/>
                  <a:pt x="309" y="15339"/>
                </a:cubicBezTo>
                <a:cubicBezTo>
                  <a:pt x="443" y="15869"/>
                  <a:pt x="737" y="16372"/>
                  <a:pt x="1186" y="16695"/>
                </a:cubicBezTo>
                <a:cubicBezTo>
                  <a:pt x="1565" y="16966"/>
                  <a:pt x="2011" y="17058"/>
                  <a:pt x="2463" y="17058"/>
                </a:cubicBezTo>
                <a:cubicBezTo>
                  <a:pt x="2614" y="17058"/>
                  <a:pt x="2766" y="17048"/>
                  <a:pt x="2915" y="17031"/>
                </a:cubicBezTo>
                <a:cubicBezTo>
                  <a:pt x="3625" y="16948"/>
                  <a:pt x="4330" y="16784"/>
                  <a:pt x="5032" y="16653"/>
                </a:cubicBezTo>
                <a:cubicBezTo>
                  <a:pt x="5778" y="16514"/>
                  <a:pt x="6525" y="16374"/>
                  <a:pt x="7271" y="16235"/>
                </a:cubicBezTo>
                <a:cubicBezTo>
                  <a:pt x="10255" y="15678"/>
                  <a:pt x="13240" y="15122"/>
                  <a:pt x="16225" y="14565"/>
                </a:cubicBezTo>
                <a:cubicBezTo>
                  <a:pt x="16319" y="14547"/>
                  <a:pt x="16369" y="14453"/>
                  <a:pt x="16334" y="14366"/>
                </a:cubicBezTo>
                <a:cubicBezTo>
                  <a:pt x="15910" y="13292"/>
                  <a:pt x="15542" y="12197"/>
                  <a:pt x="15242" y="11083"/>
                </a:cubicBezTo>
                <a:cubicBezTo>
                  <a:pt x="14709" y="9114"/>
                  <a:pt x="14380" y="7098"/>
                  <a:pt x="14239" y="5065"/>
                </a:cubicBezTo>
                <a:cubicBezTo>
                  <a:pt x="14136" y="3556"/>
                  <a:pt x="14047" y="1835"/>
                  <a:pt x="12931" y="701"/>
                </a:cubicBezTo>
                <a:cubicBezTo>
                  <a:pt x="13074" y="700"/>
                  <a:pt x="12339" y="230"/>
                  <a:pt x="12009" y="160"/>
                </a:cubicBezTo>
                <a:cubicBezTo>
                  <a:pt x="11529" y="58"/>
                  <a:pt x="11033" y="1"/>
                  <a:pt x="10538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73" name="Google Shape;3673;p162"/>
          <p:cNvSpPr/>
          <p:nvPr/>
        </p:nvSpPr>
        <p:spPr>
          <a:xfrm flipH="1" rot="-5265980">
            <a:off x="7018910" y="494175"/>
            <a:ext cx="3277066" cy="1351051"/>
          </a:xfrm>
          <a:custGeom>
            <a:rect b="b" l="l" r="r" t="t"/>
            <a:pathLst>
              <a:path extrusionOk="0" h="7648" w="18551">
                <a:moveTo>
                  <a:pt x="8398" y="1"/>
                </a:moveTo>
                <a:cubicBezTo>
                  <a:pt x="8203" y="1"/>
                  <a:pt x="8005" y="44"/>
                  <a:pt x="7810" y="140"/>
                </a:cubicBezTo>
                <a:cubicBezTo>
                  <a:pt x="7272" y="403"/>
                  <a:pt x="6909" y="991"/>
                  <a:pt x="6614" y="1543"/>
                </a:cubicBezTo>
                <a:cubicBezTo>
                  <a:pt x="6307" y="2117"/>
                  <a:pt x="6031" y="2729"/>
                  <a:pt x="5562" y="3157"/>
                </a:cubicBezTo>
                <a:cubicBezTo>
                  <a:pt x="5343" y="3357"/>
                  <a:pt x="5078" y="3500"/>
                  <a:pt x="4796" y="3515"/>
                </a:cubicBezTo>
                <a:cubicBezTo>
                  <a:pt x="4779" y="3516"/>
                  <a:pt x="4761" y="3516"/>
                  <a:pt x="4744" y="3516"/>
                </a:cubicBezTo>
                <a:cubicBezTo>
                  <a:pt x="4475" y="3516"/>
                  <a:pt x="4218" y="3410"/>
                  <a:pt x="3979" y="3274"/>
                </a:cubicBezTo>
                <a:cubicBezTo>
                  <a:pt x="3615" y="3067"/>
                  <a:pt x="3265" y="2787"/>
                  <a:pt x="2878" y="2633"/>
                </a:cubicBezTo>
                <a:lnTo>
                  <a:pt x="2848" y="2622"/>
                </a:lnTo>
                <a:cubicBezTo>
                  <a:pt x="2713" y="2571"/>
                  <a:pt x="2573" y="2535"/>
                  <a:pt x="2426" y="2524"/>
                </a:cubicBezTo>
                <a:cubicBezTo>
                  <a:pt x="2397" y="2522"/>
                  <a:pt x="2367" y="2521"/>
                  <a:pt x="2338" y="2521"/>
                </a:cubicBezTo>
                <a:cubicBezTo>
                  <a:pt x="1819" y="2521"/>
                  <a:pt x="1364" y="2853"/>
                  <a:pt x="878" y="3039"/>
                </a:cubicBezTo>
                <a:cubicBezTo>
                  <a:pt x="860" y="2988"/>
                  <a:pt x="814" y="2962"/>
                  <a:pt x="771" y="2962"/>
                </a:cubicBezTo>
                <a:cubicBezTo>
                  <a:pt x="719" y="2962"/>
                  <a:pt x="671" y="2999"/>
                  <a:pt x="675" y="3075"/>
                </a:cubicBezTo>
                <a:cubicBezTo>
                  <a:pt x="676" y="3085"/>
                  <a:pt x="676" y="3095"/>
                  <a:pt x="677" y="3105"/>
                </a:cubicBezTo>
                <a:cubicBezTo>
                  <a:pt x="641" y="3115"/>
                  <a:pt x="663" y="3351"/>
                  <a:pt x="684" y="3351"/>
                </a:cubicBezTo>
                <a:cubicBezTo>
                  <a:pt x="684" y="3351"/>
                  <a:pt x="684" y="3351"/>
                  <a:pt x="684" y="3351"/>
                </a:cubicBezTo>
                <a:lnTo>
                  <a:pt x="684" y="3351"/>
                </a:lnTo>
                <a:cubicBezTo>
                  <a:pt x="700" y="4396"/>
                  <a:pt x="480" y="5438"/>
                  <a:pt x="40" y="6361"/>
                </a:cubicBezTo>
                <a:cubicBezTo>
                  <a:pt x="1" y="6444"/>
                  <a:pt x="42" y="6541"/>
                  <a:pt x="125" y="6547"/>
                </a:cubicBezTo>
                <a:cubicBezTo>
                  <a:pt x="520" y="6573"/>
                  <a:pt x="913" y="6601"/>
                  <a:pt x="1308" y="6628"/>
                </a:cubicBezTo>
                <a:cubicBezTo>
                  <a:pt x="2919" y="6739"/>
                  <a:pt x="4531" y="6851"/>
                  <a:pt x="6142" y="6962"/>
                </a:cubicBezTo>
                <a:cubicBezTo>
                  <a:pt x="7754" y="7074"/>
                  <a:pt x="9365" y="7184"/>
                  <a:pt x="10977" y="7295"/>
                </a:cubicBezTo>
                <a:cubicBezTo>
                  <a:pt x="12587" y="7407"/>
                  <a:pt x="14196" y="7526"/>
                  <a:pt x="15806" y="7629"/>
                </a:cubicBezTo>
                <a:cubicBezTo>
                  <a:pt x="15970" y="7639"/>
                  <a:pt x="16139" y="7648"/>
                  <a:pt x="16308" y="7648"/>
                </a:cubicBezTo>
                <a:cubicBezTo>
                  <a:pt x="16770" y="7648"/>
                  <a:pt x="17238" y="7584"/>
                  <a:pt x="17642" y="7319"/>
                </a:cubicBezTo>
                <a:cubicBezTo>
                  <a:pt x="18126" y="7004"/>
                  <a:pt x="18405" y="6441"/>
                  <a:pt x="18479" y="5822"/>
                </a:cubicBezTo>
                <a:cubicBezTo>
                  <a:pt x="18551" y="5210"/>
                  <a:pt x="18426" y="4561"/>
                  <a:pt x="18155" y="4033"/>
                </a:cubicBezTo>
                <a:cubicBezTo>
                  <a:pt x="18001" y="3734"/>
                  <a:pt x="17799" y="3450"/>
                  <a:pt x="17538" y="3266"/>
                </a:cubicBezTo>
                <a:cubicBezTo>
                  <a:pt x="17335" y="3121"/>
                  <a:pt x="17111" y="3062"/>
                  <a:pt x="16880" y="3062"/>
                </a:cubicBezTo>
                <a:cubicBezTo>
                  <a:pt x="16779" y="3062"/>
                  <a:pt x="16677" y="3073"/>
                  <a:pt x="16575" y="3094"/>
                </a:cubicBezTo>
                <a:cubicBezTo>
                  <a:pt x="16223" y="3166"/>
                  <a:pt x="15888" y="3319"/>
                  <a:pt x="15537" y="3397"/>
                </a:cubicBezTo>
                <a:cubicBezTo>
                  <a:pt x="15268" y="3457"/>
                  <a:pt x="14994" y="3485"/>
                  <a:pt x="14721" y="3485"/>
                </a:cubicBezTo>
                <a:cubicBezTo>
                  <a:pt x="14673" y="3485"/>
                  <a:pt x="14624" y="3484"/>
                  <a:pt x="14575" y="3482"/>
                </a:cubicBezTo>
                <a:cubicBezTo>
                  <a:pt x="13922" y="3460"/>
                  <a:pt x="13281" y="3278"/>
                  <a:pt x="12679" y="2996"/>
                </a:cubicBezTo>
                <a:cubicBezTo>
                  <a:pt x="12065" y="2707"/>
                  <a:pt x="11491" y="2306"/>
                  <a:pt x="10973" y="1835"/>
                </a:cubicBezTo>
                <a:cubicBezTo>
                  <a:pt x="10470" y="1378"/>
                  <a:pt x="10039" y="821"/>
                  <a:pt x="9498" y="418"/>
                </a:cubicBezTo>
                <a:cubicBezTo>
                  <a:pt x="9163" y="167"/>
                  <a:pt x="8785" y="1"/>
                  <a:pt x="8398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74" name="Google Shape;3674;p162"/>
          <p:cNvSpPr/>
          <p:nvPr/>
        </p:nvSpPr>
        <p:spPr>
          <a:xfrm rot="10800000">
            <a:off x="-60451" y="4081566"/>
            <a:ext cx="4326430" cy="1166958"/>
          </a:xfrm>
          <a:custGeom>
            <a:rect b="b" l="l" r="r" t="t"/>
            <a:pathLst>
              <a:path extrusionOk="0" h="6923" w="25667">
                <a:moveTo>
                  <a:pt x="95" y="1"/>
                </a:moveTo>
                <a:lnTo>
                  <a:pt x="95" y="1"/>
                </a:lnTo>
                <a:cubicBezTo>
                  <a:pt x="3" y="325"/>
                  <a:pt x="0" y="652"/>
                  <a:pt x="124" y="980"/>
                </a:cubicBezTo>
                <a:cubicBezTo>
                  <a:pt x="169" y="1098"/>
                  <a:pt x="231" y="1215"/>
                  <a:pt x="310" y="1328"/>
                </a:cubicBezTo>
                <a:cubicBezTo>
                  <a:pt x="324" y="1349"/>
                  <a:pt x="339" y="1369"/>
                  <a:pt x="355" y="1389"/>
                </a:cubicBezTo>
                <a:cubicBezTo>
                  <a:pt x="699" y="1846"/>
                  <a:pt x="1304" y="2249"/>
                  <a:pt x="2067" y="2533"/>
                </a:cubicBezTo>
                <a:cubicBezTo>
                  <a:pt x="2123" y="2554"/>
                  <a:pt x="2182" y="2574"/>
                  <a:pt x="2240" y="2594"/>
                </a:cubicBezTo>
                <a:cubicBezTo>
                  <a:pt x="2505" y="2684"/>
                  <a:pt x="2788" y="2761"/>
                  <a:pt x="3082" y="2820"/>
                </a:cubicBezTo>
                <a:cubicBezTo>
                  <a:pt x="3121" y="2828"/>
                  <a:pt x="3160" y="2836"/>
                  <a:pt x="3199" y="2843"/>
                </a:cubicBezTo>
                <a:cubicBezTo>
                  <a:pt x="3235" y="2848"/>
                  <a:pt x="3269" y="2855"/>
                  <a:pt x="3304" y="2861"/>
                </a:cubicBezTo>
                <a:cubicBezTo>
                  <a:pt x="4479" y="3062"/>
                  <a:pt x="5837" y="3029"/>
                  <a:pt x="6823" y="3420"/>
                </a:cubicBezTo>
                <a:cubicBezTo>
                  <a:pt x="7054" y="3512"/>
                  <a:pt x="7246" y="3619"/>
                  <a:pt x="7410" y="3737"/>
                </a:cubicBezTo>
                <a:cubicBezTo>
                  <a:pt x="7438" y="3757"/>
                  <a:pt x="7465" y="3777"/>
                  <a:pt x="7492" y="3798"/>
                </a:cubicBezTo>
                <a:cubicBezTo>
                  <a:pt x="7907" y="4126"/>
                  <a:pt x="8126" y="4532"/>
                  <a:pt x="8351" y="4940"/>
                </a:cubicBezTo>
                <a:cubicBezTo>
                  <a:pt x="8363" y="4960"/>
                  <a:pt x="8375" y="4981"/>
                  <a:pt x="8386" y="5002"/>
                </a:cubicBezTo>
                <a:cubicBezTo>
                  <a:pt x="8613" y="5409"/>
                  <a:pt x="8857" y="5814"/>
                  <a:pt x="9326" y="6143"/>
                </a:cubicBezTo>
                <a:cubicBezTo>
                  <a:pt x="9338" y="6152"/>
                  <a:pt x="9350" y="6161"/>
                  <a:pt x="9363" y="6170"/>
                </a:cubicBezTo>
                <a:cubicBezTo>
                  <a:pt x="9381" y="6181"/>
                  <a:pt x="9399" y="6193"/>
                  <a:pt x="9417" y="6205"/>
                </a:cubicBezTo>
                <a:cubicBezTo>
                  <a:pt x="10107" y="6649"/>
                  <a:pt x="11200" y="6895"/>
                  <a:pt x="12290" y="6920"/>
                </a:cubicBezTo>
                <a:cubicBezTo>
                  <a:pt x="12359" y="6922"/>
                  <a:pt x="12429" y="6922"/>
                  <a:pt x="12498" y="6922"/>
                </a:cubicBezTo>
                <a:cubicBezTo>
                  <a:pt x="13546" y="6922"/>
                  <a:pt x="14580" y="6739"/>
                  <a:pt x="15482" y="6457"/>
                </a:cubicBezTo>
                <a:cubicBezTo>
                  <a:pt x="15733" y="6379"/>
                  <a:pt x="15977" y="6292"/>
                  <a:pt x="16221" y="6206"/>
                </a:cubicBezTo>
                <a:cubicBezTo>
                  <a:pt x="16279" y="6185"/>
                  <a:pt x="16336" y="6163"/>
                  <a:pt x="16394" y="6143"/>
                </a:cubicBezTo>
                <a:cubicBezTo>
                  <a:pt x="17021" y="5919"/>
                  <a:pt x="17650" y="5699"/>
                  <a:pt x="18381" y="5606"/>
                </a:cubicBezTo>
                <a:cubicBezTo>
                  <a:pt x="18666" y="5570"/>
                  <a:pt x="18954" y="5554"/>
                  <a:pt x="19242" y="5554"/>
                </a:cubicBezTo>
                <a:cubicBezTo>
                  <a:pt x="20278" y="5554"/>
                  <a:pt x="21323" y="5757"/>
                  <a:pt x="22324" y="5932"/>
                </a:cubicBezTo>
                <a:cubicBezTo>
                  <a:pt x="22780" y="6013"/>
                  <a:pt x="23253" y="6086"/>
                  <a:pt x="23731" y="6144"/>
                </a:cubicBezTo>
                <a:cubicBezTo>
                  <a:pt x="23920" y="6169"/>
                  <a:pt x="24110" y="6189"/>
                  <a:pt x="24302" y="6207"/>
                </a:cubicBezTo>
                <a:cubicBezTo>
                  <a:pt x="24756" y="6249"/>
                  <a:pt x="25213" y="6274"/>
                  <a:pt x="25664" y="6275"/>
                </a:cubicBezTo>
                <a:lnTo>
                  <a:pt x="25664" y="6144"/>
                </a:lnTo>
                <a:lnTo>
                  <a:pt x="25665" y="5003"/>
                </a:lnTo>
                <a:lnTo>
                  <a:pt x="25665" y="3738"/>
                </a:lnTo>
                <a:lnTo>
                  <a:pt x="25666" y="2596"/>
                </a:lnTo>
                <a:lnTo>
                  <a:pt x="25666" y="1331"/>
                </a:lnTo>
                <a:lnTo>
                  <a:pt x="25667" y="5"/>
                </a:lnTo>
                <a:lnTo>
                  <a:pt x="3200" y="2"/>
                </a:lnTo>
                <a:lnTo>
                  <a:pt x="3083" y="2"/>
                </a:lnTo>
                <a:lnTo>
                  <a:pt x="95" y="1"/>
                </a:ln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75" name="Google Shape;3675;p162"/>
          <p:cNvSpPr/>
          <p:nvPr/>
        </p:nvSpPr>
        <p:spPr>
          <a:xfrm flipH="1" rot="-163619">
            <a:off x="6300449" y="3399014"/>
            <a:ext cx="3289802" cy="2742855"/>
          </a:xfrm>
          <a:custGeom>
            <a:rect b="b" l="l" r="r" t="t"/>
            <a:pathLst>
              <a:path extrusionOk="0" h="17913" w="21485">
                <a:moveTo>
                  <a:pt x="16498" y="0"/>
                </a:moveTo>
                <a:cubicBezTo>
                  <a:pt x="16431" y="0"/>
                  <a:pt x="16363" y="2"/>
                  <a:pt x="16295" y="5"/>
                </a:cubicBezTo>
                <a:cubicBezTo>
                  <a:pt x="14773" y="76"/>
                  <a:pt x="13358" y="913"/>
                  <a:pt x="11838" y="913"/>
                </a:cubicBezTo>
                <a:cubicBezTo>
                  <a:pt x="11828" y="913"/>
                  <a:pt x="11819" y="913"/>
                  <a:pt x="11809" y="913"/>
                </a:cubicBezTo>
                <a:cubicBezTo>
                  <a:pt x="10328" y="903"/>
                  <a:pt x="8942" y="90"/>
                  <a:pt x="7502" y="90"/>
                </a:cubicBezTo>
                <a:cubicBezTo>
                  <a:pt x="7296" y="90"/>
                  <a:pt x="7089" y="106"/>
                  <a:pt x="6880" y="144"/>
                </a:cubicBezTo>
                <a:cubicBezTo>
                  <a:pt x="6031" y="300"/>
                  <a:pt x="5298" y="798"/>
                  <a:pt x="4738" y="1383"/>
                </a:cubicBezTo>
                <a:cubicBezTo>
                  <a:pt x="4125" y="2021"/>
                  <a:pt x="3678" y="2792"/>
                  <a:pt x="3546" y="3606"/>
                </a:cubicBezTo>
                <a:cubicBezTo>
                  <a:pt x="3331" y="4945"/>
                  <a:pt x="3958" y="6365"/>
                  <a:pt x="3330" y="7612"/>
                </a:cubicBezTo>
                <a:cubicBezTo>
                  <a:pt x="2843" y="8573"/>
                  <a:pt x="1725" y="9179"/>
                  <a:pt x="1025" y="10039"/>
                </a:cubicBezTo>
                <a:cubicBezTo>
                  <a:pt x="129" y="11143"/>
                  <a:pt x="1" y="12623"/>
                  <a:pt x="493" y="13871"/>
                </a:cubicBezTo>
                <a:cubicBezTo>
                  <a:pt x="985" y="15119"/>
                  <a:pt x="2039" y="16147"/>
                  <a:pt x="3280" y="16894"/>
                </a:cubicBezTo>
                <a:cubicBezTo>
                  <a:pt x="4303" y="17509"/>
                  <a:pt x="5501" y="17913"/>
                  <a:pt x="6745" y="17913"/>
                </a:cubicBezTo>
                <a:cubicBezTo>
                  <a:pt x="7100" y="17913"/>
                  <a:pt x="7459" y="17880"/>
                  <a:pt x="7819" y="17810"/>
                </a:cubicBezTo>
                <a:cubicBezTo>
                  <a:pt x="9799" y="17422"/>
                  <a:pt x="10027" y="16541"/>
                  <a:pt x="10831" y="15097"/>
                </a:cubicBezTo>
                <a:cubicBezTo>
                  <a:pt x="11709" y="13519"/>
                  <a:pt x="13719" y="12697"/>
                  <a:pt x="15584" y="12036"/>
                </a:cubicBezTo>
                <a:cubicBezTo>
                  <a:pt x="17450" y="11376"/>
                  <a:pt x="19474" y="10648"/>
                  <a:pt x="20504" y="9137"/>
                </a:cubicBezTo>
                <a:cubicBezTo>
                  <a:pt x="21026" y="8370"/>
                  <a:pt x="21230" y="7476"/>
                  <a:pt x="21324" y="6598"/>
                </a:cubicBezTo>
                <a:cubicBezTo>
                  <a:pt x="21484" y="5087"/>
                  <a:pt x="21327" y="3511"/>
                  <a:pt x="20489" y="2207"/>
                </a:cubicBezTo>
                <a:cubicBezTo>
                  <a:pt x="19684" y="953"/>
                  <a:pt x="18161" y="0"/>
                  <a:pt x="16498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76" name="Google Shape;3676;p162"/>
          <p:cNvSpPr txBox="1"/>
          <p:nvPr>
            <p:ph type="title"/>
          </p:nvPr>
        </p:nvSpPr>
        <p:spPr>
          <a:xfrm>
            <a:off x="3387900" y="758952"/>
            <a:ext cx="23682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3677" name="Google Shape;3677;p162"/>
          <p:cNvGrpSpPr/>
          <p:nvPr/>
        </p:nvGrpSpPr>
        <p:grpSpPr>
          <a:xfrm rot="-9900030">
            <a:off x="271409" y="845202"/>
            <a:ext cx="215932" cy="195605"/>
            <a:chOff x="1640475" y="1197075"/>
            <a:chExt cx="55475" cy="50250"/>
          </a:xfrm>
        </p:grpSpPr>
        <p:sp>
          <p:nvSpPr>
            <p:cNvPr id="3678" name="Google Shape;3678;p16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16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16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81" name="Google Shape;3681;p162"/>
          <p:cNvGrpSpPr/>
          <p:nvPr/>
        </p:nvGrpSpPr>
        <p:grpSpPr>
          <a:xfrm rot="6524430">
            <a:off x="349879" y="2378626"/>
            <a:ext cx="279618" cy="253294"/>
            <a:chOff x="1640475" y="1197075"/>
            <a:chExt cx="55475" cy="50250"/>
          </a:xfrm>
        </p:grpSpPr>
        <p:sp>
          <p:nvSpPr>
            <p:cNvPr id="3682" name="Google Shape;3682;p16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16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16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85" name="Google Shape;3685;p162"/>
          <p:cNvSpPr/>
          <p:nvPr/>
        </p:nvSpPr>
        <p:spPr>
          <a:xfrm flipH="1" rot="-2121718">
            <a:off x="6738637" y="226323"/>
            <a:ext cx="888103" cy="20804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86" name="Google Shape;3686;p162"/>
          <p:cNvSpPr/>
          <p:nvPr/>
        </p:nvSpPr>
        <p:spPr>
          <a:xfrm flipH="1" rot="-10799883">
            <a:off x="1288109" y="411773"/>
            <a:ext cx="545177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87" name="Google Shape;3687;p162"/>
          <p:cNvGrpSpPr/>
          <p:nvPr/>
        </p:nvGrpSpPr>
        <p:grpSpPr>
          <a:xfrm rot="6300012">
            <a:off x="8577095" y="3925450"/>
            <a:ext cx="290790" cy="263412"/>
            <a:chOff x="1640475" y="1197075"/>
            <a:chExt cx="55475" cy="50250"/>
          </a:xfrm>
        </p:grpSpPr>
        <p:sp>
          <p:nvSpPr>
            <p:cNvPr id="3688" name="Google Shape;3688;p16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16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16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91" name="Google Shape;3691;p162"/>
          <p:cNvSpPr/>
          <p:nvPr/>
        </p:nvSpPr>
        <p:spPr>
          <a:xfrm rot="10800000">
            <a:off x="5828025" y="4022950"/>
            <a:ext cx="1167574" cy="854200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92" name="Google Shape;3692;p162"/>
          <p:cNvSpPr/>
          <p:nvPr/>
        </p:nvSpPr>
        <p:spPr>
          <a:xfrm rot="-10431843">
            <a:off x="-54140" y="-118627"/>
            <a:ext cx="520982" cy="81628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SECTION_HEADER_1_1_1_1_1">
    <p:spTree>
      <p:nvGrpSpPr>
        <p:cNvPr id="3693" name="Shape 3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4" name="Google Shape;3694;p163"/>
          <p:cNvSpPr/>
          <p:nvPr/>
        </p:nvSpPr>
        <p:spPr>
          <a:xfrm>
            <a:off x="-252007" y="3576894"/>
            <a:ext cx="3903917" cy="1837176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95" name="Google Shape;3695;p163"/>
          <p:cNvSpPr/>
          <p:nvPr/>
        </p:nvSpPr>
        <p:spPr>
          <a:xfrm>
            <a:off x="-534698" y="-318300"/>
            <a:ext cx="3365751" cy="1857837"/>
          </a:xfrm>
          <a:custGeom>
            <a:rect b="b" l="l" r="r" t="t"/>
            <a:pathLst>
              <a:path extrusionOk="0" h="11330" w="20526">
                <a:moveTo>
                  <a:pt x="12939" y="1"/>
                </a:moveTo>
                <a:cubicBezTo>
                  <a:pt x="11999" y="1"/>
                  <a:pt x="11086" y="167"/>
                  <a:pt x="10169" y="370"/>
                </a:cubicBezTo>
                <a:cubicBezTo>
                  <a:pt x="9691" y="476"/>
                  <a:pt x="9213" y="584"/>
                  <a:pt x="8731" y="667"/>
                </a:cubicBezTo>
                <a:cubicBezTo>
                  <a:pt x="8234" y="750"/>
                  <a:pt x="7732" y="802"/>
                  <a:pt x="7229" y="839"/>
                </a:cubicBezTo>
                <a:cubicBezTo>
                  <a:pt x="6231" y="913"/>
                  <a:pt x="5230" y="935"/>
                  <a:pt x="4235" y="1052"/>
                </a:cubicBezTo>
                <a:cubicBezTo>
                  <a:pt x="3806" y="1102"/>
                  <a:pt x="3380" y="1184"/>
                  <a:pt x="2951" y="1235"/>
                </a:cubicBezTo>
                <a:cubicBezTo>
                  <a:pt x="2746" y="1260"/>
                  <a:pt x="2537" y="1279"/>
                  <a:pt x="2328" y="1279"/>
                </a:cubicBezTo>
                <a:cubicBezTo>
                  <a:pt x="2138" y="1279"/>
                  <a:pt x="1948" y="1263"/>
                  <a:pt x="1762" y="1222"/>
                </a:cubicBezTo>
                <a:cubicBezTo>
                  <a:pt x="1578" y="1180"/>
                  <a:pt x="1402" y="1113"/>
                  <a:pt x="1242" y="1012"/>
                </a:cubicBezTo>
                <a:cubicBezTo>
                  <a:pt x="1161" y="960"/>
                  <a:pt x="1089" y="870"/>
                  <a:pt x="988" y="868"/>
                </a:cubicBezTo>
                <a:cubicBezTo>
                  <a:pt x="985" y="868"/>
                  <a:pt x="983" y="868"/>
                  <a:pt x="981" y="868"/>
                </a:cubicBezTo>
                <a:cubicBezTo>
                  <a:pt x="897" y="868"/>
                  <a:pt x="810" y="887"/>
                  <a:pt x="732" y="917"/>
                </a:cubicBezTo>
                <a:cubicBezTo>
                  <a:pt x="360" y="1060"/>
                  <a:pt x="147" y="1435"/>
                  <a:pt x="79" y="1816"/>
                </a:cubicBezTo>
                <a:cubicBezTo>
                  <a:pt x="38" y="2046"/>
                  <a:pt x="37" y="2279"/>
                  <a:pt x="38" y="2512"/>
                </a:cubicBezTo>
                <a:cubicBezTo>
                  <a:pt x="38" y="2767"/>
                  <a:pt x="39" y="3024"/>
                  <a:pt x="40" y="3279"/>
                </a:cubicBezTo>
                <a:cubicBezTo>
                  <a:pt x="42" y="3797"/>
                  <a:pt x="44" y="4315"/>
                  <a:pt x="46" y="4833"/>
                </a:cubicBezTo>
                <a:cubicBezTo>
                  <a:pt x="50" y="5817"/>
                  <a:pt x="54" y="6803"/>
                  <a:pt x="57" y="7787"/>
                </a:cubicBezTo>
                <a:cubicBezTo>
                  <a:pt x="55" y="7786"/>
                  <a:pt x="54" y="7785"/>
                  <a:pt x="52" y="7785"/>
                </a:cubicBezTo>
                <a:cubicBezTo>
                  <a:pt x="0" y="7785"/>
                  <a:pt x="101" y="8649"/>
                  <a:pt x="628" y="8724"/>
                </a:cubicBezTo>
                <a:cubicBezTo>
                  <a:pt x="1441" y="8840"/>
                  <a:pt x="1514" y="10145"/>
                  <a:pt x="2146" y="10693"/>
                </a:cubicBezTo>
                <a:cubicBezTo>
                  <a:pt x="2452" y="10957"/>
                  <a:pt x="2805" y="11167"/>
                  <a:pt x="3199" y="11261"/>
                </a:cubicBezTo>
                <a:cubicBezTo>
                  <a:pt x="3402" y="11310"/>
                  <a:pt x="3609" y="11330"/>
                  <a:pt x="3816" y="11330"/>
                </a:cubicBezTo>
                <a:cubicBezTo>
                  <a:pt x="4077" y="11330"/>
                  <a:pt x="4340" y="11298"/>
                  <a:pt x="4597" y="11251"/>
                </a:cubicBezTo>
                <a:cubicBezTo>
                  <a:pt x="5367" y="11113"/>
                  <a:pt x="6207" y="10865"/>
                  <a:pt x="6645" y="10152"/>
                </a:cubicBezTo>
                <a:cubicBezTo>
                  <a:pt x="6859" y="9801"/>
                  <a:pt x="6970" y="9395"/>
                  <a:pt x="7203" y="9055"/>
                </a:cubicBezTo>
                <a:cubicBezTo>
                  <a:pt x="7421" y="8736"/>
                  <a:pt x="7758" y="8532"/>
                  <a:pt x="8120" y="8419"/>
                </a:cubicBezTo>
                <a:cubicBezTo>
                  <a:pt x="8559" y="8282"/>
                  <a:pt x="9011" y="8265"/>
                  <a:pt x="9465" y="8265"/>
                </a:cubicBezTo>
                <a:cubicBezTo>
                  <a:pt x="9615" y="8265"/>
                  <a:pt x="9765" y="8267"/>
                  <a:pt x="9915" y="8267"/>
                </a:cubicBezTo>
                <a:cubicBezTo>
                  <a:pt x="10115" y="8267"/>
                  <a:pt x="10316" y="8264"/>
                  <a:pt x="10515" y="8248"/>
                </a:cubicBezTo>
                <a:cubicBezTo>
                  <a:pt x="10927" y="8216"/>
                  <a:pt x="11342" y="8132"/>
                  <a:pt x="11707" y="7927"/>
                </a:cubicBezTo>
                <a:cubicBezTo>
                  <a:pt x="12074" y="7718"/>
                  <a:pt x="12352" y="7394"/>
                  <a:pt x="12600" y="7055"/>
                </a:cubicBezTo>
                <a:cubicBezTo>
                  <a:pt x="13089" y="6385"/>
                  <a:pt x="13543" y="5673"/>
                  <a:pt x="14244" y="5207"/>
                </a:cubicBezTo>
                <a:cubicBezTo>
                  <a:pt x="14594" y="4972"/>
                  <a:pt x="14986" y="4825"/>
                  <a:pt x="15405" y="4792"/>
                </a:cubicBezTo>
                <a:cubicBezTo>
                  <a:pt x="15494" y="4785"/>
                  <a:pt x="15582" y="4782"/>
                  <a:pt x="15670" y="4782"/>
                </a:cubicBezTo>
                <a:cubicBezTo>
                  <a:pt x="16070" y="4782"/>
                  <a:pt x="16469" y="4843"/>
                  <a:pt x="16866" y="4877"/>
                </a:cubicBezTo>
                <a:cubicBezTo>
                  <a:pt x="17302" y="4915"/>
                  <a:pt x="17740" y="4933"/>
                  <a:pt x="18178" y="4933"/>
                </a:cubicBezTo>
                <a:cubicBezTo>
                  <a:pt x="18243" y="4933"/>
                  <a:pt x="18309" y="4933"/>
                  <a:pt x="18374" y="4932"/>
                </a:cubicBezTo>
                <a:cubicBezTo>
                  <a:pt x="18585" y="4929"/>
                  <a:pt x="18814" y="4941"/>
                  <a:pt x="19012" y="4857"/>
                </a:cubicBezTo>
                <a:cubicBezTo>
                  <a:pt x="19193" y="4780"/>
                  <a:pt x="19305" y="4623"/>
                  <a:pt x="19390" y="4450"/>
                </a:cubicBezTo>
                <a:cubicBezTo>
                  <a:pt x="19618" y="3989"/>
                  <a:pt x="19825" y="3515"/>
                  <a:pt x="20041" y="3049"/>
                </a:cubicBezTo>
                <a:cubicBezTo>
                  <a:pt x="20147" y="2821"/>
                  <a:pt x="20256" y="2595"/>
                  <a:pt x="20357" y="2365"/>
                </a:cubicBezTo>
                <a:cubicBezTo>
                  <a:pt x="20444" y="2165"/>
                  <a:pt x="20525" y="1951"/>
                  <a:pt x="20518" y="1728"/>
                </a:cubicBezTo>
                <a:cubicBezTo>
                  <a:pt x="20505" y="1297"/>
                  <a:pt x="20161" y="1008"/>
                  <a:pt x="19822" y="810"/>
                </a:cubicBezTo>
                <a:cubicBezTo>
                  <a:pt x="19463" y="601"/>
                  <a:pt x="19065" y="469"/>
                  <a:pt x="18660" y="392"/>
                </a:cubicBezTo>
                <a:cubicBezTo>
                  <a:pt x="17815" y="229"/>
                  <a:pt x="16950" y="272"/>
                  <a:pt x="16095" y="224"/>
                </a:cubicBezTo>
                <a:cubicBezTo>
                  <a:pt x="15084" y="168"/>
                  <a:pt x="14079" y="19"/>
                  <a:pt x="13065" y="2"/>
                </a:cubicBezTo>
                <a:cubicBezTo>
                  <a:pt x="13023" y="1"/>
                  <a:pt x="12981" y="1"/>
                  <a:pt x="12939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96" name="Google Shape;3696;p163"/>
          <p:cNvSpPr/>
          <p:nvPr/>
        </p:nvSpPr>
        <p:spPr>
          <a:xfrm>
            <a:off x="7392777" y="-245660"/>
            <a:ext cx="2132823" cy="2139054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97" name="Google Shape;3697;p163"/>
          <p:cNvSpPr/>
          <p:nvPr/>
        </p:nvSpPr>
        <p:spPr>
          <a:xfrm>
            <a:off x="5392461" y="4223933"/>
            <a:ext cx="3997055" cy="1412317"/>
          </a:xfrm>
          <a:custGeom>
            <a:rect b="b" l="l" r="r" t="t"/>
            <a:pathLst>
              <a:path extrusionOk="0" h="8613" w="24376">
                <a:moveTo>
                  <a:pt x="12572" y="1"/>
                </a:moveTo>
                <a:cubicBezTo>
                  <a:pt x="11930" y="1"/>
                  <a:pt x="11305" y="137"/>
                  <a:pt x="10778" y="460"/>
                </a:cubicBezTo>
                <a:cubicBezTo>
                  <a:pt x="10193" y="818"/>
                  <a:pt x="9818" y="1341"/>
                  <a:pt x="9503" y="1852"/>
                </a:cubicBezTo>
                <a:cubicBezTo>
                  <a:pt x="9167" y="2398"/>
                  <a:pt x="8889" y="2969"/>
                  <a:pt x="8475" y="3485"/>
                </a:cubicBezTo>
                <a:cubicBezTo>
                  <a:pt x="8044" y="4023"/>
                  <a:pt x="7451" y="4445"/>
                  <a:pt x="6633" y="4599"/>
                </a:cubicBezTo>
                <a:cubicBezTo>
                  <a:pt x="6259" y="4669"/>
                  <a:pt x="5879" y="4690"/>
                  <a:pt x="5496" y="4690"/>
                </a:cubicBezTo>
                <a:cubicBezTo>
                  <a:pt x="4945" y="4690"/>
                  <a:pt x="4388" y="4646"/>
                  <a:pt x="3837" y="4646"/>
                </a:cubicBezTo>
                <a:cubicBezTo>
                  <a:pt x="3701" y="4646"/>
                  <a:pt x="3564" y="4649"/>
                  <a:pt x="3429" y="4656"/>
                </a:cubicBezTo>
                <a:cubicBezTo>
                  <a:pt x="2927" y="4680"/>
                  <a:pt x="2424" y="4755"/>
                  <a:pt x="1974" y="4934"/>
                </a:cubicBezTo>
                <a:cubicBezTo>
                  <a:pt x="1568" y="5095"/>
                  <a:pt x="1218" y="5332"/>
                  <a:pt x="943" y="5611"/>
                </a:cubicBezTo>
                <a:cubicBezTo>
                  <a:pt x="425" y="6133"/>
                  <a:pt x="179" y="6806"/>
                  <a:pt x="311" y="7456"/>
                </a:cubicBezTo>
                <a:cubicBezTo>
                  <a:pt x="309" y="7456"/>
                  <a:pt x="307" y="7456"/>
                  <a:pt x="305" y="7456"/>
                </a:cubicBezTo>
                <a:cubicBezTo>
                  <a:pt x="282" y="7456"/>
                  <a:pt x="258" y="7461"/>
                  <a:pt x="234" y="7475"/>
                </a:cubicBezTo>
                <a:cubicBezTo>
                  <a:pt x="83" y="7556"/>
                  <a:pt x="1" y="7677"/>
                  <a:pt x="4" y="7821"/>
                </a:cubicBezTo>
                <a:cubicBezTo>
                  <a:pt x="12" y="8172"/>
                  <a:pt x="404" y="8373"/>
                  <a:pt x="826" y="8396"/>
                </a:cubicBezTo>
                <a:cubicBezTo>
                  <a:pt x="860" y="8398"/>
                  <a:pt x="894" y="8399"/>
                  <a:pt x="929" y="8399"/>
                </a:cubicBezTo>
                <a:cubicBezTo>
                  <a:pt x="1162" y="8399"/>
                  <a:pt x="1397" y="8361"/>
                  <a:pt x="1626" y="8334"/>
                </a:cubicBezTo>
                <a:cubicBezTo>
                  <a:pt x="1931" y="8297"/>
                  <a:pt x="2238" y="8262"/>
                  <a:pt x="2544" y="8230"/>
                </a:cubicBezTo>
                <a:cubicBezTo>
                  <a:pt x="3747" y="8107"/>
                  <a:pt x="4958" y="8023"/>
                  <a:pt x="6170" y="7965"/>
                </a:cubicBezTo>
                <a:cubicBezTo>
                  <a:pt x="8591" y="7850"/>
                  <a:pt x="11019" y="7838"/>
                  <a:pt x="13445" y="7824"/>
                </a:cubicBezTo>
                <a:cubicBezTo>
                  <a:pt x="13813" y="7822"/>
                  <a:pt x="14182" y="7820"/>
                  <a:pt x="14552" y="7820"/>
                </a:cubicBezTo>
                <a:cubicBezTo>
                  <a:pt x="16507" y="7820"/>
                  <a:pt x="18472" y="7870"/>
                  <a:pt x="20390" y="8174"/>
                </a:cubicBezTo>
                <a:cubicBezTo>
                  <a:pt x="20952" y="8264"/>
                  <a:pt x="21511" y="8375"/>
                  <a:pt x="22057" y="8512"/>
                </a:cubicBezTo>
                <a:cubicBezTo>
                  <a:pt x="22240" y="8558"/>
                  <a:pt x="22430" y="8612"/>
                  <a:pt x="22625" y="8612"/>
                </a:cubicBezTo>
                <a:cubicBezTo>
                  <a:pt x="22665" y="8612"/>
                  <a:pt x="22706" y="8610"/>
                  <a:pt x="22747" y="8605"/>
                </a:cubicBezTo>
                <a:cubicBezTo>
                  <a:pt x="22986" y="8575"/>
                  <a:pt x="23126" y="8437"/>
                  <a:pt x="23188" y="8265"/>
                </a:cubicBezTo>
                <a:cubicBezTo>
                  <a:pt x="23342" y="7840"/>
                  <a:pt x="23440" y="7396"/>
                  <a:pt x="23556" y="6963"/>
                </a:cubicBezTo>
                <a:cubicBezTo>
                  <a:pt x="23675" y="6520"/>
                  <a:pt x="23785" y="6077"/>
                  <a:pt x="23879" y="5631"/>
                </a:cubicBezTo>
                <a:cubicBezTo>
                  <a:pt x="24251" y="3879"/>
                  <a:pt x="24375" y="2063"/>
                  <a:pt x="23717" y="343"/>
                </a:cubicBezTo>
                <a:cubicBezTo>
                  <a:pt x="23697" y="293"/>
                  <a:pt x="23642" y="267"/>
                  <a:pt x="23586" y="267"/>
                </a:cubicBezTo>
                <a:cubicBezTo>
                  <a:pt x="23541" y="267"/>
                  <a:pt x="23495" y="284"/>
                  <a:pt x="23467" y="317"/>
                </a:cubicBezTo>
                <a:cubicBezTo>
                  <a:pt x="23327" y="480"/>
                  <a:pt x="23169" y="631"/>
                  <a:pt x="22991" y="769"/>
                </a:cubicBezTo>
                <a:cubicBezTo>
                  <a:pt x="22274" y="1328"/>
                  <a:pt x="21289" y="1670"/>
                  <a:pt x="20281" y="1764"/>
                </a:cubicBezTo>
                <a:cubicBezTo>
                  <a:pt x="20062" y="1784"/>
                  <a:pt x="19841" y="1794"/>
                  <a:pt x="19620" y="1794"/>
                </a:cubicBezTo>
                <a:cubicBezTo>
                  <a:pt x="18644" y="1794"/>
                  <a:pt x="17671" y="1601"/>
                  <a:pt x="16789" y="1286"/>
                </a:cubicBezTo>
                <a:cubicBezTo>
                  <a:pt x="15722" y="905"/>
                  <a:pt x="14754" y="349"/>
                  <a:pt x="13607" y="110"/>
                </a:cubicBezTo>
                <a:cubicBezTo>
                  <a:pt x="13266" y="40"/>
                  <a:pt x="12917" y="1"/>
                  <a:pt x="12572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98" name="Google Shape;3698;p163"/>
          <p:cNvSpPr txBox="1"/>
          <p:nvPr>
            <p:ph type="title"/>
          </p:nvPr>
        </p:nvSpPr>
        <p:spPr>
          <a:xfrm>
            <a:off x="2887025" y="896532"/>
            <a:ext cx="3370500" cy="84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46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3699" name="Google Shape;3699;p163"/>
          <p:cNvGrpSpPr/>
          <p:nvPr/>
        </p:nvGrpSpPr>
        <p:grpSpPr>
          <a:xfrm rot="-6282408">
            <a:off x="776191" y="953710"/>
            <a:ext cx="221771" cy="200883"/>
            <a:chOff x="1640475" y="1197075"/>
            <a:chExt cx="55475" cy="50250"/>
          </a:xfrm>
        </p:grpSpPr>
        <p:sp>
          <p:nvSpPr>
            <p:cNvPr id="3700" name="Google Shape;3700;p16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16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16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03" name="Google Shape;3703;p163"/>
          <p:cNvGrpSpPr/>
          <p:nvPr/>
        </p:nvGrpSpPr>
        <p:grpSpPr>
          <a:xfrm rot="-3600037">
            <a:off x="8366841" y="366882"/>
            <a:ext cx="215935" cy="195604"/>
            <a:chOff x="1640475" y="1197075"/>
            <a:chExt cx="55475" cy="50250"/>
          </a:xfrm>
        </p:grpSpPr>
        <p:sp>
          <p:nvSpPr>
            <p:cNvPr id="3704" name="Google Shape;3704;p16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16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16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07" name="Google Shape;3707;p163"/>
          <p:cNvSpPr/>
          <p:nvPr/>
        </p:nvSpPr>
        <p:spPr>
          <a:xfrm rot="-8431516">
            <a:off x="991402" y="300030"/>
            <a:ext cx="529784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08" name="Google Shape;3708;p163"/>
          <p:cNvGrpSpPr/>
          <p:nvPr/>
        </p:nvGrpSpPr>
        <p:grpSpPr>
          <a:xfrm rot="900000">
            <a:off x="7711515" y="4595570"/>
            <a:ext cx="347165" cy="314462"/>
            <a:chOff x="1640475" y="1197075"/>
            <a:chExt cx="55475" cy="50250"/>
          </a:xfrm>
        </p:grpSpPr>
        <p:sp>
          <p:nvSpPr>
            <p:cNvPr id="3709" name="Google Shape;3709;p16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16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16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12" name="Google Shape;3712;p163"/>
          <p:cNvGrpSpPr/>
          <p:nvPr/>
        </p:nvGrpSpPr>
        <p:grpSpPr>
          <a:xfrm rot="899970">
            <a:off x="1517129" y="4372050"/>
            <a:ext cx="215932" cy="195605"/>
            <a:chOff x="1640475" y="1197075"/>
            <a:chExt cx="55475" cy="50250"/>
          </a:xfrm>
        </p:grpSpPr>
        <p:sp>
          <p:nvSpPr>
            <p:cNvPr id="3713" name="Google Shape;3713;p16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16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16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16" name="Google Shape;3716;p163"/>
          <p:cNvSpPr/>
          <p:nvPr/>
        </p:nvSpPr>
        <p:spPr>
          <a:xfrm rot="2510220">
            <a:off x="74986" y="2434051"/>
            <a:ext cx="1153753" cy="844089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17" name="Google Shape;3717;p163"/>
          <p:cNvSpPr/>
          <p:nvPr/>
        </p:nvSpPr>
        <p:spPr>
          <a:xfrm rot="10799880">
            <a:off x="6967220" y="4433428"/>
            <a:ext cx="529792" cy="12411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CUSTOM_8">
    <p:spTree>
      <p:nvGrpSpPr>
        <p:cNvPr id="3718" name="Shape 37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9" name="Google Shape;3719;p164"/>
          <p:cNvSpPr txBox="1"/>
          <p:nvPr>
            <p:ph type="title"/>
          </p:nvPr>
        </p:nvSpPr>
        <p:spPr>
          <a:xfrm>
            <a:off x="3310200" y="758950"/>
            <a:ext cx="25236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720" name="Google Shape;3720;p164"/>
          <p:cNvSpPr/>
          <p:nvPr/>
        </p:nvSpPr>
        <p:spPr>
          <a:xfrm rot="-5400000">
            <a:off x="-1633617" y="237263"/>
            <a:ext cx="3908878" cy="1656143"/>
          </a:xfrm>
          <a:custGeom>
            <a:rect b="b" l="l" r="r" t="t"/>
            <a:pathLst>
              <a:path extrusionOk="0" h="9729" w="28851">
                <a:moveTo>
                  <a:pt x="943" y="0"/>
                </a:moveTo>
                <a:cubicBezTo>
                  <a:pt x="631" y="0"/>
                  <a:pt x="337" y="87"/>
                  <a:pt x="179" y="380"/>
                </a:cubicBezTo>
                <a:cubicBezTo>
                  <a:pt x="1" y="711"/>
                  <a:pt x="78" y="1189"/>
                  <a:pt x="451" y="1303"/>
                </a:cubicBezTo>
                <a:cubicBezTo>
                  <a:pt x="355" y="2313"/>
                  <a:pt x="452" y="3522"/>
                  <a:pt x="1499" y="3989"/>
                </a:cubicBezTo>
                <a:cubicBezTo>
                  <a:pt x="1785" y="4117"/>
                  <a:pt x="2088" y="4165"/>
                  <a:pt x="2396" y="4165"/>
                </a:cubicBezTo>
                <a:cubicBezTo>
                  <a:pt x="3000" y="4165"/>
                  <a:pt x="3625" y="3981"/>
                  <a:pt x="4188" y="3848"/>
                </a:cubicBezTo>
                <a:cubicBezTo>
                  <a:pt x="4624" y="3745"/>
                  <a:pt x="5112" y="3633"/>
                  <a:pt x="5582" y="3633"/>
                </a:cubicBezTo>
                <a:cubicBezTo>
                  <a:pt x="6044" y="3633"/>
                  <a:pt x="6489" y="3741"/>
                  <a:pt x="6852" y="4069"/>
                </a:cubicBezTo>
                <a:cubicBezTo>
                  <a:pt x="7560" y="4711"/>
                  <a:pt x="7722" y="5737"/>
                  <a:pt x="8257" y="6500"/>
                </a:cubicBezTo>
                <a:cubicBezTo>
                  <a:pt x="8521" y="6876"/>
                  <a:pt x="8874" y="7178"/>
                  <a:pt x="9322" y="7300"/>
                </a:cubicBezTo>
                <a:cubicBezTo>
                  <a:pt x="9482" y="7344"/>
                  <a:pt x="9645" y="7363"/>
                  <a:pt x="9808" y="7363"/>
                </a:cubicBezTo>
                <a:cubicBezTo>
                  <a:pt x="10078" y="7363"/>
                  <a:pt x="10348" y="7310"/>
                  <a:pt x="10606" y="7231"/>
                </a:cubicBezTo>
                <a:cubicBezTo>
                  <a:pt x="11498" y="6959"/>
                  <a:pt x="12280" y="6380"/>
                  <a:pt x="13194" y="6184"/>
                </a:cubicBezTo>
                <a:cubicBezTo>
                  <a:pt x="13322" y="6156"/>
                  <a:pt x="13450" y="6141"/>
                  <a:pt x="13577" y="6141"/>
                </a:cubicBezTo>
                <a:cubicBezTo>
                  <a:pt x="13849" y="6141"/>
                  <a:pt x="14113" y="6211"/>
                  <a:pt x="14347" y="6376"/>
                </a:cubicBezTo>
                <a:cubicBezTo>
                  <a:pt x="14724" y="6643"/>
                  <a:pt x="14907" y="7097"/>
                  <a:pt x="15047" y="7521"/>
                </a:cubicBezTo>
                <a:cubicBezTo>
                  <a:pt x="15341" y="8400"/>
                  <a:pt x="15592" y="9554"/>
                  <a:pt x="16688" y="9709"/>
                </a:cubicBezTo>
                <a:cubicBezTo>
                  <a:pt x="16781" y="9722"/>
                  <a:pt x="16872" y="9728"/>
                  <a:pt x="16961" y="9728"/>
                </a:cubicBezTo>
                <a:cubicBezTo>
                  <a:pt x="18160" y="9728"/>
                  <a:pt x="18967" y="8588"/>
                  <a:pt x="19887" y="7966"/>
                </a:cubicBezTo>
                <a:cubicBezTo>
                  <a:pt x="20301" y="7685"/>
                  <a:pt x="20755" y="7537"/>
                  <a:pt x="21232" y="7537"/>
                </a:cubicBezTo>
                <a:cubicBezTo>
                  <a:pt x="21401" y="7537"/>
                  <a:pt x="21572" y="7556"/>
                  <a:pt x="21746" y="7593"/>
                </a:cubicBezTo>
                <a:cubicBezTo>
                  <a:pt x="22408" y="7736"/>
                  <a:pt x="23015" y="8087"/>
                  <a:pt x="23550" y="8494"/>
                </a:cubicBezTo>
                <a:cubicBezTo>
                  <a:pt x="24053" y="8876"/>
                  <a:pt x="24539" y="9361"/>
                  <a:pt x="25189" y="9466"/>
                </a:cubicBezTo>
                <a:cubicBezTo>
                  <a:pt x="25284" y="9481"/>
                  <a:pt x="25378" y="9489"/>
                  <a:pt x="25473" y="9489"/>
                </a:cubicBezTo>
                <a:cubicBezTo>
                  <a:pt x="26024" y="9489"/>
                  <a:pt x="26554" y="9240"/>
                  <a:pt x="26991" y="8910"/>
                </a:cubicBezTo>
                <a:cubicBezTo>
                  <a:pt x="27838" y="8271"/>
                  <a:pt x="28376" y="7319"/>
                  <a:pt x="28611" y="6292"/>
                </a:cubicBezTo>
                <a:cubicBezTo>
                  <a:pt x="28851" y="5239"/>
                  <a:pt x="28800" y="4124"/>
                  <a:pt x="28525" y="3084"/>
                </a:cubicBezTo>
                <a:cubicBezTo>
                  <a:pt x="28226" y="1958"/>
                  <a:pt x="27654" y="694"/>
                  <a:pt x="26488" y="261"/>
                </a:cubicBezTo>
                <a:cubicBezTo>
                  <a:pt x="26074" y="106"/>
                  <a:pt x="25631" y="64"/>
                  <a:pt x="25188" y="64"/>
                </a:cubicBezTo>
                <a:cubicBezTo>
                  <a:pt x="24971" y="64"/>
                  <a:pt x="24753" y="74"/>
                  <a:pt x="24540" y="86"/>
                </a:cubicBezTo>
                <a:cubicBezTo>
                  <a:pt x="23776" y="131"/>
                  <a:pt x="23013" y="188"/>
                  <a:pt x="22250" y="248"/>
                </a:cubicBezTo>
                <a:cubicBezTo>
                  <a:pt x="20720" y="367"/>
                  <a:pt x="19190" y="503"/>
                  <a:pt x="17661" y="628"/>
                </a:cubicBezTo>
                <a:cubicBezTo>
                  <a:pt x="15187" y="828"/>
                  <a:pt x="12704" y="996"/>
                  <a:pt x="10221" y="996"/>
                </a:cubicBezTo>
                <a:cubicBezTo>
                  <a:pt x="9649" y="996"/>
                  <a:pt x="9077" y="987"/>
                  <a:pt x="8505" y="967"/>
                </a:cubicBezTo>
                <a:cubicBezTo>
                  <a:pt x="6985" y="916"/>
                  <a:pt x="5467" y="790"/>
                  <a:pt x="3966" y="555"/>
                </a:cubicBezTo>
                <a:cubicBezTo>
                  <a:pt x="3209" y="436"/>
                  <a:pt x="2459" y="290"/>
                  <a:pt x="1714" y="116"/>
                </a:cubicBezTo>
                <a:cubicBezTo>
                  <a:pt x="1493" y="64"/>
                  <a:pt x="1211" y="0"/>
                  <a:pt x="94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21" name="Google Shape;3721;p164"/>
          <p:cNvSpPr/>
          <p:nvPr/>
        </p:nvSpPr>
        <p:spPr>
          <a:xfrm flipH="1" rot="10800000">
            <a:off x="5022526" y="-28552"/>
            <a:ext cx="4205593" cy="1363501"/>
          </a:xfrm>
          <a:custGeom>
            <a:rect b="b" l="l" r="r" t="t"/>
            <a:pathLst>
              <a:path extrusionOk="0" h="7088" w="21862">
                <a:moveTo>
                  <a:pt x="20392" y="0"/>
                </a:moveTo>
                <a:cubicBezTo>
                  <a:pt x="19697" y="0"/>
                  <a:pt x="19010" y="139"/>
                  <a:pt x="18446" y="437"/>
                </a:cubicBezTo>
                <a:cubicBezTo>
                  <a:pt x="17368" y="1003"/>
                  <a:pt x="16913" y="1997"/>
                  <a:pt x="16387" y="2893"/>
                </a:cubicBezTo>
                <a:cubicBezTo>
                  <a:pt x="15861" y="3789"/>
                  <a:pt x="15050" y="4733"/>
                  <a:pt x="13753" y="4924"/>
                </a:cubicBezTo>
                <a:cubicBezTo>
                  <a:pt x="13587" y="4948"/>
                  <a:pt x="13420" y="4959"/>
                  <a:pt x="13253" y="4959"/>
                </a:cubicBezTo>
                <a:cubicBezTo>
                  <a:pt x="12545" y="4959"/>
                  <a:pt x="11838" y="4765"/>
                  <a:pt x="11156" y="4596"/>
                </a:cubicBezTo>
                <a:cubicBezTo>
                  <a:pt x="10391" y="4408"/>
                  <a:pt x="9551" y="4258"/>
                  <a:pt x="8748" y="4258"/>
                </a:cubicBezTo>
                <a:cubicBezTo>
                  <a:pt x="8042" y="4258"/>
                  <a:pt x="7365" y="4373"/>
                  <a:pt x="6793" y="4680"/>
                </a:cubicBezTo>
                <a:cubicBezTo>
                  <a:pt x="5978" y="5117"/>
                  <a:pt x="5461" y="5904"/>
                  <a:pt x="4593" y="6207"/>
                </a:cubicBezTo>
                <a:cubicBezTo>
                  <a:pt x="4569" y="6215"/>
                  <a:pt x="4545" y="6224"/>
                  <a:pt x="4519" y="6231"/>
                </a:cubicBezTo>
                <a:cubicBezTo>
                  <a:pt x="4407" y="6267"/>
                  <a:pt x="4286" y="6293"/>
                  <a:pt x="4160" y="6310"/>
                </a:cubicBezTo>
                <a:cubicBezTo>
                  <a:pt x="4052" y="6325"/>
                  <a:pt x="3944" y="6331"/>
                  <a:pt x="3836" y="6331"/>
                </a:cubicBezTo>
                <a:cubicBezTo>
                  <a:pt x="3306" y="6331"/>
                  <a:pt x="2774" y="6185"/>
                  <a:pt x="2236" y="6169"/>
                </a:cubicBezTo>
                <a:cubicBezTo>
                  <a:pt x="2205" y="6168"/>
                  <a:pt x="2173" y="6167"/>
                  <a:pt x="2142" y="6167"/>
                </a:cubicBezTo>
                <a:cubicBezTo>
                  <a:pt x="1432" y="6167"/>
                  <a:pt x="726" y="6406"/>
                  <a:pt x="265" y="6805"/>
                </a:cubicBezTo>
                <a:cubicBezTo>
                  <a:pt x="165" y="6893"/>
                  <a:pt x="77" y="6988"/>
                  <a:pt x="1" y="7088"/>
                </a:cubicBezTo>
                <a:lnTo>
                  <a:pt x="21862" y="7088"/>
                </a:lnTo>
                <a:lnTo>
                  <a:pt x="21862" y="210"/>
                </a:lnTo>
                <a:cubicBezTo>
                  <a:pt x="21397" y="73"/>
                  <a:pt x="20892" y="0"/>
                  <a:pt x="20392" y="0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22" name="Google Shape;3722;p164"/>
          <p:cNvSpPr/>
          <p:nvPr/>
        </p:nvSpPr>
        <p:spPr>
          <a:xfrm flipH="1" rot="10800000">
            <a:off x="-232463" y="4025993"/>
            <a:ext cx="2767187" cy="1358003"/>
          </a:xfrm>
          <a:custGeom>
            <a:rect b="b" l="l" r="r" t="t"/>
            <a:pathLst>
              <a:path extrusionOk="0" h="6456" w="13155">
                <a:moveTo>
                  <a:pt x="1821" y="0"/>
                </a:moveTo>
                <a:lnTo>
                  <a:pt x="1821" y="3"/>
                </a:lnTo>
                <a:lnTo>
                  <a:pt x="0" y="4"/>
                </a:lnTo>
                <a:lnTo>
                  <a:pt x="0" y="222"/>
                </a:lnTo>
                <a:lnTo>
                  <a:pt x="0" y="1236"/>
                </a:lnTo>
                <a:lnTo>
                  <a:pt x="0" y="2358"/>
                </a:lnTo>
                <a:lnTo>
                  <a:pt x="1" y="3370"/>
                </a:lnTo>
                <a:lnTo>
                  <a:pt x="1" y="4493"/>
                </a:lnTo>
                <a:lnTo>
                  <a:pt x="1" y="5504"/>
                </a:lnTo>
                <a:lnTo>
                  <a:pt x="1" y="6178"/>
                </a:lnTo>
                <a:cubicBezTo>
                  <a:pt x="369" y="6349"/>
                  <a:pt x="770" y="6456"/>
                  <a:pt x="1177" y="6456"/>
                </a:cubicBezTo>
                <a:cubicBezTo>
                  <a:pt x="1363" y="6456"/>
                  <a:pt x="1550" y="6434"/>
                  <a:pt x="1736" y="6385"/>
                </a:cubicBezTo>
                <a:cubicBezTo>
                  <a:pt x="1764" y="6378"/>
                  <a:pt x="1794" y="6370"/>
                  <a:pt x="1822" y="6361"/>
                </a:cubicBezTo>
                <a:cubicBezTo>
                  <a:pt x="1843" y="6355"/>
                  <a:pt x="1862" y="6348"/>
                  <a:pt x="1882" y="6342"/>
                </a:cubicBezTo>
                <a:cubicBezTo>
                  <a:pt x="2342" y="6188"/>
                  <a:pt x="2719" y="5901"/>
                  <a:pt x="3050" y="5558"/>
                </a:cubicBezTo>
                <a:cubicBezTo>
                  <a:pt x="3068" y="5540"/>
                  <a:pt x="3085" y="5522"/>
                  <a:pt x="3102" y="5503"/>
                </a:cubicBezTo>
                <a:cubicBezTo>
                  <a:pt x="3398" y="5189"/>
                  <a:pt x="3657" y="4831"/>
                  <a:pt x="3908" y="4490"/>
                </a:cubicBezTo>
                <a:cubicBezTo>
                  <a:pt x="3908" y="4490"/>
                  <a:pt x="3909" y="4490"/>
                  <a:pt x="3909" y="4489"/>
                </a:cubicBezTo>
                <a:cubicBezTo>
                  <a:pt x="3923" y="4471"/>
                  <a:pt x="3936" y="4455"/>
                  <a:pt x="3949" y="4436"/>
                </a:cubicBezTo>
                <a:cubicBezTo>
                  <a:pt x="4217" y="4078"/>
                  <a:pt x="4522" y="3714"/>
                  <a:pt x="4875" y="3424"/>
                </a:cubicBezTo>
                <a:cubicBezTo>
                  <a:pt x="4897" y="3405"/>
                  <a:pt x="4919" y="3387"/>
                  <a:pt x="4942" y="3369"/>
                </a:cubicBezTo>
                <a:cubicBezTo>
                  <a:pt x="5319" y="3071"/>
                  <a:pt x="5750" y="2859"/>
                  <a:pt x="6248" y="2826"/>
                </a:cubicBezTo>
                <a:cubicBezTo>
                  <a:pt x="6296" y="2822"/>
                  <a:pt x="6344" y="2821"/>
                  <a:pt x="6391" y="2821"/>
                </a:cubicBezTo>
                <a:cubicBezTo>
                  <a:pt x="7025" y="2821"/>
                  <a:pt x="7616" y="3105"/>
                  <a:pt x="8200" y="3368"/>
                </a:cubicBezTo>
                <a:cubicBezTo>
                  <a:pt x="8240" y="3387"/>
                  <a:pt x="8281" y="3405"/>
                  <a:pt x="8323" y="3423"/>
                </a:cubicBezTo>
                <a:cubicBezTo>
                  <a:pt x="8382" y="3449"/>
                  <a:pt x="8442" y="3475"/>
                  <a:pt x="8501" y="3501"/>
                </a:cubicBezTo>
                <a:cubicBezTo>
                  <a:pt x="9052" y="3734"/>
                  <a:pt x="9659" y="3908"/>
                  <a:pt x="10259" y="3908"/>
                </a:cubicBezTo>
                <a:cubicBezTo>
                  <a:pt x="10487" y="3908"/>
                  <a:pt x="10715" y="3882"/>
                  <a:pt x="10937" y="3826"/>
                </a:cubicBezTo>
                <a:cubicBezTo>
                  <a:pt x="11253" y="3746"/>
                  <a:pt x="11547" y="3604"/>
                  <a:pt x="11810" y="3423"/>
                </a:cubicBezTo>
                <a:cubicBezTo>
                  <a:pt x="11835" y="3405"/>
                  <a:pt x="11861" y="3387"/>
                  <a:pt x="11886" y="3368"/>
                </a:cubicBezTo>
                <a:cubicBezTo>
                  <a:pt x="11986" y="3295"/>
                  <a:pt x="12081" y="3217"/>
                  <a:pt x="12169" y="3134"/>
                </a:cubicBezTo>
                <a:cubicBezTo>
                  <a:pt x="12416" y="2906"/>
                  <a:pt x="12624" y="2641"/>
                  <a:pt x="12783" y="2355"/>
                </a:cubicBezTo>
                <a:cubicBezTo>
                  <a:pt x="12794" y="2337"/>
                  <a:pt x="12805" y="2319"/>
                  <a:pt x="12814" y="2300"/>
                </a:cubicBezTo>
                <a:cubicBezTo>
                  <a:pt x="12983" y="1983"/>
                  <a:pt x="13095" y="1639"/>
                  <a:pt x="13135" y="1287"/>
                </a:cubicBezTo>
                <a:cubicBezTo>
                  <a:pt x="13137" y="1269"/>
                  <a:pt x="13139" y="1251"/>
                  <a:pt x="13141" y="1232"/>
                </a:cubicBezTo>
                <a:cubicBezTo>
                  <a:pt x="13152" y="1109"/>
                  <a:pt x="13155" y="984"/>
                  <a:pt x="13149" y="860"/>
                </a:cubicBezTo>
                <a:cubicBezTo>
                  <a:pt x="13137" y="644"/>
                  <a:pt x="13096" y="428"/>
                  <a:pt x="13028" y="222"/>
                </a:cubicBezTo>
                <a:cubicBezTo>
                  <a:pt x="13023" y="204"/>
                  <a:pt x="13017" y="185"/>
                  <a:pt x="13010" y="167"/>
                </a:cubicBezTo>
                <a:cubicBezTo>
                  <a:pt x="12991" y="111"/>
                  <a:pt x="12969" y="56"/>
                  <a:pt x="12946" y="1"/>
                </a:cubicBezTo>
                <a:lnTo>
                  <a:pt x="1880" y="3"/>
                </a:lnTo>
                <a:lnTo>
                  <a:pt x="1880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23" name="Google Shape;3723;p164"/>
          <p:cNvSpPr/>
          <p:nvPr/>
        </p:nvSpPr>
        <p:spPr>
          <a:xfrm flipH="1" rot="400492">
            <a:off x="7335215" y="1935465"/>
            <a:ext cx="2458871" cy="3508291"/>
          </a:xfrm>
          <a:custGeom>
            <a:rect b="b" l="l" r="r" t="t"/>
            <a:pathLst>
              <a:path extrusionOk="0" h="20886" w="14638">
                <a:moveTo>
                  <a:pt x="3191" y="1"/>
                </a:moveTo>
                <a:cubicBezTo>
                  <a:pt x="2885" y="1"/>
                  <a:pt x="2576" y="81"/>
                  <a:pt x="2295" y="191"/>
                </a:cubicBezTo>
                <a:cubicBezTo>
                  <a:pt x="1899" y="349"/>
                  <a:pt x="1532" y="564"/>
                  <a:pt x="1185" y="809"/>
                </a:cubicBezTo>
                <a:cubicBezTo>
                  <a:pt x="1218" y="721"/>
                  <a:pt x="1252" y="633"/>
                  <a:pt x="1287" y="547"/>
                </a:cubicBezTo>
                <a:cubicBezTo>
                  <a:pt x="1332" y="438"/>
                  <a:pt x="1242" y="367"/>
                  <a:pt x="1149" y="367"/>
                </a:cubicBezTo>
                <a:cubicBezTo>
                  <a:pt x="1089" y="367"/>
                  <a:pt x="1027" y="397"/>
                  <a:pt x="998" y="467"/>
                </a:cubicBezTo>
                <a:cubicBezTo>
                  <a:pt x="147" y="2564"/>
                  <a:pt x="0" y="4857"/>
                  <a:pt x="71" y="7096"/>
                </a:cubicBezTo>
                <a:cubicBezTo>
                  <a:pt x="107" y="8264"/>
                  <a:pt x="200" y="9428"/>
                  <a:pt x="285" y="10592"/>
                </a:cubicBezTo>
                <a:cubicBezTo>
                  <a:pt x="378" y="11838"/>
                  <a:pt x="471" y="13083"/>
                  <a:pt x="565" y="14328"/>
                </a:cubicBezTo>
                <a:cubicBezTo>
                  <a:pt x="660" y="15573"/>
                  <a:pt x="755" y="16818"/>
                  <a:pt x="852" y="18063"/>
                </a:cubicBezTo>
                <a:cubicBezTo>
                  <a:pt x="895" y="18617"/>
                  <a:pt x="909" y="19183"/>
                  <a:pt x="997" y="19731"/>
                </a:cubicBezTo>
                <a:cubicBezTo>
                  <a:pt x="1063" y="20137"/>
                  <a:pt x="1227" y="20580"/>
                  <a:pt x="1623" y="20768"/>
                </a:cubicBezTo>
                <a:cubicBezTo>
                  <a:pt x="1853" y="20878"/>
                  <a:pt x="2108" y="20885"/>
                  <a:pt x="2359" y="20885"/>
                </a:cubicBezTo>
                <a:cubicBezTo>
                  <a:pt x="2678" y="20885"/>
                  <a:pt x="2997" y="20884"/>
                  <a:pt x="3315" y="20883"/>
                </a:cubicBezTo>
                <a:cubicBezTo>
                  <a:pt x="3934" y="20882"/>
                  <a:pt x="4551" y="20881"/>
                  <a:pt x="5168" y="20880"/>
                </a:cubicBezTo>
                <a:cubicBezTo>
                  <a:pt x="6413" y="20878"/>
                  <a:pt x="7658" y="20875"/>
                  <a:pt x="8904" y="20873"/>
                </a:cubicBezTo>
                <a:cubicBezTo>
                  <a:pt x="8946" y="20873"/>
                  <a:pt x="8987" y="20873"/>
                  <a:pt x="9029" y="20873"/>
                </a:cubicBezTo>
                <a:cubicBezTo>
                  <a:pt x="9733" y="20873"/>
                  <a:pt x="10440" y="20882"/>
                  <a:pt x="11147" y="20882"/>
                </a:cubicBezTo>
                <a:cubicBezTo>
                  <a:pt x="11621" y="20882"/>
                  <a:pt x="12096" y="20878"/>
                  <a:pt x="12569" y="20863"/>
                </a:cubicBezTo>
                <a:cubicBezTo>
                  <a:pt x="13054" y="20848"/>
                  <a:pt x="13560" y="20768"/>
                  <a:pt x="13928" y="20425"/>
                </a:cubicBezTo>
                <a:cubicBezTo>
                  <a:pt x="14266" y="20112"/>
                  <a:pt x="14409" y="19650"/>
                  <a:pt x="14479" y="19208"/>
                </a:cubicBezTo>
                <a:cubicBezTo>
                  <a:pt x="14615" y="18346"/>
                  <a:pt x="14637" y="17435"/>
                  <a:pt x="14556" y="16567"/>
                </a:cubicBezTo>
                <a:cubicBezTo>
                  <a:pt x="14480" y="15744"/>
                  <a:pt x="14290" y="14898"/>
                  <a:pt x="13827" y="14200"/>
                </a:cubicBezTo>
                <a:cubicBezTo>
                  <a:pt x="13606" y="13867"/>
                  <a:pt x="13329" y="13578"/>
                  <a:pt x="13000" y="13350"/>
                </a:cubicBezTo>
                <a:cubicBezTo>
                  <a:pt x="12618" y="13086"/>
                  <a:pt x="12175" y="12928"/>
                  <a:pt x="11727" y="12811"/>
                </a:cubicBezTo>
                <a:cubicBezTo>
                  <a:pt x="10841" y="12580"/>
                  <a:pt x="9808" y="12500"/>
                  <a:pt x="9119" y="11827"/>
                </a:cubicBezTo>
                <a:cubicBezTo>
                  <a:pt x="8381" y="11106"/>
                  <a:pt x="8246" y="10000"/>
                  <a:pt x="8306" y="9020"/>
                </a:cubicBezTo>
                <a:cubicBezTo>
                  <a:pt x="8344" y="8404"/>
                  <a:pt x="8449" y="7795"/>
                  <a:pt x="8518" y="7181"/>
                </a:cubicBezTo>
                <a:cubicBezTo>
                  <a:pt x="8574" y="6676"/>
                  <a:pt x="8621" y="6136"/>
                  <a:pt x="8417" y="5654"/>
                </a:cubicBezTo>
                <a:cubicBezTo>
                  <a:pt x="7771" y="4140"/>
                  <a:pt x="5341" y="4868"/>
                  <a:pt x="4856" y="3246"/>
                </a:cubicBezTo>
                <a:cubicBezTo>
                  <a:pt x="4619" y="2457"/>
                  <a:pt x="4843" y="1582"/>
                  <a:pt x="4492" y="818"/>
                </a:cubicBezTo>
                <a:cubicBezTo>
                  <a:pt x="4321" y="450"/>
                  <a:pt x="3993" y="161"/>
                  <a:pt x="3598" y="53"/>
                </a:cubicBezTo>
                <a:cubicBezTo>
                  <a:pt x="3465" y="17"/>
                  <a:pt x="3328" y="1"/>
                  <a:pt x="3191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24" name="Google Shape;3724;p164"/>
          <p:cNvSpPr/>
          <p:nvPr/>
        </p:nvSpPr>
        <p:spPr>
          <a:xfrm rot="-8615811">
            <a:off x="999352" y="3424192"/>
            <a:ext cx="848090" cy="171654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25" name="Google Shape;3725;p164"/>
          <p:cNvSpPr/>
          <p:nvPr/>
        </p:nvSpPr>
        <p:spPr>
          <a:xfrm flipH="1" rot="9000285">
            <a:off x="6892495" y="-65377"/>
            <a:ext cx="970034" cy="22723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26" name="Google Shape;3726;p164"/>
          <p:cNvGrpSpPr/>
          <p:nvPr/>
        </p:nvGrpSpPr>
        <p:grpSpPr>
          <a:xfrm flipH="1" rot="-10799841">
            <a:off x="1031177" y="4742682"/>
            <a:ext cx="239902" cy="217311"/>
            <a:chOff x="1640475" y="1197075"/>
            <a:chExt cx="55475" cy="50250"/>
          </a:xfrm>
        </p:grpSpPr>
        <p:sp>
          <p:nvSpPr>
            <p:cNvPr id="3727" name="Google Shape;3727;p16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16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16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30" name="Google Shape;3730;p164"/>
          <p:cNvGrpSpPr/>
          <p:nvPr/>
        </p:nvGrpSpPr>
        <p:grpSpPr>
          <a:xfrm flipH="1" rot="6757014">
            <a:off x="7636965" y="3719799"/>
            <a:ext cx="527648" cy="477964"/>
            <a:chOff x="1640475" y="1197075"/>
            <a:chExt cx="55475" cy="50250"/>
          </a:xfrm>
        </p:grpSpPr>
        <p:sp>
          <p:nvSpPr>
            <p:cNvPr id="3731" name="Google Shape;3731;p16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16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16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34" name="Google Shape;3734;p164"/>
          <p:cNvSpPr/>
          <p:nvPr/>
        </p:nvSpPr>
        <p:spPr>
          <a:xfrm flipH="1" rot="9900139">
            <a:off x="1848350" y="-134980"/>
            <a:ext cx="492733" cy="728482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35" name="Google Shape;3735;p164"/>
          <p:cNvSpPr/>
          <p:nvPr/>
        </p:nvSpPr>
        <p:spPr>
          <a:xfrm flipH="1" rot="3511162">
            <a:off x="7430343" y="269341"/>
            <a:ext cx="738535" cy="540314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36" name="Google Shape;3736;p164"/>
          <p:cNvGrpSpPr/>
          <p:nvPr/>
        </p:nvGrpSpPr>
        <p:grpSpPr>
          <a:xfrm flipH="1" rot="10374925">
            <a:off x="778972" y="752635"/>
            <a:ext cx="359745" cy="325867"/>
            <a:chOff x="1640475" y="1197075"/>
            <a:chExt cx="55475" cy="50250"/>
          </a:xfrm>
        </p:grpSpPr>
        <p:sp>
          <p:nvSpPr>
            <p:cNvPr id="3737" name="Google Shape;3737;p16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16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16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5">
  <p:cSld name="CUSTOM_8_1">
    <p:spTree>
      <p:nvGrpSpPr>
        <p:cNvPr id="3740" name="Shape 37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1" name="Google Shape;3741;p165"/>
          <p:cNvSpPr txBox="1"/>
          <p:nvPr>
            <p:ph type="title"/>
          </p:nvPr>
        </p:nvSpPr>
        <p:spPr>
          <a:xfrm>
            <a:off x="3466850" y="758950"/>
            <a:ext cx="2210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742" name="Google Shape;3742;p165"/>
          <p:cNvSpPr/>
          <p:nvPr/>
        </p:nvSpPr>
        <p:spPr>
          <a:xfrm rot="6654579">
            <a:off x="6461750" y="-1049456"/>
            <a:ext cx="2549004" cy="2033548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dk2">
              <a:alpha val="4018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43" name="Google Shape;3743;p165"/>
          <p:cNvSpPr/>
          <p:nvPr/>
        </p:nvSpPr>
        <p:spPr>
          <a:xfrm>
            <a:off x="-209325" y="4063744"/>
            <a:ext cx="2549055" cy="1959992"/>
          </a:xfrm>
          <a:custGeom>
            <a:rect b="b" l="l" r="r" t="t"/>
            <a:pathLst>
              <a:path extrusionOk="0" h="12489" w="16243">
                <a:moveTo>
                  <a:pt x="3844" y="0"/>
                </a:moveTo>
                <a:cubicBezTo>
                  <a:pt x="3285" y="0"/>
                  <a:pt x="2723" y="148"/>
                  <a:pt x="2228" y="400"/>
                </a:cubicBezTo>
                <a:cubicBezTo>
                  <a:pt x="1280" y="883"/>
                  <a:pt x="590" y="1767"/>
                  <a:pt x="156" y="2720"/>
                </a:cubicBezTo>
                <a:cubicBezTo>
                  <a:pt x="49" y="2956"/>
                  <a:pt x="1" y="3596"/>
                  <a:pt x="54" y="3596"/>
                </a:cubicBezTo>
                <a:cubicBezTo>
                  <a:pt x="57" y="3596"/>
                  <a:pt x="61" y="3593"/>
                  <a:pt x="66" y="3588"/>
                </a:cubicBezTo>
                <a:cubicBezTo>
                  <a:pt x="269" y="4868"/>
                  <a:pt x="1355" y="5759"/>
                  <a:pt x="2294" y="6557"/>
                </a:cubicBezTo>
                <a:cubicBezTo>
                  <a:pt x="3560" y="7632"/>
                  <a:pt x="4723" y="8824"/>
                  <a:pt x="5756" y="10126"/>
                </a:cubicBezTo>
                <a:cubicBezTo>
                  <a:pt x="6340" y="10862"/>
                  <a:pt x="6881" y="11633"/>
                  <a:pt x="7379" y="12430"/>
                </a:cubicBezTo>
                <a:cubicBezTo>
                  <a:pt x="7403" y="12468"/>
                  <a:pt x="7442" y="12488"/>
                  <a:pt x="7481" y="12488"/>
                </a:cubicBezTo>
                <a:cubicBezTo>
                  <a:pt x="7510" y="12488"/>
                  <a:pt x="7539" y="12478"/>
                  <a:pt x="7563" y="12456"/>
                </a:cubicBezTo>
                <a:cubicBezTo>
                  <a:pt x="9372" y="10767"/>
                  <a:pt x="11182" y="9079"/>
                  <a:pt x="12991" y="7391"/>
                </a:cubicBezTo>
                <a:cubicBezTo>
                  <a:pt x="13444" y="6969"/>
                  <a:pt x="13897" y="6547"/>
                  <a:pt x="14348" y="6125"/>
                </a:cubicBezTo>
                <a:cubicBezTo>
                  <a:pt x="14774" y="5728"/>
                  <a:pt x="15224" y="5346"/>
                  <a:pt x="15621" y="4920"/>
                </a:cubicBezTo>
                <a:cubicBezTo>
                  <a:pt x="15956" y="4561"/>
                  <a:pt x="16230" y="4130"/>
                  <a:pt x="16237" y="3625"/>
                </a:cubicBezTo>
                <a:cubicBezTo>
                  <a:pt x="16243" y="3173"/>
                  <a:pt x="16055" y="2737"/>
                  <a:pt x="15772" y="2393"/>
                </a:cubicBezTo>
                <a:cubicBezTo>
                  <a:pt x="15118" y="1597"/>
                  <a:pt x="13969" y="1326"/>
                  <a:pt x="12990" y="1230"/>
                </a:cubicBezTo>
                <a:cubicBezTo>
                  <a:pt x="12782" y="1209"/>
                  <a:pt x="12575" y="1199"/>
                  <a:pt x="12369" y="1199"/>
                </a:cubicBezTo>
                <a:cubicBezTo>
                  <a:pt x="11579" y="1199"/>
                  <a:pt x="10805" y="1344"/>
                  <a:pt x="10046" y="1589"/>
                </a:cubicBezTo>
                <a:cubicBezTo>
                  <a:pt x="9458" y="1779"/>
                  <a:pt x="8842" y="1996"/>
                  <a:pt x="8230" y="1996"/>
                </a:cubicBezTo>
                <a:cubicBezTo>
                  <a:pt x="7924" y="1996"/>
                  <a:pt x="7618" y="1942"/>
                  <a:pt x="7317" y="1801"/>
                </a:cubicBezTo>
                <a:cubicBezTo>
                  <a:pt x="6411" y="1378"/>
                  <a:pt x="5786" y="517"/>
                  <a:pt x="4835" y="170"/>
                </a:cubicBezTo>
                <a:cubicBezTo>
                  <a:pt x="4516" y="54"/>
                  <a:pt x="4181" y="0"/>
                  <a:pt x="3844" y="0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44" name="Google Shape;3744;p165"/>
          <p:cNvSpPr/>
          <p:nvPr/>
        </p:nvSpPr>
        <p:spPr>
          <a:xfrm>
            <a:off x="7748525" y="1889849"/>
            <a:ext cx="1990571" cy="3627799"/>
          </a:xfrm>
          <a:custGeom>
            <a:rect b="b" l="l" r="r" t="t"/>
            <a:pathLst>
              <a:path extrusionOk="0" h="26119" w="14332">
                <a:moveTo>
                  <a:pt x="12104" y="0"/>
                </a:moveTo>
                <a:cubicBezTo>
                  <a:pt x="11836" y="0"/>
                  <a:pt x="11579" y="100"/>
                  <a:pt x="11338" y="207"/>
                </a:cubicBezTo>
                <a:cubicBezTo>
                  <a:pt x="11049" y="335"/>
                  <a:pt x="10764" y="475"/>
                  <a:pt x="10478" y="610"/>
                </a:cubicBezTo>
                <a:cubicBezTo>
                  <a:pt x="9890" y="885"/>
                  <a:pt x="9294" y="1149"/>
                  <a:pt x="8713" y="1440"/>
                </a:cubicBezTo>
                <a:cubicBezTo>
                  <a:pt x="8495" y="1549"/>
                  <a:pt x="8298" y="1691"/>
                  <a:pt x="8201" y="1922"/>
                </a:cubicBezTo>
                <a:cubicBezTo>
                  <a:pt x="8095" y="2174"/>
                  <a:pt x="8110" y="2467"/>
                  <a:pt x="8106" y="2735"/>
                </a:cubicBezTo>
                <a:cubicBezTo>
                  <a:pt x="8097" y="3377"/>
                  <a:pt x="8121" y="4019"/>
                  <a:pt x="8176" y="4658"/>
                </a:cubicBezTo>
                <a:cubicBezTo>
                  <a:pt x="8228" y="5277"/>
                  <a:pt x="8331" y="5899"/>
                  <a:pt x="8283" y="6521"/>
                </a:cubicBezTo>
                <a:cubicBezTo>
                  <a:pt x="8242" y="7056"/>
                  <a:pt x="8055" y="7556"/>
                  <a:pt x="7761" y="8004"/>
                </a:cubicBezTo>
                <a:cubicBezTo>
                  <a:pt x="7173" y="8897"/>
                  <a:pt x="6276" y="9476"/>
                  <a:pt x="5434" y="10099"/>
                </a:cubicBezTo>
                <a:cubicBezTo>
                  <a:pt x="5008" y="10415"/>
                  <a:pt x="4600" y="10769"/>
                  <a:pt x="4338" y="11238"/>
                </a:cubicBezTo>
                <a:cubicBezTo>
                  <a:pt x="4078" y="11703"/>
                  <a:pt x="3973" y="12231"/>
                  <a:pt x="3932" y="12758"/>
                </a:cubicBezTo>
                <a:cubicBezTo>
                  <a:pt x="3854" y="13776"/>
                  <a:pt x="4023" y="14819"/>
                  <a:pt x="3717" y="15812"/>
                </a:cubicBezTo>
                <a:cubicBezTo>
                  <a:pt x="3574" y="16273"/>
                  <a:pt x="3319" y="16702"/>
                  <a:pt x="2917" y="16981"/>
                </a:cubicBezTo>
                <a:cubicBezTo>
                  <a:pt x="2489" y="17279"/>
                  <a:pt x="1977" y="17419"/>
                  <a:pt x="1536" y="17694"/>
                </a:cubicBezTo>
                <a:cubicBezTo>
                  <a:pt x="639" y="18252"/>
                  <a:pt x="327" y="19323"/>
                  <a:pt x="152" y="20304"/>
                </a:cubicBezTo>
                <a:cubicBezTo>
                  <a:pt x="48" y="20891"/>
                  <a:pt x="1" y="21500"/>
                  <a:pt x="140" y="22087"/>
                </a:cubicBezTo>
                <a:cubicBezTo>
                  <a:pt x="259" y="22589"/>
                  <a:pt x="523" y="23040"/>
                  <a:pt x="855" y="23429"/>
                </a:cubicBezTo>
                <a:cubicBezTo>
                  <a:pt x="1544" y="24236"/>
                  <a:pt x="3187" y="24329"/>
                  <a:pt x="3333" y="25366"/>
                </a:cubicBezTo>
                <a:cubicBezTo>
                  <a:pt x="3413" y="25937"/>
                  <a:pt x="4213" y="26116"/>
                  <a:pt x="4450" y="26116"/>
                </a:cubicBezTo>
                <a:cubicBezTo>
                  <a:pt x="4499" y="26116"/>
                  <a:pt x="4524" y="26108"/>
                  <a:pt x="4512" y="26094"/>
                </a:cubicBezTo>
                <a:lnTo>
                  <a:pt x="4512" y="26094"/>
                </a:lnTo>
                <a:cubicBezTo>
                  <a:pt x="5752" y="26098"/>
                  <a:pt x="6992" y="26103"/>
                  <a:pt x="8231" y="26108"/>
                </a:cubicBezTo>
                <a:cubicBezTo>
                  <a:pt x="8884" y="26110"/>
                  <a:pt x="9536" y="26113"/>
                  <a:pt x="10188" y="26115"/>
                </a:cubicBezTo>
                <a:cubicBezTo>
                  <a:pt x="10509" y="26116"/>
                  <a:pt x="10831" y="26117"/>
                  <a:pt x="11153" y="26118"/>
                </a:cubicBezTo>
                <a:cubicBezTo>
                  <a:pt x="11181" y="26118"/>
                  <a:pt x="11210" y="26118"/>
                  <a:pt x="11238" y="26118"/>
                </a:cubicBezTo>
                <a:cubicBezTo>
                  <a:pt x="11502" y="26118"/>
                  <a:pt x="11768" y="26112"/>
                  <a:pt x="12030" y="26066"/>
                </a:cubicBezTo>
                <a:cubicBezTo>
                  <a:pt x="12510" y="25980"/>
                  <a:pt x="12981" y="25708"/>
                  <a:pt x="13161" y="25232"/>
                </a:cubicBezTo>
                <a:cubicBezTo>
                  <a:pt x="13200" y="25130"/>
                  <a:pt x="13224" y="25017"/>
                  <a:pt x="13222" y="24907"/>
                </a:cubicBezTo>
                <a:cubicBezTo>
                  <a:pt x="13220" y="24778"/>
                  <a:pt x="13107" y="24687"/>
                  <a:pt x="13042" y="24582"/>
                </a:cubicBezTo>
                <a:cubicBezTo>
                  <a:pt x="12914" y="24378"/>
                  <a:pt x="12829" y="24154"/>
                  <a:pt x="12777" y="23918"/>
                </a:cubicBezTo>
                <a:cubicBezTo>
                  <a:pt x="12667" y="23424"/>
                  <a:pt x="12700" y="22903"/>
                  <a:pt x="12760" y="22402"/>
                </a:cubicBezTo>
                <a:cubicBezTo>
                  <a:pt x="12825" y="21856"/>
                  <a:pt x="12928" y="21313"/>
                  <a:pt x="12991" y="20766"/>
                </a:cubicBezTo>
                <a:cubicBezTo>
                  <a:pt x="13138" y="19498"/>
                  <a:pt x="13165" y="18220"/>
                  <a:pt x="13259" y="16947"/>
                </a:cubicBezTo>
                <a:cubicBezTo>
                  <a:pt x="13306" y="16306"/>
                  <a:pt x="13371" y="15667"/>
                  <a:pt x="13476" y="15033"/>
                </a:cubicBezTo>
                <a:cubicBezTo>
                  <a:pt x="13580" y="14418"/>
                  <a:pt x="13717" y="13809"/>
                  <a:pt x="13850" y="13199"/>
                </a:cubicBezTo>
                <a:cubicBezTo>
                  <a:pt x="14117" y="11977"/>
                  <a:pt x="14332" y="10761"/>
                  <a:pt x="14312" y="9506"/>
                </a:cubicBezTo>
                <a:cubicBezTo>
                  <a:pt x="14292" y="8213"/>
                  <a:pt x="14104" y="6931"/>
                  <a:pt x="14032" y="5641"/>
                </a:cubicBezTo>
                <a:cubicBezTo>
                  <a:pt x="13973" y="4552"/>
                  <a:pt x="14026" y="3448"/>
                  <a:pt x="13821" y="2371"/>
                </a:cubicBezTo>
                <a:cubicBezTo>
                  <a:pt x="13723" y="1854"/>
                  <a:pt x="13559" y="1346"/>
                  <a:pt x="13296" y="889"/>
                </a:cubicBezTo>
                <a:cubicBezTo>
                  <a:pt x="13046" y="456"/>
                  <a:pt x="12681" y="18"/>
                  <a:pt x="12141" y="1"/>
                </a:cubicBezTo>
                <a:cubicBezTo>
                  <a:pt x="12128" y="1"/>
                  <a:pt x="12116" y="0"/>
                  <a:pt x="12104" y="0"/>
                </a:cubicBezTo>
                <a:close/>
              </a:path>
            </a:pathLst>
          </a:custGeom>
          <a:solidFill>
            <a:schemeClr val="l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45" name="Google Shape;3745;p165"/>
          <p:cNvSpPr/>
          <p:nvPr/>
        </p:nvSpPr>
        <p:spPr>
          <a:xfrm flipH="1" rot="-5400000">
            <a:off x="18085" y="-1542699"/>
            <a:ext cx="1951456" cy="3795063"/>
          </a:xfrm>
          <a:custGeom>
            <a:rect b="b" l="l" r="r" t="t"/>
            <a:pathLst>
              <a:path extrusionOk="0" h="24182" w="12435">
                <a:moveTo>
                  <a:pt x="7995" y="0"/>
                </a:moveTo>
                <a:cubicBezTo>
                  <a:pt x="6753" y="0"/>
                  <a:pt x="5507" y="123"/>
                  <a:pt x="4282" y="305"/>
                </a:cubicBezTo>
                <a:cubicBezTo>
                  <a:pt x="3647" y="400"/>
                  <a:pt x="3014" y="509"/>
                  <a:pt x="2384" y="629"/>
                </a:cubicBezTo>
                <a:cubicBezTo>
                  <a:pt x="1767" y="745"/>
                  <a:pt x="1135" y="843"/>
                  <a:pt x="528" y="997"/>
                </a:cubicBezTo>
                <a:cubicBezTo>
                  <a:pt x="284" y="1059"/>
                  <a:pt x="86" y="1199"/>
                  <a:pt x="44" y="1438"/>
                </a:cubicBezTo>
                <a:cubicBezTo>
                  <a:pt x="1" y="1675"/>
                  <a:pt x="98" y="1906"/>
                  <a:pt x="177" y="2128"/>
                </a:cubicBezTo>
                <a:cubicBezTo>
                  <a:pt x="371" y="2674"/>
                  <a:pt x="529" y="3231"/>
                  <a:pt x="657" y="3795"/>
                </a:cubicBezTo>
                <a:cubicBezTo>
                  <a:pt x="1173" y="6076"/>
                  <a:pt x="1176" y="8421"/>
                  <a:pt x="1157" y="10740"/>
                </a:cubicBezTo>
                <a:cubicBezTo>
                  <a:pt x="1137" y="13166"/>
                  <a:pt x="1119" y="15594"/>
                  <a:pt x="956" y="18015"/>
                </a:cubicBezTo>
                <a:cubicBezTo>
                  <a:pt x="873" y="19227"/>
                  <a:pt x="754" y="20438"/>
                  <a:pt x="578" y="21641"/>
                </a:cubicBezTo>
                <a:cubicBezTo>
                  <a:pt x="533" y="21947"/>
                  <a:pt x="484" y="22253"/>
                  <a:pt x="431" y="22559"/>
                </a:cubicBezTo>
                <a:cubicBezTo>
                  <a:pt x="386" y="22822"/>
                  <a:pt x="322" y="23092"/>
                  <a:pt x="343" y="23359"/>
                </a:cubicBezTo>
                <a:cubicBezTo>
                  <a:pt x="374" y="23781"/>
                  <a:pt x="660" y="24173"/>
                  <a:pt x="1161" y="24181"/>
                </a:cubicBezTo>
                <a:cubicBezTo>
                  <a:pt x="1165" y="24181"/>
                  <a:pt x="1169" y="24181"/>
                  <a:pt x="1173" y="24181"/>
                </a:cubicBezTo>
                <a:cubicBezTo>
                  <a:pt x="1371" y="24181"/>
                  <a:pt x="1540" y="24099"/>
                  <a:pt x="1654" y="23951"/>
                </a:cubicBezTo>
                <a:cubicBezTo>
                  <a:pt x="1675" y="23925"/>
                  <a:pt x="1683" y="23898"/>
                  <a:pt x="1682" y="23874"/>
                </a:cubicBezTo>
                <a:lnTo>
                  <a:pt x="1682" y="23874"/>
                </a:lnTo>
                <a:cubicBezTo>
                  <a:pt x="1847" y="23898"/>
                  <a:pt x="2014" y="23909"/>
                  <a:pt x="2180" y="23909"/>
                </a:cubicBezTo>
                <a:cubicBezTo>
                  <a:pt x="2943" y="23909"/>
                  <a:pt x="3699" y="23667"/>
                  <a:pt x="4311" y="23242"/>
                </a:cubicBezTo>
                <a:cubicBezTo>
                  <a:pt x="4708" y="22966"/>
                  <a:pt x="5045" y="22616"/>
                  <a:pt x="5275" y="22211"/>
                </a:cubicBezTo>
                <a:cubicBezTo>
                  <a:pt x="5529" y="21761"/>
                  <a:pt x="5637" y="21258"/>
                  <a:pt x="5672" y="20756"/>
                </a:cubicBezTo>
                <a:cubicBezTo>
                  <a:pt x="5745" y="19694"/>
                  <a:pt x="5474" y="18600"/>
                  <a:pt x="5753" y="17552"/>
                </a:cubicBezTo>
                <a:cubicBezTo>
                  <a:pt x="5970" y="16734"/>
                  <a:pt x="6573" y="16141"/>
                  <a:pt x="7340" y="15710"/>
                </a:cubicBezTo>
                <a:cubicBezTo>
                  <a:pt x="8075" y="15296"/>
                  <a:pt x="8888" y="15018"/>
                  <a:pt x="9665" y="14682"/>
                </a:cubicBezTo>
                <a:cubicBezTo>
                  <a:pt x="10395" y="14367"/>
                  <a:pt x="11138" y="13992"/>
                  <a:pt x="11650" y="13407"/>
                </a:cubicBezTo>
                <a:cubicBezTo>
                  <a:pt x="12358" y="12597"/>
                  <a:pt x="12435" y="11553"/>
                  <a:pt x="12147" y="10578"/>
                </a:cubicBezTo>
                <a:cubicBezTo>
                  <a:pt x="11808" y="9430"/>
                  <a:pt x="11016" y="8461"/>
                  <a:pt x="10472" y="7396"/>
                </a:cubicBezTo>
                <a:cubicBezTo>
                  <a:pt x="9923" y="6314"/>
                  <a:pt x="9632" y="5096"/>
                  <a:pt x="9791" y="3904"/>
                </a:cubicBezTo>
                <a:cubicBezTo>
                  <a:pt x="9926" y="2896"/>
                  <a:pt x="10412" y="1909"/>
                  <a:pt x="11209" y="1194"/>
                </a:cubicBezTo>
                <a:cubicBezTo>
                  <a:pt x="11406" y="1016"/>
                  <a:pt x="11621" y="858"/>
                  <a:pt x="11854" y="718"/>
                </a:cubicBezTo>
                <a:cubicBezTo>
                  <a:pt x="11960" y="654"/>
                  <a:pt x="11944" y="503"/>
                  <a:pt x="11818" y="468"/>
                </a:cubicBezTo>
                <a:cubicBezTo>
                  <a:pt x="10568" y="132"/>
                  <a:pt x="9284" y="0"/>
                  <a:pt x="7995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46" name="Google Shape;3746;p165"/>
          <p:cNvGrpSpPr/>
          <p:nvPr/>
        </p:nvGrpSpPr>
        <p:grpSpPr>
          <a:xfrm rot="8899877">
            <a:off x="1397588" y="496484"/>
            <a:ext cx="221770" cy="200882"/>
            <a:chOff x="1640475" y="1197075"/>
            <a:chExt cx="55475" cy="50250"/>
          </a:xfrm>
        </p:grpSpPr>
        <p:sp>
          <p:nvSpPr>
            <p:cNvPr id="3747" name="Google Shape;3747;p16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16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16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50" name="Google Shape;3750;p165"/>
          <p:cNvSpPr/>
          <p:nvPr/>
        </p:nvSpPr>
        <p:spPr>
          <a:xfrm rot="9965797">
            <a:off x="-406843" y="3256057"/>
            <a:ext cx="993864" cy="1557213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51" name="Google Shape;3751;p165"/>
          <p:cNvGrpSpPr/>
          <p:nvPr/>
        </p:nvGrpSpPr>
        <p:grpSpPr>
          <a:xfrm rot="-6145098">
            <a:off x="7891149" y="343612"/>
            <a:ext cx="433642" cy="392824"/>
            <a:chOff x="1640475" y="1197075"/>
            <a:chExt cx="55475" cy="50250"/>
          </a:xfrm>
        </p:grpSpPr>
        <p:sp>
          <p:nvSpPr>
            <p:cNvPr id="3752" name="Google Shape;3752;p16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16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16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55" name="Google Shape;3755;p165"/>
          <p:cNvSpPr/>
          <p:nvPr/>
        </p:nvSpPr>
        <p:spPr>
          <a:xfrm rot="-2081460">
            <a:off x="7872366" y="1665737"/>
            <a:ext cx="580167" cy="13591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56" name="Google Shape;3756;p165"/>
          <p:cNvGrpSpPr/>
          <p:nvPr/>
        </p:nvGrpSpPr>
        <p:grpSpPr>
          <a:xfrm>
            <a:off x="817938" y="1736757"/>
            <a:ext cx="294201" cy="266501"/>
            <a:chOff x="1640475" y="1197075"/>
            <a:chExt cx="55475" cy="50250"/>
          </a:xfrm>
        </p:grpSpPr>
        <p:sp>
          <p:nvSpPr>
            <p:cNvPr id="3757" name="Google Shape;3757;p16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16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16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6">
  <p:cSld name="CUSTOM_8_1_1">
    <p:spTree>
      <p:nvGrpSpPr>
        <p:cNvPr id="3760" name="Shape 3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1" name="Google Shape;3761;p166"/>
          <p:cNvSpPr txBox="1"/>
          <p:nvPr>
            <p:ph type="title"/>
          </p:nvPr>
        </p:nvSpPr>
        <p:spPr>
          <a:xfrm>
            <a:off x="2215950" y="758950"/>
            <a:ext cx="47121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762" name="Google Shape;3762;p166"/>
          <p:cNvSpPr/>
          <p:nvPr/>
        </p:nvSpPr>
        <p:spPr>
          <a:xfrm>
            <a:off x="5618526" y="-372150"/>
            <a:ext cx="3877467" cy="1370005"/>
          </a:xfrm>
          <a:custGeom>
            <a:rect b="b" l="l" r="r" t="t"/>
            <a:pathLst>
              <a:path extrusionOk="0" h="8613" w="24377">
                <a:moveTo>
                  <a:pt x="22626" y="1"/>
                </a:moveTo>
                <a:cubicBezTo>
                  <a:pt x="22431" y="1"/>
                  <a:pt x="22241" y="55"/>
                  <a:pt x="22058" y="101"/>
                </a:cubicBezTo>
                <a:cubicBezTo>
                  <a:pt x="21511" y="238"/>
                  <a:pt x="20953" y="349"/>
                  <a:pt x="20391" y="439"/>
                </a:cubicBezTo>
                <a:cubicBezTo>
                  <a:pt x="18472" y="743"/>
                  <a:pt x="16508" y="793"/>
                  <a:pt x="14552" y="793"/>
                </a:cubicBezTo>
                <a:cubicBezTo>
                  <a:pt x="14183" y="793"/>
                  <a:pt x="13813" y="791"/>
                  <a:pt x="13445" y="789"/>
                </a:cubicBezTo>
                <a:cubicBezTo>
                  <a:pt x="11020" y="775"/>
                  <a:pt x="8592" y="763"/>
                  <a:pt x="6170" y="648"/>
                </a:cubicBezTo>
                <a:cubicBezTo>
                  <a:pt x="4959" y="590"/>
                  <a:pt x="3748" y="506"/>
                  <a:pt x="2545" y="383"/>
                </a:cubicBezTo>
                <a:cubicBezTo>
                  <a:pt x="2238" y="351"/>
                  <a:pt x="1932" y="316"/>
                  <a:pt x="1627" y="279"/>
                </a:cubicBezTo>
                <a:cubicBezTo>
                  <a:pt x="1398" y="252"/>
                  <a:pt x="1163" y="215"/>
                  <a:pt x="930" y="215"/>
                </a:cubicBezTo>
                <a:cubicBezTo>
                  <a:pt x="895" y="215"/>
                  <a:pt x="861" y="215"/>
                  <a:pt x="827" y="217"/>
                </a:cubicBezTo>
                <a:cubicBezTo>
                  <a:pt x="405" y="240"/>
                  <a:pt x="13" y="441"/>
                  <a:pt x="5" y="792"/>
                </a:cubicBezTo>
                <a:cubicBezTo>
                  <a:pt x="1" y="936"/>
                  <a:pt x="84" y="1057"/>
                  <a:pt x="235" y="1138"/>
                </a:cubicBezTo>
                <a:cubicBezTo>
                  <a:pt x="259" y="1152"/>
                  <a:pt x="283" y="1157"/>
                  <a:pt x="305" y="1157"/>
                </a:cubicBezTo>
                <a:cubicBezTo>
                  <a:pt x="307" y="1157"/>
                  <a:pt x="309" y="1157"/>
                  <a:pt x="311" y="1157"/>
                </a:cubicBezTo>
                <a:lnTo>
                  <a:pt x="311" y="1157"/>
                </a:lnTo>
                <a:cubicBezTo>
                  <a:pt x="180" y="1807"/>
                  <a:pt x="426" y="2480"/>
                  <a:pt x="944" y="3003"/>
                </a:cubicBezTo>
                <a:cubicBezTo>
                  <a:pt x="1219" y="3281"/>
                  <a:pt x="1569" y="3518"/>
                  <a:pt x="1974" y="3679"/>
                </a:cubicBezTo>
                <a:cubicBezTo>
                  <a:pt x="2424" y="3858"/>
                  <a:pt x="2928" y="3933"/>
                  <a:pt x="3430" y="3957"/>
                </a:cubicBezTo>
                <a:cubicBezTo>
                  <a:pt x="3565" y="3964"/>
                  <a:pt x="3702" y="3967"/>
                  <a:pt x="3838" y="3967"/>
                </a:cubicBezTo>
                <a:cubicBezTo>
                  <a:pt x="4389" y="3967"/>
                  <a:pt x="4946" y="3924"/>
                  <a:pt x="5497" y="3924"/>
                </a:cubicBezTo>
                <a:cubicBezTo>
                  <a:pt x="5880" y="3924"/>
                  <a:pt x="6260" y="3944"/>
                  <a:pt x="6634" y="4014"/>
                </a:cubicBezTo>
                <a:cubicBezTo>
                  <a:pt x="7452" y="4167"/>
                  <a:pt x="8044" y="4590"/>
                  <a:pt x="8476" y="5128"/>
                </a:cubicBezTo>
                <a:cubicBezTo>
                  <a:pt x="8889" y="5644"/>
                  <a:pt x="9168" y="6215"/>
                  <a:pt x="9504" y="6761"/>
                </a:cubicBezTo>
                <a:cubicBezTo>
                  <a:pt x="9818" y="7272"/>
                  <a:pt x="10194" y="7795"/>
                  <a:pt x="10779" y="8153"/>
                </a:cubicBezTo>
                <a:cubicBezTo>
                  <a:pt x="11306" y="8477"/>
                  <a:pt x="11931" y="8612"/>
                  <a:pt x="12573" y="8612"/>
                </a:cubicBezTo>
                <a:cubicBezTo>
                  <a:pt x="12917" y="8612"/>
                  <a:pt x="13266" y="8573"/>
                  <a:pt x="13607" y="8503"/>
                </a:cubicBezTo>
                <a:cubicBezTo>
                  <a:pt x="14755" y="8264"/>
                  <a:pt x="15723" y="7708"/>
                  <a:pt x="16790" y="7327"/>
                </a:cubicBezTo>
                <a:cubicBezTo>
                  <a:pt x="17672" y="7012"/>
                  <a:pt x="18645" y="6819"/>
                  <a:pt x="19621" y="6819"/>
                </a:cubicBezTo>
                <a:cubicBezTo>
                  <a:pt x="19841" y="6819"/>
                  <a:pt x="20062" y="6829"/>
                  <a:pt x="20281" y="6849"/>
                </a:cubicBezTo>
                <a:cubicBezTo>
                  <a:pt x="21290" y="6943"/>
                  <a:pt x="22275" y="7285"/>
                  <a:pt x="22992" y="7844"/>
                </a:cubicBezTo>
                <a:cubicBezTo>
                  <a:pt x="23170" y="7982"/>
                  <a:pt x="23328" y="8133"/>
                  <a:pt x="23467" y="8296"/>
                </a:cubicBezTo>
                <a:cubicBezTo>
                  <a:pt x="23495" y="8329"/>
                  <a:pt x="23541" y="8346"/>
                  <a:pt x="23587" y="8346"/>
                </a:cubicBezTo>
                <a:cubicBezTo>
                  <a:pt x="23643" y="8346"/>
                  <a:pt x="23698" y="8320"/>
                  <a:pt x="23718" y="8271"/>
                </a:cubicBezTo>
                <a:cubicBezTo>
                  <a:pt x="24376" y="6550"/>
                  <a:pt x="24252" y="4734"/>
                  <a:pt x="23880" y="2982"/>
                </a:cubicBezTo>
                <a:cubicBezTo>
                  <a:pt x="23786" y="2536"/>
                  <a:pt x="23676" y="2093"/>
                  <a:pt x="23557" y="1650"/>
                </a:cubicBezTo>
                <a:cubicBezTo>
                  <a:pt x="23441" y="1217"/>
                  <a:pt x="23343" y="773"/>
                  <a:pt x="23189" y="348"/>
                </a:cubicBezTo>
                <a:cubicBezTo>
                  <a:pt x="23127" y="176"/>
                  <a:pt x="22987" y="38"/>
                  <a:pt x="22748" y="8"/>
                </a:cubicBezTo>
                <a:cubicBezTo>
                  <a:pt x="22707" y="3"/>
                  <a:pt x="22666" y="1"/>
                  <a:pt x="22626" y="1"/>
                </a:cubicBezTo>
                <a:close/>
              </a:path>
            </a:pathLst>
          </a:custGeom>
          <a:solidFill>
            <a:schemeClr val="dk2">
              <a:alpha val="4776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3" name="Google Shape;3763;p166"/>
          <p:cNvSpPr/>
          <p:nvPr/>
        </p:nvSpPr>
        <p:spPr>
          <a:xfrm flipH="1" rot="5400000">
            <a:off x="-477525" y="-353486"/>
            <a:ext cx="2068926" cy="2074970"/>
          </a:xfrm>
          <a:custGeom>
            <a:rect b="b" l="l" r="r" t="t"/>
            <a:pathLst>
              <a:path extrusionOk="0" h="13045" w="13007">
                <a:moveTo>
                  <a:pt x="11086" y="1"/>
                </a:moveTo>
                <a:cubicBezTo>
                  <a:pt x="10136" y="1"/>
                  <a:pt x="9220" y="578"/>
                  <a:pt x="8514" y="1160"/>
                </a:cubicBezTo>
                <a:cubicBezTo>
                  <a:pt x="7734" y="1801"/>
                  <a:pt x="7147" y="2603"/>
                  <a:pt x="6690" y="3499"/>
                </a:cubicBezTo>
                <a:cubicBezTo>
                  <a:pt x="6269" y="4325"/>
                  <a:pt x="5846" y="5241"/>
                  <a:pt x="4914" y="5581"/>
                </a:cubicBezTo>
                <a:cubicBezTo>
                  <a:pt x="3974" y="5923"/>
                  <a:pt x="2923" y="5759"/>
                  <a:pt x="2005" y="6187"/>
                </a:cubicBezTo>
                <a:cubicBezTo>
                  <a:pt x="1188" y="6570"/>
                  <a:pt x="602" y="7349"/>
                  <a:pt x="329" y="8196"/>
                </a:cubicBezTo>
                <a:cubicBezTo>
                  <a:pt x="1" y="9208"/>
                  <a:pt x="140" y="10320"/>
                  <a:pt x="509" y="11301"/>
                </a:cubicBezTo>
                <a:cubicBezTo>
                  <a:pt x="597" y="11534"/>
                  <a:pt x="989" y="11993"/>
                  <a:pt x="1051" y="11993"/>
                </a:cubicBezTo>
                <a:cubicBezTo>
                  <a:pt x="1057" y="11993"/>
                  <a:pt x="1060" y="11988"/>
                  <a:pt x="1059" y="11977"/>
                </a:cubicBezTo>
                <a:lnTo>
                  <a:pt x="1059" y="11977"/>
                </a:lnTo>
                <a:cubicBezTo>
                  <a:pt x="1717" y="12454"/>
                  <a:pt x="2513" y="12576"/>
                  <a:pt x="3318" y="12576"/>
                </a:cubicBezTo>
                <a:cubicBezTo>
                  <a:pt x="3796" y="12576"/>
                  <a:pt x="4277" y="12533"/>
                  <a:pt x="4735" y="12495"/>
                </a:cubicBezTo>
                <a:cubicBezTo>
                  <a:pt x="5450" y="12436"/>
                  <a:pt x="6168" y="12406"/>
                  <a:pt x="6885" y="12406"/>
                </a:cubicBezTo>
                <a:cubicBezTo>
                  <a:pt x="7827" y="12406"/>
                  <a:pt x="8769" y="12458"/>
                  <a:pt x="9706" y="12564"/>
                </a:cubicBezTo>
                <a:cubicBezTo>
                  <a:pt x="10641" y="12670"/>
                  <a:pt x="11568" y="12831"/>
                  <a:pt x="12485" y="13041"/>
                </a:cubicBezTo>
                <a:cubicBezTo>
                  <a:pt x="12495" y="13043"/>
                  <a:pt x="12505" y="13045"/>
                  <a:pt x="12515" y="13045"/>
                </a:cubicBezTo>
                <a:cubicBezTo>
                  <a:pt x="12578" y="13045"/>
                  <a:pt x="12630" y="12997"/>
                  <a:pt x="12632" y="12929"/>
                </a:cubicBezTo>
                <a:lnTo>
                  <a:pt x="12879" y="5509"/>
                </a:lnTo>
                <a:cubicBezTo>
                  <a:pt x="12900" y="4891"/>
                  <a:pt x="12920" y="4272"/>
                  <a:pt x="12940" y="3654"/>
                </a:cubicBezTo>
                <a:cubicBezTo>
                  <a:pt x="12960" y="3073"/>
                  <a:pt x="13006" y="2485"/>
                  <a:pt x="12985" y="1903"/>
                </a:cubicBezTo>
                <a:cubicBezTo>
                  <a:pt x="12967" y="1412"/>
                  <a:pt x="12856" y="914"/>
                  <a:pt x="12502" y="551"/>
                </a:cubicBezTo>
                <a:cubicBezTo>
                  <a:pt x="12188" y="228"/>
                  <a:pt x="11746" y="54"/>
                  <a:pt x="11303" y="11"/>
                </a:cubicBezTo>
                <a:cubicBezTo>
                  <a:pt x="11230" y="4"/>
                  <a:pt x="11158" y="1"/>
                  <a:pt x="11086" y="1"/>
                </a:cubicBezTo>
                <a:close/>
              </a:path>
            </a:pathLst>
          </a:custGeom>
          <a:solidFill>
            <a:schemeClr val="accent1">
              <a:alpha val="598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4" name="Google Shape;3764;p166"/>
          <p:cNvSpPr/>
          <p:nvPr/>
        </p:nvSpPr>
        <p:spPr>
          <a:xfrm flipH="1">
            <a:off x="5696165" y="4019619"/>
            <a:ext cx="4163302" cy="2268390"/>
          </a:xfrm>
          <a:custGeom>
            <a:rect b="b" l="l" r="r" t="t"/>
            <a:pathLst>
              <a:path extrusionOk="0" h="14261" w="26174">
                <a:moveTo>
                  <a:pt x="4863" y="0"/>
                </a:moveTo>
                <a:cubicBezTo>
                  <a:pt x="4600" y="0"/>
                  <a:pt x="4337" y="25"/>
                  <a:pt x="4079" y="86"/>
                </a:cubicBezTo>
                <a:cubicBezTo>
                  <a:pt x="3577" y="206"/>
                  <a:pt x="3127" y="469"/>
                  <a:pt x="2736" y="803"/>
                </a:cubicBezTo>
                <a:cubicBezTo>
                  <a:pt x="1930" y="1492"/>
                  <a:pt x="1836" y="3135"/>
                  <a:pt x="799" y="3280"/>
                </a:cubicBezTo>
                <a:cubicBezTo>
                  <a:pt x="128" y="3374"/>
                  <a:pt x="0" y="4462"/>
                  <a:pt x="66" y="4462"/>
                </a:cubicBezTo>
                <a:cubicBezTo>
                  <a:pt x="68" y="4462"/>
                  <a:pt x="70" y="4461"/>
                  <a:pt x="72" y="4459"/>
                </a:cubicBezTo>
                <a:lnTo>
                  <a:pt x="72" y="4459"/>
                </a:lnTo>
                <a:cubicBezTo>
                  <a:pt x="67" y="5698"/>
                  <a:pt x="63" y="6939"/>
                  <a:pt x="59" y="8179"/>
                </a:cubicBezTo>
                <a:cubicBezTo>
                  <a:pt x="56" y="8831"/>
                  <a:pt x="53" y="9483"/>
                  <a:pt x="51" y="10135"/>
                </a:cubicBezTo>
                <a:cubicBezTo>
                  <a:pt x="50" y="10457"/>
                  <a:pt x="49" y="10777"/>
                  <a:pt x="48" y="11099"/>
                </a:cubicBezTo>
                <a:cubicBezTo>
                  <a:pt x="47" y="11393"/>
                  <a:pt x="48" y="11687"/>
                  <a:pt x="100" y="11976"/>
                </a:cubicBezTo>
                <a:cubicBezTo>
                  <a:pt x="186" y="12456"/>
                  <a:pt x="458" y="12928"/>
                  <a:pt x="933" y="13108"/>
                </a:cubicBezTo>
                <a:cubicBezTo>
                  <a:pt x="1033" y="13146"/>
                  <a:pt x="1145" y="13169"/>
                  <a:pt x="1252" y="13169"/>
                </a:cubicBezTo>
                <a:cubicBezTo>
                  <a:pt x="1254" y="13169"/>
                  <a:pt x="1257" y="13169"/>
                  <a:pt x="1259" y="13169"/>
                </a:cubicBezTo>
                <a:cubicBezTo>
                  <a:pt x="1388" y="13167"/>
                  <a:pt x="1479" y="13054"/>
                  <a:pt x="1583" y="12989"/>
                </a:cubicBezTo>
                <a:cubicBezTo>
                  <a:pt x="1788" y="12861"/>
                  <a:pt x="2013" y="12777"/>
                  <a:pt x="2247" y="12724"/>
                </a:cubicBezTo>
                <a:cubicBezTo>
                  <a:pt x="2483" y="12671"/>
                  <a:pt x="2724" y="12651"/>
                  <a:pt x="2966" y="12651"/>
                </a:cubicBezTo>
                <a:cubicBezTo>
                  <a:pt x="3233" y="12651"/>
                  <a:pt x="3501" y="12676"/>
                  <a:pt x="3763" y="12707"/>
                </a:cubicBezTo>
                <a:cubicBezTo>
                  <a:pt x="4310" y="12772"/>
                  <a:pt x="4853" y="12875"/>
                  <a:pt x="5400" y="12938"/>
                </a:cubicBezTo>
                <a:cubicBezTo>
                  <a:pt x="6669" y="13085"/>
                  <a:pt x="7946" y="13111"/>
                  <a:pt x="9219" y="13205"/>
                </a:cubicBezTo>
                <a:cubicBezTo>
                  <a:pt x="9860" y="13253"/>
                  <a:pt x="10500" y="13317"/>
                  <a:pt x="11134" y="13424"/>
                </a:cubicBezTo>
                <a:cubicBezTo>
                  <a:pt x="11749" y="13526"/>
                  <a:pt x="12358" y="13663"/>
                  <a:pt x="12967" y="13796"/>
                </a:cubicBezTo>
                <a:cubicBezTo>
                  <a:pt x="14136" y="14051"/>
                  <a:pt x="15300" y="14261"/>
                  <a:pt x="16498" y="14261"/>
                </a:cubicBezTo>
                <a:cubicBezTo>
                  <a:pt x="16552" y="14261"/>
                  <a:pt x="16606" y="14260"/>
                  <a:pt x="16660" y="14259"/>
                </a:cubicBezTo>
                <a:cubicBezTo>
                  <a:pt x="17953" y="14238"/>
                  <a:pt x="19236" y="14050"/>
                  <a:pt x="20525" y="13980"/>
                </a:cubicBezTo>
                <a:cubicBezTo>
                  <a:pt x="21615" y="13919"/>
                  <a:pt x="22718" y="13973"/>
                  <a:pt x="23796" y="13769"/>
                </a:cubicBezTo>
                <a:cubicBezTo>
                  <a:pt x="24313" y="13670"/>
                  <a:pt x="24820" y="13506"/>
                  <a:pt x="25277" y="13242"/>
                </a:cubicBezTo>
                <a:cubicBezTo>
                  <a:pt x="25711" y="12992"/>
                  <a:pt x="26148" y="12628"/>
                  <a:pt x="26165" y="12087"/>
                </a:cubicBezTo>
                <a:cubicBezTo>
                  <a:pt x="26174" y="11806"/>
                  <a:pt x="26071" y="11536"/>
                  <a:pt x="25960" y="11284"/>
                </a:cubicBezTo>
                <a:cubicBezTo>
                  <a:pt x="25831" y="10995"/>
                  <a:pt x="25692" y="10711"/>
                  <a:pt x="25556" y="10424"/>
                </a:cubicBezTo>
                <a:cubicBezTo>
                  <a:pt x="25280" y="9836"/>
                  <a:pt x="25017" y="9241"/>
                  <a:pt x="24726" y="8660"/>
                </a:cubicBezTo>
                <a:cubicBezTo>
                  <a:pt x="24617" y="8443"/>
                  <a:pt x="24475" y="8244"/>
                  <a:pt x="24244" y="8148"/>
                </a:cubicBezTo>
                <a:cubicBezTo>
                  <a:pt x="23992" y="8043"/>
                  <a:pt x="23700" y="8056"/>
                  <a:pt x="23431" y="8053"/>
                </a:cubicBezTo>
                <a:cubicBezTo>
                  <a:pt x="23345" y="8052"/>
                  <a:pt x="23259" y="8052"/>
                  <a:pt x="23173" y="8052"/>
                </a:cubicBezTo>
                <a:cubicBezTo>
                  <a:pt x="22618" y="8052"/>
                  <a:pt x="22062" y="8075"/>
                  <a:pt x="21508" y="8122"/>
                </a:cubicBezTo>
                <a:cubicBezTo>
                  <a:pt x="20999" y="8165"/>
                  <a:pt x="20489" y="8243"/>
                  <a:pt x="19978" y="8243"/>
                </a:cubicBezTo>
                <a:cubicBezTo>
                  <a:pt x="19867" y="8243"/>
                  <a:pt x="19756" y="8239"/>
                  <a:pt x="19645" y="8231"/>
                </a:cubicBezTo>
                <a:cubicBezTo>
                  <a:pt x="19110" y="8189"/>
                  <a:pt x="18609" y="8002"/>
                  <a:pt x="18163" y="7708"/>
                </a:cubicBezTo>
                <a:cubicBezTo>
                  <a:pt x="17269" y="7121"/>
                  <a:pt x="16691" y="6224"/>
                  <a:pt x="16067" y="5381"/>
                </a:cubicBezTo>
                <a:cubicBezTo>
                  <a:pt x="15751" y="4955"/>
                  <a:pt x="15397" y="4546"/>
                  <a:pt x="14929" y="4285"/>
                </a:cubicBezTo>
                <a:cubicBezTo>
                  <a:pt x="14463" y="4025"/>
                  <a:pt x="13935" y="3920"/>
                  <a:pt x="13408" y="3879"/>
                </a:cubicBezTo>
                <a:cubicBezTo>
                  <a:pt x="13154" y="3860"/>
                  <a:pt x="12899" y="3855"/>
                  <a:pt x="12643" y="3855"/>
                </a:cubicBezTo>
                <a:cubicBezTo>
                  <a:pt x="12450" y="3855"/>
                  <a:pt x="12257" y="3858"/>
                  <a:pt x="12064" y="3858"/>
                </a:cubicBezTo>
                <a:cubicBezTo>
                  <a:pt x="11487" y="3858"/>
                  <a:pt x="10912" y="3836"/>
                  <a:pt x="10354" y="3664"/>
                </a:cubicBezTo>
                <a:cubicBezTo>
                  <a:pt x="9893" y="3522"/>
                  <a:pt x="9465" y="3265"/>
                  <a:pt x="9185" y="2863"/>
                </a:cubicBezTo>
                <a:cubicBezTo>
                  <a:pt x="8887" y="2436"/>
                  <a:pt x="8747" y="1924"/>
                  <a:pt x="8473" y="1483"/>
                </a:cubicBezTo>
                <a:cubicBezTo>
                  <a:pt x="7915" y="585"/>
                  <a:pt x="6844" y="273"/>
                  <a:pt x="5861" y="99"/>
                </a:cubicBezTo>
                <a:cubicBezTo>
                  <a:pt x="5533" y="41"/>
                  <a:pt x="5197" y="0"/>
                  <a:pt x="4863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5" name="Google Shape;3765;p166"/>
          <p:cNvSpPr/>
          <p:nvPr/>
        </p:nvSpPr>
        <p:spPr>
          <a:xfrm rot="2024276">
            <a:off x="8088495" y="595542"/>
            <a:ext cx="755189" cy="17692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66" name="Google Shape;3766;p166"/>
          <p:cNvGrpSpPr/>
          <p:nvPr/>
        </p:nvGrpSpPr>
        <p:grpSpPr>
          <a:xfrm>
            <a:off x="6928061" y="349247"/>
            <a:ext cx="221772" cy="200884"/>
            <a:chOff x="1640475" y="1197075"/>
            <a:chExt cx="55475" cy="50250"/>
          </a:xfrm>
        </p:grpSpPr>
        <p:sp>
          <p:nvSpPr>
            <p:cNvPr id="3767" name="Google Shape;3767;p16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16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16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70" name="Google Shape;3770;p166"/>
          <p:cNvGrpSpPr/>
          <p:nvPr/>
        </p:nvGrpSpPr>
        <p:grpSpPr>
          <a:xfrm rot="10468240">
            <a:off x="1666764" y="197950"/>
            <a:ext cx="221772" cy="200884"/>
            <a:chOff x="1640475" y="1197075"/>
            <a:chExt cx="55475" cy="50250"/>
          </a:xfrm>
        </p:grpSpPr>
        <p:sp>
          <p:nvSpPr>
            <p:cNvPr id="3771" name="Google Shape;3771;p16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16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16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74" name="Google Shape;3774;p166"/>
          <p:cNvGrpSpPr/>
          <p:nvPr/>
        </p:nvGrpSpPr>
        <p:grpSpPr>
          <a:xfrm rot="3155490">
            <a:off x="7186097" y="4770947"/>
            <a:ext cx="221774" cy="200886"/>
            <a:chOff x="1640475" y="1197075"/>
            <a:chExt cx="55475" cy="50250"/>
          </a:xfrm>
        </p:grpSpPr>
        <p:sp>
          <p:nvSpPr>
            <p:cNvPr id="3775" name="Google Shape;3775;p16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16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16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78" name="Google Shape;3778;p166"/>
          <p:cNvSpPr/>
          <p:nvPr/>
        </p:nvSpPr>
        <p:spPr>
          <a:xfrm flipH="1" rot="10800000">
            <a:off x="-59881" y="4256559"/>
            <a:ext cx="2299567" cy="1009729"/>
          </a:xfrm>
          <a:custGeom>
            <a:rect b="b" l="l" r="r" t="t"/>
            <a:pathLst>
              <a:path extrusionOk="0" h="6348" w="14457">
                <a:moveTo>
                  <a:pt x="0" y="1"/>
                </a:moveTo>
                <a:lnTo>
                  <a:pt x="0" y="6160"/>
                </a:lnTo>
                <a:cubicBezTo>
                  <a:pt x="307" y="6283"/>
                  <a:pt x="641" y="6348"/>
                  <a:pt x="972" y="6348"/>
                </a:cubicBezTo>
                <a:cubicBezTo>
                  <a:pt x="1431" y="6348"/>
                  <a:pt x="1886" y="6223"/>
                  <a:pt x="2259" y="5957"/>
                </a:cubicBezTo>
                <a:cubicBezTo>
                  <a:pt x="2971" y="5450"/>
                  <a:pt x="3272" y="4560"/>
                  <a:pt x="3620" y="3758"/>
                </a:cubicBezTo>
                <a:cubicBezTo>
                  <a:pt x="3967" y="2955"/>
                  <a:pt x="4504" y="2110"/>
                  <a:pt x="5362" y="1938"/>
                </a:cubicBezTo>
                <a:cubicBezTo>
                  <a:pt x="5472" y="1916"/>
                  <a:pt x="5582" y="1906"/>
                  <a:pt x="5692" y="1906"/>
                </a:cubicBezTo>
                <a:cubicBezTo>
                  <a:pt x="6160" y="1906"/>
                  <a:pt x="6628" y="2081"/>
                  <a:pt x="7080" y="2232"/>
                </a:cubicBezTo>
                <a:cubicBezTo>
                  <a:pt x="7585" y="2401"/>
                  <a:pt x="8141" y="2535"/>
                  <a:pt x="8672" y="2535"/>
                </a:cubicBezTo>
                <a:cubicBezTo>
                  <a:pt x="9138" y="2535"/>
                  <a:pt x="9586" y="2431"/>
                  <a:pt x="9965" y="2156"/>
                </a:cubicBezTo>
                <a:cubicBezTo>
                  <a:pt x="10504" y="1765"/>
                  <a:pt x="10846" y="1060"/>
                  <a:pt x="11419" y="789"/>
                </a:cubicBezTo>
                <a:lnTo>
                  <a:pt x="11420" y="789"/>
                </a:lnTo>
                <a:cubicBezTo>
                  <a:pt x="11436" y="781"/>
                  <a:pt x="11452" y="774"/>
                  <a:pt x="11469" y="767"/>
                </a:cubicBezTo>
                <a:cubicBezTo>
                  <a:pt x="11544" y="736"/>
                  <a:pt x="11623" y="712"/>
                  <a:pt x="11706" y="696"/>
                </a:cubicBezTo>
                <a:cubicBezTo>
                  <a:pt x="11777" y="683"/>
                  <a:pt x="11848" y="678"/>
                  <a:pt x="11919" y="678"/>
                </a:cubicBezTo>
                <a:cubicBezTo>
                  <a:pt x="12271" y="678"/>
                  <a:pt x="12623" y="809"/>
                  <a:pt x="12978" y="824"/>
                </a:cubicBezTo>
                <a:cubicBezTo>
                  <a:pt x="12999" y="824"/>
                  <a:pt x="13020" y="825"/>
                  <a:pt x="13041" y="825"/>
                </a:cubicBezTo>
                <a:cubicBezTo>
                  <a:pt x="13511" y="825"/>
                  <a:pt x="13977" y="611"/>
                  <a:pt x="14281" y="253"/>
                </a:cubicBezTo>
                <a:cubicBezTo>
                  <a:pt x="14348" y="175"/>
                  <a:pt x="14407" y="90"/>
                  <a:pt x="14457" y="1"/>
                </a:cubicBezTo>
                <a:close/>
              </a:path>
            </a:pathLst>
          </a:custGeom>
          <a:solidFill>
            <a:schemeClr val="l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9" name="Google Shape;3779;p166"/>
          <p:cNvSpPr/>
          <p:nvPr/>
        </p:nvSpPr>
        <p:spPr>
          <a:xfrm rot="-8833383">
            <a:off x="923277" y="4582056"/>
            <a:ext cx="1292676" cy="1177550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7">
  <p:cSld name="CUSTOM_9">
    <p:spTree>
      <p:nvGrpSpPr>
        <p:cNvPr id="3780" name="Shape 3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1" name="Google Shape;3781;p167"/>
          <p:cNvSpPr txBox="1"/>
          <p:nvPr>
            <p:ph type="title"/>
          </p:nvPr>
        </p:nvSpPr>
        <p:spPr>
          <a:xfrm>
            <a:off x="2163925" y="1534200"/>
            <a:ext cx="4816200" cy="207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45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782" name="Google Shape;3782;p167"/>
          <p:cNvSpPr/>
          <p:nvPr/>
        </p:nvSpPr>
        <p:spPr>
          <a:xfrm rot="10800000">
            <a:off x="6565889" y="-220667"/>
            <a:ext cx="3148337" cy="1297942"/>
          </a:xfrm>
          <a:custGeom>
            <a:rect b="b" l="l" r="r" t="t"/>
            <a:pathLst>
              <a:path extrusionOk="0" h="7648" w="18551">
                <a:moveTo>
                  <a:pt x="8398" y="1"/>
                </a:moveTo>
                <a:cubicBezTo>
                  <a:pt x="8203" y="1"/>
                  <a:pt x="8005" y="44"/>
                  <a:pt x="7810" y="140"/>
                </a:cubicBezTo>
                <a:cubicBezTo>
                  <a:pt x="7272" y="403"/>
                  <a:pt x="6909" y="991"/>
                  <a:pt x="6614" y="1543"/>
                </a:cubicBezTo>
                <a:cubicBezTo>
                  <a:pt x="6307" y="2117"/>
                  <a:pt x="6031" y="2729"/>
                  <a:pt x="5562" y="3157"/>
                </a:cubicBezTo>
                <a:cubicBezTo>
                  <a:pt x="5343" y="3357"/>
                  <a:pt x="5078" y="3500"/>
                  <a:pt x="4796" y="3515"/>
                </a:cubicBezTo>
                <a:cubicBezTo>
                  <a:pt x="4779" y="3516"/>
                  <a:pt x="4761" y="3516"/>
                  <a:pt x="4744" y="3516"/>
                </a:cubicBezTo>
                <a:cubicBezTo>
                  <a:pt x="4475" y="3516"/>
                  <a:pt x="4218" y="3410"/>
                  <a:pt x="3979" y="3274"/>
                </a:cubicBezTo>
                <a:cubicBezTo>
                  <a:pt x="3615" y="3067"/>
                  <a:pt x="3265" y="2787"/>
                  <a:pt x="2878" y="2633"/>
                </a:cubicBezTo>
                <a:lnTo>
                  <a:pt x="2848" y="2622"/>
                </a:lnTo>
                <a:cubicBezTo>
                  <a:pt x="2713" y="2571"/>
                  <a:pt x="2573" y="2535"/>
                  <a:pt x="2426" y="2524"/>
                </a:cubicBezTo>
                <a:cubicBezTo>
                  <a:pt x="2397" y="2522"/>
                  <a:pt x="2367" y="2521"/>
                  <a:pt x="2338" y="2521"/>
                </a:cubicBezTo>
                <a:cubicBezTo>
                  <a:pt x="1819" y="2521"/>
                  <a:pt x="1364" y="2853"/>
                  <a:pt x="878" y="3039"/>
                </a:cubicBezTo>
                <a:cubicBezTo>
                  <a:pt x="860" y="2988"/>
                  <a:pt x="814" y="2962"/>
                  <a:pt x="771" y="2962"/>
                </a:cubicBezTo>
                <a:cubicBezTo>
                  <a:pt x="719" y="2962"/>
                  <a:pt x="671" y="2999"/>
                  <a:pt x="675" y="3075"/>
                </a:cubicBezTo>
                <a:cubicBezTo>
                  <a:pt x="676" y="3085"/>
                  <a:pt x="676" y="3095"/>
                  <a:pt x="677" y="3105"/>
                </a:cubicBezTo>
                <a:cubicBezTo>
                  <a:pt x="641" y="3115"/>
                  <a:pt x="663" y="3351"/>
                  <a:pt x="684" y="3351"/>
                </a:cubicBezTo>
                <a:cubicBezTo>
                  <a:pt x="684" y="3351"/>
                  <a:pt x="684" y="3351"/>
                  <a:pt x="684" y="3351"/>
                </a:cubicBezTo>
                <a:lnTo>
                  <a:pt x="684" y="3351"/>
                </a:lnTo>
                <a:cubicBezTo>
                  <a:pt x="700" y="4396"/>
                  <a:pt x="480" y="5438"/>
                  <a:pt x="40" y="6361"/>
                </a:cubicBezTo>
                <a:cubicBezTo>
                  <a:pt x="1" y="6444"/>
                  <a:pt x="42" y="6541"/>
                  <a:pt x="125" y="6547"/>
                </a:cubicBezTo>
                <a:cubicBezTo>
                  <a:pt x="520" y="6573"/>
                  <a:pt x="913" y="6601"/>
                  <a:pt x="1308" y="6628"/>
                </a:cubicBezTo>
                <a:cubicBezTo>
                  <a:pt x="2919" y="6739"/>
                  <a:pt x="4531" y="6851"/>
                  <a:pt x="6142" y="6962"/>
                </a:cubicBezTo>
                <a:cubicBezTo>
                  <a:pt x="7754" y="7074"/>
                  <a:pt x="9365" y="7184"/>
                  <a:pt x="10977" y="7295"/>
                </a:cubicBezTo>
                <a:cubicBezTo>
                  <a:pt x="12587" y="7407"/>
                  <a:pt x="14196" y="7526"/>
                  <a:pt x="15806" y="7629"/>
                </a:cubicBezTo>
                <a:cubicBezTo>
                  <a:pt x="15970" y="7639"/>
                  <a:pt x="16139" y="7648"/>
                  <a:pt x="16308" y="7648"/>
                </a:cubicBezTo>
                <a:cubicBezTo>
                  <a:pt x="16770" y="7648"/>
                  <a:pt x="17238" y="7584"/>
                  <a:pt x="17642" y="7319"/>
                </a:cubicBezTo>
                <a:cubicBezTo>
                  <a:pt x="18126" y="7004"/>
                  <a:pt x="18405" y="6441"/>
                  <a:pt x="18479" y="5822"/>
                </a:cubicBezTo>
                <a:cubicBezTo>
                  <a:pt x="18551" y="5210"/>
                  <a:pt x="18426" y="4561"/>
                  <a:pt x="18155" y="4033"/>
                </a:cubicBezTo>
                <a:cubicBezTo>
                  <a:pt x="18001" y="3734"/>
                  <a:pt x="17799" y="3450"/>
                  <a:pt x="17538" y="3266"/>
                </a:cubicBezTo>
                <a:cubicBezTo>
                  <a:pt x="17335" y="3121"/>
                  <a:pt x="17111" y="3062"/>
                  <a:pt x="16880" y="3062"/>
                </a:cubicBezTo>
                <a:cubicBezTo>
                  <a:pt x="16779" y="3062"/>
                  <a:pt x="16677" y="3073"/>
                  <a:pt x="16575" y="3094"/>
                </a:cubicBezTo>
                <a:cubicBezTo>
                  <a:pt x="16223" y="3166"/>
                  <a:pt x="15888" y="3319"/>
                  <a:pt x="15537" y="3397"/>
                </a:cubicBezTo>
                <a:cubicBezTo>
                  <a:pt x="15268" y="3457"/>
                  <a:pt x="14994" y="3485"/>
                  <a:pt x="14721" y="3485"/>
                </a:cubicBezTo>
                <a:cubicBezTo>
                  <a:pt x="14673" y="3485"/>
                  <a:pt x="14624" y="3484"/>
                  <a:pt x="14575" y="3482"/>
                </a:cubicBezTo>
                <a:cubicBezTo>
                  <a:pt x="13922" y="3460"/>
                  <a:pt x="13281" y="3278"/>
                  <a:pt x="12679" y="2996"/>
                </a:cubicBezTo>
                <a:cubicBezTo>
                  <a:pt x="12065" y="2707"/>
                  <a:pt x="11491" y="2306"/>
                  <a:pt x="10973" y="1835"/>
                </a:cubicBezTo>
                <a:cubicBezTo>
                  <a:pt x="10470" y="1378"/>
                  <a:pt x="10039" y="821"/>
                  <a:pt x="9498" y="418"/>
                </a:cubicBezTo>
                <a:cubicBezTo>
                  <a:pt x="9163" y="167"/>
                  <a:pt x="8785" y="1"/>
                  <a:pt x="8398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3" name="Google Shape;3783;p167"/>
          <p:cNvSpPr/>
          <p:nvPr/>
        </p:nvSpPr>
        <p:spPr>
          <a:xfrm rot="9503466">
            <a:off x="-899308" y="-1515064"/>
            <a:ext cx="3425755" cy="2856204"/>
          </a:xfrm>
          <a:custGeom>
            <a:rect b="b" l="l" r="r" t="t"/>
            <a:pathLst>
              <a:path extrusionOk="0" h="17913" w="21485">
                <a:moveTo>
                  <a:pt x="16498" y="0"/>
                </a:moveTo>
                <a:cubicBezTo>
                  <a:pt x="16431" y="0"/>
                  <a:pt x="16363" y="2"/>
                  <a:pt x="16295" y="5"/>
                </a:cubicBezTo>
                <a:cubicBezTo>
                  <a:pt x="14773" y="76"/>
                  <a:pt x="13358" y="913"/>
                  <a:pt x="11838" y="913"/>
                </a:cubicBezTo>
                <a:cubicBezTo>
                  <a:pt x="11828" y="913"/>
                  <a:pt x="11819" y="913"/>
                  <a:pt x="11809" y="913"/>
                </a:cubicBezTo>
                <a:cubicBezTo>
                  <a:pt x="10328" y="903"/>
                  <a:pt x="8942" y="90"/>
                  <a:pt x="7502" y="90"/>
                </a:cubicBezTo>
                <a:cubicBezTo>
                  <a:pt x="7296" y="90"/>
                  <a:pt x="7089" y="106"/>
                  <a:pt x="6880" y="144"/>
                </a:cubicBezTo>
                <a:cubicBezTo>
                  <a:pt x="6031" y="300"/>
                  <a:pt x="5298" y="798"/>
                  <a:pt x="4738" y="1383"/>
                </a:cubicBezTo>
                <a:cubicBezTo>
                  <a:pt x="4125" y="2021"/>
                  <a:pt x="3678" y="2792"/>
                  <a:pt x="3546" y="3606"/>
                </a:cubicBezTo>
                <a:cubicBezTo>
                  <a:pt x="3331" y="4945"/>
                  <a:pt x="3958" y="6365"/>
                  <a:pt x="3330" y="7612"/>
                </a:cubicBezTo>
                <a:cubicBezTo>
                  <a:pt x="2843" y="8573"/>
                  <a:pt x="1725" y="9179"/>
                  <a:pt x="1025" y="10039"/>
                </a:cubicBezTo>
                <a:cubicBezTo>
                  <a:pt x="129" y="11143"/>
                  <a:pt x="1" y="12623"/>
                  <a:pt x="493" y="13871"/>
                </a:cubicBezTo>
                <a:cubicBezTo>
                  <a:pt x="985" y="15119"/>
                  <a:pt x="2039" y="16147"/>
                  <a:pt x="3280" y="16894"/>
                </a:cubicBezTo>
                <a:cubicBezTo>
                  <a:pt x="4303" y="17509"/>
                  <a:pt x="5501" y="17913"/>
                  <a:pt x="6745" y="17913"/>
                </a:cubicBezTo>
                <a:cubicBezTo>
                  <a:pt x="7100" y="17913"/>
                  <a:pt x="7459" y="17880"/>
                  <a:pt x="7819" y="17810"/>
                </a:cubicBezTo>
                <a:cubicBezTo>
                  <a:pt x="9799" y="17422"/>
                  <a:pt x="10027" y="16541"/>
                  <a:pt x="10831" y="15097"/>
                </a:cubicBezTo>
                <a:cubicBezTo>
                  <a:pt x="11709" y="13519"/>
                  <a:pt x="13719" y="12697"/>
                  <a:pt x="15584" y="12036"/>
                </a:cubicBezTo>
                <a:cubicBezTo>
                  <a:pt x="17450" y="11376"/>
                  <a:pt x="19474" y="10648"/>
                  <a:pt x="20504" y="9137"/>
                </a:cubicBezTo>
                <a:cubicBezTo>
                  <a:pt x="21026" y="8370"/>
                  <a:pt x="21230" y="7476"/>
                  <a:pt x="21324" y="6598"/>
                </a:cubicBezTo>
                <a:cubicBezTo>
                  <a:pt x="21484" y="5087"/>
                  <a:pt x="21327" y="3511"/>
                  <a:pt x="20489" y="2207"/>
                </a:cubicBezTo>
                <a:cubicBezTo>
                  <a:pt x="19684" y="953"/>
                  <a:pt x="18161" y="0"/>
                  <a:pt x="16498" y="0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4" name="Google Shape;3784;p167"/>
          <p:cNvSpPr/>
          <p:nvPr/>
        </p:nvSpPr>
        <p:spPr>
          <a:xfrm>
            <a:off x="7523670" y="3061640"/>
            <a:ext cx="2610037" cy="2720058"/>
          </a:xfrm>
          <a:custGeom>
            <a:rect b="b" l="l" r="r" t="t"/>
            <a:pathLst>
              <a:path extrusionOk="0" h="17059" w="16369">
                <a:moveTo>
                  <a:pt x="10538" y="1"/>
                </a:moveTo>
                <a:cubicBezTo>
                  <a:pt x="9733" y="1"/>
                  <a:pt x="8932" y="153"/>
                  <a:pt x="8209" y="515"/>
                </a:cubicBezTo>
                <a:cubicBezTo>
                  <a:pt x="7233" y="1004"/>
                  <a:pt x="6396" y="1857"/>
                  <a:pt x="6084" y="2920"/>
                </a:cubicBezTo>
                <a:cubicBezTo>
                  <a:pt x="5733" y="4112"/>
                  <a:pt x="6127" y="5357"/>
                  <a:pt x="5884" y="6560"/>
                </a:cubicBezTo>
                <a:cubicBezTo>
                  <a:pt x="5644" y="7754"/>
                  <a:pt x="4612" y="8436"/>
                  <a:pt x="3688" y="9100"/>
                </a:cubicBezTo>
                <a:cubicBezTo>
                  <a:pt x="2685" y="9819"/>
                  <a:pt x="1822" y="10680"/>
                  <a:pt x="1187" y="11745"/>
                </a:cubicBezTo>
                <a:cubicBezTo>
                  <a:pt x="569" y="12782"/>
                  <a:pt x="0" y="14113"/>
                  <a:pt x="309" y="15339"/>
                </a:cubicBezTo>
                <a:cubicBezTo>
                  <a:pt x="443" y="15869"/>
                  <a:pt x="737" y="16372"/>
                  <a:pt x="1186" y="16695"/>
                </a:cubicBezTo>
                <a:cubicBezTo>
                  <a:pt x="1565" y="16966"/>
                  <a:pt x="2011" y="17058"/>
                  <a:pt x="2463" y="17058"/>
                </a:cubicBezTo>
                <a:cubicBezTo>
                  <a:pt x="2614" y="17058"/>
                  <a:pt x="2766" y="17048"/>
                  <a:pt x="2915" y="17031"/>
                </a:cubicBezTo>
                <a:cubicBezTo>
                  <a:pt x="3625" y="16948"/>
                  <a:pt x="4330" y="16784"/>
                  <a:pt x="5032" y="16653"/>
                </a:cubicBezTo>
                <a:cubicBezTo>
                  <a:pt x="5778" y="16514"/>
                  <a:pt x="6525" y="16374"/>
                  <a:pt x="7271" y="16235"/>
                </a:cubicBezTo>
                <a:cubicBezTo>
                  <a:pt x="10255" y="15678"/>
                  <a:pt x="13240" y="15122"/>
                  <a:pt x="16225" y="14565"/>
                </a:cubicBezTo>
                <a:cubicBezTo>
                  <a:pt x="16319" y="14547"/>
                  <a:pt x="16369" y="14453"/>
                  <a:pt x="16334" y="14366"/>
                </a:cubicBezTo>
                <a:cubicBezTo>
                  <a:pt x="15910" y="13292"/>
                  <a:pt x="15542" y="12197"/>
                  <a:pt x="15242" y="11083"/>
                </a:cubicBezTo>
                <a:cubicBezTo>
                  <a:pt x="14709" y="9114"/>
                  <a:pt x="14380" y="7098"/>
                  <a:pt x="14239" y="5065"/>
                </a:cubicBezTo>
                <a:cubicBezTo>
                  <a:pt x="14136" y="3556"/>
                  <a:pt x="14047" y="1835"/>
                  <a:pt x="12931" y="701"/>
                </a:cubicBezTo>
                <a:cubicBezTo>
                  <a:pt x="13074" y="700"/>
                  <a:pt x="12339" y="230"/>
                  <a:pt x="12009" y="160"/>
                </a:cubicBezTo>
                <a:cubicBezTo>
                  <a:pt x="11529" y="58"/>
                  <a:pt x="11033" y="1"/>
                  <a:pt x="10538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5" name="Google Shape;3785;p167"/>
          <p:cNvSpPr/>
          <p:nvPr/>
        </p:nvSpPr>
        <p:spPr>
          <a:xfrm rot="10800000">
            <a:off x="-939674" y="4296971"/>
            <a:ext cx="3506497" cy="945803"/>
          </a:xfrm>
          <a:custGeom>
            <a:rect b="b" l="l" r="r" t="t"/>
            <a:pathLst>
              <a:path extrusionOk="0" h="6923" w="25667">
                <a:moveTo>
                  <a:pt x="95" y="1"/>
                </a:moveTo>
                <a:lnTo>
                  <a:pt x="95" y="1"/>
                </a:lnTo>
                <a:cubicBezTo>
                  <a:pt x="3" y="325"/>
                  <a:pt x="0" y="652"/>
                  <a:pt x="124" y="980"/>
                </a:cubicBezTo>
                <a:cubicBezTo>
                  <a:pt x="169" y="1098"/>
                  <a:pt x="231" y="1215"/>
                  <a:pt x="310" y="1328"/>
                </a:cubicBezTo>
                <a:cubicBezTo>
                  <a:pt x="324" y="1349"/>
                  <a:pt x="339" y="1369"/>
                  <a:pt x="355" y="1389"/>
                </a:cubicBezTo>
                <a:cubicBezTo>
                  <a:pt x="699" y="1846"/>
                  <a:pt x="1304" y="2249"/>
                  <a:pt x="2067" y="2533"/>
                </a:cubicBezTo>
                <a:cubicBezTo>
                  <a:pt x="2123" y="2554"/>
                  <a:pt x="2182" y="2574"/>
                  <a:pt x="2240" y="2594"/>
                </a:cubicBezTo>
                <a:cubicBezTo>
                  <a:pt x="2505" y="2684"/>
                  <a:pt x="2788" y="2761"/>
                  <a:pt x="3082" y="2820"/>
                </a:cubicBezTo>
                <a:cubicBezTo>
                  <a:pt x="3121" y="2828"/>
                  <a:pt x="3160" y="2836"/>
                  <a:pt x="3199" y="2843"/>
                </a:cubicBezTo>
                <a:cubicBezTo>
                  <a:pt x="3235" y="2848"/>
                  <a:pt x="3269" y="2855"/>
                  <a:pt x="3304" y="2861"/>
                </a:cubicBezTo>
                <a:cubicBezTo>
                  <a:pt x="4479" y="3062"/>
                  <a:pt x="5837" y="3029"/>
                  <a:pt x="6823" y="3420"/>
                </a:cubicBezTo>
                <a:cubicBezTo>
                  <a:pt x="7054" y="3512"/>
                  <a:pt x="7246" y="3619"/>
                  <a:pt x="7410" y="3737"/>
                </a:cubicBezTo>
                <a:cubicBezTo>
                  <a:pt x="7438" y="3757"/>
                  <a:pt x="7465" y="3777"/>
                  <a:pt x="7492" y="3798"/>
                </a:cubicBezTo>
                <a:cubicBezTo>
                  <a:pt x="7907" y="4126"/>
                  <a:pt x="8126" y="4532"/>
                  <a:pt x="8351" y="4940"/>
                </a:cubicBezTo>
                <a:cubicBezTo>
                  <a:pt x="8363" y="4960"/>
                  <a:pt x="8375" y="4981"/>
                  <a:pt x="8386" y="5002"/>
                </a:cubicBezTo>
                <a:cubicBezTo>
                  <a:pt x="8613" y="5409"/>
                  <a:pt x="8857" y="5814"/>
                  <a:pt x="9326" y="6143"/>
                </a:cubicBezTo>
                <a:cubicBezTo>
                  <a:pt x="9338" y="6152"/>
                  <a:pt x="9350" y="6161"/>
                  <a:pt x="9363" y="6170"/>
                </a:cubicBezTo>
                <a:cubicBezTo>
                  <a:pt x="9381" y="6181"/>
                  <a:pt x="9399" y="6193"/>
                  <a:pt x="9417" y="6205"/>
                </a:cubicBezTo>
                <a:cubicBezTo>
                  <a:pt x="10107" y="6649"/>
                  <a:pt x="11200" y="6895"/>
                  <a:pt x="12290" y="6920"/>
                </a:cubicBezTo>
                <a:cubicBezTo>
                  <a:pt x="12359" y="6922"/>
                  <a:pt x="12429" y="6922"/>
                  <a:pt x="12498" y="6922"/>
                </a:cubicBezTo>
                <a:cubicBezTo>
                  <a:pt x="13546" y="6922"/>
                  <a:pt x="14580" y="6739"/>
                  <a:pt x="15482" y="6457"/>
                </a:cubicBezTo>
                <a:cubicBezTo>
                  <a:pt x="15733" y="6379"/>
                  <a:pt x="15977" y="6292"/>
                  <a:pt x="16221" y="6206"/>
                </a:cubicBezTo>
                <a:cubicBezTo>
                  <a:pt x="16279" y="6185"/>
                  <a:pt x="16336" y="6163"/>
                  <a:pt x="16394" y="6143"/>
                </a:cubicBezTo>
                <a:cubicBezTo>
                  <a:pt x="17021" y="5919"/>
                  <a:pt x="17650" y="5699"/>
                  <a:pt x="18381" y="5606"/>
                </a:cubicBezTo>
                <a:cubicBezTo>
                  <a:pt x="18666" y="5570"/>
                  <a:pt x="18954" y="5554"/>
                  <a:pt x="19242" y="5554"/>
                </a:cubicBezTo>
                <a:cubicBezTo>
                  <a:pt x="20278" y="5554"/>
                  <a:pt x="21323" y="5757"/>
                  <a:pt x="22324" y="5932"/>
                </a:cubicBezTo>
                <a:cubicBezTo>
                  <a:pt x="22780" y="6013"/>
                  <a:pt x="23253" y="6086"/>
                  <a:pt x="23731" y="6144"/>
                </a:cubicBezTo>
                <a:cubicBezTo>
                  <a:pt x="23920" y="6169"/>
                  <a:pt x="24110" y="6189"/>
                  <a:pt x="24302" y="6207"/>
                </a:cubicBezTo>
                <a:cubicBezTo>
                  <a:pt x="24756" y="6249"/>
                  <a:pt x="25213" y="6274"/>
                  <a:pt x="25664" y="6275"/>
                </a:cubicBezTo>
                <a:lnTo>
                  <a:pt x="25664" y="6144"/>
                </a:lnTo>
                <a:lnTo>
                  <a:pt x="25665" y="5003"/>
                </a:lnTo>
                <a:lnTo>
                  <a:pt x="25665" y="3738"/>
                </a:lnTo>
                <a:lnTo>
                  <a:pt x="25666" y="2596"/>
                </a:lnTo>
                <a:lnTo>
                  <a:pt x="25666" y="1331"/>
                </a:lnTo>
                <a:lnTo>
                  <a:pt x="25667" y="5"/>
                </a:lnTo>
                <a:lnTo>
                  <a:pt x="3200" y="2"/>
                </a:lnTo>
                <a:lnTo>
                  <a:pt x="3083" y="2"/>
                </a:lnTo>
                <a:lnTo>
                  <a:pt x="95" y="1"/>
                </a:ln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6" name="Google Shape;3786;p167"/>
          <p:cNvSpPr/>
          <p:nvPr/>
        </p:nvSpPr>
        <p:spPr>
          <a:xfrm flipH="1" rot="-9899901">
            <a:off x="6804735" y="5046669"/>
            <a:ext cx="545173" cy="12772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87" name="Google Shape;3787;p167"/>
          <p:cNvGrpSpPr/>
          <p:nvPr/>
        </p:nvGrpSpPr>
        <p:grpSpPr>
          <a:xfrm rot="900044">
            <a:off x="7379843" y="3915870"/>
            <a:ext cx="228603" cy="207086"/>
            <a:chOff x="1640475" y="1197075"/>
            <a:chExt cx="55475" cy="50250"/>
          </a:xfrm>
        </p:grpSpPr>
        <p:sp>
          <p:nvSpPr>
            <p:cNvPr id="3788" name="Google Shape;3788;p16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16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16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91" name="Google Shape;3791;p167"/>
          <p:cNvGrpSpPr/>
          <p:nvPr/>
        </p:nvGrpSpPr>
        <p:grpSpPr>
          <a:xfrm rot="-10470744">
            <a:off x="2252761" y="705461"/>
            <a:ext cx="274444" cy="248605"/>
            <a:chOff x="1640475" y="1197075"/>
            <a:chExt cx="55475" cy="50250"/>
          </a:xfrm>
        </p:grpSpPr>
        <p:sp>
          <p:nvSpPr>
            <p:cNvPr id="3792" name="Google Shape;3792;p16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16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16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95" name="Google Shape;3795;p167"/>
          <p:cNvGrpSpPr/>
          <p:nvPr/>
        </p:nvGrpSpPr>
        <p:grpSpPr>
          <a:xfrm rot="9218921">
            <a:off x="791719" y="4067996"/>
            <a:ext cx="495467" cy="448821"/>
            <a:chOff x="1640475" y="1197075"/>
            <a:chExt cx="55475" cy="50250"/>
          </a:xfrm>
        </p:grpSpPr>
        <p:sp>
          <p:nvSpPr>
            <p:cNvPr id="3796" name="Google Shape;3796;p16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16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16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99" name="Google Shape;3799;p167"/>
          <p:cNvSpPr/>
          <p:nvPr/>
        </p:nvSpPr>
        <p:spPr>
          <a:xfrm rot="6434815">
            <a:off x="6797496" y="-23796"/>
            <a:ext cx="559646" cy="827411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0" name="Google Shape;3800;p167"/>
          <p:cNvSpPr/>
          <p:nvPr/>
        </p:nvSpPr>
        <p:spPr>
          <a:xfrm flipH="1" rot="8438797">
            <a:off x="3044679" y="-55191"/>
            <a:ext cx="847223" cy="198484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8">
  <p:cSld name="TITLE_AND_BODY_1">
    <p:spTree>
      <p:nvGrpSpPr>
        <p:cNvPr id="3801" name="Shape 3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02" name="Google Shape;3802;p168"/>
          <p:cNvSpPr/>
          <p:nvPr/>
        </p:nvSpPr>
        <p:spPr>
          <a:xfrm>
            <a:off x="-410657" y="-145804"/>
            <a:ext cx="4197745" cy="1131860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3" name="Google Shape;3803;p168"/>
          <p:cNvSpPr/>
          <p:nvPr/>
        </p:nvSpPr>
        <p:spPr>
          <a:xfrm rot="-6752784">
            <a:off x="2051407" y="216393"/>
            <a:ext cx="1195911" cy="1089409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4" name="Google Shape;3804;p168"/>
          <p:cNvSpPr/>
          <p:nvPr/>
        </p:nvSpPr>
        <p:spPr>
          <a:xfrm>
            <a:off x="-572725" y="2861528"/>
            <a:ext cx="2676986" cy="2789665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5" name="Google Shape;3805;p168"/>
          <p:cNvSpPr/>
          <p:nvPr/>
        </p:nvSpPr>
        <p:spPr>
          <a:xfrm>
            <a:off x="6594726" y="4161014"/>
            <a:ext cx="3033994" cy="1250590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6" name="Google Shape;3806;p168"/>
          <p:cNvSpPr/>
          <p:nvPr/>
        </p:nvSpPr>
        <p:spPr>
          <a:xfrm>
            <a:off x="6027407" y="-371325"/>
            <a:ext cx="3627154" cy="2893677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7" name="Google Shape;3807;p168"/>
          <p:cNvSpPr txBox="1"/>
          <p:nvPr>
            <p:ph type="title"/>
          </p:nvPr>
        </p:nvSpPr>
        <p:spPr>
          <a:xfrm>
            <a:off x="2085275" y="673465"/>
            <a:ext cx="4973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grpSp>
        <p:nvGrpSpPr>
          <p:cNvPr id="3808" name="Google Shape;3808;p168"/>
          <p:cNvGrpSpPr/>
          <p:nvPr/>
        </p:nvGrpSpPr>
        <p:grpSpPr>
          <a:xfrm rot="1800041">
            <a:off x="8665997" y="4106761"/>
            <a:ext cx="221773" cy="200885"/>
            <a:chOff x="1640475" y="1197075"/>
            <a:chExt cx="55475" cy="50250"/>
          </a:xfrm>
        </p:grpSpPr>
        <p:sp>
          <p:nvSpPr>
            <p:cNvPr id="3809" name="Google Shape;3809;p16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16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16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12" name="Google Shape;3812;p168"/>
          <p:cNvGrpSpPr/>
          <p:nvPr/>
        </p:nvGrpSpPr>
        <p:grpSpPr>
          <a:xfrm rot="-9900030">
            <a:off x="667534" y="4625752"/>
            <a:ext cx="215932" cy="195605"/>
            <a:chOff x="1640475" y="1197075"/>
            <a:chExt cx="55475" cy="50250"/>
          </a:xfrm>
        </p:grpSpPr>
        <p:sp>
          <p:nvSpPr>
            <p:cNvPr id="3813" name="Google Shape;3813;p16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16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16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16" name="Google Shape;3816;p168"/>
          <p:cNvGrpSpPr/>
          <p:nvPr/>
        </p:nvGrpSpPr>
        <p:grpSpPr>
          <a:xfrm rot="-5400000">
            <a:off x="8514555" y="2548984"/>
            <a:ext cx="244822" cy="221773"/>
            <a:chOff x="1640475" y="1197075"/>
            <a:chExt cx="55475" cy="50250"/>
          </a:xfrm>
        </p:grpSpPr>
        <p:sp>
          <p:nvSpPr>
            <p:cNvPr id="3817" name="Google Shape;3817;p16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16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16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20" name="Google Shape;3820;p168"/>
          <p:cNvSpPr/>
          <p:nvPr/>
        </p:nvSpPr>
        <p:spPr>
          <a:xfrm rot="912813">
            <a:off x="8372080" y="228912"/>
            <a:ext cx="529792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21" name="Google Shape;3821;p168"/>
          <p:cNvGrpSpPr/>
          <p:nvPr/>
        </p:nvGrpSpPr>
        <p:grpSpPr>
          <a:xfrm rot="-5400000">
            <a:off x="313974" y="982572"/>
            <a:ext cx="221772" cy="200884"/>
            <a:chOff x="1640475" y="1197075"/>
            <a:chExt cx="55475" cy="50250"/>
          </a:xfrm>
        </p:grpSpPr>
        <p:sp>
          <p:nvSpPr>
            <p:cNvPr id="3822" name="Google Shape;3822;p16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16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16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25" name="Google Shape;3825;p168"/>
          <p:cNvSpPr/>
          <p:nvPr/>
        </p:nvSpPr>
        <p:spPr>
          <a:xfrm>
            <a:off x="8536325" y="4434061"/>
            <a:ext cx="609613" cy="95515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26" name="Google Shape;3826;p168"/>
          <p:cNvSpPr/>
          <p:nvPr/>
        </p:nvSpPr>
        <p:spPr>
          <a:xfrm rot="-650986">
            <a:off x="1480420" y="4695682"/>
            <a:ext cx="1027315" cy="24067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 1">
  <p:cSld name="CUSTOM_7">
    <p:spTree>
      <p:nvGrpSpPr>
        <p:cNvPr id="3827" name="Shape 38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8" name="Google Shape;3828;p169"/>
          <p:cNvSpPr txBox="1"/>
          <p:nvPr>
            <p:ph type="title"/>
          </p:nvPr>
        </p:nvSpPr>
        <p:spPr>
          <a:xfrm>
            <a:off x="821675" y="759553"/>
            <a:ext cx="28812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CUSTOM_10">
    <p:spTree>
      <p:nvGrpSpPr>
        <p:cNvPr id="3829" name="Shape 38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30" name="Google Shape;3830;p170"/>
          <p:cNvSpPr txBox="1"/>
          <p:nvPr>
            <p:ph type="title"/>
          </p:nvPr>
        </p:nvSpPr>
        <p:spPr>
          <a:xfrm>
            <a:off x="3453650" y="758950"/>
            <a:ext cx="2236500" cy="45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831" name="Google Shape;3831;p170"/>
          <p:cNvSpPr txBox="1"/>
          <p:nvPr>
            <p:ph idx="2" type="title"/>
          </p:nvPr>
        </p:nvSpPr>
        <p:spPr>
          <a:xfrm>
            <a:off x="5158538" y="2685326"/>
            <a:ext cx="2986800" cy="30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832" name="Google Shape;3832;p170"/>
          <p:cNvSpPr txBox="1"/>
          <p:nvPr>
            <p:ph idx="1" type="subTitle"/>
          </p:nvPr>
        </p:nvSpPr>
        <p:spPr>
          <a:xfrm>
            <a:off x="5146688" y="3128200"/>
            <a:ext cx="3010500" cy="115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3833" name="Google Shape;3833;p170"/>
          <p:cNvSpPr txBox="1"/>
          <p:nvPr>
            <p:ph idx="3" type="title"/>
          </p:nvPr>
        </p:nvSpPr>
        <p:spPr>
          <a:xfrm>
            <a:off x="998649" y="2685326"/>
            <a:ext cx="2986800" cy="30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834" name="Google Shape;3834;p170"/>
          <p:cNvSpPr txBox="1"/>
          <p:nvPr>
            <p:ph idx="4" type="subTitle"/>
          </p:nvPr>
        </p:nvSpPr>
        <p:spPr>
          <a:xfrm>
            <a:off x="986799" y="3128200"/>
            <a:ext cx="3010500" cy="115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3835" name="Google Shape;3835;p170"/>
          <p:cNvSpPr txBox="1"/>
          <p:nvPr>
            <p:ph hasCustomPrompt="1" idx="5" type="title"/>
          </p:nvPr>
        </p:nvSpPr>
        <p:spPr>
          <a:xfrm>
            <a:off x="1604199" y="1705438"/>
            <a:ext cx="1775700" cy="83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34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3836" name="Google Shape;3836;p170"/>
          <p:cNvSpPr txBox="1"/>
          <p:nvPr>
            <p:ph hasCustomPrompt="1" idx="6" type="title"/>
          </p:nvPr>
        </p:nvSpPr>
        <p:spPr>
          <a:xfrm>
            <a:off x="5764088" y="1705438"/>
            <a:ext cx="1775700" cy="83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34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3837" name="Google Shape;3837;p170"/>
          <p:cNvSpPr/>
          <p:nvPr/>
        </p:nvSpPr>
        <p:spPr>
          <a:xfrm rot="8931853">
            <a:off x="-473415" y="3388543"/>
            <a:ext cx="1985634" cy="2326871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38" name="Google Shape;3838;p170"/>
          <p:cNvSpPr/>
          <p:nvPr/>
        </p:nvSpPr>
        <p:spPr>
          <a:xfrm flipH="1">
            <a:off x="5767795" y="3381513"/>
            <a:ext cx="3634529" cy="1998485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39" name="Google Shape;3839;p170"/>
          <p:cNvSpPr/>
          <p:nvPr/>
        </p:nvSpPr>
        <p:spPr>
          <a:xfrm>
            <a:off x="-486750" y="-470462"/>
            <a:ext cx="3133499" cy="2020960"/>
          </a:xfrm>
          <a:custGeom>
            <a:rect b="b" l="l" r="r" t="t"/>
            <a:pathLst>
              <a:path extrusionOk="0" h="11330" w="20526">
                <a:moveTo>
                  <a:pt x="12939" y="1"/>
                </a:moveTo>
                <a:cubicBezTo>
                  <a:pt x="11999" y="1"/>
                  <a:pt x="11086" y="167"/>
                  <a:pt x="10169" y="370"/>
                </a:cubicBezTo>
                <a:cubicBezTo>
                  <a:pt x="9691" y="476"/>
                  <a:pt x="9213" y="584"/>
                  <a:pt x="8731" y="667"/>
                </a:cubicBezTo>
                <a:cubicBezTo>
                  <a:pt x="8234" y="750"/>
                  <a:pt x="7732" y="802"/>
                  <a:pt x="7229" y="839"/>
                </a:cubicBezTo>
                <a:cubicBezTo>
                  <a:pt x="6231" y="913"/>
                  <a:pt x="5230" y="935"/>
                  <a:pt x="4235" y="1052"/>
                </a:cubicBezTo>
                <a:cubicBezTo>
                  <a:pt x="3806" y="1102"/>
                  <a:pt x="3380" y="1184"/>
                  <a:pt x="2951" y="1235"/>
                </a:cubicBezTo>
                <a:cubicBezTo>
                  <a:pt x="2746" y="1260"/>
                  <a:pt x="2537" y="1279"/>
                  <a:pt x="2328" y="1279"/>
                </a:cubicBezTo>
                <a:cubicBezTo>
                  <a:pt x="2138" y="1279"/>
                  <a:pt x="1948" y="1263"/>
                  <a:pt x="1762" y="1222"/>
                </a:cubicBezTo>
                <a:cubicBezTo>
                  <a:pt x="1578" y="1180"/>
                  <a:pt x="1402" y="1113"/>
                  <a:pt x="1242" y="1012"/>
                </a:cubicBezTo>
                <a:cubicBezTo>
                  <a:pt x="1161" y="960"/>
                  <a:pt x="1089" y="870"/>
                  <a:pt x="988" y="868"/>
                </a:cubicBezTo>
                <a:cubicBezTo>
                  <a:pt x="985" y="868"/>
                  <a:pt x="983" y="868"/>
                  <a:pt x="981" y="868"/>
                </a:cubicBezTo>
                <a:cubicBezTo>
                  <a:pt x="897" y="868"/>
                  <a:pt x="810" y="887"/>
                  <a:pt x="732" y="917"/>
                </a:cubicBezTo>
                <a:cubicBezTo>
                  <a:pt x="360" y="1060"/>
                  <a:pt x="147" y="1435"/>
                  <a:pt x="79" y="1816"/>
                </a:cubicBezTo>
                <a:cubicBezTo>
                  <a:pt x="38" y="2046"/>
                  <a:pt x="37" y="2279"/>
                  <a:pt x="38" y="2512"/>
                </a:cubicBezTo>
                <a:cubicBezTo>
                  <a:pt x="38" y="2767"/>
                  <a:pt x="39" y="3024"/>
                  <a:pt x="40" y="3279"/>
                </a:cubicBezTo>
                <a:cubicBezTo>
                  <a:pt x="42" y="3797"/>
                  <a:pt x="44" y="4315"/>
                  <a:pt x="46" y="4833"/>
                </a:cubicBezTo>
                <a:cubicBezTo>
                  <a:pt x="50" y="5817"/>
                  <a:pt x="54" y="6803"/>
                  <a:pt x="57" y="7787"/>
                </a:cubicBezTo>
                <a:cubicBezTo>
                  <a:pt x="55" y="7786"/>
                  <a:pt x="54" y="7785"/>
                  <a:pt x="52" y="7785"/>
                </a:cubicBezTo>
                <a:cubicBezTo>
                  <a:pt x="0" y="7785"/>
                  <a:pt x="101" y="8649"/>
                  <a:pt x="628" y="8724"/>
                </a:cubicBezTo>
                <a:cubicBezTo>
                  <a:pt x="1441" y="8840"/>
                  <a:pt x="1514" y="10145"/>
                  <a:pt x="2146" y="10693"/>
                </a:cubicBezTo>
                <a:cubicBezTo>
                  <a:pt x="2452" y="10957"/>
                  <a:pt x="2805" y="11167"/>
                  <a:pt x="3199" y="11261"/>
                </a:cubicBezTo>
                <a:cubicBezTo>
                  <a:pt x="3402" y="11310"/>
                  <a:pt x="3609" y="11330"/>
                  <a:pt x="3816" y="11330"/>
                </a:cubicBezTo>
                <a:cubicBezTo>
                  <a:pt x="4077" y="11330"/>
                  <a:pt x="4340" y="11298"/>
                  <a:pt x="4597" y="11251"/>
                </a:cubicBezTo>
                <a:cubicBezTo>
                  <a:pt x="5367" y="11113"/>
                  <a:pt x="6207" y="10865"/>
                  <a:pt x="6645" y="10152"/>
                </a:cubicBezTo>
                <a:cubicBezTo>
                  <a:pt x="6859" y="9801"/>
                  <a:pt x="6970" y="9395"/>
                  <a:pt x="7203" y="9055"/>
                </a:cubicBezTo>
                <a:cubicBezTo>
                  <a:pt x="7421" y="8736"/>
                  <a:pt x="7758" y="8532"/>
                  <a:pt x="8120" y="8419"/>
                </a:cubicBezTo>
                <a:cubicBezTo>
                  <a:pt x="8559" y="8282"/>
                  <a:pt x="9011" y="8265"/>
                  <a:pt x="9465" y="8265"/>
                </a:cubicBezTo>
                <a:cubicBezTo>
                  <a:pt x="9615" y="8265"/>
                  <a:pt x="9765" y="8267"/>
                  <a:pt x="9915" y="8267"/>
                </a:cubicBezTo>
                <a:cubicBezTo>
                  <a:pt x="10115" y="8267"/>
                  <a:pt x="10316" y="8264"/>
                  <a:pt x="10515" y="8248"/>
                </a:cubicBezTo>
                <a:cubicBezTo>
                  <a:pt x="10927" y="8216"/>
                  <a:pt x="11342" y="8132"/>
                  <a:pt x="11707" y="7927"/>
                </a:cubicBezTo>
                <a:cubicBezTo>
                  <a:pt x="12074" y="7718"/>
                  <a:pt x="12352" y="7394"/>
                  <a:pt x="12600" y="7055"/>
                </a:cubicBezTo>
                <a:cubicBezTo>
                  <a:pt x="13089" y="6385"/>
                  <a:pt x="13543" y="5673"/>
                  <a:pt x="14244" y="5207"/>
                </a:cubicBezTo>
                <a:cubicBezTo>
                  <a:pt x="14594" y="4972"/>
                  <a:pt x="14986" y="4825"/>
                  <a:pt x="15405" y="4792"/>
                </a:cubicBezTo>
                <a:cubicBezTo>
                  <a:pt x="15494" y="4785"/>
                  <a:pt x="15582" y="4782"/>
                  <a:pt x="15670" y="4782"/>
                </a:cubicBezTo>
                <a:cubicBezTo>
                  <a:pt x="16070" y="4782"/>
                  <a:pt x="16469" y="4843"/>
                  <a:pt x="16866" y="4877"/>
                </a:cubicBezTo>
                <a:cubicBezTo>
                  <a:pt x="17302" y="4915"/>
                  <a:pt x="17740" y="4933"/>
                  <a:pt x="18178" y="4933"/>
                </a:cubicBezTo>
                <a:cubicBezTo>
                  <a:pt x="18243" y="4933"/>
                  <a:pt x="18309" y="4933"/>
                  <a:pt x="18374" y="4932"/>
                </a:cubicBezTo>
                <a:cubicBezTo>
                  <a:pt x="18585" y="4929"/>
                  <a:pt x="18814" y="4941"/>
                  <a:pt x="19012" y="4857"/>
                </a:cubicBezTo>
                <a:cubicBezTo>
                  <a:pt x="19193" y="4780"/>
                  <a:pt x="19305" y="4623"/>
                  <a:pt x="19390" y="4450"/>
                </a:cubicBezTo>
                <a:cubicBezTo>
                  <a:pt x="19618" y="3989"/>
                  <a:pt x="19825" y="3515"/>
                  <a:pt x="20041" y="3049"/>
                </a:cubicBezTo>
                <a:cubicBezTo>
                  <a:pt x="20147" y="2821"/>
                  <a:pt x="20256" y="2595"/>
                  <a:pt x="20357" y="2365"/>
                </a:cubicBezTo>
                <a:cubicBezTo>
                  <a:pt x="20444" y="2165"/>
                  <a:pt x="20525" y="1951"/>
                  <a:pt x="20518" y="1728"/>
                </a:cubicBezTo>
                <a:cubicBezTo>
                  <a:pt x="20505" y="1297"/>
                  <a:pt x="20161" y="1008"/>
                  <a:pt x="19822" y="810"/>
                </a:cubicBezTo>
                <a:cubicBezTo>
                  <a:pt x="19463" y="601"/>
                  <a:pt x="19065" y="469"/>
                  <a:pt x="18660" y="392"/>
                </a:cubicBezTo>
                <a:cubicBezTo>
                  <a:pt x="17815" y="229"/>
                  <a:pt x="16950" y="272"/>
                  <a:pt x="16095" y="224"/>
                </a:cubicBezTo>
                <a:cubicBezTo>
                  <a:pt x="15084" y="168"/>
                  <a:pt x="14079" y="19"/>
                  <a:pt x="13065" y="2"/>
                </a:cubicBezTo>
                <a:cubicBezTo>
                  <a:pt x="13023" y="1"/>
                  <a:pt x="12981" y="1"/>
                  <a:pt x="12939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0" name="Google Shape;3840;p170"/>
          <p:cNvSpPr/>
          <p:nvPr/>
        </p:nvSpPr>
        <p:spPr>
          <a:xfrm flipH="1" rot="-10062774">
            <a:off x="6713799" y="-294661"/>
            <a:ext cx="3721225" cy="1536326"/>
          </a:xfrm>
          <a:custGeom>
            <a:rect b="b" l="l" r="r" t="t"/>
            <a:pathLst>
              <a:path extrusionOk="0" h="8613" w="24376">
                <a:moveTo>
                  <a:pt x="12572" y="1"/>
                </a:moveTo>
                <a:cubicBezTo>
                  <a:pt x="11930" y="1"/>
                  <a:pt x="11305" y="137"/>
                  <a:pt x="10778" y="460"/>
                </a:cubicBezTo>
                <a:cubicBezTo>
                  <a:pt x="10193" y="818"/>
                  <a:pt x="9818" y="1341"/>
                  <a:pt x="9503" y="1852"/>
                </a:cubicBezTo>
                <a:cubicBezTo>
                  <a:pt x="9167" y="2398"/>
                  <a:pt x="8889" y="2969"/>
                  <a:pt x="8475" y="3485"/>
                </a:cubicBezTo>
                <a:cubicBezTo>
                  <a:pt x="8044" y="4023"/>
                  <a:pt x="7451" y="4445"/>
                  <a:pt x="6633" y="4599"/>
                </a:cubicBezTo>
                <a:cubicBezTo>
                  <a:pt x="6259" y="4669"/>
                  <a:pt x="5879" y="4690"/>
                  <a:pt x="5496" y="4690"/>
                </a:cubicBezTo>
                <a:cubicBezTo>
                  <a:pt x="4945" y="4690"/>
                  <a:pt x="4388" y="4646"/>
                  <a:pt x="3837" y="4646"/>
                </a:cubicBezTo>
                <a:cubicBezTo>
                  <a:pt x="3701" y="4646"/>
                  <a:pt x="3564" y="4649"/>
                  <a:pt x="3429" y="4656"/>
                </a:cubicBezTo>
                <a:cubicBezTo>
                  <a:pt x="2927" y="4680"/>
                  <a:pt x="2424" y="4755"/>
                  <a:pt x="1974" y="4934"/>
                </a:cubicBezTo>
                <a:cubicBezTo>
                  <a:pt x="1568" y="5095"/>
                  <a:pt x="1218" y="5332"/>
                  <a:pt x="943" y="5611"/>
                </a:cubicBezTo>
                <a:cubicBezTo>
                  <a:pt x="425" y="6133"/>
                  <a:pt x="179" y="6806"/>
                  <a:pt x="311" y="7456"/>
                </a:cubicBezTo>
                <a:cubicBezTo>
                  <a:pt x="309" y="7456"/>
                  <a:pt x="307" y="7456"/>
                  <a:pt x="305" y="7456"/>
                </a:cubicBezTo>
                <a:cubicBezTo>
                  <a:pt x="282" y="7456"/>
                  <a:pt x="258" y="7461"/>
                  <a:pt x="234" y="7475"/>
                </a:cubicBezTo>
                <a:cubicBezTo>
                  <a:pt x="83" y="7556"/>
                  <a:pt x="1" y="7677"/>
                  <a:pt x="4" y="7821"/>
                </a:cubicBezTo>
                <a:cubicBezTo>
                  <a:pt x="12" y="8172"/>
                  <a:pt x="404" y="8373"/>
                  <a:pt x="826" y="8396"/>
                </a:cubicBezTo>
                <a:cubicBezTo>
                  <a:pt x="860" y="8398"/>
                  <a:pt x="894" y="8399"/>
                  <a:pt x="929" y="8399"/>
                </a:cubicBezTo>
                <a:cubicBezTo>
                  <a:pt x="1162" y="8399"/>
                  <a:pt x="1397" y="8361"/>
                  <a:pt x="1626" y="8334"/>
                </a:cubicBezTo>
                <a:cubicBezTo>
                  <a:pt x="1931" y="8297"/>
                  <a:pt x="2238" y="8262"/>
                  <a:pt x="2544" y="8230"/>
                </a:cubicBezTo>
                <a:cubicBezTo>
                  <a:pt x="3747" y="8107"/>
                  <a:pt x="4958" y="8023"/>
                  <a:pt x="6170" y="7965"/>
                </a:cubicBezTo>
                <a:cubicBezTo>
                  <a:pt x="8591" y="7850"/>
                  <a:pt x="11019" y="7838"/>
                  <a:pt x="13445" y="7824"/>
                </a:cubicBezTo>
                <a:cubicBezTo>
                  <a:pt x="13813" y="7822"/>
                  <a:pt x="14182" y="7820"/>
                  <a:pt x="14552" y="7820"/>
                </a:cubicBezTo>
                <a:cubicBezTo>
                  <a:pt x="16507" y="7820"/>
                  <a:pt x="18472" y="7870"/>
                  <a:pt x="20390" y="8174"/>
                </a:cubicBezTo>
                <a:cubicBezTo>
                  <a:pt x="20952" y="8264"/>
                  <a:pt x="21511" y="8375"/>
                  <a:pt x="22057" y="8512"/>
                </a:cubicBezTo>
                <a:cubicBezTo>
                  <a:pt x="22240" y="8558"/>
                  <a:pt x="22430" y="8612"/>
                  <a:pt x="22625" y="8612"/>
                </a:cubicBezTo>
                <a:cubicBezTo>
                  <a:pt x="22665" y="8612"/>
                  <a:pt x="22706" y="8610"/>
                  <a:pt x="22747" y="8605"/>
                </a:cubicBezTo>
                <a:cubicBezTo>
                  <a:pt x="22986" y="8575"/>
                  <a:pt x="23126" y="8437"/>
                  <a:pt x="23188" y="8265"/>
                </a:cubicBezTo>
                <a:cubicBezTo>
                  <a:pt x="23342" y="7840"/>
                  <a:pt x="23440" y="7396"/>
                  <a:pt x="23556" y="6963"/>
                </a:cubicBezTo>
                <a:cubicBezTo>
                  <a:pt x="23675" y="6520"/>
                  <a:pt x="23785" y="6077"/>
                  <a:pt x="23879" y="5631"/>
                </a:cubicBezTo>
                <a:cubicBezTo>
                  <a:pt x="24251" y="3879"/>
                  <a:pt x="24375" y="2063"/>
                  <a:pt x="23717" y="343"/>
                </a:cubicBezTo>
                <a:cubicBezTo>
                  <a:pt x="23697" y="293"/>
                  <a:pt x="23642" y="267"/>
                  <a:pt x="23586" y="267"/>
                </a:cubicBezTo>
                <a:cubicBezTo>
                  <a:pt x="23541" y="267"/>
                  <a:pt x="23495" y="284"/>
                  <a:pt x="23467" y="317"/>
                </a:cubicBezTo>
                <a:cubicBezTo>
                  <a:pt x="23327" y="480"/>
                  <a:pt x="23169" y="631"/>
                  <a:pt x="22991" y="769"/>
                </a:cubicBezTo>
                <a:cubicBezTo>
                  <a:pt x="22274" y="1328"/>
                  <a:pt x="21289" y="1670"/>
                  <a:pt x="20281" y="1764"/>
                </a:cubicBezTo>
                <a:cubicBezTo>
                  <a:pt x="20062" y="1784"/>
                  <a:pt x="19841" y="1794"/>
                  <a:pt x="19620" y="1794"/>
                </a:cubicBezTo>
                <a:cubicBezTo>
                  <a:pt x="18644" y="1794"/>
                  <a:pt x="17671" y="1601"/>
                  <a:pt x="16789" y="1286"/>
                </a:cubicBezTo>
                <a:cubicBezTo>
                  <a:pt x="15722" y="905"/>
                  <a:pt x="14754" y="349"/>
                  <a:pt x="13607" y="110"/>
                </a:cubicBezTo>
                <a:cubicBezTo>
                  <a:pt x="13266" y="40"/>
                  <a:pt x="12917" y="1"/>
                  <a:pt x="12572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41" name="Google Shape;3841;p170"/>
          <p:cNvGrpSpPr/>
          <p:nvPr/>
        </p:nvGrpSpPr>
        <p:grpSpPr>
          <a:xfrm flipH="1" rot="6282408">
            <a:off x="7303607" y="583551"/>
            <a:ext cx="221771" cy="200883"/>
            <a:chOff x="1640475" y="1197075"/>
            <a:chExt cx="55475" cy="50250"/>
          </a:xfrm>
        </p:grpSpPr>
        <p:sp>
          <p:nvSpPr>
            <p:cNvPr id="3842" name="Google Shape;3842;p17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17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17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45" name="Google Shape;3845;p170"/>
          <p:cNvGrpSpPr/>
          <p:nvPr/>
        </p:nvGrpSpPr>
        <p:grpSpPr>
          <a:xfrm flipH="1" rot="1058897">
            <a:off x="2144106" y="4766550"/>
            <a:ext cx="215936" cy="195603"/>
            <a:chOff x="1640475" y="1197075"/>
            <a:chExt cx="55475" cy="50250"/>
          </a:xfrm>
        </p:grpSpPr>
        <p:sp>
          <p:nvSpPr>
            <p:cNvPr id="3846" name="Google Shape;3846;p17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17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17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49" name="Google Shape;3849;p170"/>
          <p:cNvSpPr/>
          <p:nvPr/>
        </p:nvSpPr>
        <p:spPr>
          <a:xfrm flipH="1" rot="8431516">
            <a:off x="4727883" y="4802296"/>
            <a:ext cx="529784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50" name="Google Shape;3850;p170"/>
          <p:cNvGrpSpPr/>
          <p:nvPr/>
        </p:nvGrpSpPr>
        <p:grpSpPr>
          <a:xfrm flipH="1" rot="-900000">
            <a:off x="1033440" y="1356661"/>
            <a:ext cx="347165" cy="314462"/>
            <a:chOff x="1640475" y="1197075"/>
            <a:chExt cx="55475" cy="50250"/>
          </a:xfrm>
        </p:grpSpPr>
        <p:sp>
          <p:nvSpPr>
            <p:cNvPr id="3851" name="Google Shape;3851;p17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17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17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54" name="Google Shape;3854;p170"/>
          <p:cNvGrpSpPr/>
          <p:nvPr/>
        </p:nvGrpSpPr>
        <p:grpSpPr>
          <a:xfrm flipH="1" rot="-899970">
            <a:off x="8699534" y="3067391"/>
            <a:ext cx="215932" cy="195605"/>
            <a:chOff x="1640475" y="1197075"/>
            <a:chExt cx="55475" cy="50250"/>
          </a:xfrm>
        </p:grpSpPr>
        <p:sp>
          <p:nvSpPr>
            <p:cNvPr id="3855" name="Google Shape;3855;p17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17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17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58" name="Google Shape;3858;p170"/>
          <p:cNvSpPr/>
          <p:nvPr/>
        </p:nvSpPr>
        <p:spPr>
          <a:xfrm flipH="1" rot="-10042467">
            <a:off x="-211717" y="1817492"/>
            <a:ext cx="529787" cy="12411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CUSTOM_10_1">
    <p:spTree>
      <p:nvGrpSpPr>
        <p:cNvPr id="3859" name="Shape 38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0" name="Google Shape;3860;p171"/>
          <p:cNvSpPr txBox="1"/>
          <p:nvPr>
            <p:ph type="title"/>
          </p:nvPr>
        </p:nvSpPr>
        <p:spPr>
          <a:xfrm>
            <a:off x="3310150" y="758950"/>
            <a:ext cx="2523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861" name="Google Shape;3861;p171"/>
          <p:cNvSpPr txBox="1"/>
          <p:nvPr>
            <p:ph idx="2" type="title"/>
          </p:nvPr>
        </p:nvSpPr>
        <p:spPr>
          <a:xfrm>
            <a:off x="5269077" y="3468800"/>
            <a:ext cx="2228400" cy="30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862" name="Google Shape;3862;p171"/>
          <p:cNvSpPr txBox="1"/>
          <p:nvPr>
            <p:ph idx="1" type="subTitle"/>
          </p:nvPr>
        </p:nvSpPr>
        <p:spPr>
          <a:xfrm>
            <a:off x="5260227" y="3879375"/>
            <a:ext cx="2246100" cy="51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3863" name="Google Shape;3863;p171"/>
          <p:cNvSpPr txBox="1"/>
          <p:nvPr>
            <p:ph idx="3" type="title"/>
          </p:nvPr>
        </p:nvSpPr>
        <p:spPr>
          <a:xfrm>
            <a:off x="1637465" y="3468800"/>
            <a:ext cx="2246100" cy="30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864" name="Google Shape;3864;p171"/>
          <p:cNvSpPr txBox="1"/>
          <p:nvPr>
            <p:ph idx="4" type="subTitle"/>
          </p:nvPr>
        </p:nvSpPr>
        <p:spPr>
          <a:xfrm>
            <a:off x="1628615" y="3879375"/>
            <a:ext cx="2263800" cy="51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3865" name="Google Shape;3865;p171"/>
          <p:cNvSpPr/>
          <p:nvPr/>
        </p:nvSpPr>
        <p:spPr>
          <a:xfrm flipH="1">
            <a:off x="5472659" y="-171500"/>
            <a:ext cx="3715991" cy="1895529"/>
          </a:xfrm>
          <a:custGeom>
            <a:rect b="b" l="l" r="r" t="t"/>
            <a:pathLst>
              <a:path extrusionOk="0" h="6348" w="14457">
                <a:moveTo>
                  <a:pt x="0" y="1"/>
                </a:moveTo>
                <a:lnTo>
                  <a:pt x="0" y="6160"/>
                </a:lnTo>
                <a:cubicBezTo>
                  <a:pt x="307" y="6283"/>
                  <a:pt x="641" y="6348"/>
                  <a:pt x="972" y="6348"/>
                </a:cubicBezTo>
                <a:cubicBezTo>
                  <a:pt x="1431" y="6348"/>
                  <a:pt x="1886" y="6223"/>
                  <a:pt x="2259" y="5957"/>
                </a:cubicBezTo>
                <a:cubicBezTo>
                  <a:pt x="2971" y="5450"/>
                  <a:pt x="3272" y="4560"/>
                  <a:pt x="3620" y="3758"/>
                </a:cubicBezTo>
                <a:cubicBezTo>
                  <a:pt x="3967" y="2955"/>
                  <a:pt x="4504" y="2110"/>
                  <a:pt x="5362" y="1938"/>
                </a:cubicBezTo>
                <a:cubicBezTo>
                  <a:pt x="5472" y="1916"/>
                  <a:pt x="5582" y="1906"/>
                  <a:pt x="5692" y="1906"/>
                </a:cubicBezTo>
                <a:cubicBezTo>
                  <a:pt x="6160" y="1906"/>
                  <a:pt x="6628" y="2081"/>
                  <a:pt x="7080" y="2232"/>
                </a:cubicBezTo>
                <a:cubicBezTo>
                  <a:pt x="7585" y="2401"/>
                  <a:pt x="8141" y="2535"/>
                  <a:pt x="8672" y="2535"/>
                </a:cubicBezTo>
                <a:cubicBezTo>
                  <a:pt x="9138" y="2535"/>
                  <a:pt x="9586" y="2431"/>
                  <a:pt x="9965" y="2156"/>
                </a:cubicBezTo>
                <a:cubicBezTo>
                  <a:pt x="10504" y="1765"/>
                  <a:pt x="10846" y="1060"/>
                  <a:pt x="11419" y="789"/>
                </a:cubicBezTo>
                <a:lnTo>
                  <a:pt x="11420" y="789"/>
                </a:lnTo>
                <a:cubicBezTo>
                  <a:pt x="11436" y="781"/>
                  <a:pt x="11452" y="774"/>
                  <a:pt x="11469" y="767"/>
                </a:cubicBezTo>
                <a:cubicBezTo>
                  <a:pt x="11544" y="736"/>
                  <a:pt x="11623" y="712"/>
                  <a:pt x="11706" y="696"/>
                </a:cubicBezTo>
                <a:cubicBezTo>
                  <a:pt x="11777" y="683"/>
                  <a:pt x="11848" y="678"/>
                  <a:pt x="11919" y="678"/>
                </a:cubicBezTo>
                <a:cubicBezTo>
                  <a:pt x="12271" y="678"/>
                  <a:pt x="12623" y="809"/>
                  <a:pt x="12978" y="824"/>
                </a:cubicBezTo>
                <a:cubicBezTo>
                  <a:pt x="12999" y="824"/>
                  <a:pt x="13020" y="825"/>
                  <a:pt x="13041" y="825"/>
                </a:cubicBezTo>
                <a:cubicBezTo>
                  <a:pt x="13511" y="825"/>
                  <a:pt x="13977" y="611"/>
                  <a:pt x="14281" y="253"/>
                </a:cubicBezTo>
                <a:cubicBezTo>
                  <a:pt x="14348" y="175"/>
                  <a:pt x="14407" y="90"/>
                  <a:pt x="14457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66" name="Google Shape;3866;p171"/>
          <p:cNvSpPr/>
          <p:nvPr/>
        </p:nvSpPr>
        <p:spPr>
          <a:xfrm flipH="1" rot="4804257">
            <a:off x="122242" y="-866382"/>
            <a:ext cx="1821170" cy="2735155"/>
          </a:xfrm>
          <a:custGeom>
            <a:rect b="b" l="l" r="r" t="t"/>
            <a:pathLst>
              <a:path extrusionOk="0" h="13045" w="13007">
                <a:moveTo>
                  <a:pt x="11086" y="1"/>
                </a:moveTo>
                <a:cubicBezTo>
                  <a:pt x="10136" y="1"/>
                  <a:pt x="9220" y="578"/>
                  <a:pt x="8514" y="1160"/>
                </a:cubicBezTo>
                <a:cubicBezTo>
                  <a:pt x="7734" y="1801"/>
                  <a:pt x="7147" y="2603"/>
                  <a:pt x="6690" y="3499"/>
                </a:cubicBezTo>
                <a:cubicBezTo>
                  <a:pt x="6269" y="4325"/>
                  <a:pt x="5846" y="5241"/>
                  <a:pt x="4914" y="5581"/>
                </a:cubicBezTo>
                <a:cubicBezTo>
                  <a:pt x="3974" y="5923"/>
                  <a:pt x="2923" y="5759"/>
                  <a:pt x="2005" y="6187"/>
                </a:cubicBezTo>
                <a:cubicBezTo>
                  <a:pt x="1188" y="6570"/>
                  <a:pt x="602" y="7349"/>
                  <a:pt x="329" y="8196"/>
                </a:cubicBezTo>
                <a:cubicBezTo>
                  <a:pt x="1" y="9208"/>
                  <a:pt x="140" y="10320"/>
                  <a:pt x="509" y="11301"/>
                </a:cubicBezTo>
                <a:cubicBezTo>
                  <a:pt x="597" y="11534"/>
                  <a:pt x="989" y="11993"/>
                  <a:pt x="1051" y="11993"/>
                </a:cubicBezTo>
                <a:cubicBezTo>
                  <a:pt x="1057" y="11993"/>
                  <a:pt x="1060" y="11988"/>
                  <a:pt x="1059" y="11977"/>
                </a:cubicBezTo>
                <a:lnTo>
                  <a:pt x="1059" y="11977"/>
                </a:lnTo>
                <a:cubicBezTo>
                  <a:pt x="1717" y="12454"/>
                  <a:pt x="2513" y="12576"/>
                  <a:pt x="3318" y="12576"/>
                </a:cubicBezTo>
                <a:cubicBezTo>
                  <a:pt x="3796" y="12576"/>
                  <a:pt x="4277" y="12533"/>
                  <a:pt x="4735" y="12495"/>
                </a:cubicBezTo>
                <a:cubicBezTo>
                  <a:pt x="5450" y="12436"/>
                  <a:pt x="6168" y="12406"/>
                  <a:pt x="6885" y="12406"/>
                </a:cubicBezTo>
                <a:cubicBezTo>
                  <a:pt x="7827" y="12406"/>
                  <a:pt x="8769" y="12458"/>
                  <a:pt x="9706" y="12564"/>
                </a:cubicBezTo>
                <a:cubicBezTo>
                  <a:pt x="10641" y="12670"/>
                  <a:pt x="11568" y="12831"/>
                  <a:pt x="12485" y="13041"/>
                </a:cubicBezTo>
                <a:cubicBezTo>
                  <a:pt x="12495" y="13043"/>
                  <a:pt x="12505" y="13045"/>
                  <a:pt x="12515" y="13045"/>
                </a:cubicBezTo>
                <a:cubicBezTo>
                  <a:pt x="12578" y="13045"/>
                  <a:pt x="12630" y="12997"/>
                  <a:pt x="12632" y="12929"/>
                </a:cubicBezTo>
                <a:lnTo>
                  <a:pt x="12879" y="5509"/>
                </a:lnTo>
                <a:cubicBezTo>
                  <a:pt x="12900" y="4891"/>
                  <a:pt x="12920" y="4272"/>
                  <a:pt x="12940" y="3654"/>
                </a:cubicBezTo>
                <a:cubicBezTo>
                  <a:pt x="12960" y="3073"/>
                  <a:pt x="13006" y="2485"/>
                  <a:pt x="12985" y="1903"/>
                </a:cubicBezTo>
                <a:cubicBezTo>
                  <a:pt x="12967" y="1412"/>
                  <a:pt x="12856" y="914"/>
                  <a:pt x="12502" y="551"/>
                </a:cubicBezTo>
                <a:cubicBezTo>
                  <a:pt x="12188" y="228"/>
                  <a:pt x="11746" y="54"/>
                  <a:pt x="11303" y="11"/>
                </a:cubicBezTo>
                <a:cubicBezTo>
                  <a:pt x="11230" y="4"/>
                  <a:pt x="11158" y="1"/>
                  <a:pt x="11086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67" name="Google Shape;3867;p171"/>
          <p:cNvSpPr/>
          <p:nvPr/>
        </p:nvSpPr>
        <p:spPr>
          <a:xfrm rot="10800000">
            <a:off x="-649353" y="4050921"/>
            <a:ext cx="2708528" cy="1399979"/>
          </a:xfrm>
          <a:custGeom>
            <a:rect b="b" l="l" r="r" t="t"/>
            <a:pathLst>
              <a:path extrusionOk="0" h="8613" w="24377">
                <a:moveTo>
                  <a:pt x="22626" y="1"/>
                </a:moveTo>
                <a:cubicBezTo>
                  <a:pt x="22431" y="1"/>
                  <a:pt x="22241" y="55"/>
                  <a:pt x="22058" y="101"/>
                </a:cubicBezTo>
                <a:cubicBezTo>
                  <a:pt x="21511" y="238"/>
                  <a:pt x="20953" y="349"/>
                  <a:pt x="20391" y="439"/>
                </a:cubicBezTo>
                <a:cubicBezTo>
                  <a:pt x="18472" y="743"/>
                  <a:pt x="16508" y="793"/>
                  <a:pt x="14552" y="793"/>
                </a:cubicBezTo>
                <a:cubicBezTo>
                  <a:pt x="14183" y="793"/>
                  <a:pt x="13813" y="791"/>
                  <a:pt x="13445" y="789"/>
                </a:cubicBezTo>
                <a:cubicBezTo>
                  <a:pt x="11020" y="775"/>
                  <a:pt x="8592" y="763"/>
                  <a:pt x="6170" y="648"/>
                </a:cubicBezTo>
                <a:cubicBezTo>
                  <a:pt x="4959" y="590"/>
                  <a:pt x="3748" y="506"/>
                  <a:pt x="2545" y="383"/>
                </a:cubicBezTo>
                <a:cubicBezTo>
                  <a:pt x="2238" y="351"/>
                  <a:pt x="1932" y="316"/>
                  <a:pt x="1627" y="279"/>
                </a:cubicBezTo>
                <a:cubicBezTo>
                  <a:pt x="1398" y="252"/>
                  <a:pt x="1163" y="215"/>
                  <a:pt x="930" y="215"/>
                </a:cubicBezTo>
                <a:cubicBezTo>
                  <a:pt x="895" y="215"/>
                  <a:pt x="861" y="215"/>
                  <a:pt x="827" y="217"/>
                </a:cubicBezTo>
                <a:cubicBezTo>
                  <a:pt x="405" y="240"/>
                  <a:pt x="13" y="441"/>
                  <a:pt x="5" y="792"/>
                </a:cubicBezTo>
                <a:cubicBezTo>
                  <a:pt x="1" y="936"/>
                  <a:pt x="84" y="1057"/>
                  <a:pt x="235" y="1138"/>
                </a:cubicBezTo>
                <a:cubicBezTo>
                  <a:pt x="259" y="1152"/>
                  <a:pt x="283" y="1157"/>
                  <a:pt x="305" y="1157"/>
                </a:cubicBezTo>
                <a:cubicBezTo>
                  <a:pt x="307" y="1157"/>
                  <a:pt x="309" y="1157"/>
                  <a:pt x="311" y="1157"/>
                </a:cubicBezTo>
                <a:lnTo>
                  <a:pt x="311" y="1157"/>
                </a:lnTo>
                <a:cubicBezTo>
                  <a:pt x="180" y="1807"/>
                  <a:pt x="426" y="2480"/>
                  <a:pt x="944" y="3003"/>
                </a:cubicBezTo>
                <a:cubicBezTo>
                  <a:pt x="1219" y="3281"/>
                  <a:pt x="1569" y="3518"/>
                  <a:pt x="1974" y="3679"/>
                </a:cubicBezTo>
                <a:cubicBezTo>
                  <a:pt x="2424" y="3858"/>
                  <a:pt x="2928" y="3933"/>
                  <a:pt x="3430" y="3957"/>
                </a:cubicBezTo>
                <a:cubicBezTo>
                  <a:pt x="3565" y="3964"/>
                  <a:pt x="3702" y="3967"/>
                  <a:pt x="3838" y="3967"/>
                </a:cubicBezTo>
                <a:cubicBezTo>
                  <a:pt x="4389" y="3967"/>
                  <a:pt x="4946" y="3924"/>
                  <a:pt x="5497" y="3924"/>
                </a:cubicBezTo>
                <a:cubicBezTo>
                  <a:pt x="5880" y="3924"/>
                  <a:pt x="6260" y="3944"/>
                  <a:pt x="6634" y="4014"/>
                </a:cubicBezTo>
                <a:cubicBezTo>
                  <a:pt x="7452" y="4167"/>
                  <a:pt x="8044" y="4590"/>
                  <a:pt x="8476" y="5128"/>
                </a:cubicBezTo>
                <a:cubicBezTo>
                  <a:pt x="8889" y="5644"/>
                  <a:pt x="9168" y="6215"/>
                  <a:pt x="9504" y="6761"/>
                </a:cubicBezTo>
                <a:cubicBezTo>
                  <a:pt x="9818" y="7272"/>
                  <a:pt x="10194" y="7795"/>
                  <a:pt x="10779" y="8153"/>
                </a:cubicBezTo>
                <a:cubicBezTo>
                  <a:pt x="11306" y="8477"/>
                  <a:pt x="11931" y="8612"/>
                  <a:pt x="12573" y="8612"/>
                </a:cubicBezTo>
                <a:cubicBezTo>
                  <a:pt x="12917" y="8612"/>
                  <a:pt x="13266" y="8573"/>
                  <a:pt x="13607" y="8503"/>
                </a:cubicBezTo>
                <a:cubicBezTo>
                  <a:pt x="14755" y="8264"/>
                  <a:pt x="15723" y="7708"/>
                  <a:pt x="16790" y="7327"/>
                </a:cubicBezTo>
                <a:cubicBezTo>
                  <a:pt x="17672" y="7012"/>
                  <a:pt x="18645" y="6819"/>
                  <a:pt x="19621" y="6819"/>
                </a:cubicBezTo>
                <a:cubicBezTo>
                  <a:pt x="19841" y="6819"/>
                  <a:pt x="20062" y="6829"/>
                  <a:pt x="20281" y="6849"/>
                </a:cubicBezTo>
                <a:cubicBezTo>
                  <a:pt x="21290" y="6943"/>
                  <a:pt x="22275" y="7285"/>
                  <a:pt x="22992" y="7844"/>
                </a:cubicBezTo>
                <a:cubicBezTo>
                  <a:pt x="23170" y="7982"/>
                  <a:pt x="23328" y="8133"/>
                  <a:pt x="23467" y="8296"/>
                </a:cubicBezTo>
                <a:cubicBezTo>
                  <a:pt x="23495" y="8329"/>
                  <a:pt x="23541" y="8346"/>
                  <a:pt x="23587" y="8346"/>
                </a:cubicBezTo>
                <a:cubicBezTo>
                  <a:pt x="23643" y="8346"/>
                  <a:pt x="23698" y="8320"/>
                  <a:pt x="23718" y="8271"/>
                </a:cubicBezTo>
                <a:cubicBezTo>
                  <a:pt x="24376" y="6550"/>
                  <a:pt x="24252" y="4734"/>
                  <a:pt x="23880" y="2982"/>
                </a:cubicBezTo>
                <a:cubicBezTo>
                  <a:pt x="23786" y="2536"/>
                  <a:pt x="23676" y="2093"/>
                  <a:pt x="23557" y="1650"/>
                </a:cubicBezTo>
                <a:cubicBezTo>
                  <a:pt x="23441" y="1217"/>
                  <a:pt x="23343" y="773"/>
                  <a:pt x="23189" y="348"/>
                </a:cubicBezTo>
                <a:cubicBezTo>
                  <a:pt x="23127" y="176"/>
                  <a:pt x="22987" y="38"/>
                  <a:pt x="22748" y="8"/>
                </a:cubicBezTo>
                <a:cubicBezTo>
                  <a:pt x="22707" y="3"/>
                  <a:pt x="22666" y="1"/>
                  <a:pt x="22626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68" name="Google Shape;3868;p171"/>
          <p:cNvGrpSpPr/>
          <p:nvPr/>
        </p:nvGrpSpPr>
        <p:grpSpPr>
          <a:xfrm rot="-765977">
            <a:off x="8632964" y="1557024"/>
            <a:ext cx="279616" cy="253294"/>
            <a:chOff x="1640475" y="1197075"/>
            <a:chExt cx="55475" cy="50250"/>
          </a:xfrm>
        </p:grpSpPr>
        <p:sp>
          <p:nvSpPr>
            <p:cNvPr id="3869" name="Google Shape;3869;p17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17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17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72" name="Google Shape;3872;p171"/>
          <p:cNvSpPr/>
          <p:nvPr/>
        </p:nvSpPr>
        <p:spPr>
          <a:xfrm flipH="1" rot="1297691">
            <a:off x="7058070" y="35384"/>
            <a:ext cx="545169" cy="12771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73" name="Google Shape;3873;p171"/>
          <p:cNvGrpSpPr/>
          <p:nvPr/>
        </p:nvGrpSpPr>
        <p:grpSpPr>
          <a:xfrm rot="-4475517">
            <a:off x="8153367" y="4083019"/>
            <a:ext cx="197770" cy="213810"/>
            <a:chOff x="1640475" y="1197075"/>
            <a:chExt cx="55475" cy="50250"/>
          </a:xfrm>
        </p:grpSpPr>
        <p:sp>
          <p:nvSpPr>
            <p:cNvPr id="3874" name="Google Shape;3874;p17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17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17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77" name="Google Shape;3877;p171"/>
          <p:cNvSpPr/>
          <p:nvPr/>
        </p:nvSpPr>
        <p:spPr>
          <a:xfrm>
            <a:off x="891612" y="4121988"/>
            <a:ext cx="1167574" cy="854200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8" name="Google Shape;3878;p171"/>
          <p:cNvSpPr/>
          <p:nvPr/>
        </p:nvSpPr>
        <p:spPr>
          <a:xfrm rot="368157">
            <a:off x="8714668" y="2762413"/>
            <a:ext cx="520982" cy="81628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79" name="Google Shape;3879;p171"/>
          <p:cNvGrpSpPr/>
          <p:nvPr/>
        </p:nvGrpSpPr>
        <p:grpSpPr>
          <a:xfrm rot="-765935">
            <a:off x="327579" y="3560783"/>
            <a:ext cx="221762" cy="200885"/>
            <a:chOff x="1640475" y="1197075"/>
            <a:chExt cx="55475" cy="50250"/>
          </a:xfrm>
        </p:grpSpPr>
        <p:sp>
          <p:nvSpPr>
            <p:cNvPr id="3880" name="Google Shape;3880;p17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17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17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83" name="Google Shape;3883;p171"/>
          <p:cNvSpPr/>
          <p:nvPr/>
        </p:nvSpPr>
        <p:spPr>
          <a:xfrm flipH="1" rot="10800000">
            <a:off x="7360674" y="4100407"/>
            <a:ext cx="1917111" cy="1079443"/>
          </a:xfrm>
          <a:custGeom>
            <a:rect b="b" l="l" r="r" t="t"/>
            <a:pathLst>
              <a:path extrusionOk="0" h="6456" w="13155">
                <a:moveTo>
                  <a:pt x="11275" y="1"/>
                </a:moveTo>
                <a:lnTo>
                  <a:pt x="11275" y="4"/>
                </a:lnTo>
                <a:lnTo>
                  <a:pt x="209" y="2"/>
                </a:lnTo>
                <a:cubicBezTo>
                  <a:pt x="185" y="57"/>
                  <a:pt x="164" y="111"/>
                  <a:pt x="145" y="167"/>
                </a:cubicBezTo>
                <a:cubicBezTo>
                  <a:pt x="138" y="184"/>
                  <a:pt x="132" y="203"/>
                  <a:pt x="127" y="221"/>
                </a:cubicBezTo>
                <a:cubicBezTo>
                  <a:pt x="59" y="429"/>
                  <a:pt x="18" y="643"/>
                  <a:pt x="6" y="860"/>
                </a:cubicBezTo>
                <a:cubicBezTo>
                  <a:pt x="0" y="984"/>
                  <a:pt x="3" y="1110"/>
                  <a:pt x="14" y="1233"/>
                </a:cubicBezTo>
                <a:cubicBezTo>
                  <a:pt x="16" y="1251"/>
                  <a:pt x="18" y="1270"/>
                  <a:pt x="20" y="1288"/>
                </a:cubicBezTo>
                <a:cubicBezTo>
                  <a:pt x="60" y="1638"/>
                  <a:pt x="172" y="1982"/>
                  <a:pt x="341" y="2300"/>
                </a:cubicBezTo>
                <a:cubicBezTo>
                  <a:pt x="351" y="2319"/>
                  <a:pt x="361" y="2337"/>
                  <a:pt x="371" y="2355"/>
                </a:cubicBezTo>
                <a:cubicBezTo>
                  <a:pt x="531" y="2642"/>
                  <a:pt x="740" y="2905"/>
                  <a:pt x="987" y="3134"/>
                </a:cubicBezTo>
                <a:cubicBezTo>
                  <a:pt x="1075" y="3217"/>
                  <a:pt x="1169" y="3295"/>
                  <a:pt x="1269" y="3368"/>
                </a:cubicBezTo>
                <a:cubicBezTo>
                  <a:pt x="1295" y="3387"/>
                  <a:pt x="1320" y="3405"/>
                  <a:pt x="1345" y="3422"/>
                </a:cubicBezTo>
                <a:cubicBezTo>
                  <a:pt x="1608" y="3604"/>
                  <a:pt x="1902" y="3745"/>
                  <a:pt x="2218" y="3827"/>
                </a:cubicBezTo>
                <a:cubicBezTo>
                  <a:pt x="2441" y="3883"/>
                  <a:pt x="2668" y="3908"/>
                  <a:pt x="2896" y="3908"/>
                </a:cubicBezTo>
                <a:cubicBezTo>
                  <a:pt x="3496" y="3908"/>
                  <a:pt x="4103" y="3734"/>
                  <a:pt x="4654" y="3501"/>
                </a:cubicBezTo>
                <a:cubicBezTo>
                  <a:pt x="4713" y="3476"/>
                  <a:pt x="4773" y="3450"/>
                  <a:pt x="4833" y="3424"/>
                </a:cubicBezTo>
                <a:cubicBezTo>
                  <a:pt x="4873" y="3406"/>
                  <a:pt x="4915" y="3387"/>
                  <a:pt x="4955" y="3369"/>
                </a:cubicBezTo>
                <a:cubicBezTo>
                  <a:pt x="5539" y="3105"/>
                  <a:pt x="6130" y="2820"/>
                  <a:pt x="6764" y="2820"/>
                </a:cubicBezTo>
                <a:cubicBezTo>
                  <a:pt x="6811" y="2820"/>
                  <a:pt x="6859" y="2822"/>
                  <a:pt x="6907" y="2825"/>
                </a:cubicBezTo>
                <a:cubicBezTo>
                  <a:pt x="7405" y="2860"/>
                  <a:pt x="7836" y="3071"/>
                  <a:pt x="8213" y="3369"/>
                </a:cubicBezTo>
                <a:cubicBezTo>
                  <a:pt x="8237" y="3387"/>
                  <a:pt x="8259" y="3405"/>
                  <a:pt x="8281" y="3424"/>
                </a:cubicBezTo>
                <a:cubicBezTo>
                  <a:pt x="8634" y="3715"/>
                  <a:pt x="8939" y="4078"/>
                  <a:pt x="9207" y="4436"/>
                </a:cubicBezTo>
                <a:cubicBezTo>
                  <a:pt x="9219" y="4454"/>
                  <a:pt x="9233" y="4472"/>
                  <a:pt x="9246" y="4490"/>
                </a:cubicBezTo>
                <a:cubicBezTo>
                  <a:pt x="9246" y="4490"/>
                  <a:pt x="9247" y="4490"/>
                  <a:pt x="9247" y="4491"/>
                </a:cubicBezTo>
                <a:cubicBezTo>
                  <a:pt x="9498" y="4831"/>
                  <a:pt x="9757" y="5189"/>
                  <a:pt x="10053" y="5504"/>
                </a:cubicBezTo>
                <a:cubicBezTo>
                  <a:pt x="10070" y="5523"/>
                  <a:pt x="10087" y="5541"/>
                  <a:pt x="10104" y="5559"/>
                </a:cubicBezTo>
                <a:cubicBezTo>
                  <a:pt x="10436" y="5901"/>
                  <a:pt x="10812" y="6189"/>
                  <a:pt x="11272" y="6342"/>
                </a:cubicBezTo>
                <a:cubicBezTo>
                  <a:pt x="11292" y="6348"/>
                  <a:pt x="11311" y="6355"/>
                  <a:pt x="11333" y="6361"/>
                </a:cubicBezTo>
                <a:cubicBezTo>
                  <a:pt x="11361" y="6370"/>
                  <a:pt x="11391" y="6378"/>
                  <a:pt x="11420" y="6386"/>
                </a:cubicBezTo>
                <a:cubicBezTo>
                  <a:pt x="11605" y="6434"/>
                  <a:pt x="11791" y="6456"/>
                  <a:pt x="11976" y="6456"/>
                </a:cubicBezTo>
                <a:cubicBezTo>
                  <a:pt x="12384" y="6456"/>
                  <a:pt x="12786" y="6349"/>
                  <a:pt x="13154" y="6177"/>
                </a:cubicBezTo>
                <a:lnTo>
                  <a:pt x="13154" y="5505"/>
                </a:lnTo>
                <a:lnTo>
                  <a:pt x="13154" y="4492"/>
                </a:lnTo>
                <a:lnTo>
                  <a:pt x="13154" y="3371"/>
                </a:lnTo>
                <a:lnTo>
                  <a:pt x="13155" y="2358"/>
                </a:lnTo>
                <a:lnTo>
                  <a:pt x="13155" y="1236"/>
                </a:lnTo>
                <a:lnTo>
                  <a:pt x="13155" y="221"/>
                </a:lnTo>
                <a:lnTo>
                  <a:pt x="13155" y="5"/>
                </a:lnTo>
                <a:lnTo>
                  <a:pt x="11334" y="4"/>
                </a:lnTo>
                <a:lnTo>
                  <a:pt x="11334" y="1"/>
                </a:lnTo>
                <a:close/>
              </a:path>
            </a:pathLst>
          </a:custGeom>
          <a:solidFill>
            <a:schemeClr val="accen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84" name="Google Shape;3884;p171"/>
          <p:cNvGrpSpPr/>
          <p:nvPr/>
        </p:nvGrpSpPr>
        <p:grpSpPr>
          <a:xfrm rot="-6434952">
            <a:off x="1040960" y="439584"/>
            <a:ext cx="221767" cy="200884"/>
            <a:chOff x="1640475" y="1197075"/>
            <a:chExt cx="55475" cy="50250"/>
          </a:xfrm>
        </p:grpSpPr>
        <p:sp>
          <p:nvSpPr>
            <p:cNvPr id="3885" name="Google Shape;3885;p17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17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17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88" name="Google Shape;3888;p171"/>
          <p:cNvSpPr/>
          <p:nvPr/>
        </p:nvSpPr>
        <p:spPr>
          <a:xfrm flipH="1" rot="1359704">
            <a:off x="685300" y="1422418"/>
            <a:ext cx="695035" cy="16282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1_1">
    <p:spTree>
      <p:nvGrpSpPr>
        <p:cNvPr id="3889" name="Shape 38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0" name="Google Shape;3890;p172"/>
          <p:cNvSpPr/>
          <p:nvPr/>
        </p:nvSpPr>
        <p:spPr>
          <a:xfrm>
            <a:off x="-451160" y="2901368"/>
            <a:ext cx="2586138" cy="2694993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91" name="Google Shape;3891;p172"/>
          <p:cNvSpPr/>
          <p:nvPr/>
        </p:nvSpPr>
        <p:spPr>
          <a:xfrm>
            <a:off x="6473120" y="4156765"/>
            <a:ext cx="2931030" cy="1208150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92" name="Google Shape;3892;p172"/>
          <p:cNvSpPr/>
          <p:nvPr/>
        </p:nvSpPr>
        <p:spPr>
          <a:xfrm>
            <a:off x="-294591" y="-80130"/>
            <a:ext cx="4055287" cy="1093449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93" name="Google Shape;3893;p172"/>
          <p:cNvSpPr/>
          <p:nvPr/>
        </p:nvSpPr>
        <p:spPr>
          <a:xfrm>
            <a:off x="5925049" y="-221800"/>
            <a:ext cx="3504060" cy="2795475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94" name="Google Shape;3894;p172"/>
          <p:cNvSpPr txBox="1"/>
          <p:nvPr>
            <p:ph type="title"/>
          </p:nvPr>
        </p:nvSpPr>
        <p:spPr>
          <a:xfrm>
            <a:off x="2715675" y="758952"/>
            <a:ext cx="3712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895" name="Google Shape;3895;p172"/>
          <p:cNvSpPr txBox="1"/>
          <p:nvPr>
            <p:ph idx="2" type="title"/>
          </p:nvPr>
        </p:nvSpPr>
        <p:spPr>
          <a:xfrm>
            <a:off x="704200" y="2533250"/>
            <a:ext cx="2496300" cy="30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896" name="Google Shape;3896;p172"/>
          <p:cNvSpPr txBox="1"/>
          <p:nvPr>
            <p:ph idx="1" type="subTitle"/>
          </p:nvPr>
        </p:nvSpPr>
        <p:spPr>
          <a:xfrm>
            <a:off x="704875" y="3013800"/>
            <a:ext cx="2496300" cy="1125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3897" name="Google Shape;3897;p172"/>
          <p:cNvSpPr txBox="1"/>
          <p:nvPr>
            <p:ph idx="3" type="title"/>
          </p:nvPr>
        </p:nvSpPr>
        <p:spPr>
          <a:xfrm>
            <a:off x="3323851" y="2533250"/>
            <a:ext cx="2496300" cy="30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898" name="Google Shape;3898;p172"/>
          <p:cNvSpPr txBox="1"/>
          <p:nvPr>
            <p:ph idx="4" type="subTitle"/>
          </p:nvPr>
        </p:nvSpPr>
        <p:spPr>
          <a:xfrm>
            <a:off x="3324977" y="3013800"/>
            <a:ext cx="2496000" cy="1125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3899" name="Google Shape;3899;p172"/>
          <p:cNvSpPr txBox="1"/>
          <p:nvPr>
            <p:ph idx="5" type="title"/>
          </p:nvPr>
        </p:nvSpPr>
        <p:spPr>
          <a:xfrm>
            <a:off x="5943502" y="2533250"/>
            <a:ext cx="2496300" cy="30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900" name="Google Shape;3900;p172"/>
          <p:cNvSpPr txBox="1"/>
          <p:nvPr>
            <p:ph idx="6" type="subTitle"/>
          </p:nvPr>
        </p:nvSpPr>
        <p:spPr>
          <a:xfrm>
            <a:off x="5944778" y="3013800"/>
            <a:ext cx="2493900" cy="1125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grpSp>
        <p:nvGrpSpPr>
          <p:cNvPr id="3901" name="Google Shape;3901;p172"/>
          <p:cNvGrpSpPr/>
          <p:nvPr/>
        </p:nvGrpSpPr>
        <p:grpSpPr>
          <a:xfrm rot="899970">
            <a:off x="8560376" y="4071912"/>
            <a:ext cx="215932" cy="195605"/>
            <a:chOff x="1640475" y="1197075"/>
            <a:chExt cx="55475" cy="50250"/>
          </a:xfrm>
        </p:grpSpPr>
        <p:sp>
          <p:nvSpPr>
            <p:cNvPr id="3902" name="Google Shape;3902;p17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17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17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05" name="Google Shape;3905;p172"/>
          <p:cNvGrpSpPr/>
          <p:nvPr/>
        </p:nvGrpSpPr>
        <p:grpSpPr>
          <a:xfrm rot="-4275570">
            <a:off x="8418220" y="2480799"/>
            <a:ext cx="279618" cy="253294"/>
            <a:chOff x="1640475" y="1197075"/>
            <a:chExt cx="55475" cy="50250"/>
          </a:xfrm>
        </p:grpSpPr>
        <p:sp>
          <p:nvSpPr>
            <p:cNvPr id="3906" name="Google Shape;3906;p17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17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17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09" name="Google Shape;3909;p172"/>
          <p:cNvSpPr/>
          <p:nvPr/>
        </p:nvSpPr>
        <p:spPr>
          <a:xfrm flipH="1" rot="8678282">
            <a:off x="1420977" y="4678346"/>
            <a:ext cx="888103" cy="20804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10" name="Google Shape;3910;p172"/>
          <p:cNvSpPr/>
          <p:nvPr/>
        </p:nvSpPr>
        <p:spPr>
          <a:xfrm flipH="1" rot="117">
            <a:off x="8285430" y="187427"/>
            <a:ext cx="545177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11" name="Google Shape;3911;p172"/>
          <p:cNvGrpSpPr/>
          <p:nvPr/>
        </p:nvGrpSpPr>
        <p:grpSpPr>
          <a:xfrm rot="-4499988">
            <a:off x="179832" y="923857"/>
            <a:ext cx="290790" cy="263412"/>
            <a:chOff x="1640475" y="1197075"/>
            <a:chExt cx="55475" cy="50250"/>
          </a:xfrm>
        </p:grpSpPr>
        <p:sp>
          <p:nvSpPr>
            <p:cNvPr id="3912" name="Google Shape;3912;p17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17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17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15" name="Google Shape;3915;p172"/>
          <p:cNvSpPr/>
          <p:nvPr/>
        </p:nvSpPr>
        <p:spPr>
          <a:xfrm>
            <a:off x="2052118" y="235569"/>
            <a:ext cx="1167574" cy="854200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16" name="Google Shape;3916;p172"/>
          <p:cNvSpPr/>
          <p:nvPr/>
        </p:nvSpPr>
        <p:spPr>
          <a:xfrm rot="368157">
            <a:off x="8580874" y="4415057"/>
            <a:ext cx="520982" cy="81628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TITLE_AND_TWO_COLUMNS_1">
    <p:spTree>
      <p:nvGrpSpPr>
        <p:cNvPr id="3917" name="Shape 39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18" name="Google Shape;3918;p173"/>
          <p:cNvSpPr/>
          <p:nvPr/>
        </p:nvSpPr>
        <p:spPr>
          <a:xfrm rot="10800000">
            <a:off x="5446235" y="-106113"/>
            <a:ext cx="3782139" cy="1779867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19" name="Google Shape;3919;p173"/>
          <p:cNvSpPr/>
          <p:nvPr/>
        </p:nvSpPr>
        <p:spPr>
          <a:xfrm rot="10800000">
            <a:off x="6095615" y="3584390"/>
            <a:ext cx="3260760" cy="1799884"/>
          </a:xfrm>
          <a:custGeom>
            <a:rect b="b" l="l" r="r" t="t"/>
            <a:pathLst>
              <a:path extrusionOk="0" h="11330" w="20526">
                <a:moveTo>
                  <a:pt x="12939" y="1"/>
                </a:moveTo>
                <a:cubicBezTo>
                  <a:pt x="11999" y="1"/>
                  <a:pt x="11086" y="167"/>
                  <a:pt x="10169" y="370"/>
                </a:cubicBezTo>
                <a:cubicBezTo>
                  <a:pt x="9691" y="476"/>
                  <a:pt x="9213" y="584"/>
                  <a:pt x="8731" y="667"/>
                </a:cubicBezTo>
                <a:cubicBezTo>
                  <a:pt x="8234" y="750"/>
                  <a:pt x="7732" y="802"/>
                  <a:pt x="7229" y="839"/>
                </a:cubicBezTo>
                <a:cubicBezTo>
                  <a:pt x="6231" y="913"/>
                  <a:pt x="5230" y="935"/>
                  <a:pt x="4235" y="1052"/>
                </a:cubicBezTo>
                <a:cubicBezTo>
                  <a:pt x="3806" y="1102"/>
                  <a:pt x="3380" y="1184"/>
                  <a:pt x="2951" y="1235"/>
                </a:cubicBezTo>
                <a:cubicBezTo>
                  <a:pt x="2746" y="1260"/>
                  <a:pt x="2537" y="1279"/>
                  <a:pt x="2328" y="1279"/>
                </a:cubicBezTo>
                <a:cubicBezTo>
                  <a:pt x="2138" y="1279"/>
                  <a:pt x="1948" y="1263"/>
                  <a:pt x="1762" y="1222"/>
                </a:cubicBezTo>
                <a:cubicBezTo>
                  <a:pt x="1578" y="1180"/>
                  <a:pt x="1402" y="1113"/>
                  <a:pt x="1242" y="1012"/>
                </a:cubicBezTo>
                <a:cubicBezTo>
                  <a:pt x="1161" y="960"/>
                  <a:pt x="1089" y="870"/>
                  <a:pt x="988" y="868"/>
                </a:cubicBezTo>
                <a:cubicBezTo>
                  <a:pt x="985" y="868"/>
                  <a:pt x="983" y="868"/>
                  <a:pt x="981" y="868"/>
                </a:cubicBezTo>
                <a:cubicBezTo>
                  <a:pt x="897" y="868"/>
                  <a:pt x="810" y="887"/>
                  <a:pt x="732" y="917"/>
                </a:cubicBezTo>
                <a:cubicBezTo>
                  <a:pt x="360" y="1060"/>
                  <a:pt x="147" y="1435"/>
                  <a:pt x="79" y="1816"/>
                </a:cubicBezTo>
                <a:cubicBezTo>
                  <a:pt x="38" y="2046"/>
                  <a:pt x="37" y="2279"/>
                  <a:pt x="38" y="2512"/>
                </a:cubicBezTo>
                <a:cubicBezTo>
                  <a:pt x="38" y="2767"/>
                  <a:pt x="39" y="3024"/>
                  <a:pt x="40" y="3279"/>
                </a:cubicBezTo>
                <a:cubicBezTo>
                  <a:pt x="42" y="3797"/>
                  <a:pt x="44" y="4315"/>
                  <a:pt x="46" y="4833"/>
                </a:cubicBezTo>
                <a:cubicBezTo>
                  <a:pt x="50" y="5817"/>
                  <a:pt x="54" y="6803"/>
                  <a:pt x="57" y="7787"/>
                </a:cubicBezTo>
                <a:cubicBezTo>
                  <a:pt x="55" y="7786"/>
                  <a:pt x="54" y="7785"/>
                  <a:pt x="52" y="7785"/>
                </a:cubicBezTo>
                <a:cubicBezTo>
                  <a:pt x="0" y="7785"/>
                  <a:pt x="101" y="8649"/>
                  <a:pt x="628" y="8724"/>
                </a:cubicBezTo>
                <a:cubicBezTo>
                  <a:pt x="1441" y="8840"/>
                  <a:pt x="1514" y="10145"/>
                  <a:pt x="2146" y="10693"/>
                </a:cubicBezTo>
                <a:cubicBezTo>
                  <a:pt x="2452" y="10957"/>
                  <a:pt x="2805" y="11167"/>
                  <a:pt x="3199" y="11261"/>
                </a:cubicBezTo>
                <a:cubicBezTo>
                  <a:pt x="3402" y="11310"/>
                  <a:pt x="3609" y="11330"/>
                  <a:pt x="3816" y="11330"/>
                </a:cubicBezTo>
                <a:cubicBezTo>
                  <a:pt x="4077" y="11330"/>
                  <a:pt x="4340" y="11298"/>
                  <a:pt x="4597" y="11251"/>
                </a:cubicBezTo>
                <a:cubicBezTo>
                  <a:pt x="5367" y="11113"/>
                  <a:pt x="6207" y="10865"/>
                  <a:pt x="6645" y="10152"/>
                </a:cubicBezTo>
                <a:cubicBezTo>
                  <a:pt x="6859" y="9801"/>
                  <a:pt x="6970" y="9395"/>
                  <a:pt x="7203" y="9055"/>
                </a:cubicBezTo>
                <a:cubicBezTo>
                  <a:pt x="7421" y="8736"/>
                  <a:pt x="7758" y="8532"/>
                  <a:pt x="8120" y="8419"/>
                </a:cubicBezTo>
                <a:cubicBezTo>
                  <a:pt x="8559" y="8282"/>
                  <a:pt x="9011" y="8265"/>
                  <a:pt x="9465" y="8265"/>
                </a:cubicBezTo>
                <a:cubicBezTo>
                  <a:pt x="9615" y="8265"/>
                  <a:pt x="9765" y="8267"/>
                  <a:pt x="9915" y="8267"/>
                </a:cubicBezTo>
                <a:cubicBezTo>
                  <a:pt x="10115" y="8267"/>
                  <a:pt x="10316" y="8264"/>
                  <a:pt x="10515" y="8248"/>
                </a:cubicBezTo>
                <a:cubicBezTo>
                  <a:pt x="10927" y="8216"/>
                  <a:pt x="11342" y="8132"/>
                  <a:pt x="11707" y="7927"/>
                </a:cubicBezTo>
                <a:cubicBezTo>
                  <a:pt x="12074" y="7718"/>
                  <a:pt x="12352" y="7394"/>
                  <a:pt x="12600" y="7055"/>
                </a:cubicBezTo>
                <a:cubicBezTo>
                  <a:pt x="13089" y="6385"/>
                  <a:pt x="13543" y="5673"/>
                  <a:pt x="14244" y="5207"/>
                </a:cubicBezTo>
                <a:cubicBezTo>
                  <a:pt x="14594" y="4972"/>
                  <a:pt x="14986" y="4825"/>
                  <a:pt x="15405" y="4792"/>
                </a:cubicBezTo>
                <a:cubicBezTo>
                  <a:pt x="15494" y="4785"/>
                  <a:pt x="15582" y="4782"/>
                  <a:pt x="15670" y="4782"/>
                </a:cubicBezTo>
                <a:cubicBezTo>
                  <a:pt x="16070" y="4782"/>
                  <a:pt x="16469" y="4843"/>
                  <a:pt x="16866" y="4877"/>
                </a:cubicBezTo>
                <a:cubicBezTo>
                  <a:pt x="17302" y="4915"/>
                  <a:pt x="17740" y="4933"/>
                  <a:pt x="18178" y="4933"/>
                </a:cubicBezTo>
                <a:cubicBezTo>
                  <a:pt x="18243" y="4933"/>
                  <a:pt x="18309" y="4933"/>
                  <a:pt x="18374" y="4932"/>
                </a:cubicBezTo>
                <a:cubicBezTo>
                  <a:pt x="18585" y="4929"/>
                  <a:pt x="18814" y="4941"/>
                  <a:pt x="19012" y="4857"/>
                </a:cubicBezTo>
                <a:cubicBezTo>
                  <a:pt x="19193" y="4780"/>
                  <a:pt x="19305" y="4623"/>
                  <a:pt x="19390" y="4450"/>
                </a:cubicBezTo>
                <a:cubicBezTo>
                  <a:pt x="19618" y="3989"/>
                  <a:pt x="19825" y="3515"/>
                  <a:pt x="20041" y="3049"/>
                </a:cubicBezTo>
                <a:cubicBezTo>
                  <a:pt x="20147" y="2821"/>
                  <a:pt x="20256" y="2595"/>
                  <a:pt x="20357" y="2365"/>
                </a:cubicBezTo>
                <a:cubicBezTo>
                  <a:pt x="20444" y="2165"/>
                  <a:pt x="20525" y="1951"/>
                  <a:pt x="20518" y="1728"/>
                </a:cubicBezTo>
                <a:cubicBezTo>
                  <a:pt x="20505" y="1297"/>
                  <a:pt x="20161" y="1008"/>
                  <a:pt x="19822" y="810"/>
                </a:cubicBezTo>
                <a:cubicBezTo>
                  <a:pt x="19463" y="601"/>
                  <a:pt x="19065" y="469"/>
                  <a:pt x="18660" y="392"/>
                </a:cubicBezTo>
                <a:cubicBezTo>
                  <a:pt x="17815" y="229"/>
                  <a:pt x="16950" y="272"/>
                  <a:pt x="16095" y="224"/>
                </a:cubicBezTo>
                <a:cubicBezTo>
                  <a:pt x="15084" y="168"/>
                  <a:pt x="14079" y="19"/>
                  <a:pt x="13065" y="2"/>
                </a:cubicBezTo>
                <a:cubicBezTo>
                  <a:pt x="13023" y="1"/>
                  <a:pt x="12981" y="1"/>
                  <a:pt x="12939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0" name="Google Shape;3920;p173"/>
          <p:cNvSpPr/>
          <p:nvPr/>
        </p:nvSpPr>
        <p:spPr>
          <a:xfrm rot="10800000">
            <a:off x="-390198" y="3241570"/>
            <a:ext cx="2066292" cy="2072329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1" name="Google Shape;3921;p173"/>
          <p:cNvSpPr/>
          <p:nvPr/>
        </p:nvSpPr>
        <p:spPr>
          <a:xfrm rot="10800000">
            <a:off x="-258336" y="-384598"/>
            <a:ext cx="3872371" cy="1368261"/>
          </a:xfrm>
          <a:custGeom>
            <a:rect b="b" l="l" r="r" t="t"/>
            <a:pathLst>
              <a:path extrusionOk="0" h="8613" w="24376">
                <a:moveTo>
                  <a:pt x="12572" y="1"/>
                </a:moveTo>
                <a:cubicBezTo>
                  <a:pt x="11930" y="1"/>
                  <a:pt x="11305" y="137"/>
                  <a:pt x="10778" y="460"/>
                </a:cubicBezTo>
                <a:cubicBezTo>
                  <a:pt x="10193" y="818"/>
                  <a:pt x="9818" y="1341"/>
                  <a:pt x="9503" y="1852"/>
                </a:cubicBezTo>
                <a:cubicBezTo>
                  <a:pt x="9167" y="2398"/>
                  <a:pt x="8889" y="2969"/>
                  <a:pt x="8475" y="3485"/>
                </a:cubicBezTo>
                <a:cubicBezTo>
                  <a:pt x="8044" y="4023"/>
                  <a:pt x="7451" y="4445"/>
                  <a:pt x="6633" y="4599"/>
                </a:cubicBezTo>
                <a:cubicBezTo>
                  <a:pt x="6259" y="4669"/>
                  <a:pt x="5879" y="4690"/>
                  <a:pt x="5496" y="4690"/>
                </a:cubicBezTo>
                <a:cubicBezTo>
                  <a:pt x="4945" y="4690"/>
                  <a:pt x="4388" y="4646"/>
                  <a:pt x="3837" y="4646"/>
                </a:cubicBezTo>
                <a:cubicBezTo>
                  <a:pt x="3701" y="4646"/>
                  <a:pt x="3564" y="4649"/>
                  <a:pt x="3429" y="4656"/>
                </a:cubicBezTo>
                <a:cubicBezTo>
                  <a:pt x="2927" y="4680"/>
                  <a:pt x="2424" y="4755"/>
                  <a:pt x="1974" y="4934"/>
                </a:cubicBezTo>
                <a:cubicBezTo>
                  <a:pt x="1568" y="5095"/>
                  <a:pt x="1218" y="5332"/>
                  <a:pt x="943" y="5611"/>
                </a:cubicBezTo>
                <a:cubicBezTo>
                  <a:pt x="425" y="6133"/>
                  <a:pt x="179" y="6806"/>
                  <a:pt x="311" y="7456"/>
                </a:cubicBezTo>
                <a:cubicBezTo>
                  <a:pt x="309" y="7456"/>
                  <a:pt x="307" y="7456"/>
                  <a:pt x="305" y="7456"/>
                </a:cubicBezTo>
                <a:cubicBezTo>
                  <a:pt x="282" y="7456"/>
                  <a:pt x="258" y="7461"/>
                  <a:pt x="234" y="7475"/>
                </a:cubicBezTo>
                <a:cubicBezTo>
                  <a:pt x="83" y="7556"/>
                  <a:pt x="1" y="7677"/>
                  <a:pt x="4" y="7821"/>
                </a:cubicBezTo>
                <a:cubicBezTo>
                  <a:pt x="12" y="8172"/>
                  <a:pt x="404" y="8373"/>
                  <a:pt x="826" y="8396"/>
                </a:cubicBezTo>
                <a:cubicBezTo>
                  <a:pt x="860" y="8398"/>
                  <a:pt x="894" y="8399"/>
                  <a:pt x="929" y="8399"/>
                </a:cubicBezTo>
                <a:cubicBezTo>
                  <a:pt x="1162" y="8399"/>
                  <a:pt x="1397" y="8361"/>
                  <a:pt x="1626" y="8334"/>
                </a:cubicBezTo>
                <a:cubicBezTo>
                  <a:pt x="1931" y="8297"/>
                  <a:pt x="2238" y="8262"/>
                  <a:pt x="2544" y="8230"/>
                </a:cubicBezTo>
                <a:cubicBezTo>
                  <a:pt x="3747" y="8107"/>
                  <a:pt x="4958" y="8023"/>
                  <a:pt x="6170" y="7965"/>
                </a:cubicBezTo>
                <a:cubicBezTo>
                  <a:pt x="8591" y="7850"/>
                  <a:pt x="11019" y="7838"/>
                  <a:pt x="13445" y="7824"/>
                </a:cubicBezTo>
                <a:cubicBezTo>
                  <a:pt x="13813" y="7822"/>
                  <a:pt x="14182" y="7820"/>
                  <a:pt x="14552" y="7820"/>
                </a:cubicBezTo>
                <a:cubicBezTo>
                  <a:pt x="16507" y="7820"/>
                  <a:pt x="18472" y="7870"/>
                  <a:pt x="20390" y="8174"/>
                </a:cubicBezTo>
                <a:cubicBezTo>
                  <a:pt x="20952" y="8264"/>
                  <a:pt x="21511" y="8375"/>
                  <a:pt x="22057" y="8512"/>
                </a:cubicBezTo>
                <a:cubicBezTo>
                  <a:pt x="22240" y="8558"/>
                  <a:pt x="22430" y="8612"/>
                  <a:pt x="22625" y="8612"/>
                </a:cubicBezTo>
                <a:cubicBezTo>
                  <a:pt x="22665" y="8612"/>
                  <a:pt x="22706" y="8610"/>
                  <a:pt x="22747" y="8605"/>
                </a:cubicBezTo>
                <a:cubicBezTo>
                  <a:pt x="22986" y="8575"/>
                  <a:pt x="23126" y="8437"/>
                  <a:pt x="23188" y="8265"/>
                </a:cubicBezTo>
                <a:cubicBezTo>
                  <a:pt x="23342" y="7840"/>
                  <a:pt x="23440" y="7396"/>
                  <a:pt x="23556" y="6963"/>
                </a:cubicBezTo>
                <a:cubicBezTo>
                  <a:pt x="23675" y="6520"/>
                  <a:pt x="23785" y="6077"/>
                  <a:pt x="23879" y="5631"/>
                </a:cubicBezTo>
                <a:cubicBezTo>
                  <a:pt x="24251" y="3879"/>
                  <a:pt x="24375" y="2063"/>
                  <a:pt x="23717" y="343"/>
                </a:cubicBezTo>
                <a:cubicBezTo>
                  <a:pt x="23697" y="293"/>
                  <a:pt x="23642" y="267"/>
                  <a:pt x="23586" y="267"/>
                </a:cubicBezTo>
                <a:cubicBezTo>
                  <a:pt x="23541" y="267"/>
                  <a:pt x="23495" y="284"/>
                  <a:pt x="23467" y="317"/>
                </a:cubicBezTo>
                <a:cubicBezTo>
                  <a:pt x="23327" y="480"/>
                  <a:pt x="23169" y="631"/>
                  <a:pt x="22991" y="769"/>
                </a:cubicBezTo>
                <a:cubicBezTo>
                  <a:pt x="22274" y="1328"/>
                  <a:pt x="21289" y="1670"/>
                  <a:pt x="20281" y="1764"/>
                </a:cubicBezTo>
                <a:cubicBezTo>
                  <a:pt x="20062" y="1784"/>
                  <a:pt x="19841" y="1794"/>
                  <a:pt x="19620" y="1794"/>
                </a:cubicBezTo>
                <a:cubicBezTo>
                  <a:pt x="18644" y="1794"/>
                  <a:pt x="17671" y="1601"/>
                  <a:pt x="16789" y="1286"/>
                </a:cubicBezTo>
                <a:cubicBezTo>
                  <a:pt x="15722" y="905"/>
                  <a:pt x="14754" y="349"/>
                  <a:pt x="13607" y="110"/>
                </a:cubicBezTo>
                <a:cubicBezTo>
                  <a:pt x="13266" y="40"/>
                  <a:pt x="12917" y="1"/>
                  <a:pt x="12572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2" name="Google Shape;3922;p173"/>
          <p:cNvSpPr txBox="1"/>
          <p:nvPr>
            <p:ph type="title"/>
          </p:nvPr>
        </p:nvSpPr>
        <p:spPr>
          <a:xfrm>
            <a:off x="2820300" y="759404"/>
            <a:ext cx="35037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923" name="Google Shape;3923;p173"/>
          <p:cNvSpPr txBox="1"/>
          <p:nvPr>
            <p:ph idx="2" type="title"/>
          </p:nvPr>
        </p:nvSpPr>
        <p:spPr>
          <a:xfrm>
            <a:off x="1611274" y="1803075"/>
            <a:ext cx="21888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800"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924" name="Google Shape;3924;p173"/>
          <p:cNvSpPr txBox="1"/>
          <p:nvPr>
            <p:ph idx="1" type="subTitle"/>
          </p:nvPr>
        </p:nvSpPr>
        <p:spPr>
          <a:xfrm>
            <a:off x="1272075" y="2274175"/>
            <a:ext cx="2867100" cy="70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3925" name="Google Shape;3925;p173"/>
          <p:cNvSpPr txBox="1"/>
          <p:nvPr>
            <p:ph idx="3" type="title"/>
          </p:nvPr>
        </p:nvSpPr>
        <p:spPr>
          <a:xfrm>
            <a:off x="5345648" y="1803075"/>
            <a:ext cx="21855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800"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926" name="Google Shape;3926;p173"/>
          <p:cNvSpPr txBox="1"/>
          <p:nvPr>
            <p:ph idx="4" type="subTitle"/>
          </p:nvPr>
        </p:nvSpPr>
        <p:spPr>
          <a:xfrm>
            <a:off x="5004852" y="2274175"/>
            <a:ext cx="2867100" cy="70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3927" name="Google Shape;3927;p173"/>
          <p:cNvSpPr txBox="1"/>
          <p:nvPr>
            <p:ph idx="5" type="title"/>
          </p:nvPr>
        </p:nvSpPr>
        <p:spPr>
          <a:xfrm>
            <a:off x="1611274" y="3247725"/>
            <a:ext cx="21888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800"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928" name="Google Shape;3928;p173"/>
          <p:cNvSpPr txBox="1"/>
          <p:nvPr>
            <p:ph idx="6" type="subTitle"/>
          </p:nvPr>
        </p:nvSpPr>
        <p:spPr>
          <a:xfrm>
            <a:off x="1272069" y="3714976"/>
            <a:ext cx="2867100" cy="713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3929" name="Google Shape;3929;p173"/>
          <p:cNvSpPr txBox="1"/>
          <p:nvPr>
            <p:ph idx="7" type="title"/>
          </p:nvPr>
        </p:nvSpPr>
        <p:spPr>
          <a:xfrm>
            <a:off x="5345648" y="3247725"/>
            <a:ext cx="21855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800"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930" name="Google Shape;3930;p173"/>
          <p:cNvSpPr txBox="1"/>
          <p:nvPr>
            <p:ph idx="8" type="subTitle"/>
          </p:nvPr>
        </p:nvSpPr>
        <p:spPr>
          <a:xfrm>
            <a:off x="5004848" y="3714976"/>
            <a:ext cx="2867100" cy="713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grpSp>
        <p:nvGrpSpPr>
          <p:cNvPr id="3931" name="Google Shape;3931;p173"/>
          <p:cNvGrpSpPr/>
          <p:nvPr/>
        </p:nvGrpSpPr>
        <p:grpSpPr>
          <a:xfrm rot="9300375">
            <a:off x="1127031" y="4402137"/>
            <a:ext cx="226551" cy="205211"/>
            <a:chOff x="1640475" y="1197075"/>
            <a:chExt cx="55475" cy="50250"/>
          </a:xfrm>
        </p:grpSpPr>
        <p:sp>
          <p:nvSpPr>
            <p:cNvPr id="3932" name="Google Shape;3932;p17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17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17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35" name="Google Shape;3935;p173"/>
          <p:cNvSpPr/>
          <p:nvPr/>
        </p:nvSpPr>
        <p:spPr>
          <a:xfrm flipH="1" rot="-510326">
            <a:off x="375317" y="272405"/>
            <a:ext cx="574893" cy="13467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6" name="Google Shape;3936;p173"/>
          <p:cNvSpPr/>
          <p:nvPr/>
        </p:nvSpPr>
        <p:spPr>
          <a:xfrm flipH="1" rot="-9899901">
            <a:off x="4951535" y="4570194"/>
            <a:ext cx="545173" cy="12772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37" name="Google Shape;3937;p173"/>
          <p:cNvGrpSpPr/>
          <p:nvPr/>
        </p:nvGrpSpPr>
        <p:grpSpPr>
          <a:xfrm rot="2217042">
            <a:off x="7251693" y="4647997"/>
            <a:ext cx="365864" cy="331431"/>
            <a:chOff x="1640475" y="1197075"/>
            <a:chExt cx="55475" cy="50250"/>
          </a:xfrm>
        </p:grpSpPr>
        <p:sp>
          <p:nvSpPr>
            <p:cNvPr id="3938" name="Google Shape;3938;p17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17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17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41" name="Google Shape;3941;p173"/>
          <p:cNvGrpSpPr/>
          <p:nvPr/>
        </p:nvGrpSpPr>
        <p:grpSpPr>
          <a:xfrm rot="-7117196">
            <a:off x="7733082" y="352399"/>
            <a:ext cx="324154" cy="293632"/>
            <a:chOff x="1640475" y="1197075"/>
            <a:chExt cx="55475" cy="50250"/>
          </a:xfrm>
        </p:grpSpPr>
        <p:sp>
          <p:nvSpPr>
            <p:cNvPr id="3942" name="Google Shape;3942;p17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17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17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45" name="Google Shape;3945;p173"/>
          <p:cNvGrpSpPr/>
          <p:nvPr/>
        </p:nvGrpSpPr>
        <p:grpSpPr>
          <a:xfrm rot="-7256213">
            <a:off x="430054" y="976951"/>
            <a:ext cx="225183" cy="266962"/>
            <a:chOff x="1640475" y="1197075"/>
            <a:chExt cx="55475" cy="50250"/>
          </a:xfrm>
        </p:grpSpPr>
        <p:sp>
          <p:nvSpPr>
            <p:cNvPr id="3946" name="Google Shape;3946;p17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17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17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49" name="Google Shape;3949;p173"/>
          <p:cNvSpPr/>
          <p:nvPr/>
        </p:nvSpPr>
        <p:spPr>
          <a:xfrm rot="-5211900">
            <a:off x="-17670" y="2640499"/>
            <a:ext cx="988852" cy="900801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1">
  <p:cSld name="TITLE_ONLY_1_1">
    <p:spTree>
      <p:nvGrpSpPr>
        <p:cNvPr id="3950" name="Shape 39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51" name="Google Shape;3951;p174"/>
          <p:cNvSpPr/>
          <p:nvPr/>
        </p:nvSpPr>
        <p:spPr>
          <a:xfrm rot="10800000">
            <a:off x="-200914" y="-108731"/>
            <a:ext cx="3607613" cy="1169626"/>
          </a:xfrm>
          <a:custGeom>
            <a:rect b="b" l="l" r="r" t="t"/>
            <a:pathLst>
              <a:path extrusionOk="0" h="7088" w="21862">
                <a:moveTo>
                  <a:pt x="20392" y="0"/>
                </a:moveTo>
                <a:cubicBezTo>
                  <a:pt x="19697" y="0"/>
                  <a:pt x="19010" y="139"/>
                  <a:pt x="18446" y="437"/>
                </a:cubicBezTo>
                <a:cubicBezTo>
                  <a:pt x="17368" y="1003"/>
                  <a:pt x="16913" y="1997"/>
                  <a:pt x="16387" y="2893"/>
                </a:cubicBezTo>
                <a:cubicBezTo>
                  <a:pt x="15861" y="3789"/>
                  <a:pt x="15050" y="4733"/>
                  <a:pt x="13753" y="4924"/>
                </a:cubicBezTo>
                <a:cubicBezTo>
                  <a:pt x="13587" y="4948"/>
                  <a:pt x="13420" y="4959"/>
                  <a:pt x="13253" y="4959"/>
                </a:cubicBezTo>
                <a:cubicBezTo>
                  <a:pt x="12545" y="4959"/>
                  <a:pt x="11838" y="4765"/>
                  <a:pt x="11156" y="4596"/>
                </a:cubicBezTo>
                <a:cubicBezTo>
                  <a:pt x="10391" y="4408"/>
                  <a:pt x="9551" y="4258"/>
                  <a:pt x="8748" y="4258"/>
                </a:cubicBezTo>
                <a:cubicBezTo>
                  <a:pt x="8042" y="4258"/>
                  <a:pt x="7365" y="4373"/>
                  <a:pt x="6793" y="4680"/>
                </a:cubicBezTo>
                <a:cubicBezTo>
                  <a:pt x="5978" y="5117"/>
                  <a:pt x="5461" y="5904"/>
                  <a:pt x="4593" y="6207"/>
                </a:cubicBezTo>
                <a:cubicBezTo>
                  <a:pt x="4569" y="6215"/>
                  <a:pt x="4545" y="6224"/>
                  <a:pt x="4519" y="6231"/>
                </a:cubicBezTo>
                <a:cubicBezTo>
                  <a:pt x="4407" y="6267"/>
                  <a:pt x="4286" y="6293"/>
                  <a:pt x="4160" y="6310"/>
                </a:cubicBezTo>
                <a:cubicBezTo>
                  <a:pt x="4052" y="6325"/>
                  <a:pt x="3944" y="6331"/>
                  <a:pt x="3836" y="6331"/>
                </a:cubicBezTo>
                <a:cubicBezTo>
                  <a:pt x="3306" y="6331"/>
                  <a:pt x="2774" y="6185"/>
                  <a:pt x="2236" y="6169"/>
                </a:cubicBezTo>
                <a:cubicBezTo>
                  <a:pt x="2205" y="6168"/>
                  <a:pt x="2173" y="6167"/>
                  <a:pt x="2142" y="6167"/>
                </a:cubicBezTo>
                <a:cubicBezTo>
                  <a:pt x="1432" y="6167"/>
                  <a:pt x="726" y="6406"/>
                  <a:pt x="265" y="6805"/>
                </a:cubicBezTo>
                <a:cubicBezTo>
                  <a:pt x="165" y="6893"/>
                  <a:pt x="77" y="6988"/>
                  <a:pt x="1" y="7088"/>
                </a:cubicBezTo>
                <a:lnTo>
                  <a:pt x="21862" y="7088"/>
                </a:lnTo>
                <a:lnTo>
                  <a:pt x="21862" y="210"/>
                </a:lnTo>
                <a:cubicBezTo>
                  <a:pt x="21397" y="73"/>
                  <a:pt x="20892" y="0"/>
                  <a:pt x="20392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2" name="Google Shape;3952;p174"/>
          <p:cNvSpPr/>
          <p:nvPr/>
        </p:nvSpPr>
        <p:spPr>
          <a:xfrm rot="10800000">
            <a:off x="7148674" y="4300550"/>
            <a:ext cx="2170805" cy="1065337"/>
          </a:xfrm>
          <a:custGeom>
            <a:rect b="b" l="l" r="r" t="t"/>
            <a:pathLst>
              <a:path extrusionOk="0" h="6456" w="13155">
                <a:moveTo>
                  <a:pt x="1821" y="0"/>
                </a:moveTo>
                <a:lnTo>
                  <a:pt x="1821" y="3"/>
                </a:lnTo>
                <a:lnTo>
                  <a:pt x="0" y="4"/>
                </a:lnTo>
                <a:lnTo>
                  <a:pt x="0" y="222"/>
                </a:lnTo>
                <a:lnTo>
                  <a:pt x="0" y="1236"/>
                </a:lnTo>
                <a:lnTo>
                  <a:pt x="0" y="2358"/>
                </a:lnTo>
                <a:lnTo>
                  <a:pt x="1" y="3370"/>
                </a:lnTo>
                <a:lnTo>
                  <a:pt x="1" y="4493"/>
                </a:lnTo>
                <a:lnTo>
                  <a:pt x="1" y="5504"/>
                </a:lnTo>
                <a:lnTo>
                  <a:pt x="1" y="6178"/>
                </a:lnTo>
                <a:cubicBezTo>
                  <a:pt x="369" y="6349"/>
                  <a:pt x="770" y="6456"/>
                  <a:pt x="1177" y="6456"/>
                </a:cubicBezTo>
                <a:cubicBezTo>
                  <a:pt x="1363" y="6456"/>
                  <a:pt x="1550" y="6434"/>
                  <a:pt x="1736" y="6385"/>
                </a:cubicBezTo>
                <a:cubicBezTo>
                  <a:pt x="1764" y="6378"/>
                  <a:pt x="1794" y="6370"/>
                  <a:pt x="1822" y="6361"/>
                </a:cubicBezTo>
                <a:cubicBezTo>
                  <a:pt x="1843" y="6355"/>
                  <a:pt x="1862" y="6348"/>
                  <a:pt x="1882" y="6342"/>
                </a:cubicBezTo>
                <a:cubicBezTo>
                  <a:pt x="2342" y="6188"/>
                  <a:pt x="2719" y="5901"/>
                  <a:pt x="3050" y="5558"/>
                </a:cubicBezTo>
                <a:cubicBezTo>
                  <a:pt x="3068" y="5540"/>
                  <a:pt x="3085" y="5522"/>
                  <a:pt x="3102" y="5503"/>
                </a:cubicBezTo>
                <a:cubicBezTo>
                  <a:pt x="3398" y="5189"/>
                  <a:pt x="3657" y="4831"/>
                  <a:pt x="3908" y="4490"/>
                </a:cubicBezTo>
                <a:cubicBezTo>
                  <a:pt x="3908" y="4490"/>
                  <a:pt x="3909" y="4490"/>
                  <a:pt x="3909" y="4489"/>
                </a:cubicBezTo>
                <a:cubicBezTo>
                  <a:pt x="3923" y="4471"/>
                  <a:pt x="3936" y="4455"/>
                  <a:pt x="3949" y="4436"/>
                </a:cubicBezTo>
                <a:cubicBezTo>
                  <a:pt x="4217" y="4078"/>
                  <a:pt x="4522" y="3714"/>
                  <a:pt x="4875" y="3424"/>
                </a:cubicBezTo>
                <a:cubicBezTo>
                  <a:pt x="4897" y="3405"/>
                  <a:pt x="4919" y="3387"/>
                  <a:pt x="4942" y="3369"/>
                </a:cubicBezTo>
                <a:cubicBezTo>
                  <a:pt x="5319" y="3071"/>
                  <a:pt x="5750" y="2859"/>
                  <a:pt x="6248" y="2826"/>
                </a:cubicBezTo>
                <a:cubicBezTo>
                  <a:pt x="6296" y="2822"/>
                  <a:pt x="6344" y="2821"/>
                  <a:pt x="6391" y="2821"/>
                </a:cubicBezTo>
                <a:cubicBezTo>
                  <a:pt x="7025" y="2821"/>
                  <a:pt x="7616" y="3105"/>
                  <a:pt x="8200" y="3368"/>
                </a:cubicBezTo>
                <a:cubicBezTo>
                  <a:pt x="8240" y="3387"/>
                  <a:pt x="8281" y="3405"/>
                  <a:pt x="8323" y="3423"/>
                </a:cubicBezTo>
                <a:cubicBezTo>
                  <a:pt x="8382" y="3449"/>
                  <a:pt x="8442" y="3475"/>
                  <a:pt x="8501" y="3501"/>
                </a:cubicBezTo>
                <a:cubicBezTo>
                  <a:pt x="9052" y="3734"/>
                  <a:pt x="9659" y="3908"/>
                  <a:pt x="10259" y="3908"/>
                </a:cubicBezTo>
                <a:cubicBezTo>
                  <a:pt x="10487" y="3908"/>
                  <a:pt x="10715" y="3882"/>
                  <a:pt x="10937" y="3826"/>
                </a:cubicBezTo>
                <a:cubicBezTo>
                  <a:pt x="11253" y="3746"/>
                  <a:pt x="11547" y="3604"/>
                  <a:pt x="11810" y="3423"/>
                </a:cubicBezTo>
                <a:cubicBezTo>
                  <a:pt x="11835" y="3405"/>
                  <a:pt x="11861" y="3387"/>
                  <a:pt x="11886" y="3368"/>
                </a:cubicBezTo>
                <a:cubicBezTo>
                  <a:pt x="11986" y="3295"/>
                  <a:pt x="12081" y="3217"/>
                  <a:pt x="12169" y="3134"/>
                </a:cubicBezTo>
                <a:cubicBezTo>
                  <a:pt x="12416" y="2906"/>
                  <a:pt x="12624" y="2641"/>
                  <a:pt x="12783" y="2355"/>
                </a:cubicBezTo>
                <a:cubicBezTo>
                  <a:pt x="12794" y="2337"/>
                  <a:pt x="12805" y="2319"/>
                  <a:pt x="12814" y="2300"/>
                </a:cubicBezTo>
                <a:cubicBezTo>
                  <a:pt x="12983" y="1983"/>
                  <a:pt x="13095" y="1639"/>
                  <a:pt x="13135" y="1287"/>
                </a:cubicBezTo>
                <a:cubicBezTo>
                  <a:pt x="13137" y="1269"/>
                  <a:pt x="13139" y="1251"/>
                  <a:pt x="13141" y="1232"/>
                </a:cubicBezTo>
                <a:cubicBezTo>
                  <a:pt x="13152" y="1109"/>
                  <a:pt x="13155" y="984"/>
                  <a:pt x="13149" y="860"/>
                </a:cubicBezTo>
                <a:cubicBezTo>
                  <a:pt x="13137" y="644"/>
                  <a:pt x="13096" y="428"/>
                  <a:pt x="13028" y="222"/>
                </a:cubicBezTo>
                <a:cubicBezTo>
                  <a:pt x="13023" y="204"/>
                  <a:pt x="13017" y="185"/>
                  <a:pt x="13010" y="167"/>
                </a:cubicBezTo>
                <a:cubicBezTo>
                  <a:pt x="12991" y="111"/>
                  <a:pt x="12969" y="56"/>
                  <a:pt x="12946" y="1"/>
                </a:cubicBezTo>
                <a:lnTo>
                  <a:pt x="1880" y="3"/>
                </a:lnTo>
                <a:lnTo>
                  <a:pt x="1880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3" name="Google Shape;3953;p174"/>
          <p:cNvSpPr/>
          <p:nvPr/>
        </p:nvSpPr>
        <p:spPr>
          <a:xfrm rot="10800000">
            <a:off x="-454045" y="3925144"/>
            <a:ext cx="4760920" cy="1605431"/>
          </a:xfrm>
          <a:custGeom>
            <a:rect b="b" l="l" r="r" t="t"/>
            <a:pathLst>
              <a:path extrusionOk="0" h="9729" w="28851">
                <a:moveTo>
                  <a:pt x="943" y="0"/>
                </a:moveTo>
                <a:cubicBezTo>
                  <a:pt x="631" y="0"/>
                  <a:pt x="337" y="87"/>
                  <a:pt x="179" y="380"/>
                </a:cubicBezTo>
                <a:cubicBezTo>
                  <a:pt x="1" y="711"/>
                  <a:pt x="78" y="1189"/>
                  <a:pt x="451" y="1303"/>
                </a:cubicBezTo>
                <a:cubicBezTo>
                  <a:pt x="355" y="2313"/>
                  <a:pt x="452" y="3522"/>
                  <a:pt x="1499" y="3989"/>
                </a:cubicBezTo>
                <a:cubicBezTo>
                  <a:pt x="1785" y="4117"/>
                  <a:pt x="2088" y="4165"/>
                  <a:pt x="2396" y="4165"/>
                </a:cubicBezTo>
                <a:cubicBezTo>
                  <a:pt x="3000" y="4165"/>
                  <a:pt x="3625" y="3981"/>
                  <a:pt x="4188" y="3848"/>
                </a:cubicBezTo>
                <a:cubicBezTo>
                  <a:pt x="4624" y="3745"/>
                  <a:pt x="5112" y="3633"/>
                  <a:pt x="5582" y="3633"/>
                </a:cubicBezTo>
                <a:cubicBezTo>
                  <a:pt x="6044" y="3633"/>
                  <a:pt x="6489" y="3741"/>
                  <a:pt x="6852" y="4069"/>
                </a:cubicBezTo>
                <a:cubicBezTo>
                  <a:pt x="7560" y="4711"/>
                  <a:pt x="7722" y="5737"/>
                  <a:pt x="8257" y="6500"/>
                </a:cubicBezTo>
                <a:cubicBezTo>
                  <a:pt x="8521" y="6876"/>
                  <a:pt x="8874" y="7178"/>
                  <a:pt x="9322" y="7300"/>
                </a:cubicBezTo>
                <a:cubicBezTo>
                  <a:pt x="9482" y="7344"/>
                  <a:pt x="9645" y="7363"/>
                  <a:pt x="9808" y="7363"/>
                </a:cubicBezTo>
                <a:cubicBezTo>
                  <a:pt x="10078" y="7363"/>
                  <a:pt x="10348" y="7310"/>
                  <a:pt x="10606" y="7231"/>
                </a:cubicBezTo>
                <a:cubicBezTo>
                  <a:pt x="11498" y="6959"/>
                  <a:pt x="12280" y="6380"/>
                  <a:pt x="13194" y="6184"/>
                </a:cubicBezTo>
                <a:cubicBezTo>
                  <a:pt x="13322" y="6156"/>
                  <a:pt x="13450" y="6141"/>
                  <a:pt x="13577" y="6141"/>
                </a:cubicBezTo>
                <a:cubicBezTo>
                  <a:pt x="13849" y="6141"/>
                  <a:pt x="14113" y="6211"/>
                  <a:pt x="14347" y="6376"/>
                </a:cubicBezTo>
                <a:cubicBezTo>
                  <a:pt x="14724" y="6643"/>
                  <a:pt x="14907" y="7097"/>
                  <a:pt x="15047" y="7521"/>
                </a:cubicBezTo>
                <a:cubicBezTo>
                  <a:pt x="15341" y="8400"/>
                  <a:pt x="15592" y="9554"/>
                  <a:pt x="16688" y="9709"/>
                </a:cubicBezTo>
                <a:cubicBezTo>
                  <a:pt x="16781" y="9722"/>
                  <a:pt x="16872" y="9728"/>
                  <a:pt x="16961" y="9728"/>
                </a:cubicBezTo>
                <a:cubicBezTo>
                  <a:pt x="18160" y="9728"/>
                  <a:pt x="18967" y="8588"/>
                  <a:pt x="19887" y="7966"/>
                </a:cubicBezTo>
                <a:cubicBezTo>
                  <a:pt x="20301" y="7685"/>
                  <a:pt x="20755" y="7537"/>
                  <a:pt x="21232" y="7537"/>
                </a:cubicBezTo>
                <a:cubicBezTo>
                  <a:pt x="21401" y="7537"/>
                  <a:pt x="21572" y="7556"/>
                  <a:pt x="21746" y="7593"/>
                </a:cubicBezTo>
                <a:cubicBezTo>
                  <a:pt x="22408" y="7736"/>
                  <a:pt x="23015" y="8087"/>
                  <a:pt x="23550" y="8494"/>
                </a:cubicBezTo>
                <a:cubicBezTo>
                  <a:pt x="24053" y="8876"/>
                  <a:pt x="24539" y="9361"/>
                  <a:pt x="25189" y="9466"/>
                </a:cubicBezTo>
                <a:cubicBezTo>
                  <a:pt x="25284" y="9481"/>
                  <a:pt x="25378" y="9489"/>
                  <a:pt x="25473" y="9489"/>
                </a:cubicBezTo>
                <a:cubicBezTo>
                  <a:pt x="26024" y="9489"/>
                  <a:pt x="26554" y="9240"/>
                  <a:pt x="26991" y="8910"/>
                </a:cubicBezTo>
                <a:cubicBezTo>
                  <a:pt x="27838" y="8271"/>
                  <a:pt x="28376" y="7319"/>
                  <a:pt x="28611" y="6292"/>
                </a:cubicBezTo>
                <a:cubicBezTo>
                  <a:pt x="28851" y="5239"/>
                  <a:pt x="28800" y="4124"/>
                  <a:pt x="28525" y="3084"/>
                </a:cubicBezTo>
                <a:cubicBezTo>
                  <a:pt x="28226" y="1958"/>
                  <a:pt x="27654" y="694"/>
                  <a:pt x="26488" y="261"/>
                </a:cubicBezTo>
                <a:cubicBezTo>
                  <a:pt x="26074" y="106"/>
                  <a:pt x="25631" y="64"/>
                  <a:pt x="25188" y="64"/>
                </a:cubicBezTo>
                <a:cubicBezTo>
                  <a:pt x="24971" y="64"/>
                  <a:pt x="24753" y="74"/>
                  <a:pt x="24540" y="86"/>
                </a:cubicBezTo>
                <a:cubicBezTo>
                  <a:pt x="23776" y="131"/>
                  <a:pt x="23013" y="188"/>
                  <a:pt x="22250" y="248"/>
                </a:cubicBezTo>
                <a:cubicBezTo>
                  <a:pt x="20720" y="367"/>
                  <a:pt x="19190" y="503"/>
                  <a:pt x="17661" y="628"/>
                </a:cubicBezTo>
                <a:cubicBezTo>
                  <a:pt x="15187" y="828"/>
                  <a:pt x="12704" y="996"/>
                  <a:pt x="10221" y="996"/>
                </a:cubicBezTo>
                <a:cubicBezTo>
                  <a:pt x="9649" y="996"/>
                  <a:pt x="9077" y="987"/>
                  <a:pt x="8505" y="967"/>
                </a:cubicBezTo>
                <a:cubicBezTo>
                  <a:pt x="6985" y="916"/>
                  <a:pt x="5467" y="790"/>
                  <a:pt x="3966" y="555"/>
                </a:cubicBezTo>
                <a:cubicBezTo>
                  <a:pt x="3209" y="436"/>
                  <a:pt x="2459" y="290"/>
                  <a:pt x="1714" y="116"/>
                </a:cubicBezTo>
                <a:cubicBezTo>
                  <a:pt x="1493" y="64"/>
                  <a:pt x="1211" y="0"/>
                  <a:pt x="94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4" name="Google Shape;3954;p174"/>
          <p:cNvSpPr/>
          <p:nvPr/>
        </p:nvSpPr>
        <p:spPr>
          <a:xfrm rot="10800000">
            <a:off x="7318149" y="-387074"/>
            <a:ext cx="2415526" cy="3446503"/>
          </a:xfrm>
          <a:custGeom>
            <a:rect b="b" l="l" r="r" t="t"/>
            <a:pathLst>
              <a:path extrusionOk="0" h="20886" w="14638">
                <a:moveTo>
                  <a:pt x="3191" y="1"/>
                </a:moveTo>
                <a:cubicBezTo>
                  <a:pt x="2885" y="1"/>
                  <a:pt x="2576" y="81"/>
                  <a:pt x="2295" y="191"/>
                </a:cubicBezTo>
                <a:cubicBezTo>
                  <a:pt x="1899" y="349"/>
                  <a:pt x="1532" y="564"/>
                  <a:pt x="1185" y="809"/>
                </a:cubicBezTo>
                <a:cubicBezTo>
                  <a:pt x="1218" y="721"/>
                  <a:pt x="1252" y="633"/>
                  <a:pt x="1287" y="547"/>
                </a:cubicBezTo>
                <a:cubicBezTo>
                  <a:pt x="1332" y="438"/>
                  <a:pt x="1242" y="367"/>
                  <a:pt x="1149" y="367"/>
                </a:cubicBezTo>
                <a:cubicBezTo>
                  <a:pt x="1089" y="367"/>
                  <a:pt x="1027" y="397"/>
                  <a:pt x="998" y="467"/>
                </a:cubicBezTo>
                <a:cubicBezTo>
                  <a:pt x="147" y="2564"/>
                  <a:pt x="0" y="4857"/>
                  <a:pt x="71" y="7096"/>
                </a:cubicBezTo>
                <a:cubicBezTo>
                  <a:pt x="107" y="8264"/>
                  <a:pt x="200" y="9428"/>
                  <a:pt x="285" y="10592"/>
                </a:cubicBezTo>
                <a:cubicBezTo>
                  <a:pt x="378" y="11838"/>
                  <a:pt x="471" y="13083"/>
                  <a:pt x="565" y="14328"/>
                </a:cubicBezTo>
                <a:cubicBezTo>
                  <a:pt x="660" y="15573"/>
                  <a:pt x="755" y="16818"/>
                  <a:pt x="852" y="18063"/>
                </a:cubicBezTo>
                <a:cubicBezTo>
                  <a:pt x="895" y="18617"/>
                  <a:pt x="909" y="19183"/>
                  <a:pt x="997" y="19731"/>
                </a:cubicBezTo>
                <a:cubicBezTo>
                  <a:pt x="1063" y="20137"/>
                  <a:pt x="1227" y="20580"/>
                  <a:pt x="1623" y="20768"/>
                </a:cubicBezTo>
                <a:cubicBezTo>
                  <a:pt x="1853" y="20878"/>
                  <a:pt x="2108" y="20885"/>
                  <a:pt x="2359" y="20885"/>
                </a:cubicBezTo>
                <a:cubicBezTo>
                  <a:pt x="2678" y="20885"/>
                  <a:pt x="2997" y="20884"/>
                  <a:pt x="3315" y="20883"/>
                </a:cubicBezTo>
                <a:cubicBezTo>
                  <a:pt x="3934" y="20882"/>
                  <a:pt x="4551" y="20881"/>
                  <a:pt x="5168" y="20880"/>
                </a:cubicBezTo>
                <a:cubicBezTo>
                  <a:pt x="6413" y="20878"/>
                  <a:pt x="7658" y="20875"/>
                  <a:pt x="8904" y="20873"/>
                </a:cubicBezTo>
                <a:cubicBezTo>
                  <a:pt x="8946" y="20873"/>
                  <a:pt x="8987" y="20873"/>
                  <a:pt x="9029" y="20873"/>
                </a:cubicBezTo>
                <a:cubicBezTo>
                  <a:pt x="9733" y="20873"/>
                  <a:pt x="10440" y="20882"/>
                  <a:pt x="11147" y="20882"/>
                </a:cubicBezTo>
                <a:cubicBezTo>
                  <a:pt x="11621" y="20882"/>
                  <a:pt x="12096" y="20878"/>
                  <a:pt x="12569" y="20863"/>
                </a:cubicBezTo>
                <a:cubicBezTo>
                  <a:pt x="13054" y="20848"/>
                  <a:pt x="13560" y="20768"/>
                  <a:pt x="13928" y="20425"/>
                </a:cubicBezTo>
                <a:cubicBezTo>
                  <a:pt x="14266" y="20112"/>
                  <a:pt x="14409" y="19650"/>
                  <a:pt x="14479" y="19208"/>
                </a:cubicBezTo>
                <a:cubicBezTo>
                  <a:pt x="14615" y="18346"/>
                  <a:pt x="14637" y="17435"/>
                  <a:pt x="14556" y="16567"/>
                </a:cubicBezTo>
                <a:cubicBezTo>
                  <a:pt x="14480" y="15744"/>
                  <a:pt x="14290" y="14898"/>
                  <a:pt x="13827" y="14200"/>
                </a:cubicBezTo>
                <a:cubicBezTo>
                  <a:pt x="13606" y="13867"/>
                  <a:pt x="13329" y="13578"/>
                  <a:pt x="13000" y="13350"/>
                </a:cubicBezTo>
                <a:cubicBezTo>
                  <a:pt x="12618" y="13086"/>
                  <a:pt x="12175" y="12928"/>
                  <a:pt x="11727" y="12811"/>
                </a:cubicBezTo>
                <a:cubicBezTo>
                  <a:pt x="10841" y="12580"/>
                  <a:pt x="9808" y="12500"/>
                  <a:pt x="9119" y="11827"/>
                </a:cubicBezTo>
                <a:cubicBezTo>
                  <a:pt x="8381" y="11106"/>
                  <a:pt x="8246" y="10000"/>
                  <a:pt x="8306" y="9020"/>
                </a:cubicBezTo>
                <a:cubicBezTo>
                  <a:pt x="8344" y="8404"/>
                  <a:pt x="8449" y="7795"/>
                  <a:pt x="8518" y="7181"/>
                </a:cubicBezTo>
                <a:cubicBezTo>
                  <a:pt x="8574" y="6676"/>
                  <a:pt x="8621" y="6136"/>
                  <a:pt x="8417" y="5654"/>
                </a:cubicBezTo>
                <a:cubicBezTo>
                  <a:pt x="7771" y="4140"/>
                  <a:pt x="5341" y="4868"/>
                  <a:pt x="4856" y="3246"/>
                </a:cubicBezTo>
                <a:cubicBezTo>
                  <a:pt x="4619" y="2457"/>
                  <a:pt x="4843" y="1582"/>
                  <a:pt x="4492" y="818"/>
                </a:cubicBezTo>
                <a:cubicBezTo>
                  <a:pt x="4321" y="450"/>
                  <a:pt x="3993" y="161"/>
                  <a:pt x="3598" y="53"/>
                </a:cubicBezTo>
                <a:cubicBezTo>
                  <a:pt x="3465" y="17"/>
                  <a:pt x="3328" y="1"/>
                  <a:pt x="3191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5" name="Google Shape;3955;p174"/>
          <p:cNvSpPr txBox="1"/>
          <p:nvPr>
            <p:ph type="title"/>
          </p:nvPr>
        </p:nvSpPr>
        <p:spPr>
          <a:xfrm>
            <a:off x="3360175" y="758950"/>
            <a:ext cx="25290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956" name="Google Shape;3956;p174"/>
          <p:cNvSpPr txBox="1"/>
          <p:nvPr>
            <p:ph idx="2" type="title"/>
          </p:nvPr>
        </p:nvSpPr>
        <p:spPr>
          <a:xfrm>
            <a:off x="713225" y="3359950"/>
            <a:ext cx="18711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957" name="Google Shape;3957;p174"/>
          <p:cNvSpPr txBox="1"/>
          <p:nvPr>
            <p:ph idx="1" type="subTitle"/>
          </p:nvPr>
        </p:nvSpPr>
        <p:spPr>
          <a:xfrm>
            <a:off x="713225" y="3815000"/>
            <a:ext cx="18711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3958" name="Google Shape;3958;p174"/>
          <p:cNvSpPr txBox="1"/>
          <p:nvPr>
            <p:ph idx="3" type="title"/>
          </p:nvPr>
        </p:nvSpPr>
        <p:spPr>
          <a:xfrm>
            <a:off x="2665080" y="3359950"/>
            <a:ext cx="18711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959" name="Google Shape;3959;p174"/>
          <p:cNvSpPr txBox="1"/>
          <p:nvPr>
            <p:ph idx="4" type="subTitle"/>
          </p:nvPr>
        </p:nvSpPr>
        <p:spPr>
          <a:xfrm>
            <a:off x="2717775" y="3815000"/>
            <a:ext cx="18711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3960" name="Google Shape;3960;p174"/>
          <p:cNvSpPr txBox="1"/>
          <p:nvPr>
            <p:ph idx="5" type="title"/>
          </p:nvPr>
        </p:nvSpPr>
        <p:spPr>
          <a:xfrm>
            <a:off x="4669609" y="3359950"/>
            <a:ext cx="18711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961" name="Google Shape;3961;p174"/>
          <p:cNvSpPr txBox="1"/>
          <p:nvPr>
            <p:ph idx="6" type="subTitle"/>
          </p:nvPr>
        </p:nvSpPr>
        <p:spPr>
          <a:xfrm>
            <a:off x="4669525" y="3815000"/>
            <a:ext cx="18711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3962" name="Google Shape;3962;p174"/>
          <p:cNvSpPr txBox="1"/>
          <p:nvPr>
            <p:ph idx="7" type="title"/>
          </p:nvPr>
        </p:nvSpPr>
        <p:spPr>
          <a:xfrm>
            <a:off x="6621464" y="3359950"/>
            <a:ext cx="18711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963" name="Google Shape;3963;p174"/>
          <p:cNvSpPr txBox="1"/>
          <p:nvPr>
            <p:ph idx="8" type="subTitle"/>
          </p:nvPr>
        </p:nvSpPr>
        <p:spPr>
          <a:xfrm>
            <a:off x="6621424" y="3815000"/>
            <a:ext cx="18711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grpSp>
        <p:nvGrpSpPr>
          <p:cNvPr id="3964" name="Google Shape;3964;p174"/>
          <p:cNvGrpSpPr/>
          <p:nvPr/>
        </p:nvGrpSpPr>
        <p:grpSpPr>
          <a:xfrm rot="6299945">
            <a:off x="7844283" y="4563485"/>
            <a:ext cx="359746" cy="325869"/>
            <a:chOff x="1640475" y="1197075"/>
            <a:chExt cx="55475" cy="50250"/>
          </a:xfrm>
        </p:grpSpPr>
        <p:sp>
          <p:nvSpPr>
            <p:cNvPr id="3965" name="Google Shape;3965;p17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17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17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68" name="Google Shape;3968;p174"/>
          <p:cNvSpPr/>
          <p:nvPr/>
        </p:nvSpPr>
        <p:spPr>
          <a:xfrm flipH="1" rot="8615811">
            <a:off x="279838" y="4598042"/>
            <a:ext cx="848090" cy="171654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69" name="Google Shape;3969;p174"/>
          <p:cNvSpPr/>
          <p:nvPr/>
        </p:nvSpPr>
        <p:spPr>
          <a:xfrm rot="-9000285">
            <a:off x="6611777" y="234098"/>
            <a:ext cx="970034" cy="22723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70" name="Google Shape;3970;p174"/>
          <p:cNvGrpSpPr/>
          <p:nvPr/>
        </p:nvGrpSpPr>
        <p:grpSpPr>
          <a:xfrm rot="10799841">
            <a:off x="1663352" y="4510494"/>
            <a:ext cx="239902" cy="217311"/>
            <a:chOff x="1640475" y="1197075"/>
            <a:chExt cx="55475" cy="50250"/>
          </a:xfrm>
        </p:grpSpPr>
        <p:sp>
          <p:nvSpPr>
            <p:cNvPr id="3971" name="Google Shape;3971;p17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17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17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74" name="Google Shape;3974;p174"/>
          <p:cNvGrpSpPr/>
          <p:nvPr/>
        </p:nvGrpSpPr>
        <p:grpSpPr>
          <a:xfrm rot="-5400235">
            <a:off x="8168825" y="635400"/>
            <a:ext cx="243108" cy="220216"/>
            <a:chOff x="1640475" y="1197075"/>
            <a:chExt cx="55475" cy="50250"/>
          </a:xfrm>
        </p:grpSpPr>
        <p:sp>
          <p:nvSpPr>
            <p:cNvPr id="3975" name="Google Shape;3975;p17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17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17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78" name="Google Shape;3978;p174"/>
          <p:cNvSpPr/>
          <p:nvPr/>
        </p:nvSpPr>
        <p:spPr>
          <a:xfrm rot="-9900095">
            <a:off x="8401820" y="4056062"/>
            <a:ext cx="424434" cy="627506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79" name="Google Shape;3979;p174"/>
          <p:cNvSpPr/>
          <p:nvPr/>
        </p:nvSpPr>
        <p:spPr>
          <a:xfrm rot="-3511162">
            <a:off x="1110752" y="269341"/>
            <a:ext cx="738535" cy="540314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80" name="Google Shape;3980;p174"/>
          <p:cNvGrpSpPr/>
          <p:nvPr/>
        </p:nvGrpSpPr>
        <p:grpSpPr>
          <a:xfrm rot="-10374925">
            <a:off x="382077" y="488210"/>
            <a:ext cx="359745" cy="325867"/>
            <a:chOff x="1640475" y="1197075"/>
            <a:chExt cx="55475" cy="50250"/>
          </a:xfrm>
        </p:grpSpPr>
        <p:sp>
          <p:nvSpPr>
            <p:cNvPr id="3981" name="Google Shape;3981;p17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17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17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2">
  <p:cSld name="TITLE_ONLY_1_1_2_2_1_1">
    <p:spTree>
      <p:nvGrpSpPr>
        <p:cNvPr id="3984" name="Shape 39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5" name="Google Shape;3985;p175"/>
          <p:cNvSpPr txBox="1"/>
          <p:nvPr>
            <p:ph type="title"/>
          </p:nvPr>
        </p:nvSpPr>
        <p:spPr>
          <a:xfrm>
            <a:off x="3307500" y="758950"/>
            <a:ext cx="25290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986" name="Google Shape;3986;p175"/>
          <p:cNvSpPr txBox="1"/>
          <p:nvPr>
            <p:ph idx="1" type="subTitle"/>
          </p:nvPr>
        </p:nvSpPr>
        <p:spPr>
          <a:xfrm>
            <a:off x="2277850" y="2624412"/>
            <a:ext cx="18969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8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3987" name="Google Shape;3987;p175"/>
          <p:cNvSpPr txBox="1"/>
          <p:nvPr>
            <p:ph idx="2" type="subTitle"/>
          </p:nvPr>
        </p:nvSpPr>
        <p:spPr>
          <a:xfrm>
            <a:off x="4933967" y="2624412"/>
            <a:ext cx="18969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 SemiBold"/>
              <a:buNone/>
              <a:defRPr sz="18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3988" name="Google Shape;3988;p175"/>
          <p:cNvSpPr txBox="1"/>
          <p:nvPr>
            <p:ph idx="3" type="subTitle"/>
          </p:nvPr>
        </p:nvSpPr>
        <p:spPr>
          <a:xfrm>
            <a:off x="4956700" y="3523112"/>
            <a:ext cx="18969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 SemiBold"/>
              <a:buNone/>
              <a:defRPr sz="18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3989" name="Google Shape;3989;p175"/>
          <p:cNvSpPr txBox="1"/>
          <p:nvPr>
            <p:ph idx="4" type="subTitle"/>
          </p:nvPr>
        </p:nvSpPr>
        <p:spPr>
          <a:xfrm>
            <a:off x="2310363" y="3527587"/>
            <a:ext cx="18969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 SemiBold"/>
              <a:buNone/>
              <a:defRPr sz="18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3990" name="Google Shape;3990;p175"/>
          <p:cNvSpPr txBox="1"/>
          <p:nvPr>
            <p:ph idx="5" type="subTitle"/>
          </p:nvPr>
        </p:nvSpPr>
        <p:spPr>
          <a:xfrm>
            <a:off x="3384385" y="1719072"/>
            <a:ext cx="2366400" cy="448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8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3991" name="Google Shape;3991;p175"/>
          <p:cNvSpPr/>
          <p:nvPr/>
        </p:nvSpPr>
        <p:spPr>
          <a:xfrm flipH="1">
            <a:off x="-200914" y="4082606"/>
            <a:ext cx="3607613" cy="1169626"/>
          </a:xfrm>
          <a:custGeom>
            <a:rect b="b" l="l" r="r" t="t"/>
            <a:pathLst>
              <a:path extrusionOk="0" h="7088" w="21862">
                <a:moveTo>
                  <a:pt x="20392" y="0"/>
                </a:moveTo>
                <a:cubicBezTo>
                  <a:pt x="19697" y="0"/>
                  <a:pt x="19010" y="139"/>
                  <a:pt x="18446" y="437"/>
                </a:cubicBezTo>
                <a:cubicBezTo>
                  <a:pt x="17368" y="1003"/>
                  <a:pt x="16913" y="1997"/>
                  <a:pt x="16387" y="2893"/>
                </a:cubicBezTo>
                <a:cubicBezTo>
                  <a:pt x="15861" y="3789"/>
                  <a:pt x="15050" y="4733"/>
                  <a:pt x="13753" y="4924"/>
                </a:cubicBezTo>
                <a:cubicBezTo>
                  <a:pt x="13587" y="4948"/>
                  <a:pt x="13420" y="4959"/>
                  <a:pt x="13253" y="4959"/>
                </a:cubicBezTo>
                <a:cubicBezTo>
                  <a:pt x="12545" y="4959"/>
                  <a:pt x="11838" y="4765"/>
                  <a:pt x="11156" y="4596"/>
                </a:cubicBezTo>
                <a:cubicBezTo>
                  <a:pt x="10391" y="4408"/>
                  <a:pt x="9551" y="4258"/>
                  <a:pt x="8748" y="4258"/>
                </a:cubicBezTo>
                <a:cubicBezTo>
                  <a:pt x="8042" y="4258"/>
                  <a:pt x="7365" y="4373"/>
                  <a:pt x="6793" y="4680"/>
                </a:cubicBezTo>
                <a:cubicBezTo>
                  <a:pt x="5978" y="5117"/>
                  <a:pt x="5461" y="5904"/>
                  <a:pt x="4593" y="6207"/>
                </a:cubicBezTo>
                <a:cubicBezTo>
                  <a:pt x="4569" y="6215"/>
                  <a:pt x="4545" y="6224"/>
                  <a:pt x="4519" y="6231"/>
                </a:cubicBezTo>
                <a:cubicBezTo>
                  <a:pt x="4407" y="6267"/>
                  <a:pt x="4286" y="6293"/>
                  <a:pt x="4160" y="6310"/>
                </a:cubicBezTo>
                <a:cubicBezTo>
                  <a:pt x="4052" y="6325"/>
                  <a:pt x="3944" y="6331"/>
                  <a:pt x="3836" y="6331"/>
                </a:cubicBezTo>
                <a:cubicBezTo>
                  <a:pt x="3306" y="6331"/>
                  <a:pt x="2774" y="6185"/>
                  <a:pt x="2236" y="6169"/>
                </a:cubicBezTo>
                <a:cubicBezTo>
                  <a:pt x="2205" y="6168"/>
                  <a:pt x="2173" y="6167"/>
                  <a:pt x="2142" y="6167"/>
                </a:cubicBezTo>
                <a:cubicBezTo>
                  <a:pt x="1432" y="6167"/>
                  <a:pt x="726" y="6406"/>
                  <a:pt x="265" y="6805"/>
                </a:cubicBezTo>
                <a:cubicBezTo>
                  <a:pt x="165" y="6893"/>
                  <a:pt x="77" y="6988"/>
                  <a:pt x="1" y="7088"/>
                </a:cubicBezTo>
                <a:lnTo>
                  <a:pt x="21862" y="7088"/>
                </a:lnTo>
                <a:lnTo>
                  <a:pt x="21862" y="210"/>
                </a:lnTo>
                <a:cubicBezTo>
                  <a:pt x="21397" y="73"/>
                  <a:pt x="20892" y="0"/>
                  <a:pt x="20392" y="0"/>
                </a:cubicBezTo>
                <a:close/>
              </a:path>
            </a:pathLst>
          </a:custGeom>
          <a:solidFill>
            <a:schemeClr val="dk2">
              <a:alpha val="4018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2" name="Google Shape;3992;p175"/>
          <p:cNvSpPr/>
          <p:nvPr/>
        </p:nvSpPr>
        <p:spPr>
          <a:xfrm flipH="1">
            <a:off x="6989554" y="-222374"/>
            <a:ext cx="2304920" cy="1169617"/>
          </a:xfrm>
          <a:custGeom>
            <a:rect b="b" l="l" r="r" t="t"/>
            <a:pathLst>
              <a:path extrusionOk="0" h="6456" w="13155">
                <a:moveTo>
                  <a:pt x="1821" y="0"/>
                </a:moveTo>
                <a:lnTo>
                  <a:pt x="1821" y="3"/>
                </a:lnTo>
                <a:lnTo>
                  <a:pt x="0" y="4"/>
                </a:lnTo>
                <a:lnTo>
                  <a:pt x="0" y="222"/>
                </a:lnTo>
                <a:lnTo>
                  <a:pt x="0" y="1236"/>
                </a:lnTo>
                <a:lnTo>
                  <a:pt x="0" y="2358"/>
                </a:lnTo>
                <a:lnTo>
                  <a:pt x="1" y="3370"/>
                </a:lnTo>
                <a:lnTo>
                  <a:pt x="1" y="4493"/>
                </a:lnTo>
                <a:lnTo>
                  <a:pt x="1" y="5504"/>
                </a:lnTo>
                <a:lnTo>
                  <a:pt x="1" y="6178"/>
                </a:lnTo>
                <a:cubicBezTo>
                  <a:pt x="369" y="6349"/>
                  <a:pt x="770" y="6456"/>
                  <a:pt x="1177" y="6456"/>
                </a:cubicBezTo>
                <a:cubicBezTo>
                  <a:pt x="1363" y="6456"/>
                  <a:pt x="1550" y="6434"/>
                  <a:pt x="1736" y="6385"/>
                </a:cubicBezTo>
                <a:cubicBezTo>
                  <a:pt x="1764" y="6378"/>
                  <a:pt x="1794" y="6370"/>
                  <a:pt x="1822" y="6361"/>
                </a:cubicBezTo>
                <a:cubicBezTo>
                  <a:pt x="1843" y="6355"/>
                  <a:pt x="1862" y="6348"/>
                  <a:pt x="1882" y="6342"/>
                </a:cubicBezTo>
                <a:cubicBezTo>
                  <a:pt x="2342" y="6188"/>
                  <a:pt x="2719" y="5901"/>
                  <a:pt x="3050" y="5558"/>
                </a:cubicBezTo>
                <a:cubicBezTo>
                  <a:pt x="3068" y="5540"/>
                  <a:pt x="3085" y="5522"/>
                  <a:pt x="3102" y="5503"/>
                </a:cubicBezTo>
                <a:cubicBezTo>
                  <a:pt x="3398" y="5189"/>
                  <a:pt x="3657" y="4831"/>
                  <a:pt x="3908" y="4490"/>
                </a:cubicBezTo>
                <a:cubicBezTo>
                  <a:pt x="3908" y="4490"/>
                  <a:pt x="3909" y="4490"/>
                  <a:pt x="3909" y="4489"/>
                </a:cubicBezTo>
                <a:cubicBezTo>
                  <a:pt x="3923" y="4471"/>
                  <a:pt x="3936" y="4455"/>
                  <a:pt x="3949" y="4436"/>
                </a:cubicBezTo>
                <a:cubicBezTo>
                  <a:pt x="4217" y="4078"/>
                  <a:pt x="4522" y="3714"/>
                  <a:pt x="4875" y="3424"/>
                </a:cubicBezTo>
                <a:cubicBezTo>
                  <a:pt x="4897" y="3405"/>
                  <a:pt x="4919" y="3387"/>
                  <a:pt x="4942" y="3369"/>
                </a:cubicBezTo>
                <a:cubicBezTo>
                  <a:pt x="5319" y="3071"/>
                  <a:pt x="5750" y="2859"/>
                  <a:pt x="6248" y="2826"/>
                </a:cubicBezTo>
                <a:cubicBezTo>
                  <a:pt x="6296" y="2822"/>
                  <a:pt x="6344" y="2821"/>
                  <a:pt x="6391" y="2821"/>
                </a:cubicBezTo>
                <a:cubicBezTo>
                  <a:pt x="7025" y="2821"/>
                  <a:pt x="7616" y="3105"/>
                  <a:pt x="8200" y="3368"/>
                </a:cubicBezTo>
                <a:cubicBezTo>
                  <a:pt x="8240" y="3387"/>
                  <a:pt x="8281" y="3405"/>
                  <a:pt x="8323" y="3423"/>
                </a:cubicBezTo>
                <a:cubicBezTo>
                  <a:pt x="8382" y="3449"/>
                  <a:pt x="8442" y="3475"/>
                  <a:pt x="8501" y="3501"/>
                </a:cubicBezTo>
                <a:cubicBezTo>
                  <a:pt x="9052" y="3734"/>
                  <a:pt x="9659" y="3908"/>
                  <a:pt x="10259" y="3908"/>
                </a:cubicBezTo>
                <a:cubicBezTo>
                  <a:pt x="10487" y="3908"/>
                  <a:pt x="10715" y="3882"/>
                  <a:pt x="10937" y="3826"/>
                </a:cubicBezTo>
                <a:cubicBezTo>
                  <a:pt x="11253" y="3746"/>
                  <a:pt x="11547" y="3604"/>
                  <a:pt x="11810" y="3423"/>
                </a:cubicBezTo>
                <a:cubicBezTo>
                  <a:pt x="11835" y="3405"/>
                  <a:pt x="11861" y="3387"/>
                  <a:pt x="11886" y="3368"/>
                </a:cubicBezTo>
                <a:cubicBezTo>
                  <a:pt x="11986" y="3295"/>
                  <a:pt x="12081" y="3217"/>
                  <a:pt x="12169" y="3134"/>
                </a:cubicBezTo>
                <a:cubicBezTo>
                  <a:pt x="12416" y="2906"/>
                  <a:pt x="12624" y="2641"/>
                  <a:pt x="12783" y="2355"/>
                </a:cubicBezTo>
                <a:cubicBezTo>
                  <a:pt x="12794" y="2337"/>
                  <a:pt x="12805" y="2319"/>
                  <a:pt x="12814" y="2300"/>
                </a:cubicBezTo>
                <a:cubicBezTo>
                  <a:pt x="12983" y="1983"/>
                  <a:pt x="13095" y="1639"/>
                  <a:pt x="13135" y="1287"/>
                </a:cubicBezTo>
                <a:cubicBezTo>
                  <a:pt x="13137" y="1269"/>
                  <a:pt x="13139" y="1251"/>
                  <a:pt x="13141" y="1232"/>
                </a:cubicBezTo>
                <a:cubicBezTo>
                  <a:pt x="13152" y="1109"/>
                  <a:pt x="13155" y="984"/>
                  <a:pt x="13149" y="860"/>
                </a:cubicBezTo>
                <a:cubicBezTo>
                  <a:pt x="13137" y="644"/>
                  <a:pt x="13096" y="428"/>
                  <a:pt x="13028" y="222"/>
                </a:cubicBezTo>
                <a:cubicBezTo>
                  <a:pt x="13023" y="204"/>
                  <a:pt x="13017" y="185"/>
                  <a:pt x="13010" y="167"/>
                </a:cubicBezTo>
                <a:cubicBezTo>
                  <a:pt x="12991" y="111"/>
                  <a:pt x="12969" y="56"/>
                  <a:pt x="12946" y="1"/>
                </a:cubicBezTo>
                <a:lnTo>
                  <a:pt x="1880" y="3"/>
                </a:lnTo>
                <a:lnTo>
                  <a:pt x="1880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3" name="Google Shape;3993;p175"/>
          <p:cNvSpPr/>
          <p:nvPr/>
        </p:nvSpPr>
        <p:spPr>
          <a:xfrm flipH="1">
            <a:off x="-761582" y="-550501"/>
            <a:ext cx="5842832" cy="1970244"/>
          </a:xfrm>
          <a:custGeom>
            <a:rect b="b" l="l" r="r" t="t"/>
            <a:pathLst>
              <a:path extrusionOk="0" h="9729" w="28851">
                <a:moveTo>
                  <a:pt x="943" y="0"/>
                </a:moveTo>
                <a:cubicBezTo>
                  <a:pt x="631" y="0"/>
                  <a:pt x="337" y="87"/>
                  <a:pt x="179" y="380"/>
                </a:cubicBezTo>
                <a:cubicBezTo>
                  <a:pt x="1" y="711"/>
                  <a:pt x="78" y="1189"/>
                  <a:pt x="451" y="1303"/>
                </a:cubicBezTo>
                <a:cubicBezTo>
                  <a:pt x="355" y="2313"/>
                  <a:pt x="452" y="3522"/>
                  <a:pt x="1499" y="3989"/>
                </a:cubicBezTo>
                <a:cubicBezTo>
                  <a:pt x="1785" y="4117"/>
                  <a:pt x="2088" y="4165"/>
                  <a:pt x="2396" y="4165"/>
                </a:cubicBezTo>
                <a:cubicBezTo>
                  <a:pt x="3000" y="4165"/>
                  <a:pt x="3625" y="3981"/>
                  <a:pt x="4188" y="3848"/>
                </a:cubicBezTo>
                <a:cubicBezTo>
                  <a:pt x="4624" y="3745"/>
                  <a:pt x="5112" y="3633"/>
                  <a:pt x="5582" y="3633"/>
                </a:cubicBezTo>
                <a:cubicBezTo>
                  <a:pt x="6044" y="3633"/>
                  <a:pt x="6489" y="3741"/>
                  <a:pt x="6852" y="4069"/>
                </a:cubicBezTo>
                <a:cubicBezTo>
                  <a:pt x="7560" y="4711"/>
                  <a:pt x="7722" y="5737"/>
                  <a:pt x="8257" y="6500"/>
                </a:cubicBezTo>
                <a:cubicBezTo>
                  <a:pt x="8521" y="6876"/>
                  <a:pt x="8874" y="7178"/>
                  <a:pt x="9322" y="7300"/>
                </a:cubicBezTo>
                <a:cubicBezTo>
                  <a:pt x="9482" y="7344"/>
                  <a:pt x="9645" y="7363"/>
                  <a:pt x="9808" y="7363"/>
                </a:cubicBezTo>
                <a:cubicBezTo>
                  <a:pt x="10078" y="7363"/>
                  <a:pt x="10348" y="7310"/>
                  <a:pt x="10606" y="7231"/>
                </a:cubicBezTo>
                <a:cubicBezTo>
                  <a:pt x="11498" y="6959"/>
                  <a:pt x="12280" y="6380"/>
                  <a:pt x="13194" y="6184"/>
                </a:cubicBezTo>
                <a:cubicBezTo>
                  <a:pt x="13322" y="6156"/>
                  <a:pt x="13450" y="6141"/>
                  <a:pt x="13577" y="6141"/>
                </a:cubicBezTo>
                <a:cubicBezTo>
                  <a:pt x="13849" y="6141"/>
                  <a:pt x="14113" y="6211"/>
                  <a:pt x="14347" y="6376"/>
                </a:cubicBezTo>
                <a:cubicBezTo>
                  <a:pt x="14724" y="6643"/>
                  <a:pt x="14907" y="7097"/>
                  <a:pt x="15047" y="7521"/>
                </a:cubicBezTo>
                <a:cubicBezTo>
                  <a:pt x="15341" y="8400"/>
                  <a:pt x="15592" y="9554"/>
                  <a:pt x="16688" y="9709"/>
                </a:cubicBezTo>
                <a:cubicBezTo>
                  <a:pt x="16781" y="9722"/>
                  <a:pt x="16872" y="9728"/>
                  <a:pt x="16961" y="9728"/>
                </a:cubicBezTo>
                <a:cubicBezTo>
                  <a:pt x="18160" y="9728"/>
                  <a:pt x="18967" y="8588"/>
                  <a:pt x="19887" y="7966"/>
                </a:cubicBezTo>
                <a:cubicBezTo>
                  <a:pt x="20301" y="7685"/>
                  <a:pt x="20755" y="7537"/>
                  <a:pt x="21232" y="7537"/>
                </a:cubicBezTo>
                <a:cubicBezTo>
                  <a:pt x="21401" y="7537"/>
                  <a:pt x="21572" y="7556"/>
                  <a:pt x="21746" y="7593"/>
                </a:cubicBezTo>
                <a:cubicBezTo>
                  <a:pt x="22408" y="7736"/>
                  <a:pt x="23015" y="8087"/>
                  <a:pt x="23550" y="8494"/>
                </a:cubicBezTo>
                <a:cubicBezTo>
                  <a:pt x="24053" y="8876"/>
                  <a:pt x="24539" y="9361"/>
                  <a:pt x="25189" y="9466"/>
                </a:cubicBezTo>
                <a:cubicBezTo>
                  <a:pt x="25284" y="9481"/>
                  <a:pt x="25378" y="9489"/>
                  <a:pt x="25473" y="9489"/>
                </a:cubicBezTo>
                <a:cubicBezTo>
                  <a:pt x="26024" y="9489"/>
                  <a:pt x="26554" y="9240"/>
                  <a:pt x="26991" y="8910"/>
                </a:cubicBezTo>
                <a:cubicBezTo>
                  <a:pt x="27838" y="8271"/>
                  <a:pt x="28376" y="7319"/>
                  <a:pt x="28611" y="6292"/>
                </a:cubicBezTo>
                <a:cubicBezTo>
                  <a:pt x="28851" y="5239"/>
                  <a:pt x="28800" y="4124"/>
                  <a:pt x="28525" y="3084"/>
                </a:cubicBezTo>
                <a:cubicBezTo>
                  <a:pt x="28226" y="1958"/>
                  <a:pt x="27654" y="694"/>
                  <a:pt x="26488" y="261"/>
                </a:cubicBezTo>
                <a:cubicBezTo>
                  <a:pt x="26074" y="106"/>
                  <a:pt x="25631" y="64"/>
                  <a:pt x="25188" y="64"/>
                </a:cubicBezTo>
                <a:cubicBezTo>
                  <a:pt x="24971" y="64"/>
                  <a:pt x="24753" y="74"/>
                  <a:pt x="24540" y="86"/>
                </a:cubicBezTo>
                <a:cubicBezTo>
                  <a:pt x="23776" y="131"/>
                  <a:pt x="23013" y="188"/>
                  <a:pt x="22250" y="248"/>
                </a:cubicBezTo>
                <a:cubicBezTo>
                  <a:pt x="20720" y="367"/>
                  <a:pt x="19190" y="503"/>
                  <a:pt x="17661" y="628"/>
                </a:cubicBezTo>
                <a:cubicBezTo>
                  <a:pt x="15187" y="828"/>
                  <a:pt x="12704" y="996"/>
                  <a:pt x="10221" y="996"/>
                </a:cubicBezTo>
                <a:cubicBezTo>
                  <a:pt x="9649" y="996"/>
                  <a:pt x="9077" y="987"/>
                  <a:pt x="8505" y="967"/>
                </a:cubicBezTo>
                <a:cubicBezTo>
                  <a:pt x="6985" y="916"/>
                  <a:pt x="5467" y="790"/>
                  <a:pt x="3966" y="555"/>
                </a:cubicBezTo>
                <a:cubicBezTo>
                  <a:pt x="3209" y="436"/>
                  <a:pt x="2459" y="290"/>
                  <a:pt x="1714" y="116"/>
                </a:cubicBezTo>
                <a:cubicBezTo>
                  <a:pt x="1493" y="64"/>
                  <a:pt x="1211" y="0"/>
                  <a:pt x="943" y="0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4" name="Google Shape;3994;p175"/>
          <p:cNvSpPr/>
          <p:nvPr/>
        </p:nvSpPr>
        <p:spPr>
          <a:xfrm rot="-5400000">
            <a:off x="6969937" y="2674579"/>
            <a:ext cx="2232185" cy="3184906"/>
          </a:xfrm>
          <a:custGeom>
            <a:rect b="b" l="l" r="r" t="t"/>
            <a:pathLst>
              <a:path extrusionOk="0" h="20886" w="14638">
                <a:moveTo>
                  <a:pt x="3191" y="1"/>
                </a:moveTo>
                <a:cubicBezTo>
                  <a:pt x="2885" y="1"/>
                  <a:pt x="2576" y="81"/>
                  <a:pt x="2295" y="191"/>
                </a:cubicBezTo>
                <a:cubicBezTo>
                  <a:pt x="1899" y="349"/>
                  <a:pt x="1532" y="564"/>
                  <a:pt x="1185" y="809"/>
                </a:cubicBezTo>
                <a:cubicBezTo>
                  <a:pt x="1218" y="721"/>
                  <a:pt x="1252" y="633"/>
                  <a:pt x="1287" y="547"/>
                </a:cubicBezTo>
                <a:cubicBezTo>
                  <a:pt x="1332" y="438"/>
                  <a:pt x="1242" y="367"/>
                  <a:pt x="1149" y="367"/>
                </a:cubicBezTo>
                <a:cubicBezTo>
                  <a:pt x="1089" y="367"/>
                  <a:pt x="1027" y="397"/>
                  <a:pt x="998" y="467"/>
                </a:cubicBezTo>
                <a:cubicBezTo>
                  <a:pt x="147" y="2564"/>
                  <a:pt x="0" y="4857"/>
                  <a:pt x="71" y="7096"/>
                </a:cubicBezTo>
                <a:cubicBezTo>
                  <a:pt x="107" y="8264"/>
                  <a:pt x="200" y="9428"/>
                  <a:pt x="285" y="10592"/>
                </a:cubicBezTo>
                <a:cubicBezTo>
                  <a:pt x="378" y="11838"/>
                  <a:pt x="471" y="13083"/>
                  <a:pt x="565" y="14328"/>
                </a:cubicBezTo>
                <a:cubicBezTo>
                  <a:pt x="660" y="15573"/>
                  <a:pt x="755" y="16818"/>
                  <a:pt x="852" y="18063"/>
                </a:cubicBezTo>
                <a:cubicBezTo>
                  <a:pt x="895" y="18617"/>
                  <a:pt x="909" y="19183"/>
                  <a:pt x="997" y="19731"/>
                </a:cubicBezTo>
                <a:cubicBezTo>
                  <a:pt x="1063" y="20137"/>
                  <a:pt x="1227" y="20580"/>
                  <a:pt x="1623" y="20768"/>
                </a:cubicBezTo>
                <a:cubicBezTo>
                  <a:pt x="1853" y="20878"/>
                  <a:pt x="2108" y="20885"/>
                  <a:pt x="2359" y="20885"/>
                </a:cubicBezTo>
                <a:cubicBezTo>
                  <a:pt x="2678" y="20885"/>
                  <a:pt x="2997" y="20884"/>
                  <a:pt x="3315" y="20883"/>
                </a:cubicBezTo>
                <a:cubicBezTo>
                  <a:pt x="3934" y="20882"/>
                  <a:pt x="4551" y="20881"/>
                  <a:pt x="5168" y="20880"/>
                </a:cubicBezTo>
                <a:cubicBezTo>
                  <a:pt x="6413" y="20878"/>
                  <a:pt x="7658" y="20875"/>
                  <a:pt x="8904" y="20873"/>
                </a:cubicBezTo>
                <a:cubicBezTo>
                  <a:pt x="8946" y="20873"/>
                  <a:pt x="8987" y="20873"/>
                  <a:pt x="9029" y="20873"/>
                </a:cubicBezTo>
                <a:cubicBezTo>
                  <a:pt x="9733" y="20873"/>
                  <a:pt x="10440" y="20882"/>
                  <a:pt x="11147" y="20882"/>
                </a:cubicBezTo>
                <a:cubicBezTo>
                  <a:pt x="11621" y="20882"/>
                  <a:pt x="12096" y="20878"/>
                  <a:pt x="12569" y="20863"/>
                </a:cubicBezTo>
                <a:cubicBezTo>
                  <a:pt x="13054" y="20848"/>
                  <a:pt x="13560" y="20768"/>
                  <a:pt x="13928" y="20425"/>
                </a:cubicBezTo>
                <a:cubicBezTo>
                  <a:pt x="14266" y="20112"/>
                  <a:pt x="14409" y="19650"/>
                  <a:pt x="14479" y="19208"/>
                </a:cubicBezTo>
                <a:cubicBezTo>
                  <a:pt x="14615" y="18346"/>
                  <a:pt x="14637" y="17435"/>
                  <a:pt x="14556" y="16567"/>
                </a:cubicBezTo>
                <a:cubicBezTo>
                  <a:pt x="14480" y="15744"/>
                  <a:pt x="14290" y="14898"/>
                  <a:pt x="13827" y="14200"/>
                </a:cubicBezTo>
                <a:cubicBezTo>
                  <a:pt x="13606" y="13867"/>
                  <a:pt x="13329" y="13578"/>
                  <a:pt x="13000" y="13350"/>
                </a:cubicBezTo>
                <a:cubicBezTo>
                  <a:pt x="12618" y="13086"/>
                  <a:pt x="12175" y="12928"/>
                  <a:pt x="11727" y="12811"/>
                </a:cubicBezTo>
                <a:cubicBezTo>
                  <a:pt x="10841" y="12580"/>
                  <a:pt x="9808" y="12500"/>
                  <a:pt x="9119" y="11827"/>
                </a:cubicBezTo>
                <a:cubicBezTo>
                  <a:pt x="8381" y="11106"/>
                  <a:pt x="8246" y="10000"/>
                  <a:pt x="8306" y="9020"/>
                </a:cubicBezTo>
                <a:cubicBezTo>
                  <a:pt x="8344" y="8404"/>
                  <a:pt x="8449" y="7795"/>
                  <a:pt x="8518" y="7181"/>
                </a:cubicBezTo>
                <a:cubicBezTo>
                  <a:pt x="8574" y="6676"/>
                  <a:pt x="8621" y="6136"/>
                  <a:pt x="8417" y="5654"/>
                </a:cubicBezTo>
                <a:cubicBezTo>
                  <a:pt x="7771" y="4140"/>
                  <a:pt x="5341" y="4868"/>
                  <a:pt x="4856" y="3246"/>
                </a:cubicBezTo>
                <a:cubicBezTo>
                  <a:pt x="4619" y="2457"/>
                  <a:pt x="4843" y="1582"/>
                  <a:pt x="4492" y="818"/>
                </a:cubicBezTo>
                <a:cubicBezTo>
                  <a:pt x="4321" y="450"/>
                  <a:pt x="3993" y="161"/>
                  <a:pt x="3598" y="53"/>
                </a:cubicBezTo>
                <a:cubicBezTo>
                  <a:pt x="3465" y="17"/>
                  <a:pt x="3328" y="1"/>
                  <a:pt x="3191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95" name="Google Shape;3995;p175"/>
          <p:cNvGrpSpPr/>
          <p:nvPr/>
        </p:nvGrpSpPr>
        <p:grpSpPr>
          <a:xfrm flipH="1" rot="4500055">
            <a:off x="7844283" y="254147"/>
            <a:ext cx="359746" cy="325869"/>
            <a:chOff x="1640475" y="1197075"/>
            <a:chExt cx="55475" cy="50250"/>
          </a:xfrm>
        </p:grpSpPr>
        <p:sp>
          <p:nvSpPr>
            <p:cNvPr id="3996" name="Google Shape;3996;p17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17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17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99" name="Google Shape;3999;p175"/>
          <p:cNvSpPr/>
          <p:nvPr/>
        </p:nvSpPr>
        <p:spPr>
          <a:xfrm rot="2184189">
            <a:off x="279838" y="373805"/>
            <a:ext cx="848090" cy="171654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0" name="Google Shape;4000;p175"/>
          <p:cNvSpPr/>
          <p:nvPr/>
        </p:nvSpPr>
        <p:spPr>
          <a:xfrm flipH="1" rot="-1799715">
            <a:off x="482902" y="3875018"/>
            <a:ext cx="970034" cy="22723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01" name="Google Shape;4001;p175"/>
          <p:cNvGrpSpPr/>
          <p:nvPr/>
        </p:nvGrpSpPr>
        <p:grpSpPr>
          <a:xfrm flipH="1" rot="159">
            <a:off x="908765" y="1401421"/>
            <a:ext cx="239902" cy="217311"/>
            <a:chOff x="1640475" y="1197075"/>
            <a:chExt cx="55475" cy="50250"/>
          </a:xfrm>
        </p:grpSpPr>
        <p:sp>
          <p:nvSpPr>
            <p:cNvPr id="4002" name="Google Shape;4002;p17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17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17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05" name="Google Shape;4005;p175"/>
          <p:cNvSpPr/>
          <p:nvPr/>
        </p:nvSpPr>
        <p:spPr>
          <a:xfrm flipH="1" rot="-899905">
            <a:off x="8401820" y="459933"/>
            <a:ext cx="424434" cy="627506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6" name="Google Shape;4006;p175"/>
          <p:cNvSpPr/>
          <p:nvPr/>
        </p:nvSpPr>
        <p:spPr>
          <a:xfrm flipH="1" rot="-7288838">
            <a:off x="1110752" y="4333846"/>
            <a:ext cx="738535" cy="540314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07" name="Google Shape;4007;p175"/>
          <p:cNvGrpSpPr/>
          <p:nvPr/>
        </p:nvGrpSpPr>
        <p:grpSpPr>
          <a:xfrm flipH="1" rot="-425075">
            <a:off x="7748027" y="3735612"/>
            <a:ext cx="359745" cy="325867"/>
            <a:chOff x="1640475" y="1197075"/>
            <a:chExt cx="55475" cy="50250"/>
          </a:xfrm>
        </p:grpSpPr>
        <p:sp>
          <p:nvSpPr>
            <p:cNvPr id="4008" name="Google Shape;4008;p17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17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17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ive columns ">
  <p:cSld name="TITLE_ONLY_1_1_1">
    <p:spTree>
      <p:nvGrpSpPr>
        <p:cNvPr id="4011" name="Shape 40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12" name="Google Shape;4012;p176"/>
          <p:cNvSpPr txBox="1"/>
          <p:nvPr>
            <p:ph type="title"/>
          </p:nvPr>
        </p:nvSpPr>
        <p:spPr>
          <a:xfrm>
            <a:off x="3307500" y="758950"/>
            <a:ext cx="2529000" cy="48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013" name="Google Shape;4013;p176"/>
          <p:cNvSpPr txBox="1"/>
          <p:nvPr>
            <p:ph idx="2" type="title"/>
          </p:nvPr>
        </p:nvSpPr>
        <p:spPr>
          <a:xfrm>
            <a:off x="717839" y="1967473"/>
            <a:ext cx="2218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014" name="Google Shape;4014;p176"/>
          <p:cNvSpPr txBox="1"/>
          <p:nvPr>
            <p:ph idx="1" type="subTitle"/>
          </p:nvPr>
        </p:nvSpPr>
        <p:spPr>
          <a:xfrm>
            <a:off x="717839" y="2623513"/>
            <a:ext cx="22185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015" name="Google Shape;4015;p176"/>
          <p:cNvSpPr txBox="1"/>
          <p:nvPr>
            <p:ph idx="3" type="title"/>
          </p:nvPr>
        </p:nvSpPr>
        <p:spPr>
          <a:xfrm>
            <a:off x="3462813" y="1967473"/>
            <a:ext cx="2218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016" name="Google Shape;4016;p176"/>
          <p:cNvSpPr txBox="1"/>
          <p:nvPr>
            <p:ph idx="4" type="subTitle"/>
          </p:nvPr>
        </p:nvSpPr>
        <p:spPr>
          <a:xfrm>
            <a:off x="3462813" y="2623513"/>
            <a:ext cx="22185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017" name="Google Shape;4017;p176"/>
          <p:cNvSpPr txBox="1"/>
          <p:nvPr>
            <p:ph idx="5" type="title"/>
          </p:nvPr>
        </p:nvSpPr>
        <p:spPr>
          <a:xfrm>
            <a:off x="6207787" y="1967473"/>
            <a:ext cx="2218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018" name="Google Shape;4018;p176"/>
          <p:cNvSpPr txBox="1"/>
          <p:nvPr>
            <p:ph idx="6" type="subTitle"/>
          </p:nvPr>
        </p:nvSpPr>
        <p:spPr>
          <a:xfrm>
            <a:off x="6207787" y="2623513"/>
            <a:ext cx="22185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019" name="Google Shape;4019;p176"/>
          <p:cNvSpPr txBox="1"/>
          <p:nvPr>
            <p:ph idx="7" type="title"/>
          </p:nvPr>
        </p:nvSpPr>
        <p:spPr>
          <a:xfrm>
            <a:off x="2092124" y="3466598"/>
            <a:ext cx="2218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020" name="Google Shape;4020;p176"/>
          <p:cNvSpPr txBox="1"/>
          <p:nvPr>
            <p:ph idx="8" type="subTitle"/>
          </p:nvPr>
        </p:nvSpPr>
        <p:spPr>
          <a:xfrm>
            <a:off x="2092124" y="4118667"/>
            <a:ext cx="22185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021" name="Google Shape;4021;p176"/>
          <p:cNvSpPr txBox="1"/>
          <p:nvPr>
            <p:ph idx="9" type="title"/>
          </p:nvPr>
        </p:nvSpPr>
        <p:spPr>
          <a:xfrm>
            <a:off x="4833357" y="3466598"/>
            <a:ext cx="2218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022" name="Google Shape;4022;p176"/>
          <p:cNvSpPr txBox="1"/>
          <p:nvPr>
            <p:ph idx="13" type="subTitle"/>
          </p:nvPr>
        </p:nvSpPr>
        <p:spPr>
          <a:xfrm>
            <a:off x="4833357" y="4118667"/>
            <a:ext cx="22185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023" name="Google Shape;4023;p176"/>
          <p:cNvSpPr/>
          <p:nvPr/>
        </p:nvSpPr>
        <p:spPr>
          <a:xfrm flipH="1" rot="-814670">
            <a:off x="5516115" y="-1653443"/>
            <a:ext cx="3612166" cy="2881720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24" name="Google Shape;4024;p176"/>
          <p:cNvSpPr/>
          <p:nvPr/>
        </p:nvSpPr>
        <p:spPr>
          <a:xfrm>
            <a:off x="-991962" y="2798485"/>
            <a:ext cx="2665937" cy="2778151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25" name="Google Shape;4025;p176"/>
          <p:cNvSpPr/>
          <p:nvPr/>
        </p:nvSpPr>
        <p:spPr>
          <a:xfrm>
            <a:off x="7170710" y="4092608"/>
            <a:ext cx="3021471" cy="1245429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accen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26" name="Google Shape;4026;p176"/>
          <p:cNvSpPr/>
          <p:nvPr/>
        </p:nvSpPr>
        <p:spPr>
          <a:xfrm>
            <a:off x="-1059879" y="-301985"/>
            <a:ext cx="4180419" cy="1127189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27" name="Google Shape;4027;p176"/>
          <p:cNvSpPr/>
          <p:nvPr/>
        </p:nvSpPr>
        <p:spPr>
          <a:xfrm>
            <a:off x="1945325" y="2229298"/>
            <a:ext cx="12575" cy="4050"/>
          </a:xfrm>
          <a:custGeom>
            <a:rect b="b" l="l" r="r" t="t"/>
            <a:pathLst>
              <a:path extrusionOk="0" h="162" w="503">
                <a:moveTo>
                  <a:pt x="61" y="0"/>
                </a:moveTo>
                <a:cubicBezTo>
                  <a:pt x="37" y="0"/>
                  <a:pt x="16" y="17"/>
                  <a:pt x="9" y="40"/>
                </a:cubicBezTo>
                <a:cubicBezTo>
                  <a:pt x="1" y="70"/>
                  <a:pt x="18" y="101"/>
                  <a:pt x="47" y="110"/>
                </a:cubicBezTo>
                <a:cubicBezTo>
                  <a:pt x="170" y="145"/>
                  <a:pt x="298" y="162"/>
                  <a:pt x="429" y="162"/>
                </a:cubicBezTo>
                <a:lnTo>
                  <a:pt x="447" y="162"/>
                </a:lnTo>
                <a:cubicBezTo>
                  <a:pt x="478" y="162"/>
                  <a:pt x="503" y="136"/>
                  <a:pt x="502" y="105"/>
                </a:cubicBezTo>
                <a:cubicBezTo>
                  <a:pt x="502" y="78"/>
                  <a:pt x="483" y="50"/>
                  <a:pt x="454" y="50"/>
                </a:cubicBezTo>
                <a:cubicBezTo>
                  <a:pt x="451" y="50"/>
                  <a:pt x="449" y="50"/>
                  <a:pt x="446" y="51"/>
                </a:cubicBezTo>
                <a:cubicBezTo>
                  <a:pt x="442" y="51"/>
                  <a:pt x="438" y="51"/>
                  <a:pt x="435" y="51"/>
                </a:cubicBezTo>
                <a:cubicBezTo>
                  <a:pt x="312" y="51"/>
                  <a:pt x="192" y="35"/>
                  <a:pt x="78" y="3"/>
                </a:cubicBezTo>
                <a:cubicBezTo>
                  <a:pt x="72" y="1"/>
                  <a:pt x="67" y="0"/>
                  <a:pt x="6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28" name="Google Shape;4028;p176"/>
          <p:cNvSpPr/>
          <p:nvPr/>
        </p:nvSpPr>
        <p:spPr>
          <a:xfrm>
            <a:off x="2178925" y="1689425"/>
            <a:ext cx="10925" cy="8600"/>
          </a:xfrm>
          <a:custGeom>
            <a:rect b="b" l="l" r="r" t="t"/>
            <a:pathLst>
              <a:path extrusionOk="0" h="344" w="437">
                <a:moveTo>
                  <a:pt x="63" y="0"/>
                </a:moveTo>
                <a:cubicBezTo>
                  <a:pt x="45" y="0"/>
                  <a:pt x="28" y="9"/>
                  <a:pt x="17" y="25"/>
                </a:cubicBezTo>
                <a:cubicBezTo>
                  <a:pt x="0" y="49"/>
                  <a:pt x="6" y="85"/>
                  <a:pt x="32" y="102"/>
                </a:cubicBezTo>
                <a:cubicBezTo>
                  <a:pt x="137" y="173"/>
                  <a:pt x="240" y="250"/>
                  <a:pt x="340" y="332"/>
                </a:cubicBezTo>
                <a:cubicBezTo>
                  <a:pt x="350" y="340"/>
                  <a:pt x="362" y="343"/>
                  <a:pt x="375" y="343"/>
                </a:cubicBezTo>
                <a:cubicBezTo>
                  <a:pt x="391" y="343"/>
                  <a:pt x="407" y="337"/>
                  <a:pt x="418" y="323"/>
                </a:cubicBezTo>
                <a:cubicBezTo>
                  <a:pt x="437" y="299"/>
                  <a:pt x="434" y="264"/>
                  <a:pt x="410" y="245"/>
                </a:cubicBezTo>
                <a:cubicBezTo>
                  <a:pt x="308" y="162"/>
                  <a:pt x="202" y="83"/>
                  <a:pt x="94" y="10"/>
                </a:cubicBezTo>
                <a:cubicBezTo>
                  <a:pt x="84" y="4"/>
                  <a:pt x="74" y="0"/>
                  <a:pt x="6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29" name="Google Shape;4029;p176"/>
          <p:cNvSpPr/>
          <p:nvPr/>
        </p:nvSpPr>
        <p:spPr>
          <a:xfrm rot="-906775">
            <a:off x="1981288" y="-38901"/>
            <a:ext cx="605796" cy="14193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30" name="Google Shape;4030;p176"/>
          <p:cNvGrpSpPr/>
          <p:nvPr/>
        </p:nvGrpSpPr>
        <p:grpSpPr>
          <a:xfrm rot="-5400000">
            <a:off x="1204838" y="3630002"/>
            <a:ext cx="221772" cy="200884"/>
            <a:chOff x="1640475" y="1197075"/>
            <a:chExt cx="55475" cy="50250"/>
          </a:xfrm>
        </p:grpSpPr>
        <p:sp>
          <p:nvSpPr>
            <p:cNvPr id="4031" name="Google Shape;4031;p17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17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17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34" name="Google Shape;4034;p176"/>
          <p:cNvSpPr/>
          <p:nvPr/>
        </p:nvSpPr>
        <p:spPr>
          <a:xfrm rot="9965797">
            <a:off x="-506318" y="3859694"/>
            <a:ext cx="993864" cy="1557213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35" name="Google Shape;4035;p176"/>
          <p:cNvGrpSpPr/>
          <p:nvPr/>
        </p:nvGrpSpPr>
        <p:grpSpPr>
          <a:xfrm rot="-6145098">
            <a:off x="600862" y="611712"/>
            <a:ext cx="433642" cy="392824"/>
            <a:chOff x="1640475" y="1197075"/>
            <a:chExt cx="55475" cy="50250"/>
          </a:xfrm>
        </p:grpSpPr>
        <p:sp>
          <p:nvSpPr>
            <p:cNvPr id="4036" name="Google Shape;4036;p17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17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17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39" name="Google Shape;4039;p176"/>
          <p:cNvGrpSpPr/>
          <p:nvPr/>
        </p:nvGrpSpPr>
        <p:grpSpPr>
          <a:xfrm rot="-5400000">
            <a:off x="7689117" y="1059184"/>
            <a:ext cx="244822" cy="221773"/>
            <a:chOff x="1640475" y="1197075"/>
            <a:chExt cx="55475" cy="50250"/>
          </a:xfrm>
        </p:grpSpPr>
        <p:sp>
          <p:nvSpPr>
            <p:cNvPr id="4040" name="Google Shape;4040;p17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17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17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43" name="Google Shape;4043;p176"/>
          <p:cNvSpPr/>
          <p:nvPr/>
        </p:nvSpPr>
        <p:spPr>
          <a:xfrm rot="-308323">
            <a:off x="8739717" y="3492310"/>
            <a:ext cx="580167" cy="13591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44" name="Google Shape;4044;p176"/>
          <p:cNvGrpSpPr/>
          <p:nvPr/>
        </p:nvGrpSpPr>
        <p:grpSpPr>
          <a:xfrm rot="-5400000">
            <a:off x="8015649" y="4087110"/>
            <a:ext cx="221772" cy="200884"/>
            <a:chOff x="1640475" y="1197075"/>
            <a:chExt cx="55475" cy="50250"/>
          </a:xfrm>
        </p:grpSpPr>
        <p:sp>
          <p:nvSpPr>
            <p:cNvPr id="4045" name="Google Shape;4045;p17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17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17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48" name="Google Shape;4048;p176"/>
          <p:cNvSpPr/>
          <p:nvPr/>
        </p:nvSpPr>
        <p:spPr>
          <a:xfrm>
            <a:off x="2745450" y="869432"/>
            <a:ext cx="721675" cy="481582"/>
          </a:xfrm>
          <a:custGeom>
            <a:rect b="b" l="l" r="r" t="t"/>
            <a:pathLst>
              <a:path extrusionOk="0" h="21632" w="32413">
                <a:moveTo>
                  <a:pt x="20115" y="0"/>
                </a:moveTo>
                <a:lnTo>
                  <a:pt x="1524" y="853"/>
                </a:lnTo>
                <a:lnTo>
                  <a:pt x="10262" y="9947"/>
                </a:lnTo>
                <a:lnTo>
                  <a:pt x="5560" y="16290"/>
                </a:lnTo>
                <a:lnTo>
                  <a:pt x="0" y="21632"/>
                </a:lnTo>
                <a:lnTo>
                  <a:pt x="32413" y="21226"/>
                </a:lnTo>
              </a:path>
            </a:pathLst>
          </a:custGeom>
          <a:solidFill>
            <a:schemeClr val="accent2"/>
          </a:solidFill>
          <a:ln cap="flat" cmpd="sng" w="9525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sp>
      <p:sp>
        <p:nvSpPr>
          <p:cNvPr id="4049" name="Google Shape;4049;p176"/>
          <p:cNvSpPr/>
          <p:nvPr/>
        </p:nvSpPr>
        <p:spPr>
          <a:xfrm>
            <a:off x="3226196" y="1224341"/>
            <a:ext cx="256226" cy="108552"/>
          </a:xfrm>
          <a:custGeom>
            <a:rect b="b" l="l" r="r" t="t"/>
            <a:pathLst>
              <a:path extrusionOk="0" h="4876" w="11508">
                <a:moveTo>
                  <a:pt x="0" y="203"/>
                </a:moveTo>
                <a:lnTo>
                  <a:pt x="11508" y="4876"/>
                </a:lnTo>
                <a:lnTo>
                  <a:pt x="1138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4050" name="Google Shape;4050;p176"/>
          <p:cNvSpPr/>
          <p:nvPr/>
        </p:nvSpPr>
        <p:spPr>
          <a:xfrm>
            <a:off x="5780214" y="1217239"/>
            <a:ext cx="211696" cy="133753"/>
          </a:xfrm>
          <a:custGeom>
            <a:rect b="b" l="l" r="r" t="t"/>
            <a:pathLst>
              <a:path extrusionOk="0" h="6008" w="9508">
                <a:moveTo>
                  <a:pt x="9508" y="365"/>
                </a:moveTo>
                <a:lnTo>
                  <a:pt x="0" y="6008"/>
                </a:lnTo>
                <a:lnTo>
                  <a:pt x="26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</p:spTree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eight columns">
  <p:cSld name="TITLE_ONLY_1_1_2_2_2">
    <p:spTree>
      <p:nvGrpSpPr>
        <p:cNvPr id="4051" name="Shape 40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52" name="Google Shape;4052;p177"/>
          <p:cNvSpPr txBox="1"/>
          <p:nvPr>
            <p:ph type="title"/>
          </p:nvPr>
        </p:nvSpPr>
        <p:spPr>
          <a:xfrm>
            <a:off x="3307500" y="758952"/>
            <a:ext cx="25290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053" name="Google Shape;4053;p177"/>
          <p:cNvSpPr txBox="1"/>
          <p:nvPr>
            <p:ph idx="1" type="subTitle"/>
          </p:nvPr>
        </p:nvSpPr>
        <p:spPr>
          <a:xfrm>
            <a:off x="794525" y="2644700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054" name="Google Shape;4054;p177"/>
          <p:cNvSpPr txBox="1"/>
          <p:nvPr>
            <p:ph hasCustomPrompt="1" idx="2" type="title"/>
          </p:nvPr>
        </p:nvSpPr>
        <p:spPr>
          <a:xfrm>
            <a:off x="864125" y="1914197"/>
            <a:ext cx="13584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055" name="Google Shape;4055;p177"/>
          <p:cNvSpPr txBox="1"/>
          <p:nvPr>
            <p:ph idx="3" type="subTitle"/>
          </p:nvPr>
        </p:nvSpPr>
        <p:spPr>
          <a:xfrm>
            <a:off x="2813646" y="2644700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056" name="Google Shape;4056;p177"/>
          <p:cNvSpPr txBox="1"/>
          <p:nvPr>
            <p:ph hasCustomPrompt="1" idx="4" type="title"/>
          </p:nvPr>
        </p:nvSpPr>
        <p:spPr>
          <a:xfrm>
            <a:off x="2883246" y="1914197"/>
            <a:ext cx="13584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057" name="Google Shape;4057;p177"/>
          <p:cNvSpPr txBox="1"/>
          <p:nvPr>
            <p:ph idx="5" type="subTitle"/>
          </p:nvPr>
        </p:nvSpPr>
        <p:spPr>
          <a:xfrm>
            <a:off x="4832750" y="2644700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058" name="Google Shape;4058;p177"/>
          <p:cNvSpPr txBox="1"/>
          <p:nvPr>
            <p:ph hasCustomPrompt="1" idx="6" type="title"/>
          </p:nvPr>
        </p:nvSpPr>
        <p:spPr>
          <a:xfrm>
            <a:off x="4902350" y="1914197"/>
            <a:ext cx="13584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059" name="Google Shape;4059;p177"/>
          <p:cNvSpPr txBox="1"/>
          <p:nvPr>
            <p:ph idx="7" type="subTitle"/>
          </p:nvPr>
        </p:nvSpPr>
        <p:spPr>
          <a:xfrm>
            <a:off x="6851846" y="2644700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060" name="Google Shape;4060;p177"/>
          <p:cNvSpPr txBox="1"/>
          <p:nvPr>
            <p:ph hasCustomPrompt="1" idx="8" type="title"/>
          </p:nvPr>
        </p:nvSpPr>
        <p:spPr>
          <a:xfrm>
            <a:off x="6921446" y="1914197"/>
            <a:ext cx="13584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061" name="Google Shape;4061;p177"/>
          <p:cNvSpPr txBox="1"/>
          <p:nvPr>
            <p:ph idx="9" type="subTitle"/>
          </p:nvPr>
        </p:nvSpPr>
        <p:spPr>
          <a:xfrm>
            <a:off x="794525" y="41579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062" name="Google Shape;4062;p177"/>
          <p:cNvSpPr txBox="1"/>
          <p:nvPr>
            <p:ph hasCustomPrompt="1" idx="13" type="title"/>
          </p:nvPr>
        </p:nvSpPr>
        <p:spPr>
          <a:xfrm>
            <a:off x="927275" y="3411265"/>
            <a:ext cx="12321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063" name="Google Shape;4063;p177"/>
          <p:cNvSpPr txBox="1"/>
          <p:nvPr>
            <p:ph idx="14" type="subTitle"/>
          </p:nvPr>
        </p:nvSpPr>
        <p:spPr>
          <a:xfrm>
            <a:off x="2813646" y="41579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064" name="Google Shape;4064;p177"/>
          <p:cNvSpPr txBox="1"/>
          <p:nvPr>
            <p:ph hasCustomPrompt="1" idx="15" type="title"/>
          </p:nvPr>
        </p:nvSpPr>
        <p:spPr>
          <a:xfrm>
            <a:off x="2883246" y="3411265"/>
            <a:ext cx="13584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065" name="Google Shape;4065;p177"/>
          <p:cNvSpPr txBox="1"/>
          <p:nvPr>
            <p:ph idx="16" type="subTitle"/>
          </p:nvPr>
        </p:nvSpPr>
        <p:spPr>
          <a:xfrm>
            <a:off x="4832750" y="41579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066" name="Google Shape;4066;p177"/>
          <p:cNvSpPr txBox="1"/>
          <p:nvPr>
            <p:ph hasCustomPrompt="1" idx="17" type="title"/>
          </p:nvPr>
        </p:nvSpPr>
        <p:spPr>
          <a:xfrm>
            <a:off x="4902350" y="3411265"/>
            <a:ext cx="13584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067" name="Google Shape;4067;p177"/>
          <p:cNvSpPr txBox="1"/>
          <p:nvPr>
            <p:ph idx="18" type="subTitle"/>
          </p:nvPr>
        </p:nvSpPr>
        <p:spPr>
          <a:xfrm>
            <a:off x="6851846" y="41579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068" name="Google Shape;4068;p177"/>
          <p:cNvSpPr txBox="1"/>
          <p:nvPr>
            <p:ph hasCustomPrompt="1" idx="19" type="title"/>
          </p:nvPr>
        </p:nvSpPr>
        <p:spPr>
          <a:xfrm>
            <a:off x="6921446" y="3411265"/>
            <a:ext cx="13584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069" name="Google Shape;4069;p177"/>
          <p:cNvSpPr/>
          <p:nvPr/>
        </p:nvSpPr>
        <p:spPr>
          <a:xfrm rot="10800000">
            <a:off x="-381578" y="4046440"/>
            <a:ext cx="2673716" cy="1310885"/>
          </a:xfrm>
          <a:custGeom>
            <a:rect b="b" l="l" r="r" t="t"/>
            <a:pathLst>
              <a:path extrusionOk="0" h="8220" w="16766">
                <a:moveTo>
                  <a:pt x="16619" y="0"/>
                </a:moveTo>
                <a:lnTo>
                  <a:pt x="1" y="306"/>
                </a:lnTo>
                <a:cubicBezTo>
                  <a:pt x="61" y="421"/>
                  <a:pt x="130" y="530"/>
                  <a:pt x="209" y="629"/>
                </a:cubicBezTo>
                <a:cubicBezTo>
                  <a:pt x="561" y="1077"/>
                  <a:pt x="1090" y="1341"/>
                  <a:pt x="1620" y="1341"/>
                </a:cubicBezTo>
                <a:cubicBezTo>
                  <a:pt x="1653" y="1341"/>
                  <a:pt x="1687" y="1340"/>
                  <a:pt x="1720" y="1338"/>
                </a:cubicBezTo>
                <a:cubicBezTo>
                  <a:pt x="2137" y="1311"/>
                  <a:pt x="2547" y="1128"/>
                  <a:pt x="2959" y="1128"/>
                </a:cubicBezTo>
                <a:cubicBezTo>
                  <a:pt x="3033" y="1128"/>
                  <a:pt x="3106" y="1133"/>
                  <a:pt x="3180" y="1147"/>
                </a:cubicBezTo>
                <a:cubicBezTo>
                  <a:pt x="3277" y="1165"/>
                  <a:pt x="3367" y="1194"/>
                  <a:pt x="3455" y="1233"/>
                </a:cubicBezTo>
                <a:cubicBezTo>
                  <a:pt x="3474" y="1242"/>
                  <a:pt x="3493" y="1250"/>
                  <a:pt x="3511" y="1261"/>
                </a:cubicBezTo>
                <a:lnTo>
                  <a:pt x="3512" y="1261"/>
                </a:lnTo>
                <a:cubicBezTo>
                  <a:pt x="4178" y="1599"/>
                  <a:pt x="4587" y="2502"/>
                  <a:pt x="5216" y="2997"/>
                </a:cubicBezTo>
                <a:cubicBezTo>
                  <a:pt x="5642" y="3331"/>
                  <a:pt x="6137" y="3458"/>
                  <a:pt x="6653" y="3458"/>
                </a:cubicBezTo>
                <a:cubicBezTo>
                  <a:pt x="7281" y="3458"/>
                  <a:pt x="7939" y="3268"/>
                  <a:pt x="8534" y="3032"/>
                </a:cubicBezTo>
                <a:cubicBezTo>
                  <a:pt x="9061" y="2823"/>
                  <a:pt x="9606" y="2582"/>
                  <a:pt x="10155" y="2582"/>
                </a:cubicBezTo>
                <a:cubicBezTo>
                  <a:pt x="10271" y="2582"/>
                  <a:pt x="10386" y="2593"/>
                  <a:pt x="10502" y="2617"/>
                </a:cubicBezTo>
                <a:cubicBezTo>
                  <a:pt x="11491" y="2819"/>
                  <a:pt x="12129" y="3901"/>
                  <a:pt x="12548" y="4929"/>
                </a:cubicBezTo>
                <a:cubicBezTo>
                  <a:pt x="12966" y="5958"/>
                  <a:pt x="13334" y="7102"/>
                  <a:pt x="14165" y="7742"/>
                </a:cubicBezTo>
                <a:cubicBezTo>
                  <a:pt x="14587" y="8068"/>
                  <a:pt x="15094" y="8220"/>
                  <a:pt x="15606" y="8220"/>
                </a:cubicBezTo>
                <a:cubicBezTo>
                  <a:pt x="16002" y="8220"/>
                  <a:pt x="16401" y="8129"/>
                  <a:pt x="16766" y="7956"/>
                </a:cubicBezTo>
                <a:lnTo>
                  <a:pt x="16619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70" name="Google Shape;4070;p177"/>
          <p:cNvSpPr/>
          <p:nvPr/>
        </p:nvSpPr>
        <p:spPr>
          <a:xfrm rot="5400000">
            <a:off x="7309422" y="-859138"/>
            <a:ext cx="1379166" cy="2682086"/>
          </a:xfrm>
          <a:custGeom>
            <a:rect b="b" l="l" r="r" t="t"/>
            <a:pathLst>
              <a:path extrusionOk="0" h="24182" w="12435">
                <a:moveTo>
                  <a:pt x="7995" y="0"/>
                </a:moveTo>
                <a:cubicBezTo>
                  <a:pt x="6753" y="0"/>
                  <a:pt x="5507" y="123"/>
                  <a:pt x="4282" y="305"/>
                </a:cubicBezTo>
                <a:cubicBezTo>
                  <a:pt x="3647" y="400"/>
                  <a:pt x="3014" y="509"/>
                  <a:pt x="2384" y="629"/>
                </a:cubicBezTo>
                <a:cubicBezTo>
                  <a:pt x="1767" y="745"/>
                  <a:pt x="1135" y="843"/>
                  <a:pt x="528" y="997"/>
                </a:cubicBezTo>
                <a:cubicBezTo>
                  <a:pt x="284" y="1059"/>
                  <a:pt x="86" y="1199"/>
                  <a:pt x="44" y="1438"/>
                </a:cubicBezTo>
                <a:cubicBezTo>
                  <a:pt x="1" y="1675"/>
                  <a:pt x="98" y="1906"/>
                  <a:pt x="177" y="2128"/>
                </a:cubicBezTo>
                <a:cubicBezTo>
                  <a:pt x="371" y="2674"/>
                  <a:pt x="529" y="3231"/>
                  <a:pt x="657" y="3795"/>
                </a:cubicBezTo>
                <a:cubicBezTo>
                  <a:pt x="1173" y="6076"/>
                  <a:pt x="1176" y="8421"/>
                  <a:pt x="1157" y="10740"/>
                </a:cubicBezTo>
                <a:cubicBezTo>
                  <a:pt x="1137" y="13166"/>
                  <a:pt x="1119" y="15594"/>
                  <a:pt x="956" y="18015"/>
                </a:cubicBezTo>
                <a:cubicBezTo>
                  <a:pt x="873" y="19227"/>
                  <a:pt x="754" y="20438"/>
                  <a:pt x="578" y="21641"/>
                </a:cubicBezTo>
                <a:cubicBezTo>
                  <a:pt x="533" y="21947"/>
                  <a:pt x="484" y="22253"/>
                  <a:pt x="431" y="22559"/>
                </a:cubicBezTo>
                <a:cubicBezTo>
                  <a:pt x="386" y="22822"/>
                  <a:pt x="322" y="23092"/>
                  <a:pt x="343" y="23359"/>
                </a:cubicBezTo>
                <a:cubicBezTo>
                  <a:pt x="374" y="23781"/>
                  <a:pt x="660" y="24173"/>
                  <a:pt x="1161" y="24181"/>
                </a:cubicBezTo>
                <a:cubicBezTo>
                  <a:pt x="1165" y="24181"/>
                  <a:pt x="1169" y="24181"/>
                  <a:pt x="1173" y="24181"/>
                </a:cubicBezTo>
                <a:cubicBezTo>
                  <a:pt x="1371" y="24181"/>
                  <a:pt x="1540" y="24099"/>
                  <a:pt x="1654" y="23951"/>
                </a:cubicBezTo>
                <a:cubicBezTo>
                  <a:pt x="1675" y="23925"/>
                  <a:pt x="1683" y="23898"/>
                  <a:pt x="1682" y="23874"/>
                </a:cubicBezTo>
                <a:lnTo>
                  <a:pt x="1682" y="23874"/>
                </a:lnTo>
                <a:cubicBezTo>
                  <a:pt x="1847" y="23898"/>
                  <a:pt x="2014" y="23909"/>
                  <a:pt x="2180" y="23909"/>
                </a:cubicBezTo>
                <a:cubicBezTo>
                  <a:pt x="2943" y="23909"/>
                  <a:pt x="3699" y="23667"/>
                  <a:pt x="4311" y="23242"/>
                </a:cubicBezTo>
                <a:cubicBezTo>
                  <a:pt x="4708" y="22966"/>
                  <a:pt x="5045" y="22616"/>
                  <a:pt x="5275" y="22211"/>
                </a:cubicBezTo>
                <a:cubicBezTo>
                  <a:pt x="5529" y="21761"/>
                  <a:pt x="5637" y="21258"/>
                  <a:pt x="5672" y="20756"/>
                </a:cubicBezTo>
                <a:cubicBezTo>
                  <a:pt x="5745" y="19694"/>
                  <a:pt x="5474" y="18600"/>
                  <a:pt x="5753" y="17552"/>
                </a:cubicBezTo>
                <a:cubicBezTo>
                  <a:pt x="5970" y="16734"/>
                  <a:pt x="6573" y="16141"/>
                  <a:pt x="7340" y="15710"/>
                </a:cubicBezTo>
                <a:cubicBezTo>
                  <a:pt x="8075" y="15296"/>
                  <a:pt x="8888" y="15018"/>
                  <a:pt x="9665" y="14682"/>
                </a:cubicBezTo>
                <a:cubicBezTo>
                  <a:pt x="10395" y="14367"/>
                  <a:pt x="11138" y="13992"/>
                  <a:pt x="11650" y="13407"/>
                </a:cubicBezTo>
                <a:cubicBezTo>
                  <a:pt x="12358" y="12597"/>
                  <a:pt x="12435" y="11553"/>
                  <a:pt x="12147" y="10578"/>
                </a:cubicBezTo>
                <a:cubicBezTo>
                  <a:pt x="11808" y="9430"/>
                  <a:pt x="11016" y="8461"/>
                  <a:pt x="10472" y="7396"/>
                </a:cubicBezTo>
                <a:cubicBezTo>
                  <a:pt x="9923" y="6314"/>
                  <a:pt x="9632" y="5096"/>
                  <a:pt x="9791" y="3904"/>
                </a:cubicBezTo>
                <a:cubicBezTo>
                  <a:pt x="9926" y="2896"/>
                  <a:pt x="10412" y="1909"/>
                  <a:pt x="11209" y="1194"/>
                </a:cubicBezTo>
                <a:cubicBezTo>
                  <a:pt x="11406" y="1016"/>
                  <a:pt x="11621" y="858"/>
                  <a:pt x="11854" y="718"/>
                </a:cubicBezTo>
                <a:cubicBezTo>
                  <a:pt x="11960" y="654"/>
                  <a:pt x="11944" y="503"/>
                  <a:pt x="11818" y="468"/>
                </a:cubicBezTo>
                <a:cubicBezTo>
                  <a:pt x="10568" y="132"/>
                  <a:pt x="9284" y="0"/>
                  <a:pt x="7995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71" name="Google Shape;4071;p177"/>
          <p:cNvSpPr/>
          <p:nvPr/>
        </p:nvSpPr>
        <p:spPr>
          <a:xfrm>
            <a:off x="8349439" y="2697046"/>
            <a:ext cx="1497587" cy="2729305"/>
          </a:xfrm>
          <a:custGeom>
            <a:rect b="b" l="l" r="r" t="t"/>
            <a:pathLst>
              <a:path extrusionOk="0" h="26119" w="14332">
                <a:moveTo>
                  <a:pt x="12104" y="0"/>
                </a:moveTo>
                <a:cubicBezTo>
                  <a:pt x="11836" y="0"/>
                  <a:pt x="11579" y="100"/>
                  <a:pt x="11338" y="207"/>
                </a:cubicBezTo>
                <a:cubicBezTo>
                  <a:pt x="11049" y="335"/>
                  <a:pt x="10764" y="475"/>
                  <a:pt x="10478" y="610"/>
                </a:cubicBezTo>
                <a:cubicBezTo>
                  <a:pt x="9890" y="885"/>
                  <a:pt x="9294" y="1149"/>
                  <a:pt x="8713" y="1440"/>
                </a:cubicBezTo>
                <a:cubicBezTo>
                  <a:pt x="8495" y="1549"/>
                  <a:pt x="8298" y="1691"/>
                  <a:pt x="8201" y="1922"/>
                </a:cubicBezTo>
                <a:cubicBezTo>
                  <a:pt x="8095" y="2174"/>
                  <a:pt x="8110" y="2467"/>
                  <a:pt x="8106" y="2735"/>
                </a:cubicBezTo>
                <a:cubicBezTo>
                  <a:pt x="8097" y="3377"/>
                  <a:pt x="8121" y="4019"/>
                  <a:pt x="8176" y="4658"/>
                </a:cubicBezTo>
                <a:cubicBezTo>
                  <a:pt x="8228" y="5277"/>
                  <a:pt x="8331" y="5899"/>
                  <a:pt x="8283" y="6521"/>
                </a:cubicBezTo>
                <a:cubicBezTo>
                  <a:pt x="8242" y="7056"/>
                  <a:pt x="8055" y="7556"/>
                  <a:pt x="7761" y="8004"/>
                </a:cubicBezTo>
                <a:cubicBezTo>
                  <a:pt x="7173" y="8897"/>
                  <a:pt x="6276" y="9476"/>
                  <a:pt x="5434" y="10099"/>
                </a:cubicBezTo>
                <a:cubicBezTo>
                  <a:pt x="5008" y="10415"/>
                  <a:pt x="4600" y="10769"/>
                  <a:pt x="4338" y="11238"/>
                </a:cubicBezTo>
                <a:cubicBezTo>
                  <a:pt x="4078" y="11703"/>
                  <a:pt x="3973" y="12231"/>
                  <a:pt x="3932" y="12758"/>
                </a:cubicBezTo>
                <a:cubicBezTo>
                  <a:pt x="3854" y="13776"/>
                  <a:pt x="4023" y="14819"/>
                  <a:pt x="3717" y="15812"/>
                </a:cubicBezTo>
                <a:cubicBezTo>
                  <a:pt x="3574" y="16273"/>
                  <a:pt x="3319" y="16702"/>
                  <a:pt x="2917" y="16981"/>
                </a:cubicBezTo>
                <a:cubicBezTo>
                  <a:pt x="2489" y="17279"/>
                  <a:pt x="1977" y="17419"/>
                  <a:pt x="1536" y="17694"/>
                </a:cubicBezTo>
                <a:cubicBezTo>
                  <a:pt x="639" y="18252"/>
                  <a:pt x="327" y="19323"/>
                  <a:pt x="152" y="20304"/>
                </a:cubicBezTo>
                <a:cubicBezTo>
                  <a:pt x="48" y="20891"/>
                  <a:pt x="1" y="21500"/>
                  <a:pt x="140" y="22087"/>
                </a:cubicBezTo>
                <a:cubicBezTo>
                  <a:pt x="259" y="22589"/>
                  <a:pt x="523" y="23040"/>
                  <a:pt x="855" y="23429"/>
                </a:cubicBezTo>
                <a:cubicBezTo>
                  <a:pt x="1544" y="24236"/>
                  <a:pt x="3187" y="24329"/>
                  <a:pt x="3333" y="25366"/>
                </a:cubicBezTo>
                <a:cubicBezTo>
                  <a:pt x="3413" y="25937"/>
                  <a:pt x="4213" y="26116"/>
                  <a:pt x="4450" y="26116"/>
                </a:cubicBezTo>
                <a:cubicBezTo>
                  <a:pt x="4499" y="26116"/>
                  <a:pt x="4524" y="26108"/>
                  <a:pt x="4512" y="26094"/>
                </a:cubicBezTo>
                <a:lnTo>
                  <a:pt x="4512" y="26094"/>
                </a:lnTo>
                <a:cubicBezTo>
                  <a:pt x="5752" y="26098"/>
                  <a:pt x="6992" y="26103"/>
                  <a:pt x="8231" y="26108"/>
                </a:cubicBezTo>
                <a:cubicBezTo>
                  <a:pt x="8884" y="26110"/>
                  <a:pt x="9536" y="26113"/>
                  <a:pt x="10188" y="26115"/>
                </a:cubicBezTo>
                <a:cubicBezTo>
                  <a:pt x="10509" y="26116"/>
                  <a:pt x="10831" y="26117"/>
                  <a:pt x="11153" y="26118"/>
                </a:cubicBezTo>
                <a:cubicBezTo>
                  <a:pt x="11181" y="26118"/>
                  <a:pt x="11210" y="26118"/>
                  <a:pt x="11238" y="26118"/>
                </a:cubicBezTo>
                <a:cubicBezTo>
                  <a:pt x="11502" y="26118"/>
                  <a:pt x="11768" y="26112"/>
                  <a:pt x="12030" y="26066"/>
                </a:cubicBezTo>
                <a:cubicBezTo>
                  <a:pt x="12510" y="25980"/>
                  <a:pt x="12981" y="25708"/>
                  <a:pt x="13161" y="25232"/>
                </a:cubicBezTo>
                <a:cubicBezTo>
                  <a:pt x="13200" y="25130"/>
                  <a:pt x="13224" y="25017"/>
                  <a:pt x="13222" y="24907"/>
                </a:cubicBezTo>
                <a:cubicBezTo>
                  <a:pt x="13220" y="24778"/>
                  <a:pt x="13107" y="24687"/>
                  <a:pt x="13042" y="24582"/>
                </a:cubicBezTo>
                <a:cubicBezTo>
                  <a:pt x="12914" y="24378"/>
                  <a:pt x="12829" y="24154"/>
                  <a:pt x="12777" y="23918"/>
                </a:cubicBezTo>
                <a:cubicBezTo>
                  <a:pt x="12667" y="23424"/>
                  <a:pt x="12700" y="22903"/>
                  <a:pt x="12760" y="22402"/>
                </a:cubicBezTo>
                <a:cubicBezTo>
                  <a:pt x="12825" y="21856"/>
                  <a:pt x="12928" y="21313"/>
                  <a:pt x="12991" y="20766"/>
                </a:cubicBezTo>
                <a:cubicBezTo>
                  <a:pt x="13138" y="19498"/>
                  <a:pt x="13165" y="18220"/>
                  <a:pt x="13259" y="16947"/>
                </a:cubicBezTo>
                <a:cubicBezTo>
                  <a:pt x="13306" y="16306"/>
                  <a:pt x="13371" y="15667"/>
                  <a:pt x="13476" y="15033"/>
                </a:cubicBezTo>
                <a:cubicBezTo>
                  <a:pt x="13580" y="14418"/>
                  <a:pt x="13717" y="13809"/>
                  <a:pt x="13850" y="13199"/>
                </a:cubicBezTo>
                <a:cubicBezTo>
                  <a:pt x="14117" y="11977"/>
                  <a:pt x="14332" y="10761"/>
                  <a:pt x="14312" y="9506"/>
                </a:cubicBezTo>
                <a:cubicBezTo>
                  <a:pt x="14292" y="8213"/>
                  <a:pt x="14104" y="6931"/>
                  <a:pt x="14032" y="5641"/>
                </a:cubicBezTo>
                <a:cubicBezTo>
                  <a:pt x="13973" y="4552"/>
                  <a:pt x="14026" y="3448"/>
                  <a:pt x="13821" y="2371"/>
                </a:cubicBezTo>
                <a:cubicBezTo>
                  <a:pt x="13723" y="1854"/>
                  <a:pt x="13559" y="1346"/>
                  <a:pt x="13296" y="889"/>
                </a:cubicBezTo>
                <a:cubicBezTo>
                  <a:pt x="13046" y="456"/>
                  <a:pt x="12681" y="18"/>
                  <a:pt x="12141" y="1"/>
                </a:cubicBezTo>
                <a:cubicBezTo>
                  <a:pt x="12128" y="1"/>
                  <a:pt x="12116" y="0"/>
                  <a:pt x="12104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72" name="Google Shape;4072;p177"/>
          <p:cNvSpPr/>
          <p:nvPr/>
        </p:nvSpPr>
        <p:spPr>
          <a:xfrm rot="8100000">
            <a:off x="-821724" y="-537528"/>
            <a:ext cx="2590333" cy="1991668"/>
          </a:xfrm>
          <a:custGeom>
            <a:rect b="b" l="l" r="r" t="t"/>
            <a:pathLst>
              <a:path extrusionOk="0" h="12489" w="16243">
                <a:moveTo>
                  <a:pt x="3844" y="0"/>
                </a:moveTo>
                <a:cubicBezTo>
                  <a:pt x="3285" y="0"/>
                  <a:pt x="2723" y="148"/>
                  <a:pt x="2228" y="400"/>
                </a:cubicBezTo>
                <a:cubicBezTo>
                  <a:pt x="1280" y="883"/>
                  <a:pt x="590" y="1767"/>
                  <a:pt x="156" y="2720"/>
                </a:cubicBezTo>
                <a:cubicBezTo>
                  <a:pt x="49" y="2956"/>
                  <a:pt x="1" y="3596"/>
                  <a:pt x="54" y="3596"/>
                </a:cubicBezTo>
                <a:cubicBezTo>
                  <a:pt x="57" y="3596"/>
                  <a:pt x="61" y="3593"/>
                  <a:pt x="66" y="3588"/>
                </a:cubicBezTo>
                <a:cubicBezTo>
                  <a:pt x="269" y="4868"/>
                  <a:pt x="1355" y="5759"/>
                  <a:pt x="2294" y="6557"/>
                </a:cubicBezTo>
                <a:cubicBezTo>
                  <a:pt x="3560" y="7632"/>
                  <a:pt x="4723" y="8824"/>
                  <a:pt x="5756" y="10126"/>
                </a:cubicBezTo>
                <a:cubicBezTo>
                  <a:pt x="6340" y="10862"/>
                  <a:pt x="6881" y="11633"/>
                  <a:pt x="7379" y="12430"/>
                </a:cubicBezTo>
                <a:cubicBezTo>
                  <a:pt x="7403" y="12468"/>
                  <a:pt x="7442" y="12488"/>
                  <a:pt x="7481" y="12488"/>
                </a:cubicBezTo>
                <a:cubicBezTo>
                  <a:pt x="7510" y="12488"/>
                  <a:pt x="7539" y="12478"/>
                  <a:pt x="7563" y="12456"/>
                </a:cubicBezTo>
                <a:cubicBezTo>
                  <a:pt x="9372" y="10767"/>
                  <a:pt x="11182" y="9079"/>
                  <a:pt x="12991" y="7391"/>
                </a:cubicBezTo>
                <a:cubicBezTo>
                  <a:pt x="13444" y="6969"/>
                  <a:pt x="13897" y="6547"/>
                  <a:pt x="14348" y="6125"/>
                </a:cubicBezTo>
                <a:cubicBezTo>
                  <a:pt x="14774" y="5728"/>
                  <a:pt x="15224" y="5346"/>
                  <a:pt x="15621" y="4920"/>
                </a:cubicBezTo>
                <a:cubicBezTo>
                  <a:pt x="15956" y="4561"/>
                  <a:pt x="16230" y="4130"/>
                  <a:pt x="16237" y="3625"/>
                </a:cubicBezTo>
                <a:cubicBezTo>
                  <a:pt x="16243" y="3173"/>
                  <a:pt x="16055" y="2737"/>
                  <a:pt x="15772" y="2393"/>
                </a:cubicBezTo>
                <a:cubicBezTo>
                  <a:pt x="15118" y="1597"/>
                  <a:pt x="13969" y="1326"/>
                  <a:pt x="12990" y="1230"/>
                </a:cubicBezTo>
                <a:cubicBezTo>
                  <a:pt x="12782" y="1209"/>
                  <a:pt x="12575" y="1199"/>
                  <a:pt x="12369" y="1199"/>
                </a:cubicBezTo>
                <a:cubicBezTo>
                  <a:pt x="11579" y="1199"/>
                  <a:pt x="10805" y="1344"/>
                  <a:pt x="10046" y="1589"/>
                </a:cubicBezTo>
                <a:cubicBezTo>
                  <a:pt x="9458" y="1779"/>
                  <a:pt x="8842" y="1996"/>
                  <a:pt x="8230" y="1996"/>
                </a:cubicBezTo>
                <a:cubicBezTo>
                  <a:pt x="7924" y="1996"/>
                  <a:pt x="7618" y="1942"/>
                  <a:pt x="7317" y="1801"/>
                </a:cubicBezTo>
                <a:cubicBezTo>
                  <a:pt x="6411" y="1378"/>
                  <a:pt x="5786" y="517"/>
                  <a:pt x="4835" y="170"/>
                </a:cubicBezTo>
                <a:cubicBezTo>
                  <a:pt x="4516" y="54"/>
                  <a:pt x="4181" y="0"/>
                  <a:pt x="3844" y="0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73" name="Google Shape;4073;p177"/>
          <p:cNvGrpSpPr/>
          <p:nvPr/>
        </p:nvGrpSpPr>
        <p:grpSpPr>
          <a:xfrm rot="4499945">
            <a:off x="1435226" y="1133136"/>
            <a:ext cx="215934" cy="195605"/>
            <a:chOff x="1640475" y="1197075"/>
            <a:chExt cx="55475" cy="50250"/>
          </a:xfrm>
        </p:grpSpPr>
        <p:sp>
          <p:nvSpPr>
            <p:cNvPr id="4074" name="Google Shape;4074;p17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17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17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77" name="Google Shape;4077;p177"/>
          <p:cNvSpPr/>
          <p:nvPr/>
        </p:nvSpPr>
        <p:spPr>
          <a:xfrm flipH="1" rot="7610468">
            <a:off x="8662235" y="2889645"/>
            <a:ext cx="545185" cy="12772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78" name="Google Shape;4078;p177"/>
          <p:cNvGrpSpPr/>
          <p:nvPr/>
        </p:nvGrpSpPr>
        <p:grpSpPr>
          <a:xfrm rot="3412103">
            <a:off x="7137581" y="822200"/>
            <a:ext cx="320926" cy="290715"/>
            <a:chOff x="1640475" y="1197075"/>
            <a:chExt cx="55475" cy="50250"/>
          </a:xfrm>
        </p:grpSpPr>
        <p:sp>
          <p:nvSpPr>
            <p:cNvPr id="4079" name="Google Shape;4079;p17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17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17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82" name="Google Shape;4082;p177"/>
          <p:cNvSpPr/>
          <p:nvPr/>
        </p:nvSpPr>
        <p:spPr>
          <a:xfrm rot="3218474">
            <a:off x="2157332" y="4435042"/>
            <a:ext cx="809522" cy="1268427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83" name="Google Shape;4083;p177"/>
          <p:cNvSpPr/>
          <p:nvPr/>
        </p:nvSpPr>
        <p:spPr>
          <a:xfrm flipH="1" rot="7610386">
            <a:off x="2067169" y="10759"/>
            <a:ext cx="864854" cy="20260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3">
    <p:spTree>
      <p:nvGrpSpPr>
        <p:cNvPr id="4084" name="Shape 40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5" name="Google Shape;4085;p178"/>
          <p:cNvSpPr/>
          <p:nvPr/>
        </p:nvSpPr>
        <p:spPr>
          <a:xfrm>
            <a:off x="-215846" y="3590328"/>
            <a:ext cx="3937248" cy="1852861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86" name="Google Shape;4086;p178"/>
          <p:cNvSpPr/>
          <p:nvPr/>
        </p:nvSpPr>
        <p:spPr>
          <a:xfrm>
            <a:off x="-500950" y="-338112"/>
            <a:ext cx="3394487" cy="1873699"/>
          </a:xfrm>
          <a:custGeom>
            <a:rect b="b" l="l" r="r" t="t"/>
            <a:pathLst>
              <a:path extrusionOk="0" h="11330" w="20526">
                <a:moveTo>
                  <a:pt x="12939" y="1"/>
                </a:moveTo>
                <a:cubicBezTo>
                  <a:pt x="11999" y="1"/>
                  <a:pt x="11086" y="167"/>
                  <a:pt x="10169" y="370"/>
                </a:cubicBezTo>
                <a:cubicBezTo>
                  <a:pt x="9691" y="476"/>
                  <a:pt x="9213" y="584"/>
                  <a:pt x="8731" y="667"/>
                </a:cubicBezTo>
                <a:cubicBezTo>
                  <a:pt x="8234" y="750"/>
                  <a:pt x="7732" y="802"/>
                  <a:pt x="7229" y="839"/>
                </a:cubicBezTo>
                <a:cubicBezTo>
                  <a:pt x="6231" y="913"/>
                  <a:pt x="5230" y="935"/>
                  <a:pt x="4235" y="1052"/>
                </a:cubicBezTo>
                <a:cubicBezTo>
                  <a:pt x="3806" y="1102"/>
                  <a:pt x="3380" y="1184"/>
                  <a:pt x="2951" y="1235"/>
                </a:cubicBezTo>
                <a:cubicBezTo>
                  <a:pt x="2746" y="1260"/>
                  <a:pt x="2537" y="1279"/>
                  <a:pt x="2328" y="1279"/>
                </a:cubicBezTo>
                <a:cubicBezTo>
                  <a:pt x="2138" y="1279"/>
                  <a:pt x="1948" y="1263"/>
                  <a:pt x="1762" y="1222"/>
                </a:cubicBezTo>
                <a:cubicBezTo>
                  <a:pt x="1578" y="1180"/>
                  <a:pt x="1402" y="1113"/>
                  <a:pt x="1242" y="1012"/>
                </a:cubicBezTo>
                <a:cubicBezTo>
                  <a:pt x="1161" y="960"/>
                  <a:pt x="1089" y="870"/>
                  <a:pt x="988" y="868"/>
                </a:cubicBezTo>
                <a:cubicBezTo>
                  <a:pt x="985" y="868"/>
                  <a:pt x="983" y="868"/>
                  <a:pt x="981" y="868"/>
                </a:cubicBezTo>
                <a:cubicBezTo>
                  <a:pt x="897" y="868"/>
                  <a:pt x="810" y="887"/>
                  <a:pt x="732" y="917"/>
                </a:cubicBezTo>
                <a:cubicBezTo>
                  <a:pt x="360" y="1060"/>
                  <a:pt x="147" y="1435"/>
                  <a:pt x="79" y="1816"/>
                </a:cubicBezTo>
                <a:cubicBezTo>
                  <a:pt x="38" y="2046"/>
                  <a:pt x="37" y="2279"/>
                  <a:pt x="38" y="2512"/>
                </a:cubicBezTo>
                <a:cubicBezTo>
                  <a:pt x="38" y="2767"/>
                  <a:pt x="39" y="3024"/>
                  <a:pt x="40" y="3279"/>
                </a:cubicBezTo>
                <a:cubicBezTo>
                  <a:pt x="42" y="3797"/>
                  <a:pt x="44" y="4315"/>
                  <a:pt x="46" y="4833"/>
                </a:cubicBezTo>
                <a:cubicBezTo>
                  <a:pt x="50" y="5817"/>
                  <a:pt x="54" y="6803"/>
                  <a:pt x="57" y="7787"/>
                </a:cubicBezTo>
                <a:cubicBezTo>
                  <a:pt x="55" y="7786"/>
                  <a:pt x="54" y="7785"/>
                  <a:pt x="52" y="7785"/>
                </a:cubicBezTo>
                <a:cubicBezTo>
                  <a:pt x="0" y="7785"/>
                  <a:pt x="101" y="8649"/>
                  <a:pt x="628" y="8724"/>
                </a:cubicBezTo>
                <a:cubicBezTo>
                  <a:pt x="1441" y="8840"/>
                  <a:pt x="1514" y="10145"/>
                  <a:pt x="2146" y="10693"/>
                </a:cubicBezTo>
                <a:cubicBezTo>
                  <a:pt x="2452" y="10957"/>
                  <a:pt x="2805" y="11167"/>
                  <a:pt x="3199" y="11261"/>
                </a:cubicBezTo>
                <a:cubicBezTo>
                  <a:pt x="3402" y="11310"/>
                  <a:pt x="3609" y="11330"/>
                  <a:pt x="3816" y="11330"/>
                </a:cubicBezTo>
                <a:cubicBezTo>
                  <a:pt x="4077" y="11330"/>
                  <a:pt x="4340" y="11298"/>
                  <a:pt x="4597" y="11251"/>
                </a:cubicBezTo>
                <a:cubicBezTo>
                  <a:pt x="5367" y="11113"/>
                  <a:pt x="6207" y="10865"/>
                  <a:pt x="6645" y="10152"/>
                </a:cubicBezTo>
                <a:cubicBezTo>
                  <a:pt x="6859" y="9801"/>
                  <a:pt x="6970" y="9395"/>
                  <a:pt x="7203" y="9055"/>
                </a:cubicBezTo>
                <a:cubicBezTo>
                  <a:pt x="7421" y="8736"/>
                  <a:pt x="7758" y="8532"/>
                  <a:pt x="8120" y="8419"/>
                </a:cubicBezTo>
                <a:cubicBezTo>
                  <a:pt x="8559" y="8282"/>
                  <a:pt x="9011" y="8265"/>
                  <a:pt x="9465" y="8265"/>
                </a:cubicBezTo>
                <a:cubicBezTo>
                  <a:pt x="9615" y="8265"/>
                  <a:pt x="9765" y="8267"/>
                  <a:pt x="9915" y="8267"/>
                </a:cubicBezTo>
                <a:cubicBezTo>
                  <a:pt x="10115" y="8267"/>
                  <a:pt x="10316" y="8264"/>
                  <a:pt x="10515" y="8248"/>
                </a:cubicBezTo>
                <a:cubicBezTo>
                  <a:pt x="10927" y="8216"/>
                  <a:pt x="11342" y="8132"/>
                  <a:pt x="11707" y="7927"/>
                </a:cubicBezTo>
                <a:cubicBezTo>
                  <a:pt x="12074" y="7718"/>
                  <a:pt x="12352" y="7394"/>
                  <a:pt x="12600" y="7055"/>
                </a:cubicBezTo>
                <a:cubicBezTo>
                  <a:pt x="13089" y="6385"/>
                  <a:pt x="13543" y="5673"/>
                  <a:pt x="14244" y="5207"/>
                </a:cubicBezTo>
                <a:cubicBezTo>
                  <a:pt x="14594" y="4972"/>
                  <a:pt x="14986" y="4825"/>
                  <a:pt x="15405" y="4792"/>
                </a:cubicBezTo>
                <a:cubicBezTo>
                  <a:pt x="15494" y="4785"/>
                  <a:pt x="15582" y="4782"/>
                  <a:pt x="15670" y="4782"/>
                </a:cubicBezTo>
                <a:cubicBezTo>
                  <a:pt x="16070" y="4782"/>
                  <a:pt x="16469" y="4843"/>
                  <a:pt x="16866" y="4877"/>
                </a:cubicBezTo>
                <a:cubicBezTo>
                  <a:pt x="17302" y="4915"/>
                  <a:pt x="17740" y="4933"/>
                  <a:pt x="18178" y="4933"/>
                </a:cubicBezTo>
                <a:cubicBezTo>
                  <a:pt x="18243" y="4933"/>
                  <a:pt x="18309" y="4933"/>
                  <a:pt x="18374" y="4932"/>
                </a:cubicBezTo>
                <a:cubicBezTo>
                  <a:pt x="18585" y="4929"/>
                  <a:pt x="18814" y="4941"/>
                  <a:pt x="19012" y="4857"/>
                </a:cubicBezTo>
                <a:cubicBezTo>
                  <a:pt x="19193" y="4780"/>
                  <a:pt x="19305" y="4623"/>
                  <a:pt x="19390" y="4450"/>
                </a:cubicBezTo>
                <a:cubicBezTo>
                  <a:pt x="19618" y="3989"/>
                  <a:pt x="19825" y="3515"/>
                  <a:pt x="20041" y="3049"/>
                </a:cubicBezTo>
                <a:cubicBezTo>
                  <a:pt x="20147" y="2821"/>
                  <a:pt x="20256" y="2595"/>
                  <a:pt x="20357" y="2365"/>
                </a:cubicBezTo>
                <a:cubicBezTo>
                  <a:pt x="20444" y="2165"/>
                  <a:pt x="20525" y="1951"/>
                  <a:pt x="20518" y="1728"/>
                </a:cubicBezTo>
                <a:cubicBezTo>
                  <a:pt x="20505" y="1297"/>
                  <a:pt x="20161" y="1008"/>
                  <a:pt x="19822" y="810"/>
                </a:cubicBezTo>
                <a:cubicBezTo>
                  <a:pt x="19463" y="601"/>
                  <a:pt x="19065" y="469"/>
                  <a:pt x="18660" y="392"/>
                </a:cubicBezTo>
                <a:cubicBezTo>
                  <a:pt x="17815" y="229"/>
                  <a:pt x="16950" y="272"/>
                  <a:pt x="16095" y="224"/>
                </a:cubicBezTo>
                <a:cubicBezTo>
                  <a:pt x="15084" y="168"/>
                  <a:pt x="14079" y="19"/>
                  <a:pt x="13065" y="2"/>
                </a:cubicBezTo>
                <a:cubicBezTo>
                  <a:pt x="13023" y="1"/>
                  <a:pt x="12981" y="1"/>
                  <a:pt x="12939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87" name="Google Shape;4087;p178"/>
          <p:cNvSpPr/>
          <p:nvPr/>
        </p:nvSpPr>
        <p:spPr>
          <a:xfrm>
            <a:off x="7494194" y="-264852"/>
            <a:ext cx="2151033" cy="2157317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88" name="Google Shape;4088;p178"/>
          <p:cNvSpPr/>
          <p:nvPr/>
        </p:nvSpPr>
        <p:spPr>
          <a:xfrm>
            <a:off x="5476804" y="4242891"/>
            <a:ext cx="4031181" cy="1424375"/>
          </a:xfrm>
          <a:custGeom>
            <a:rect b="b" l="l" r="r" t="t"/>
            <a:pathLst>
              <a:path extrusionOk="0" h="8613" w="24376">
                <a:moveTo>
                  <a:pt x="12572" y="1"/>
                </a:moveTo>
                <a:cubicBezTo>
                  <a:pt x="11930" y="1"/>
                  <a:pt x="11305" y="137"/>
                  <a:pt x="10778" y="460"/>
                </a:cubicBezTo>
                <a:cubicBezTo>
                  <a:pt x="10193" y="818"/>
                  <a:pt x="9818" y="1341"/>
                  <a:pt x="9503" y="1852"/>
                </a:cubicBezTo>
                <a:cubicBezTo>
                  <a:pt x="9167" y="2398"/>
                  <a:pt x="8889" y="2969"/>
                  <a:pt x="8475" y="3485"/>
                </a:cubicBezTo>
                <a:cubicBezTo>
                  <a:pt x="8044" y="4023"/>
                  <a:pt x="7451" y="4445"/>
                  <a:pt x="6633" y="4599"/>
                </a:cubicBezTo>
                <a:cubicBezTo>
                  <a:pt x="6259" y="4669"/>
                  <a:pt x="5879" y="4690"/>
                  <a:pt x="5496" y="4690"/>
                </a:cubicBezTo>
                <a:cubicBezTo>
                  <a:pt x="4945" y="4690"/>
                  <a:pt x="4388" y="4646"/>
                  <a:pt x="3837" y="4646"/>
                </a:cubicBezTo>
                <a:cubicBezTo>
                  <a:pt x="3701" y="4646"/>
                  <a:pt x="3564" y="4649"/>
                  <a:pt x="3429" y="4656"/>
                </a:cubicBezTo>
                <a:cubicBezTo>
                  <a:pt x="2927" y="4680"/>
                  <a:pt x="2424" y="4755"/>
                  <a:pt x="1974" y="4934"/>
                </a:cubicBezTo>
                <a:cubicBezTo>
                  <a:pt x="1568" y="5095"/>
                  <a:pt x="1218" y="5332"/>
                  <a:pt x="943" y="5611"/>
                </a:cubicBezTo>
                <a:cubicBezTo>
                  <a:pt x="425" y="6133"/>
                  <a:pt x="179" y="6806"/>
                  <a:pt x="311" y="7456"/>
                </a:cubicBezTo>
                <a:cubicBezTo>
                  <a:pt x="309" y="7456"/>
                  <a:pt x="307" y="7456"/>
                  <a:pt x="305" y="7456"/>
                </a:cubicBezTo>
                <a:cubicBezTo>
                  <a:pt x="282" y="7456"/>
                  <a:pt x="258" y="7461"/>
                  <a:pt x="234" y="7475"/>
                </a:cubicBezTo>
                <a:cubicBezTo>
                  <a:pt x="83" y="7556"/>
                  <a:pt x="1" y="7677"/>
                  <a:pt x="4" y="7821"/>
                </a:cubicBezTo>
                <a:cubicBezTo>
                  <a:pt x="12" y="8172"/>
                  <a:pt x="404" y="8373"/>
                  <a:pt x="826" y="8396"/>
                </a:cubicBezTo>
                <a:cubicBezTo>
                  <a:pt x="860" y="8398"/>
                  <a:pt x="894" y="8399"/>
                  <a:pt x="929" y="8399"/>
                </a:cubicBezTo>
                <a:cubicBezTo>
                  <a:pt x="1162" y="8399"/>
                  <a:pt x="1397" y="8361"/>
                  <a:pt x="1626" y="8334"/>
                </a:cubicBezTo>
                <a:cubicBezTo>
                  <a:pt x="1931" y="8297"/>
                  <a:pt x="2238" y="8262"/>
                  <a:pt x="2544" y="8230"/>
                </a:cubicBezTo>
                <a:cubicBezTo>
                  <a:pt x="3747" y="8107"/>
                  <a:pt x="4958" y="8023"/>
                  <a:pt x="6170" y="7965"/>
                </a:cubicBezTo>
                <a:cubicBezTo>
                  <a:pt x="8591" y="7850"/>
                  <a:pt x="11019" y="7838"/>
                  <a:pt x="13445" y="7824"/>
                </a:cubicBezTo>
                <a:cubicBezTo>
                  <a:pt x="13813" y="7822"/>
                  <a:pt x="14182" y="7820"/>
                  <a:pt x="14552" y="7820"/>
                </a:cubicBezTo>
                <a:cubicBezTo>
                  <a:pt x="16507" y="7820"/>
                  <a:pt x="18472" y="7870"/>
                  <a:pt x="20390" y="8174"/>
                </a:cubicBezTo>
                <a:cubicBezTo>
                  <a:pt x="20952" y="8264"/>
                  <a:pt x="21511" y="8375"/>
                  <a:pt x="22057" y="8512"/>
                </a:cubicBezTo>
                <a:cubicBezTo>
                  <a:pt x="22240" y="8558"/>
                  <a:pt x="22430" y="8612"/>
                  <a:pt x="22625" y="8612"/>
                </a:cubicBezTo>
                <a:cubicBezTo>
                  <a:pt x="22665" y="8612"/>
                  <a:pt x="22706" y="8610"/>
                  <a:pt x="22747" y="8605"/>
                </a:cubicBezTo>
                <a:cubicBezTo>
                  <a:pt x="22986" y="8575"/>
                  <a:pt x="23126" y="8437"/>
                  <a:pt x="23188" y="8265"/>
                </a:cubicBezTo>
                <a:cubicBezTo>
                  <a:pt x="23342" y="7840"/>
                  <a:pt x="23440" y="7396"/>
                  <a:pt x="23556" y="6963"/>
                </a:cubicBezTo>
                <a:cubicBezTo>
                  <a:pt x="23675" y="6520"/>
                  <a:pt x="23785" y="6077"/>
                  <a:pt x="23879" y="5631"/>
                </a:cubicBezTo>
                <a:cubicBezTo>
                  <a:pt x="24251" y="3879"/>
                  <a:pt x="24375" y="2063"/>
                  <a:pt x="23717" y="343"/>
                </a:cubicBezTo>
                <a:cubicBezTo>
                  <a:pt x="23697" y="293"/>
                  <a:pt x="23642" y="267"/>
                  <a:pt x="23586" y="267"/>
                </a:cubicBezTo>
                <a:cubicBezTo>
                  <a:pt x="23541" y="267"/>
                  <a:pt x="23495" y="284"/>
                  <a:pt x="23467" y="317"/>
                </a:cubicBezTo>
                <a:cubicBezTo>
                  <a:pt x="23327" y="480"/>
                  <a:pt x="23169" y="631"/>
                  <a:pt x="22991" y="769"/>
                </a:cubicBezTo>
                <a:cubicBezTo>
                  <a:pt x="22274" y="1328"/>
                  <a:pt x="21289" y="1670"/>
                  <a:pt x="20281" y="1764"/>
                </a:cubicBezTo>
                <a:cubicBezTo>
                  <a:pt x="20062" y="1784"/>
                  <a:pt x="19841" y="1794"/>
                  <a:pt x="19620" y="1794"/>
                </a:cubicBezTo>
                <a:cubicBezTo>
                  <a:pt x="18644" y="1794"/>
                  <a:pt x="17671" y="1601"/>
                  <a:pt x="16789" y="1286"/>
                </a:cubicBezTo>
                <a:cubicBezTo>
                  <a:pt x="15722" y="905"/>
                  <a:pt x="14754" y="349"/>
                  <a:pt x="13607" y="110"/>
                </a:cubicBezTo>
                <a:cubicBezTo>
                  <a:pt x="13266" y="40"/>
                  <a:pt x="12917" y="1"/>
                  <a:pt x="12572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89" name="Google Shape;4089;p178"/>
          <p:cNvSpPr txBox="1"/>
          <p:nvPr>
            <p:ph hasCustomPrompt="1" type="title"/>
          </p:nvPr>
        </p:nvSpPr>
        <p:spPr>
          <a:xfrm>
            <a:off x="1193550" y="2143212"/>
            <a:ext cx="15453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090" name="Google Shape;4090;p178"/>
          <p:cNvSpPr txBox="1"/>
          <p:nvPr>
            <p:ph idx="1" type="subTitle"/>
          </p:nvPr>
        </p:nvSpPr>
        <p:spPr>
          <a:xfrm>
            <a:off x="782775" y="2927875"/>
            <a:ext cx="23664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091" name="Google Shape;4091;p178"/>
          <p:cNvSpPr txBox="1"/>
          <p:nvPr>
            <p:ph hasCustomPrompt="1" idx="2" type="title"/>
          </p:nvPr>
        </p:nvSpPr>
        <p:spPr>
          <a:xfrm>
            <a:off x="3799363" y="2143212"/>
            <a:ext cx="15453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092" name="Google Shape;4092;p178"/>
          <p:cNvSpPr txBox="1"/>
          <p:nvPr>
            <p:ph idx="3" type="subTitle"/>
          </p:nvPr>
        </p:nvSpPr>
        <p:spPr>
          <a:xfrm>
            <a:off x="3388813" y="2927875"/>
            <a:ext cx="23664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093" name="Google Shape;4093;p178"/>
          <p:cNvSpPr txBox="1"/>
          <p:nvPr>
            <p:ph hasCustomPrompt="1" idx="4" type="title"/>
          </p:nvPr>
        </p:nvSpPr>
        <p:spPr>
          <a:xfrm>
            <a:off x="6405200" y="2143212"/>
            <a:ext cx="15453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094" name="Google Shape;4094;p178"/>
          <p:cNvSpPr txBox="1"/>
          <p:nvPr>
            <p:ph idx="5" type="subTitle"/>
          </p:nvPr>
        </p:nvSpPr>
        <p:spPr>
          <a:xfrm>
            <a:off x="5994850" y="2927875"/>
            <a:ext cx="23664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095" name="Google Shape;4095;p178"/>
          <p:cNvSpPr txBox="1"/>
          <p:nvPr>
            <p:ph idx="6" type="title"/>
          </p:nvPr>
        </p:nvSpPr>
        <p:spPr>
          <a:xfrm>
            <a:off x="3388950" y="758952"/>
            <a:ext cx="2366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096" name="Google Shape;4096;p178"/>
          <p:cNvSpPr txBox="1"/>
          <p:nvPr>
            <p:ph idx="7" type="title"/>
          </p:nvPr>
        </p:nvSpPr>
        <p:spPr>
          <a:xfrm>
            <a:off x="3433985" y="1482450"/>
            <a:ext cx="2276100" cy="44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4097" name="Google Shape;4097;p178"/>
          <p:cNvGrpSpPr/>
          <p:nvPr/>
        </p:nvGrpSpPr>
        <p:grpSpPr>
          <a:xfrm rot="4517592">
            <a:off x="8550732" y="3940914"/>
            <a:ext cx="221771" cy="200883"/>
            <a:chOff x="1640475" y="1197075"/>
            <a:chExt cx="55475" cy="50250"/>
          </a:xfrm>
        </p:grpSpPr>
        <p:sp>
          <p:nvSpPr>
            <p:cNvPr id="4098" name="Google Shape;4098;p17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17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17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01" name="Google Shape;4101;p178"/>
          <p:cNvGrpSpPr/>
          <p:nvPr/>
        </p:nvGrpSpPr>
        <p:grpSpPr>
          <a:xfrm rot="7199963">
            <a:off x="965918" y="4533021"/>
            <a:ext cx="215935" cy="195604"/>
            <a:chOff x="1640475" y="1197075"/>
            <a:chExt cx="55475" cy="50250"/>
          </a:xfrm>
        </p:grpSpPr>
        <p:sp>
          <p:nvSpPr>
            <p:cNvPr id="4102" name="Google Shape;4102;p17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17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17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05" name="Google Shape;4105;p178"/>
          <p:cNvSpPr/>
          <p:nvPr/>
        </p:nvSpPr>
        <p:spPr>
          <a:xfrm rot="2368484">
            <a:off x="3584583" y="348032"/>
            <a:ext cx="529784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106" name="Google Shape;4106;p178"/>
          <p:cNvGrpSpPr/>
          <p:nvPr/>
        </p:nvGrpSpPr>
        <p:grpSpPr>
          <a:xfrm rot="-9900000">
            <a:off x="1490015" y="185475"/>
            <a:ext cx="347165" cy="314462"/>
            <a:chOff x="1640475" y="1197075"/>
            <a:chExt cx="55475" cy="50250"/>
          </a:xfrm>
        </p:grpSpPr>
        <p:sp>
          <p:nvSpPr>
            <p:cNvPr id="4107" name="Google Shape;4107;p17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17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17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10" name="Google Shape;4110;p178"/>
          <p:cNvGrpSpPr/>
          <p:nvPr/>
        </p:nvGrpSpPr>
        <p:grpSpPr>
          <a:xfrm rot="-9900030">
            <a:off x="7815634" y="527852"/>
            <a:ext cx="215932" cy="195605"/>
            <a:chOff x="1640475" y="1197075"/>
            <a:chExt cx="55475" cy="50250"/>
          </a:xfrm>
        </p:grpSpPr>
        <p:sp>
          <p:nvSpPr>
            <p:cNvPr id="4111" name="Google Shape;4111;p17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17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17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14" name="Google Shape;4114;p178"/>
          <p:cNvSpPr/>
          <p:nvPr/>
        </p:nvSpPr>
        <p:spPr>
          <a:xfrm rot="-8289780">
            <a:off x="7855805" y="1479192"/>
            <a:ext cx="1153753" cy="844089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15" name="Google Shape;4115;p178"/>
          <p:cNvSpPr/>
          <p:nvPr/>
        </p:nvSpPr>
        <p:spPr>
          <a:xfrm rot="-120">
            <a:off x="8278108" y="4777486"/>
            <a:ext cx="529792" cy="12411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16" name="Google Shape;4116;p178"/>
          <p:cNvSpPr txBox="1"/>
          <p:nvPr>
            <p:ph hasCustomPrompt="1" idx="8" type="title"/>
          </p:nvPr>
        </p:nvSpPr>
        <p:spPr>
          <a:xfrm>
            <a:off x="1193550" y="3380324"/>
            <a:ext cx="15453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117" name="Google Shape;4117;p178"/>
          <p:cNvSpPr txBox="1"/>
          <p:nvPr>
            <p:ph idx="9" type="subTitle"/>
          </p:nvPr>
        </p:nvSpPr>
        <p:spPr>
          <a:xfrm>
            <a:off x="782775" y="4180750"/>
            <a:ext cx="23664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118" name="Google Shape;4118;p178"/>
          <p:cNvSpPr txBox="1"/>
          <p:nvPr>
            <p:ph hasCustomPrompt="1" idx="13" type="title"/>
          </p:nvPr>
        </p:nvSpPr>
        <p:spPr>
          <a:xfrm>
            <a:off x="3799363" y="3380324"/>
            <a:ext cx="15453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119" name="Google Shape;4119;p178"/>
          <p:cNvSpPr txBox="1"/>
          <p:nvPr>
            <p:ph idx="14" type="subTitle"/>
          </p:nvPr>
        </p:nvSpPr>
        <p:spPr>
          <a:xfrm>
            <a:off x="3388813" y="4180750"/>
            <a:ext cx="23664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120" name="Google Shape;4120;p178"/>
          <p:cNvSpPr txBox="1"/>
          <p:nvPr>
            <p:ph hasCustomPrompt="1" idx="15" type="title"/>
          </p:nvPr>
        </p:nvSpPr>
        <p:spPr>
          <a:xfrm>
            <a:off x="6405200" y="3380324"/>
            <a:ext cx="15453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121" name="Google Shape;4121;p178"/>
          <p:cNvSpPr txBox="1"/>
          <p:nvPr>
            <p:ph idx="16" type="subTitle"/>
          </p:nvPr>
        </p:nvSpPr>
        <p:spPr>
          <a:xfrm>
            <a:off x="5994850" y="4180750"/>
            <a:ext cx="23664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1">
  <p:cSld name="CUSTOM_3_1">
    <p:spTree>
      <p:nvGrpSpPr>
        <p:cNvPr id="4122" name="Shape 4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23" name="Google Shape;4123;p179"/>
          <p:cNvSpPr/>
          <p:nvPr/>
        </p:nvSpPr>
        <p:spPr>
          <a:xfrm rot="10800000">
            <a:off x="6883273" y="-352473"/>
            <a:ext cx="2599602" cy="2709024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24" name="Google Shape;4124;p179"/>
          <p:cNvSpPr/>
          <p:nvPr/>
        </p:nvSpPr>
        <p:spPr>
          <a:xfrm rot="10800000">
            <a:off x="-448788" y="-200669"/>
            <a:ext cx="2946290" cy="1214439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25" name="Google Shape;4125;p179"/>
          <p:cNvSpPr/>
          <p:nvPr/>
        </p:nvSpPr>
        <p:spPr>
          <a:xfrm rot="10800000">
            <a:off x="5249092" y="4177828"/>
            <a:ext cx="4076399" cy="1099141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26" name="Google Shape;4126;p179"/>
          <p:cNvSpPr/>
          <p:nvPr/>
        </p:nvSpPr>
        <p:spPr>
          <a:xfrm rot="10800000">
            <a:off x="-448804" y="2685945"/>
            <a:ext cx="3522302" cy="2810028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27" name="Google Shape;4127;p179">
            <a:hlinkClick/>
          </p:cNvPr>
          <p:cNvSpPr txBox="1"/>
          <p:nvPr>
            <p:ph hasCustomPrompt="1" type="title"/>
          </p:nvPr>
        </p:nvSpPr>
        <p:spPr>
          <a:xfrm>
            <a:off x="1440213" y="2601625"/>
            <a:ext cx="10515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51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128" name="Google Shape;4128;p179"/>
          <p:cNvSpPr txBox="1"/>
          <p:nvPr>
            <p:ph idx="1" type="subTitle"/>
          </p:nvPr>
        </p:nvSpPr>
        <p:spPr>
          <a:xfrm>
            <a:off x="782775" y="3464925"/>
            <a:ext cx="23664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129" name="Google Shape;4129;p179"/>
          <p:cNvSpPr txBox="1"/>
          <p:nvPr>
            <p:ph hasCustomPrompt="1" idx="2" type="title"/>
          </p:nvPr>
        </p:nvSpPr>
        <p:spPr>
          <a:xfrm>
            <a:off x="4048018" y="2601625"/>
            <a:ext cx="10485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51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130" name="Google Shape;4130;p179"/>
          <p:cNvSpPr txBox="1"/>
          <p:nvPr>
            <p:ph idx="3" type="subTitle"/>
          </p:nvPr>
        </p:nvSpPr>
        <p:spPr>
          <a:xfrm>
            <a:off x="3388800" y="3464925"/>
            <a:ext cx="23664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131" name="Google Shape;4131;p179"/>
          <p:cNvSpPr txBox="1"/>
          <p:nvPr>
            <p:ph hasCustomPrompt="1" idx="4" type="title"/>
          </p:nvPr>
        </p:nvSpPr>
        <p:spPr>
          <a:xfrm>
            <a:off x="6652288" y="2601625"/>
            <a:ext cx="10515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51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132" name="Google Shape;4132;p179"/>
          <p:cNvSpPr txBox="1"/>
          <p:nvPr>
            <p:ph idx="5" type="subTitle"/>
          </p:nvPr>
        </p:nvSpPr>
        <p:spPr>
          <a:xfrm>
            <a:off x="5994850" y="3464925"/>
            <a:ext cx="23664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133" name="Google Shape;4133;p179"/>
          <p:cNvSpPr txBox="1"/>
          <p:nvPr>
            <p:ph idx="6" type="title"/>
          </p:nvPr>
        </p:nvSpPr>
        <p:spPr>
          <a:xfrm>
            <a:off x="3388950" y="758952"/>
            <a:ext cx="2366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134" name="Google Shape;4134;p179"/>
          <p:cNvSpPr txBox="1"/>
          <p:nvPr>
            <p:ph idx="7" type="title"/>
          </p:nvPr>
        </p:nvSpPr>
        <p:spPr>
          <a:xfrm>
            <a:off x="3433950" y="1714700"/>
            <a:ext cx="2276100" cy="44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4135" name="Google Shape;4135;p179"/>
          <p:cNvGrpSpPr/>
          <p:nvPr/>
        </p:nvGrpSpPr>
        <p:grpSpPr>
          <a:xfrm rot="-9900030">
            <a:off x="271409" y="845202"/>
            <a:ext cx="215932" cy="195605"/>
            <a:chOff x="1640475" y="1197075"/>
            <a:chExt cx="55475" cy="50250"/>
          </a:xfrm>
        </p:grpSpPr>
        <p:sp>
          <p:nvSpPr>
            <p:cNvPr id="4136" name="Google Shape;4136;p17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17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17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39" name="Google Shape;4139;p179"/>
          <p:cNvGrpSpPr/>
          <p:nvPr/>
        </p:nvGrpSpPr>
        <p:grpSpPr>
          <a:xfrm rot="6524430">
            <a:off x="349879" y="2378626"/>
            <a:ext cx="279618" cy="253294"/>
            <a:chOff x="1640475" y="1197075"/>
            <a:chExt cx="55475" cy="50250"/>
          </a:xfrm>
        </p:grpSpPr>
        <p:sp>
          <p:nvSpPr>
            <p:cNvPr id="4140" name="Google Shape;4140;p17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17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17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43" name="Google Shape;4143;p179"/>
          <p:cNvSpPr/>
          <p:nvPr/>
        </p:nvSpPr>
        <p:spPr>
          <a:xfrm flipH="1" rot="-2121718">
            <a:off x="6738637" y="226323"/>
            <a:ext cx="888103" cy="20804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44" name="Google Shape;4144;p179"/>
          <p:cNvSpPr/>
          <p:nvPr/>
        </p:nvSpPr>
        <p:spPr>
          <a:xfrm flipH="1" rot="-10799883">
            <a:off x="217109" y="4797573"/>
            <a:ext cx="545177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145" name="Google Shape;4145;p179"/>
          <p:cNvGrpSpPr/>
          <p:nvPr/>
        </p:nvGrpSpPr>
        <p:grpSpPr>
          <a:xfrm rot="6300012">
            <a:off x="8577095" y="3925450"/>
            <a:ext cx="290790" cy="263412"/>
            <a:chOff x="1640475" y="1197075"/>
            <a:chExt cx="55475" cy="50250"/>
          </a:xfrm>
        </p:grpSpPr>
        <p:sp>
          <p:nvSpPr>
            <p:cNvPr id="4146" name="Google Shape;4146;p17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17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17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49" name="Google Shape;4149;p179"/>
          <p:cNvSpPr/>
          <p:nvPr/>
        </p:nvSpPr>
        <p:spPr>
          <a:xfrm rot="10800000">
            <a:off x="5828025" y="4022950"/>
            <a:ext cx="1167574" cy="854200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50" name="Google Shape;4150;p179"/>
          <p:cNvSpPr/>
          <p:nvPr/>
        </p:nvSpPr>
        <p:spPr>
          <a:xfrm rot="-10431843">
            <a:off x="-54140" y="-118627"/>
            <a:ext cx="520982" cy="81628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3">
  <p:cSld name="TITLE_ONLY_1_1_2_2_1">
    <p:spTree>
      <p:nvGrpSpPr>
        <p:cNvPr id="4151" name="Shape 4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2" name="Google Shape;4152;p180"/>
          <p:cNvSpPr txBox="1"/>
          <p:nvPr>
            <p:ph type="title"/>
          </p:nvPr>
        </p:nvSpPr>
        <p:spPr>
          <a:xfrm>
            <a:off x="3307500" y="758950"/>
            <a:ext cx="25290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153" name="Google Shape;4153;p180"/>
          <p:cNvSpPr txBox="1"/>
          <p:nvPr>
            <p:ph idx="1" type="subTitle"/>
          </p:nvPr>
        </p:nvSpPr>
        <p:spPr>
          <a:xfrm>
            <a:off x="717800" y="25956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154" name="Google Shape;4154;p180"/>
          <p:cNvSpPr txBox="1"/>
          <p:nvPr>
            <p:ph hasCustomPrompt="1" idx="2" type="title"/>
          </p:nvPr>
        </p:nvSpPr>
        <p:spPr>
          <a:xfrm>
            <a:off x="717800" y="2147300"/>
            <a:ext cx="1497600" cy="51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155" name="Google Shape;4155;p180"/>
          <p:cNvSpPr txBox="1"/>
          <p:nvPr>
            <p:ph idx="3" type="subTitle"/>
          </p:nvPr>
        </p:nvSpPr>
        <p:spPr>
          <a:xfrm>
            <a:off x="2788038" y="25956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156" name="Google Shape;4156;p180"/>
          <p:cNvSpPr txBox="1"/>
          <p:nvPr>
            <p:ph hasCustomPrompt="1" idx="4" type="title"/>
          </p:nvPr>
        </p:nvSpPr>
        <p:spPr>
          <a:xfrm>
            <a:off x="2788038" y="2147300"/>
            <a:ext cx="1497600" cy="51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157" name="Google Shape;4157;p180"/>
          <p:cNvSpPr txBox="1"/>
          <p:nvPr>
            <p:ph idx="5" type="subTitle"/>
          </p:nvPr>
        </p:nvSpPr>
        <p:spPr>
          <a:xfrm>
            <a:off x="4858313" y="25956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158" name="Google Shape;4158;p180"/>
          <p:cNvSpPr txBox="1"/>
          <p:nvPr>
            <p:ph hasCustomPrompt="1" idx="6" type="title"/>
          </p:nvPr>
        </p:nvSpPr>
        <p:spPr>
          <a:xfrm>
            <a:off x="4858313" y="2147300"/>
            <a:ext cx="1497600" cy="51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159" name="Google Shape;4159;p180"/>
          <p:cNvSpPr txBox="1"/>
          <p:nvPr>
            <p:ph idx="7" type="subTitle"/>
          </p:nvPr>
        </p:nvSpPr>
        <p:spPr>
          <a:xfrm>
            <a:off x="6928500" y="25956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160" name="Google Shape;4160;p180"/>
          <p:cNvSpPr txBox="1"/>
          <p:nvPr>
            <p:ph hasCustomPrompt="1" idx="8" type="title"/>
          </p:nvPr>
        </p:nvSpPr>
        <p:spPr>
          <a:xfrm>
            <a:off x="6928500" y="2147300"/>
            <a:ext cx="1497600" cy="51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161" name="Google Shape;4161;p180"/>
          <p:cNvSpPr txBox="1"/>
          <p:nvPr>
            <p:ph idx="9" type="subTitle"/>
          </p:nvPr>
        </p:nvSpPr>
        <p:spPr>
          <a:xfrm>
            <a:off x="717800" y="42341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162" name="Google Shape;4162;p180"/>
          <p:cNvSpPr txBox="1"/>
          <p:nvPr>
            <p:ph hasCustomPrompt="1" idx="13" type="title"/>
          </p:nvPr>
        </p:nvSpPr>
        <p:spPr>
          <a:xfrm>
            <a:off x="717800" y="3785800"/>
            <a:ext cx="1497600" cy="51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163" name="Google Shape;4163;p180"/>
          <p:cNvSpPr txBox="1"/>
          <p:nvPr>
            <p:ph idx="14" type="subTitle"/>
          </p:nvPr>
        </p:nvSpPr>
        <p:spPr>
          <a:xfrm>
            <a:off x="2788038" y="42341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164" name="Google Shape;4164;p180"/>
          <p:cNvSpPr txBox="1"/>
          <p:nvPr>
            <p:ph hasCustomPrompt="1" idx="15" type="title"/>
          </p:nvPr>
        </p:nvSpPr>
        <p:spPr>
          <a:xfrm>
            <a:off x="2788038" y="3785800"/>
            <a:ext cx="1497600" cy="51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165" name="Google Shape;4165;p180"/>
          <p:cNvSpPr txBox="1"/>
          <p:nvPr>
            <p:ph idx="16" type="subTitle"/>
          </p:nvPr>
        </p:nvSpPr>
        <p:spPr>
          <a:xfrm>
            <a:off x="4858313" y="42341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166" name="Google Shape;4166;p180"/>
          <p:cNvSpPr txBox="1"/>
          <p:nvPr>
            <p:ph hasCustomPrompt="1" idx="17" type="title"/>
          </p:nvPr>
        </p:nvSpPr>
        <p:spPr>
          <a:xfrm>
            <a:off x="4858313" y="3785800"/>
            <a:ext cx="1497600" cy="51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167" name="Google Shape;4167;p180"/>
          <p:cNvSpPr txBox="1"/>
          <p:nvPr>
            <p:ph idx="18" type="subTitle"/>
          </p:nvPr>
        </p:nvSpPr>
        <p:spPr>
          <a:xfrm>
            <a:off x="6928500" y="42341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168" name="Google Shape;4168;p180"/>
          <p:cNvSpPr txBox="1"/>
          <p:nvPr>
            <p:ph hasCustomPrompt="1" idx="19" type="title"/>
          </p:nvPr>
        </p:nvSpPr>
        <p:spPr>
          <a:xfrm>
            <a:off x="6928500" y="3785800"/>
            <a:ext cx="1497600" cy="51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169" name="Google Shape;4169;p180"/>
          <p:cNvSpPr/>
          <p:nvPr/>
        </p:nvSpPr>
        <p:spPr>
          <a:xfrm>
            <a:off x="6141275" y="-222451"/>
            <a:ext cx="3682758" cy="1241858"/>
          </a:xfrm>
          <a:custGeom>
            <a:rect b="b" l="l" r="r" t="t"/>
            <a:pathLst>
              <a:path extrusionOk="0" h="9729" w="28851">
                <a:moveTo>
                  <a:pt x="943" y="0"/>
                </a:moveTo>
                <a:cubicBezTo>
                  <a:pt x="631" y="0"/>
                  <a:pt x="337" y="87"/>
                  <a:pt x="179" y="380"/>
                </a:cubicBezTo>
                <a:cubicBezTo>
                  <a:pt x="1" y="711"/>
                  <a:pt x="78" y="1189"/>
                  <a:pt x="451" y="1303"/>
                </a:cubicBezTo>
                <a:cubicBezTo>
                  <a:pt x="355" y="2313"/>
                  <a:pt x="452" y="3522"/>
                  <a:pt x="1499" y="3989"/>
                </a:cubicBezTo>
                <a:cubicBezTo>
                  <a:pt x="1785" y="4117"/>
                  <a:pt x="2088" y="4165"/>
                  <a:pt x="2396" y="4165"/>
                </a:cubicBezTo>
                <a:cubicBezTo>
                  <a:pt x="3000" y="4165"/>
                  <a:pt x="3625" y="3981"/>
                  <a:pt x="4188" y="3848"/>
                </a:cubicBezTo>
                <a:cubicBezTo>
                  <a:pt x="4624" y="3745"/>
                  <a:pt x="5112" y="3633"/>
                  <a:pt x="5582" y="3633"/>
                </a:cubicBezTo>
                <a:cubicBezTo>
                  <a:pt x="6044" y="3633"/>
                  <a:pt x="6489" y="3741"/>
                  <a:pt x="6852" y="4069"/>
                </a:cubicBezTo>
                <a:cubicBezTo>
                  <a:pt x="7560" y="4711"/>
                  <a:pt x="7722" y="5737"/>
                  <a:pt x="8257" y="6500"/>
                </a:cubicBezTo>
                <a:cubicBezTo>
                  <a:pt x="8521" y="6876"/>
                  <a:pt x="8874" y="7178"/>
                  <a:pt x="9322" y="7300"/>
                </a:cubicBezTo>
                <a:cubicBezTo>
                  <a:pt x="9482" y="7344"/>
                  <a:pt x="9645" y="7363"/>
                  <a:pt x="9808" y="7363"/>
                </a:cubicBezTo>
                <a:cubicBezTo>
                  <a:pt x="10078" y="7363"/>
                  <a:pt x="10348" y="7310"/>
                  <a:pt x="10606" y="7231"/>
                </a:cubicBezTo>
                <a:cubicBezTo>
                  <a:pt x="11498" y="6959"/>
                  <a:pt x="12280" y="6380"/>
                  <a:pt x="13194" y="6184"/>
                </a:cubicBezTo>
                <a:cubicBezTo>
                  <a:pt x="13322" y="6156"/>
                  <a:pt x="13450" y="6141"/>
                  <a:pt x="13577" y="6141"/>
                </a:cubicBezTo>
                <a:cubicBezTo>
                  <a:pt x="13849" y="6141"/>
                  <a:pt x="14113" y="6211"/>
                  <a:pt x="14347" y="6376"/>
                </a:cubicBezTo>
                <a:cubicBezTo>
                  <a:pt x="14724" y="6643"/>
                  <a:pt x="14907" y="7097"/>
                  <a:pt x="15047" y="7521"/>
                </a:cubicBezTo>
                <a:cubicBezTo>
                  <a:pt x="15341" y="8400"/>
                  <a:pt x="15592" y="9554"/>
                  <a:pt x="16688" y="9709"/>
                </a:cubicBezTo>
                <a:cubicBezTo>
                  <a:pt x="16781" y="9722"/>
                  <a:pt x="16872" y="9728"/>
                  <a:pt x="16961" y="9728"/>
                </a:cubicBezTo>
                <a:cubicBezTo>
                  <a:pt x="18160" y="9728"/>
                  <a:pt x="18967" y="8588"/>
                  <a:pt x="19887" y="7966"/>
                </a:cubicBezTo>
                <a:cubicBezTo>
                  <a:pt x="20301" y="7685"/>
                  <a:pt x="20755" y="7537"/>
                  <a:pt x="21232" y="7537"/>
                </a:cubicBezTo>
                <a:cubicBezTo>
                  <a:pt x="21401" y="7537"/>
                  <a:pt x="21572" y="7556"/>
                  <a:pt x="21746" y="7593"/>
                </a:cubicBezTo>
                <a:cubicBezTo>
                  <a:pt x="22408" y="7736"/>
                  <a:pt x="23015" y="8087"/>
                  <a:pt x="23550" y="8494"/>
                </a:cubicBezTo>
                <a:cubicBezTo>
                  <a:pt x="24053" y="8876"/>
                  <a:pt x="24539" y="9361"/>
                  <a:pt x="25189" y="9466"/>
                </a:cubicBezTo>
                <a:cubicBezTo>
                  <a:pt x="25284" y="9481"/>
                  <a:pt x="25378" y="9489"/>
                  <a:pt x="25473" y="9489"/>
                </a:cubicBezTo>
                <a:cubicBezTo>
                  <a:pt x="26024" y="9489"/>
                  <a:pt x="26554" y="9240"/>
                  <a:pt x="26991" y="8910"/>
                </a:cubicBezTo>
                <a:cubicBezTo>
                  <a:pt x="27838" y="8271"/>
                  <a:pt x="28376" y="7319"/>
                  <a:pt x="28611" y="6292"/>
                </a:cubicBezTo>
                <a:cubicBezTo>
                  <a:pt x="28851" y="5239"/>
                  <a:pt x="28800" y="4124"/>
                  <a:pt x="28525" y="3084"/>
                </a:cubicBezTo>
                <a:cubicBezTo>
                  <a:pt x="28226" y="1958"/>
                  <a:pt x="27654" y="694"/>
                  <a:pt x="26488" y="261"/>
                </a:cubicBezTo>
                <a:cubicBezTo>
                  <a:pt x="26074" y="106"/>
                  <a:pt x="25631" y="64"/>
                  <a:pt x="25188" y="64"/>
                </a:cubicBezTo>
                <a:cubicBezTo>
                  <a:pt x="24971" y="64"/>
                  <a:pt x="24753" y="74"/>
                  <a:pt x="24540" y="86"/>
                </a:cubicBezTo>
                <a:cubicBezTo>
                  <a:pt x="23776" y="131"/>
                  <a:pt x="23013" y="188"/>
                  <a:pt x="22250" y="248"/>
                </a:cubicBezTo>
                <a:cubicBezTo>
                  <a:pt x="20720" y="367"/>
                  <a:pt x="19190" y="503"/>
                  <a:pt x="17661" y="628"/>
                </a:cubicBezTo>
                <a:cubicBezTo>
                  <a:pt x="15187" y="828"/>
                  <a:pt x="12704" y="996"/>
                  <a:pt x="10221" y="996"/>
                </a:cubicBezTo>
                <a:cubicBezTo>
                  <a:pt x="9649" y="996"/>
                  <a:pt x="9077" y="987"/>
                  <a:pt x="8505" y="967"/>
                </a:cubicBezTo>
                <a:cubicBezTo>
                  <a:pt x="6985" y="916"/>
                  <a:pt x="5467" y="790"/>
                  <a:pt x="3966" y="555"/>
                </a:cubicBezTo>
                <a:cubicBezTo>
                  <a:pt x="3209" y="436"/>
                  <a:pt x="2459" y="290"/>
                  <a:pt x="1714" y="116"/>
                </a:cubicBezTo>
                <a:cubicBezTo>
                  <a:pt x="1493" y="64"/>
                  <a:pt x="1211" y="0"/>
                  <a:pt x="94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70" name="Google Shape;4170;p180"/>
          <p:cNvSpPr/>
          <p:nvPr/>
        </p:nvSpPr>
        <p:spPr>
          <a:xfrm>
            <a:off x="5872932" y="4034331"/>
            <a:ext cx="3607613" cy="1169626"/>
          </a:xfrm>
          <a:custGeom>
            <a:rect b="b" l="l" r="r" t="t"/>
            <a:pathLst>
              <a:path extrusionOk="0" h="7088" w="21862">
                <a:moveTo>
                  <a:pt x="20392" y="0"/>
                </a:moveTo>
                <a:cubicBezTo>
                  <a:pt x="19697" y="0"/>
                  <a:pt x="19010" y="139"/>
                  <a:pt x="18446" y="437"/>
                </a:cubicBezTo>
                <a:cubicBezTo>
                  <a:pt x="17368" y="1003"/>
                  <a:pt x="16913" y="1997"/>
                  <a:pt x="16387" y="2893"/>
                </a:cubicBezTo>
                <a:cubicBezTo>
                  <a:pt x="15861" y="3789"/>
                  <a:pt x="15050" y="4733"/>
                  <a:pt x="13753" y="4924"/>
                </a:cubicBezTo>
                <a:cubicBezTo>
                  <a:pt x="13587" y="4948"/>
                  <a:pt x="13420" y="4959"/>
                  <a:pt x="13253" y="4959"/>
                </a:cubicBezTo>
                <a:cubicBezTo>
                  <a:pt x="12545" y="4959"/>
                  <a:pt x="11838" y="4765"/>
                  <a:pt x="11156" y="4596"/>
                </a:cubicBezTo>
                <a:cubicBezTo>
                  <a:pt x="10391" y="4408"/>
                  <a:pt x="9551" y="4258"/>
                  <a:pt x="8748" y="4258"/>
                </a:cubicBezTo>
                <a:cubicBezTo>
                  <a:pt x="8042" y="4258"/>
                  <a:pt x="7365" y="4373"/>
                  <a:pt x="6793" y="4680"/>
                </a:cubicBezTo>
                <a:cubicBezTo>
                  <a:pt x="5978" y="5117"/>
                  <a:pt x="5461" y="5904"/>
                  <a:pt x="4593" y="6207"/>
                </a:cubicBezTo>
                <a:cubicBezTo>
                  <a:pt x="4569" y="6215"/>
                  <a:pt x="4545" y="6224"/>
                  <a:pt x="4519" y="6231"/>
                </a:cubicBezTo>
                <a:cubicBezTo>
                  <a:pt x="4407" y="6267"/>
                  <a:pt x="4286" y="6293"/>
                  <a:pt x="4160" y="6310"/>
                </a:cubicBezTo>
                <a:cubicBezTo>
                  <a:pt x="4052" y="6325"/>
                  <a:pt x="3944" y="6331"/>
                  <a:pt x="3836" y="6331"/>
                </a:cubicBezTo>
                <a:cubicBezTo>
                  <a:pt x="3306" y="6331"/>
                  <a:pt x="2774" y="6185"/>
                  <a:pt x="2236" y="6169"/>
                </a:cubicBezTo>
                <a:cubicBezTo>
                  <a:pt x="2205" y="6168"/>
                  <a:pt x="2173" y="6167"/>
                  <a:pt x="2142" y="6167"/>
                </a:cubicBezTo>
                <a:cubicBezTo>
                  <a:pt x="1432" y="6167"/>
                  <a:pt x="726" y="6406"/>
                  <a:pt x="265" y="6805"/>
                </a:cubicBezTo>
                <a:cubicBezTo>
                  <a:pt x="165" y="6893"/>
                  <a:pt x="77" y="6988"/>
                  <a:pt x="1" y="7088"/>
                </a:cubicBezTo>
                <a:lnTo>
                  <a:pt x="21862" y="7088"/>
                </a:lnTo>
                <a:lnTo>
                  <a:pt x="21862" y="210"/>
                </a:lnTo>
                <a:cubicBezTo>
                  <a:pt x="21397" y="73"/>
                  <a:pt x="20892" y="0"/>
                  <a:pt x="20392" y="0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71" name="Google Shape;4171;p180"/>
          <p:cNvSpPr/>
          <p:nvPr/>
        </p:nvSpPr>
        <p:spPr>
          <a:xfrm flipH="1" rot="10800000">
            <a:off x="-137173" y="4318675"/>
            <a:ext cx="2170805" cy="1065337"/>
          </a:xfrm>
          <a:custGeom>
            <a:rect b="b" l="l" r="r" t="t"/>
            <a:pathLst>
              <a:path extrusionOk="0" h="6456" w="13155">
                <a:moveTo>
                  <a:pt x="1821" y="0"/>
                </a:moveTo>
                <a:lnTo>
                  <a:pt x="1821" y="3"/>
                </a:lnTo>
                <a:lnTo>
                  <a:pt x="0" y="4"/>
                </a:lnTo>
                <a:lnTo>
                  <a:pt x="0" y="222"/>
                </a:lnTo>
                <a:lnTo>
                  <a:pt x="0" y="1236"/>
                </a:lnTo>
                <a:lnTo>
                  <a:pt x="0" y="2358"/>
                </a:lnTo>
                <a:lnTo>
                  <a:pt x="1" y="3370"/>
                </a:lnTo>
                <a:lnTo>
                  <a:pt x="1" y="4493"/>
                </a:lnTo>
                <a:lnTo>
                  <a:pt x="1" y="5504"/>
                </a:lnTo>
                <a:lnTo>
                  <a:pt x="1" y="6178"/>
                </a:lnTo>
                <a:cubicBezTo>
                  <a:pt x="369" y="6349"/>
                  <a:pt x="770" y="6456"/>
                  <a:pt x="1177" y="6456"/>
                </a:cubicBezTo>
                <a:cubicBezTo>
                  <a:pt x="1363" y="6456"/>
                  <a:pt x="1550" y="6434"/>
                  <a:pt x="1736" y="6385"/>
                </a:cubicBezTo>
                <a:cubicBezTo>
                  <a:pt x="1764" y="6378"/>
                  <a:pt x="1794" y="6370"/>
                  <a:pt x="1822" y="6361"/>
                </a:cubicBezTo>
                <a:cubicBezTo>
                  <a:pt x="1843" y="6355"/>
                  <a:pt x="1862" y="6348"/>
                  <a:pt x="1882" y="6342"/>
                </a:cubicBezTo>
                <a:cubicBezTo>
                  <a:pt x="2342" y="6188"/>
                  <a:pt x="2719" y="5901"/>
                  <a:pt x="3050" y="5558"/>
                </a:cubicBezTo>
                <a:cubicBezTo>
                  <a:pt x="3068" y="5540"/>
                  <a:pt x="3085" y="5522"/>
                  <a:pt x="3102" y="5503"/>
                </a:cubicBezTo>
                <a:cubicBezTo>
                  <a:pt x="3398" y="5189"/>
                  <a:pt x="3657" y="4831"/>
                  <a:pt x="3908" y="4490"/>
                </a:cubicBezTo>
                <a:cubicBezTo>
                  <a:pt x="3908" y="4490"/>
                  <a:pt x="3909" y="4490"/>
                  <a:pt x="3909" y="4489"/>
                </a:cubicBezTo>
                <a:cubicBezTo>
                  <a:pt x="3923" y="4471"/>
                  <a:pt x="3936" y="4455"/>
                  <a:pt x="3949" y="4436"/>
                </a:cubicBezTo>
                <a:cubicBezTo>
                  <a:pt x="4217" y="4078"/>
                  <a:pt x="4522" y="3714"/>
                  <a:pt x="4875" y="3424"/>
                </a:cubicBezTo>
                <a:cubicBezTo>
                  <a:pt x="4897" y="3405"/>
                  <a:pt x="4919" y="3387"/>
                  <a:pt x="4942" y="3369"/>
                </a:cubicBezTo>
                <a:cubicBezTo>
                  <a:pt x="5319" y="3071"/>
                  <a:pt x="5750" y="2859"/>
                  <a:pt x="6248" y="2826"/>
                </a:cubicBezTo>
                <a:cubicBezTo>
                  <a:pt x="6296" y="2822"/>
                  <a:pt x="6344" y="2821"/>
                  <a:pt x="6391" y="2821"/>
                </a:cubicBezTo>
                <a:cubicBezTo>
                  <a:pt x="7025" y="2821"/>
                  <a:pt x="7616" y="3105"/>
                  <a:pt x="8200" y="3368"/>
                </a:cubicBezTo>
                <a:cubicBezTo>
                  <a:pt x="8240" y="3387"/>
                  <a:pt x="8281" y="3405"/>
                  <a:pt x="8323" y="3423"/>
                </a:cubicBezTo>
                <a:cubicBezTo>
                  <a:pt x="8382" y="3449"/>
                  <a:pt x="8442" y="3475"/>
                  <a:pt x="8501" y="3501"/>
                </a:cubicBezTo>
                <a:cubicBezTo>
                  <a:pt x="9052" y="3734"/>
                  <a:pt x="9659" y="3908"/>
                  <a:pt x="10259" y="3908"/>
                </a:cubicBezTo>
                <a:cubicBezTo>
                  <a:pt x="10487" y="3908"/>
                  <a:pt x="10715" y="3882"/>
                  <a:pt x="10937" y="3826"/>
                </a:cubicBezTo>
                <a:cubicBezTo>
                  <a:pt x="11253" y="3746"/>
                  <a:pt x="11547" y="3604"/>
                  <a:pt x="11810" y="3423"/>
                </a:cubicBezTo>
                <a:cubicBezTo>
                  <a:pt x="11835" y="3405"/>
                  <a:pt x="11861" y="3387"/>
                  <a:pt x="11886" y="3368"/>
                </a:cubicBezTo>
                <a:cubicBezTo>
                  <a:pt x="11986" y="3295"/>
                  <a:pt x="12081" y="3217"/>
                  <a:pt x="12169" y="3134"/>
                </a:cubicBezTo>
                <a:cubicBezTo>
                  <a:pt x="12416" y="2906"/>
                  <a:pt x="12624" y="2641"/>
                  <a:pt x="12783" y="2355"/>
                </a:cubicBezTo>
                <a:cubicBezTo>
                  <a:pt x="12794" y="2337"/>
                  <a:pt x="12805" y="2319"/>
                  <a:pt x="12814" y="2300"/>
                </a:cubicBezTo>
                <a:cubicBezTo>
                  <a:pt x="12983" y="1983"/>
                  <a:pt x="13095" y="1639"/>
                  <a:pt x="13135" y="1287"/>
                </a:cubicBezTo>
                <a:cubicBezTo>
                  <a:pt x="13137" y="1269"/>
                  <a:pt x="13139" y="1251"/>
                  <a:pt x="13141" y="1232"/>
                </a:cubicBezTo>
                <a:cubicBezTo>
                  <a:pt x="13152" y="1109"/>
                  <a:pt x="13155" y="984"/>
                  <a:pt x="13149" y="860"/>
                </a:cubicBezTo>
                <a:cubicBezTo>
                  <a:pt x="13137" y="644"/>
                  <a:pt x="13096" y="428"/>
                  <a:pt x="13028" y="222"/>
                </a:cubicBezTo>
                <a:cubicBezTo>
                  <a:pt x="13023" y="204"/>
                  <a:pt x="13017" y="185"/>
                  <a:pt x="13010" y="167"/>
                </a:cubicBezTo>
                <a:cubicBezTo>
                  <a:pt x="12991" y="111"/>
                  <a:pt x="12969" y="56"/>
                  <a:pt x="12946" y="1"/>
                </a:cubicBezTo>
                <a:lnTo>
                  <a:pt x="1880" y="3"/>
                </a:lnTo>
                <a:lnTo>
                  <a:pt x="1880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72" name="Google Shape;4172;p180"/>
          <p:cNvSpPr/>
          <p:nvPr/>
        </p:nvSpPr>
        <p:spPr>
          <a:xfrm flipH="1" rot="10800000">
            <a:off x="-404374" y="-184459"/>
            <a:ext cx="1740934" cy="2483972"/>
          </a:xfrm>
          <a:custGeom>
            <a:rect b="b" l="l" r="r" t="t"/>
            <a:pathLst>
              <a:path extrusionOk="0" h="20886" w="14638">
                <a:moveTo>
                  <a:pt x="3191" y="1"/>
                </a:moveTo>
                <a:cubicBezTo>
                  <a:pt x="2885" y="1"/>
                  <a:pt x="2576" y="81"/>
                  <a:pt x="2295" y="191"/>
                </a:cubicBezTo>
                <a:cubicBezTo>
                  <a:pt x="1899" y="349"/>
                  <a:pt x="1532" y="564"/>
                  <a:pt x="1185" y="809"/>
                </a:cubicBezTo>
                <a:cubicBezTo>
                  <a:pt x="1218" y="721"/>
                  <a:pt x="1252" y="633"/>
                  <a:pt x="1287" y="547"/>
                </a:cubicBezTo>
                <a:cubicBezTo>
                  <a:pt x="1332" y="438"/>
                  <a:pt x="1242" y="367"/>
                  <a:pt x="1149" y="367"/>
                </a:cubicBezTo>
                <a:cubicBezTo>
                  <a:pt x="1089" y="367"/>
                  <a:pt x="1027" y="397"/>
                  <a:pt x="998" y="467"/>
                </a:cubicBezTo>
                <a:cubicBezTo>
                  <a:pt x="147" y="2564"/>
                  <a:pt x="0" y="4857"/>
                  <a:pt x="71" y="7096"/>
                </a:cubicBezTo>
                <a:cubicBezTo>
                  <a:pt x="107" y="8264"/>
                  <a:pt x="200" y="9428"/>
                  <a:pt x="285" y="10592"/>
                </a:cubicBezTo>
                <a:cubicBezTo>
                  <a:pt x="378" y="11838"/>
                  <a:pt x="471" y="13083"/>
                  <a:pt x="565" y="14328"/>
                </a:cubicBezTo>
                <a:cubicBezTo>
                  <a:pt x="660" y="15573"/>
                  <a:pt x="755" y="16818"/>
                  <a:pt x="852" y="18063"/>
                </a:cubicBezTo>
                <a:cubicBezTo>
                  <a:pt x="895" y="18617"/>
                  <a:pt x="909" y="19183"/>
                  <a:pt x="997" y="19731"/>
                </a:cubicBezTo>
                <a:cubicBezTo>
                  <a:pt x="1063" y="20137"/>
                  <a:pt x="1227" y="20580"/>
                  <a:pt x="1623" y="20768"/>
                </a:cubicBezTo>
                <a:cubicBezTo>
                  <a:pt x="1853" y="20878"/>
                  <a:pt x="2108" y="20885"/>
                  <a:pt x="2359" y="20885"/>
                </a:cubicBezTo>
                <a:cubicBezTo>
                  <a:pt x="2678" y="20885"/>
                  <a:pt x="2997" y="20884"/>
                  <a:pt x="3315" y="20883"/>
                </a:cubicBezTo>
                <a:cubicBezTo>
                  <a:pt x="3934" y="20882"/>
                  <a:pt x="4551" y="20881"/>
                  <a:pt x="5168" y="20880"/>
                </a:cubicBezTo>
                <a:cubicBezTo>
                  <a:pt x="6413" y="20878"/>
                  <a:pt x="7658" y="20875"/>
                  <a:pt x="8904" y="20873"/>
                </a:cubicBezTo>
                <a:cubicBezTo>
                  <a:pt x="8946" y="20873"/>
                  <a:pt x="8987" y="20873"/>
                  <a:pt x="9029" y="20873"/>
                </a:cubicBezTo>
                <a:cubicBezTo>
                  <a:pt x="9733" y="20873"/>
                  <a:pt x="10440" y="20882"/>
                  <a:pt x="11147" y="20882"/>
                </a:cubicBezTo>
                <a:cubicBezTo>
                  <a:pt x="11621" y="20882"/>
                  <a:pt x="12096" y="20878"/>
                  <a:pt x="12569" y="20863"/>
                </a:cubicBezTo>
                <a:cubicBezTo>
                  <a:pt x="13054" y="20848"/>
                  <a:pt x="13560" y="20768"/>
                  <a:pt x="13928" y="20425"/>
                </a:cubicBezTo>
                <a:cubicBezTo>
                  <a:pt x="14266" y="20112"/>
                  <a:pt x="14409" y="19650"/>
                  <a:pt x="14479" y="19208"/>
                </a:cubicBezTo>
                <a:cubicBezTo>
                  <a:pt x="14615" y="18346"/>
                  <a:pt x="14637" y="17435"/>
                  <a:pt x="14556" y="16567"/>
                </a:cubicBezTo>
                <a:cubicBezTo>
                  <a:pt x="14480" y="15744"/>
                  <a:pt x="14290" y="14898"/>
                  <a:pt x="13827" y="14200"/>
                </a:cubicBezTo>
                <a:cubicBezTo>
                  <a:pt x="13606" y="13867"/>
                  <a:pt x="13329" y="13578"/>
                  <a:pt x="13000" y="13350"/>
                </a:cubicBezTo>
                <a:cubicBezTo>
                  <a:pt x="12618" y="13086"/>
                  <a:pt x="12175" y="12928"/>
                  <a:pt x="11727" y="12811"/>
                </a:cubicBezTo>
                <a:cubicBezTo>
                  <a:pt x="10841" y="12580"/>
                  <a:pt x="9808" y="12500"/>
                  <a:pt x="9119" y="11827"/>
                </a:cubicBezTo>
                <a:cubicBezTo>
                  <a:pt x="8381" y="11106"/>
                  <a:pt x="8246" y="10000"/>
                  <a:pt x="8306" y="9020"/>
                </a:cubicBezTo>
                <a:cubicBezTo>
                  <a:pt x="8344" y="8404"/>
                  <a:pt x="8449" y="7795"/>
                  <a:pt x="8518" y="7181"/>
                </a:cubicBezTo>
                <a:cubicBezTo>
                  <a:pt x="8574" y="6676"/>
                  <a:pt x="8621" y="6136"/>
                  <a:pt x="8417" y="5654"/>
                </a:cubicBezTo>
                <a:cubicBezTo>
                  <a:pt x="7771" y="4140"/>
                  <a:pt x="5341" y="4868"/>
                  <a:pt x="4856" y="3246"/>
                </a:cubicBezTo>
                <a:cubicBezTo>
                  <a:pt x="4619" y="2457"/>
                  <a:pt x="4843" y="1582"/>
                  <a:pt x="4492" y="818"/>
                </a:cubicBezTo>
                <a:cubicBezTo>
                  <a:pt x="4321" y="450"/>
                  <a:pt x="3993" y="161"/>
                  <a:pt x="3598" y="53"/>
                </a:cubicBezTo>
                <a:cubicBezTo>
                  <a:pt x="3465" y="17"/>
                  <a:pt x="3328" y="1"/>
                  <a:pt x="3191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73" name="Google Shape;4173;p180"/>
          <p:cNvSpPr/>
          <p:nvPr/>
        </p:nvSpPr>
        <p:spPr>
          <a:xfrm rot="-8615811">
            <a:off x="2402227" y="5008217"/>
            <a:ext cx="848090" cy="171654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74" name="Google Shape;4174;p180"/>
          <p:cNvSpPr/>
          <p:nvPr/>
        </p:nvSpPr>
        <p:spPr>
          <a:xfrm flipH="1" rot="9000285">
            <a:off x="6133120" y="-41502"/>
            <a:ext cx="970034" cy="22723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175" name="Google Shape;4175;p180"/>
          <p:cNvGrpSpPr/>
          <p:nvPr/>
        </p:nvGrpSpPr>
        <p:grpSpPr>
          <a:xfrm flipH="1" rot="-10799841">
            <a:off x="6555977" y="4874782"/>
            <a:ext cx="239902" cy="217311"/>
            <a:chOff x="1640475" y="1197075"/>
            <a:chExt cx="55475" cy="50250"/>
          </a:xfrm>
        </p:grpSpPr>
        <p:sp>
          <p:nvSpPr>
            <p:cNvPr id="4176" name="Google Shape;4176;p18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18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18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79" name="Google Shape;4179;p180"/>
          <p:cNvGrpSpPr/>
          <p:nvPr/>
        </p:nvGrpSpPr>
        <p:grpSpPr>
          <a:xfrm flipH="1" rot="5400235">
            <a:off x="7317947" y="867800"/>
            <a:ext cx="243108" cy="220216"/>
            <a:chOff x="1640475" y="1197075"/>
            <a:chExt cx="55475" cy="50250"/>
          </a:xfrm>
        </p:grpSpPr>
        <p:sp>
          <p:nvSpPr>
            <p:cNvPr id="4180" name="Google Shape;4180;p18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18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18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83" name="Google Shape;4183;p180"/>
          <p:cNvSpPr/>
          <p:nvPr/>
        </p:nvSpPr>
        <p:spPr>
          <a:xfrm flipH="1" rot="9900139">
            <a:off x="1901500" y="34245"/>
            <a:ext cx="492733" cy="728482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84" name="Google Shape;4184;p180"/>
          <p:cNvSpPr/>
          <p:nvPr/>
        </p:nvSpPr>
        <p:spPr>
          <a:xfrm flipH="1" rot="3511162">
            <a:off x="7430343" y="269341"/>
            <a:ext cx="738535" cy="540314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185" name="Google Shape;4185;p180"/>
          <p:cNvGrpSpPr/>
          <p:nvPr/>
        </p:nvGrpSpPr>
        <p:grpSpPr>
          <a:xfrm flipH="1" rot="10374925">
            <a:off x="778972" y="752635"/>
            <a:ext cx="359745" cy="325867"/>
            <a:chOff x="1640475" y="1197075"/>
            <a:chExt cx="55475" cy="50250"/>
          </a:xfrm>
        </p:grpSpPr>
        <p:sp>
          <p:nvSpPr>
            <p:cNvPr id="4186" name="Google Shape;4186;p18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18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18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SECTION_HEADER_1_1_2">
    <p:spTree>
      <p:nvGrpSpPr>
        <p:cNvPr id="4189" name="Shape 4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0" name="Google Shape;4190;p181"/>
          <p:cNvSpPr/>
          <p:nvPr/>
        </p:nvSpPr>
        <p:spPr>
          <a:xfrm rot="10800000">
            <a:off x="-127660" y="-68768"/>
            <a:ext cx="3533063" cy="1145474"/>
          </a:xfrm>
          <a:custGeom>
            <a:rect b="b" l="l" r="r" t="t"/>
            <a:pathLst>
              <a:path extrusionOk="0" h="7088" w="21862">
                <a:moveTo>
                  <a:pt x="20392" y="0"/>
                </a:moveTo>
                <a:cubicBezTo>
                  <a:pt x="19697" y="0"/>
                  <a:pt x="19010" y="139"/>
                  <a:pt x="18446" y="437"/>
                </a:cubicBezTo>
                <a:cubicBezTo>
                  <a:pt x="17368" y="1003"/>
                  <a:pt x="16913" y="1997"/>
                  <a:pt x="16387" y="2893"/>
                </a:cubicBezTo>
                <a:cubicBezTo>
                  <a:pt x="15861" y="3789"/>
                  <a:pt x="15050" y="4733"/>
                  <a:pt x="13753" y="4924"/>
                </a:cubicBezTo>
                <a:cubicBezTo>
                  <a:pt x="13587" y="4948"/>
                  <a:pt x="13420" y="4959"/>
                  <a:pt x="13253" y="4959"/>
                </a:cubicBezTo>
                <a:cubicBezTo>
                  <a:pt x="12545" y="4959"/>
                  <a:pt x="11838" y="4765"/>
                  <a:pt x="11156" y="4596"/>
                </a:cubicBezTo>
                <a:cubicBezTo>
                  <a:pt x="10391" y="4408"/>
                  <a:pt x="9551" y="4258"/>
                  <a:pt x="8748" y="4258"/>
                </a:cubicBezTo>
                <a:cubicBezTo>
                  <a:pt x="8042" y="4258"/>
                  <a:pt x="7365" y="4373"/>
                  <a:pt x="6793" y="4680"/>
                </a:cubicBezTo>
                <a:cubicBezTo>
                  <a:pt x="5978" y="5117"/>
                  <a:pt x="5461" y="5904"/>
                  <a:pt x="4593" y="6207"/>
                </a:cubicBezTo>
                <a:cubicBezTo>
                  <a:pt x="4569" y="6215"/>
                  <a:pt x="4545" y="6224"/>
                  <a:pt x="4519" y="6231"/>
                </a:cubicBezTo>
                <a:cubicBezTo>
                  <a:pt x="4407" y="6267"/>
                  <a:pt x="4286" y="6293"/>
                  <a:pt x="4160" y="6310"/>
                </a:cubicBezTo>
                <a:cubicBezTo>
                  <a:pt x="4052" y="6325"/>
                  <a:pt x="3944" y="6331"/>
                  <a:pt x="3836" y="6331"/>
                </a:cubicBezTo>
                <a:cubicBezTo>
                  <a:pt x="3306" y="6331"/>
                  <a:pt x="2774" y="6185"/>
                  <a:pt x="2236" y="6169"/>
                </a:cubicBezTo>
                <a:cubicBezTo>
                  <a:pt x="2205" y="6168"/>
                  <a:pt x="2173" y="6167"/>
                  <a:pt x="2142" y="6167"/>
                </a:cubicBezTo>
                <a:cubicBezTo>
                  <a:pt x="1432" y="6167"/>
                  <a:pt x="726" y="6406"/>
                  <a:pt x="265" y="6805"/>
                </a:cubicBezTo>
                <a:cubicBezTo>
                  <a:pt x="165" y="6893"/>
                  <a:pt x="77" y="6988"/>
                  <a:pt x="1" y="7088"/>
                </a:cubicBezTo>
                <a:lnTo>
                  <a:pt x="21862" y="7088"/>
                </a:lnTo>
                <a:lnTo>
                  <a:pt x="21862" y="210"/>
                </a:lnTo>
                <a:cubicBezTo>
                  <a:pt x="21397" y="73"/>
                  <a:pt x="20892" y="0"/>
                  <a:pt x="20392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91" name="Google Shape;4191;p181"/>
          <p:cNvSpPr/>
          <p:nvPr/>
        </p:nvSpPr>
        <p:spPr>
          <a:xfrm rot="10800000">
            <a:off x="7069948" y="4249330"/>
            <a:ext cx="2125947" cy="1043338"/>
          </a:xfrm>
          <a:custGeom>
            <a:rect b="b" l="l" r="r" t="t"/>
            <a:pathLst>
              <a:path extrusionOk="0" h="6456" w="13155">
                <a:moveTo>
                  <a:pt x="1821" y="0"/>
                </a:moveTo>
                <a:lnTo>
                  <a:pt x="1821" y="3"/>
                </a:lnTo>
                <a:lnTo>
                  <a:pt x="0" y="4"/>
                </a:lnTo>
                <a:lnTo>
                  <a:pt x="0" y="222"/>
                </a:lnTo>
                <a:lnTo>
                  <a:pt x="0" y="1236"/>
                </a:lnTo>
                <a:lnTo>
                  <a:pt x="0" y="2358"/>
                </a:lnTo>
                <a:lnTo>
                  <a:pt x="1" y="3370"/>
                </a:lnTo>
                <a:lnTo>
                  <a:pt x="1" y="4493"/>
                </a:lnTo>
                <a:lnTo>
                  <a:pt x="1" y="5504"/>
                </a:lnTo>
                <a:lnTo>
                  <a:pt x="1" y="6178"/>
                </a:lnTo>
                <a:cubicBezTo>
                  <a:pt x="369" y="6349"/>
                  <a:pt x="770" y="6456"/>
                  <a:pt x="1177" y="6456"/>
                </a:cubicBezTo>
                <a:cubicBezTo>
                  <a:pt x="1363" y="6456"/>
                  <a:pt x="1550" y="6434"/>
                  <a:pt x="1736" y="6385"/>
                </a:cubicBezTo>
                <a:cubicBezTo>
                  <a:pt x="1764" y="6378"/>
                  <a:pt x="1794" y="6370"/>
                  <a:pt x="1822" y="6361"/>
                </a:cubicBezTo>
                <a:cubicBezTo>
                  <a:pt x="1843" y="6355"/>
                  <a:pt x="1862" y="6348"/>
                  <a:pt x="1882" y="6342"/>
                </a:cubicBezTo>
                <a:cubicBezTo>
                  <a:pt x="2342" y="6188"/>
                  <a:pt x="2719" y="5901"/>
                  <a:pt x="3050" y="5558"/>
                </a:cubicBezTo>
                <a:cubicBezTo>
                  <a:pt x="3068" y="5540"/>
                  <a:pt x="3085" y="5522"/>
                  <a:pt x="3102" y="5503"/>
                </a:cubicBezTo>
                <a:cubicBezTo>
                  <a:pt x="3398" y="5189"/>
                  <a:pt x="3657" y="4831"/>
                  <a:pt x="3908" y="4490"/>
                </a:cubicBezTo>
                <a:cubicBezTo>
                  <a:pt x="3908" y="4490"/>
                  <a:pt x="3909" y="4490"/>
                  <a:pt x="3909" y="4489"/>
                </a:cubicBezTo>
                <a:cubicBezTo>
                  <a:pt x="3923" y="4471"/>
                  <a:pt x="3936" y="4455"/>
                  <a:pt x="3949" y="4436"/>
                </a:cubicBezTo>
                <a:cubicBezTo>
                  <a:pt x="4217" y="4078"/>
                  <a:pt x="4522" y="3714"/>
                  <a:pt x="4875" y="3424"/>
                </a:cubicBezTo>
                <a:cubicBezTo>
                  <a:pt x="4897" y="3405"/>
                  <a:pt x="4919" y="3387"/>
                  <a:pt x="4942" y="3369"/>
                </a:cubicBezTo>
                <a:cubicBezTo>
                  <a:pt x="5319" y="3071"/>
                  <a:pt x="5750" y="2859"/>
                  <a:pt x="6248" y="2826"/>
                </a:cubicBezTo>
                <a:cubicBezTo>
                  <a:pt x="6296" y="2822"/>
                  <a:pt x="6344" y="2821"/>
                  <a:pt x="6391" y="2821"/>
                </a:cubicBezTo>
                <a:cubicBezTo>
                  <a:pt x="7025" y="2821"/>
                  <a:pt x="7616" y="3105"/>
                  <a:pt x="8200" y="3368"/>
                </a:cubicBezTo>
                <a:cubicBezTo>
                  <a:pt x="8240" y="3387"/>
                  <a:pt x="8281" y="3405"/>
                  <a:pt x="8323" y="3423"/>
                </a:cubicBezTo>
                <a:cubicBezTo>
                  <a:pt x="8382" y="3449"/>
                  <a:pt x="8442" y="3475"/>
                  <a:pt x="8501" y="3501"/>
                </a:cubicBezTo>
                <a:cubicBezTo>
                  <a:pt x="9052" y="3734"/>
                  <a:pt x="9659" y="3908"/>
                  <a:pt x="10259" y="3908"/>
                </a:cubicBezTo>
                <a:cubicBezTo>
                  <a:pt x="10487" y="3908"/>
                  <a:pt x="10715" y="3882"/>
                  <a:pt x="10937" y="3826"/>
                </a:cubicBezTo>
                <a:cubicBezTo>
                  <a:pt x="11253" y="3746"/>
                  <a:pt x="11547" y="3604"/>
                  <a:pt x="11810" y="3423"/>
                </a:cubicBezTo>
                <a:cubicBezTo>
                  <a:pt x="11835" y="3405"/>
                  <a:pt x="11861" y="3387"/>
                  <a:pt x="11886" y="3368"/>
                </a:cubicBezTo>
                <a:cubicBezTo>
                  <a:pt x="11986" y="3295"/>
                  <a:pt x="12081" y="3217"/>
                  <a:pt x="12169" y="3134"/>
                </a:cubicBezTo>
                <a:cubicBezTo>
                  <a:pt x="12416" y="2906"/>
                  <a:pt x="12624" y="2641"/>
                  <a:pt x="12783" y="2355"/>
                </a:cubicBezTo>
                <a:cubicBezTo>
                  <a:pt x="12794" y="2337"/>
                  <a:pt x="12805" y="2319"/>
                  <a:pt x="12814" y="2300"/>
                </a:cubicBezTo>
                <a:cubicBezTo>
                  <a:pt x="12983" y="1983"/>
                  <a:pt x="13095" y="1639"/>
                  <a:pt x="13135" y="1287"/>
                </a:cubicBezTo>
                <a:cubicBezTo>
                  <a:pt x="13137" y="1269"/>
                  <a:pt x="13139" y="1251"/>
                  <a:pt x="13141" y="1232"/>
                </a:cubicBezTo>
                <a:cubicBezTo>
                  <a:pt x="13152" y="1109"/>
                  <a:pt x="13155" y="984"/>
                  <a:pt x="13149" y="860"/>
                </a:cubicBezTo>
                <a:cubicBezTo>
                  <a:pt x="13137" y="644"/>
                  <a:pt x="13096" y="428"/>
                  <a:pt x="13028" y="222"/>
                </a:cubicBezTo>
                <a:cubicBezTo>
                  <a:pt x="13023" y="204"/>
                  <a:pt x="13017" y="185"/>
                  <a:pt x="13010" y="167"/>
                </a:cubicBezTo>
                <a:cubicBezTo>
                  <a:pt x="12991" y="111"/>
                  <a:pt x="12969" y="56"/>
                  <a:pt x="12946" y="1"/>
                </a:cubicBezTo>
                <a:lnTo>
                  <a:pt x="1880" y="3"/>
                </a:lnTo>
                <a:lnTo>
                  <a:pt x="1880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92" name="Google Shape;4192;p181"/>
          <p:cNvSpPr/>
          <p:nvPr/>
        </p:nvSpPr>
        <p:spPr>
          <a:xfrm rot="10800000">
            <a:off x="-375576" y="3881671"/>
            <a:ext cx="4662538" cy="1572279"/>
          </a:xfrm>
          <a:custGeom>
            <a:rect b="b" l="l" r="r" t="t"/>
            <a:pathLst>
              <a:path extrusionOk="0" h="9729" w="28851">
                <a:moveTo>
                  <a:pt x="943" y="0"/>
                </a:moveTo>
                <a:cubicBezTo>
                  <a:pt x="631" y="0"/>
                  <a:pt x="337" y="87"/>
                  <a:pt x="179" y="380"/>
                </a:cubicBezTo>
                <a:cubicBezTo>
                  <a:pt x="1" y="711"/>
                  <a:pt x="78" y="1189"/>
                  <a:pt x="451" y="1303"/>
                </a:cubicBezTo>
                <a:cubicBezTo>
                  <a:pt x="355" y="2313"/>
                  <a:pt x="452" y="3522"/>
                  <a:pt x="1499" y="3989"/>
                </a:cubicBezTo>
                <a:cubicBezTo>
                  <a:pt x="1785" y="4117"/>
                  <a:pt x="2088" y="4165"/>
                  <a:pt x="2396" y="4165"/>
                </a:cubicBezTo>
                <a:cubicBezTo>
                  <a:pt x="3000" y="4165"/>
                  <a:pt x="3625" y="3981"/>
                  <a:pt x="4188" y="3848"/>
                </a:cubicBezTo>
                <a:cubicBezTo>
                  <a:pt x="4624" y="3745"/>
                  <a:pt x="5112" y="3633"/>
                  <a:pt x="5582" y="3633"/>
                </a:cubicBezTo>
                <a:cubicBezTo>
                  <a:pt x="6044" y="3633"/>
                  <a:pt x="6489" y="3741"/>
                  <a:pt x="6852" y="4069"/>
                </a:cubicBezTo>
                <a:cubicBezTo>
                  <a:pt x="7560" y="4711"/>
                  <a:pt x="7722" y="5737"/>
                  <a:pt x="8257" y="6500"/>
                </a:cubicBezTo>
                <a:cubicBezTo>
                  <a:pt x="8521" y="6876"/>
                  <a:pt x="8874" y="7178"/>
                  <a:pt x="9322" y="7300"/>
                </a:cubicBezTo>
                <a:cubicBezTo>
                  <a:pt x="9482" y="7344"/>
                  <a:pt x="9645" y="7363"/>
                  <a:pt x="9808" y="7363"/>
                </a:cubicBezTo>
                <a:cubicBezTo>
                  <a:pt x="10078" y="7363"/>
                  <a:pt x="10348" y="7310"/>
                  <a:pt x="10606" y="7231"/>
                </a:cubicBezTo>
                <a:cubicBezTo>
                  <a:pt x="11498" y="6959"/>
                  <a:pt x="12280" y="6380"/>
                  <a:pt x="13194" y="6184"/>
                </a:cubicBezTo>
                <a:cubicBezTo>
                  <a:pt x="13322" y="6156"/>
                  <a:pt x="13450" y="6141"/>
                  <a:pt x="13577" y="6141"/>
                </a:cubicBezTo>
                <a:cubicBezTo>
                  <a:pt x="13849" y="6141"/>
                  <a:pt x="14113" y="6211"/>
                  <a:pt x="14347" y="6376"/>
                </a:cubicBezTo>
                <a:cubicBezTo>
                  <a:pt x="14724" y="6643"/>
                  <a:pt x="14907" y="7097"/>
                  <a:pt x="15047" y="7521"/>
                </a:cubicBezTo>
                <a:cubicBezTo>
                  <a:pt x="15341" y="8400"/>
                  <a:pt x="15592" y="9554"/>
                  <a:pt x="16688" y="9709"/>
                </a:cubicBezTo>
                <a:cubicBezTo>
                  <a:pt x="16781" y="9722"/>
                  <a:pt x="16872" y="9728"/>
                  <a:pt x="16961" y="9728"/>
                </a:cubicBezTo>
                <a:cubicBezTo>
                  <a:pt x="18160" y="9728"/>
                  <a:pt x="18967" y="8588"/>
                  <a:pt x="19887" y="7966"/>
                </a:cubicBezTo>
                <a:cubicBezTo>
                  <a:pt x="20301" y="7685"/>
                  <a:pt x="20755" y="7537"/>
                  <a:pt x="21232" y="7537"/>
                </a:cubicBezTo>
                <a:cubicBezTo>
                  <a:pt x="21401" y="7537"/>
                  <a:pt x="21572" y="7556"/>
                  <a:pt x="21746" y="7593"/>
                </a:cubicBezTo>
                <a:cubicBezTo>
                  <a:pt x="22408" y="7736"/>
                  <a:pt x="23015" y="8087"/>
                  <a:pt x="23550" y="8494"/>
                </a:cubicBezTo>
                <a:cubicBezTo>
                  <a:pt x="24053" y="8876"/>
                  <a:pt x="24539" y="9361"/>
                  <a:pt x="25189" y="9466"/>
                </a:cubicBezTo>
                <a:cubicBezTo>
                  <a:pt x="25284" y="9481"/>
                  <a:pt x="25378" y="9489"/>
                  <a:pt x="25473" y="9489"/>
                </a:cubicBezTo>
                <a:cubicBezTo>
                  <a:pt x="26024" y="9489"/>
                  <a:pt x="26554" y="9240"/>
                  <a:pt x="26991" y="8910"/>
                </a:cubicBezTo>
                <a:cubicBezTo>
                  <a:pt x="27838" y="8271"/>
                  <a:pt x="28376" y="7319"/>
                  <a:pt x="28611" y="6292"/>
                </a:cubicBezTo>
                <a:cubicBezTo>
                  <a:pt x="28851" y="5239"/>
                  <a:pt x="28800" y="4124"/>
                  <a:pt x="28525" y="3084"/>
                </a:cubicBezTo>
                <a:cubicBezTo>
                  <a:pt x="28226" y="1958"/>
                  <a:pt x="27654" y="694"/>
                  <a:pt x="26488" y="261"/>
                </a:cubicBezTo>
                <a:cubicBezTo>
                  <a:pt x="26074" y="106"/>
                  <a:pt x="25631" y="64"/>
                  <a:pt x="25188" y="64"/>
                </a:cubicBezTo>
                <a:cubicBezTo>
                  <a:pt x="24971" y="64"/>
                  <a:pt x="24753" y="74"/>
                  <a:pt x="24540" y="86"/>
                </a:cubicBezTo>
                <a:cubicBezTo>
                  <a:pt x="23776" y="131"/>
                  <a:pt x="23013" y="188"/>
                  <a:pt x="22250" y="248"/>
                </a:cubicBezTo>
                <a:cubicBezTo>
                  <a:pt x="20720" y="367"/>
                  <a:pt x="19190" y="503"/>
                  <a:pt x="17661" y="628"/>
                </a:cubicBezTo>
                <a:cubicBezTo>
                  <a:pt x="15187" y="828"/>
                  <a:pt x="12704" y="996"/>
                  <a:pt x="10221" y="996"/>
                </a:cubicBezTo>
                <a:cubicBezTo>
                  <a:pt x="9649" y="996"/>
                  <a:pt x="9077" y="987"/>
                  <a:pt x="8505" y="967"/>
                </a:cubicBezTo>
                <a:cubicBezTo>
                  <a:pt x="6985" y="916"/>
                  <a:pt x="5467" y="790"/>
                  <a:pt x="3966" y="555"/>
                </a:cubicBezTo>
                <a:cubicBezTo>
                  <a:pt x="3209" y="436"/>
                  <a:pt x="2459" y="290"/>
                  <a:pt x="1714" y="116"/>
                </a:cubicBezTo>
                <a:cubicBezTo>
                  <a:pt x="1493" y="64"/>
                  <a:pt x="1211" y="0"/>
                  <a:pt x="94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93" name="Google Shape;4193;p181"/>
          <p:cNvSpPr/>
          <p:nvPr/>
        </p:nvSpPr>
        <p:spPr>
          <a:xfrm rot="10800000">
            <a:off x="7235914" y="-341425"/>
            <a:ext cx="2365611" cy="3375334"/>
          </a:xfrm>
          <a:custGeom>
            <a:rect b="b" l="l" r="r" t="t"/>
            <a:pathLst>
              <a:path extrusionOk="0" h="20886" w="14638">
                <a:moveTo>
                  <a:pt x="3191" y="1"/>
                </a:moveTo>
                <a:cubicBezTo>
                  <a:pt x="2885" y="1"/>
                  <a:pt x="2576" y="81"/>
                  <a:pt x="2295" y="191"/>
                </a:cubicBezTo>
                <a:cubicBezTo>
                  <a:pt x="1899" y="349"/>
                  <a:pt x="1532" y="564"/>
                  <a:pt x="1185" y="809"/>
                </a:cubicBezTo>
                <a:cubicBezTo>
                  <a:pt x="1218" y="721"/>
                  <a:pt x="1252" y="633"/>
                  <a:pt x="1287" y="547"/>
                </a:cubicBezTo>
                <a:cubicBezTo>
                  <a:pt x="1332" y="438"/>
                  <a:pt x="1242" y="367"/>
                  <a:pt x="1149" y="367"/>
                </a:cubicBezTo>
                <a:cubicBezTo>
                  <a:pt x="1089" y="367"/>
                  <a:pt x="1027" y="397"/>
                  <a:pt x="998" y="467"/>
                </a:cubicBezTo>
                <a:cubicBezTo>
                  <a:pt x="147" y="2564"/>
                  <a:pt x="0" y="4857"/>
                  <a:pt x="71" y="7096"/>
                </a:cubicBezTo>
                <a:cubicBezTo>
                  <a:pt x="107" y="8264"/>
                  <a:pt x="200" y="9428"/>
                  <a:pt x="285" y="10592"/>
                </a:cubicBezTo>
                <a:cubicBezTo>
                  <a:pt x="378" y="11838"/>
                  <a:pt x="471" y="13083"/>
                  <a:pt x="565" y="14328"/>
                </a:cubicBezTo>
                <a:cubicBezTo>
                  <a:pt x="660" y="15573"/>
                  <a:pt x="755" y="16818"/>
                  <a:pt x="852" y="18063"/>
                </a:cubicBezTo>
                <a:cubicBezTo>
                  <a:pt x="895" y="18617"/>
                  <a:pt x="909" y="19183"/>
                  <a:pt x="997" y="19731"/>
                </a:cubicBezTo>
                <a:cubicBezTo>
                  <a:pt x="1063" y="20137"/>
                  <a:pt x="1227" y="20580"/>
                  <a:pt x="1623" y="20768"/>
                </a:cubicBezTo>
                <a:cubicBezTo>
                  <a:pt x="1853" y="20878"/>
                  <a:pt x="2108" y="20885"/>
                  <a:pt x="2359" y="20885"/>
                </a:cubicBezTo>
                <a:cubicBezTo>
                  <a:pt x="2678" y="20885"/>
                  <a:pt x="2997" y="20884"/>
                  <a:pt x="3315" y="20883"/>
                </a:cubicBezTo>
                <a:cubicBezTo>
                  <a:pt x="3934" y="20882"/>
                  <a:pt x="4551" y="20881"/>
                  <a:pt x="5168" y="20880"/>
                </a:cubicBezTo>
                <a:cubicBezTo>
                  <a:pt x="6413" y="20878"/>
                  <a:pt x="7658" y="20875"/>
                  <a:pt x="8904" y="20873"/>
                </a:cubicBezTo>
                <a:cubicBezTo>
                  <a:pt x="8946" y="20873"/>
                  <a:pt x="8987" y="20873"/>
                  <a:pt x="9029" y="20873"/>
                </a:cubicBezTo>
                <a:cubicBezTo>
                  <a:pt x="9733" y="20873"/>
                  <a:pt x="10440" y="20882"/>
                  <a:pt x="11147" y="20882"/>
                </a:cubicBezTo>
                <a:cubicBezTo>
                  <a:pt x="11621" y="20882"/>
                  <a:pt x="12096" y="20878"/>
                  <a:pt x="12569" y="20863"/>
                </a:cubicBezTo>
                <a:cubicBezTo>
                  <a:pt x="13054" y="20848"/>
                  <a:pt x="13560" y="20768"/>
                  <a:pt x="13928" y="20425"/>
                </a:cubicBezTo>
                <a:cubicBezTo>
                  <a:pt x="14266" y="20112"/>
                  <a:pt x="14409" y="19650"/>
                  <a:pt x="14479" y="19208"/>
                </a:cubicBezTo>
                <a:cubicBezTo>
                  <a:pt x="14615" y="18346"/>
                  <a:pt x="14637" y="17435"/>
                  <a:pt x="14556" y="16567"/>
                </a:cubicBezTo>
                <a:cubicBezTo>
                  <a:pt x="14480" y="15744"/>
                  <a:pt x="14290" y="14898"/>
                  <a:pt x="13827" y="14200"/>
                </a:cubicBezTo>
                <a:cubicBezTo>
                  <a:pt x="13606" y="13867"/>
                  <a:pt x="13329" y="13578"/>
                  <a:pt x="13000" y="13350"/>
                </a:cubicBezTo>
                <a:cubicBezTo>
                  <a:pt x="12618" y="13086"/>
                  <a:pt x="12175" y="12928"/>
                  <a:pt x="11727" y="12811"/>
                </a:cubicBezTo>
                <a:cubicBezTo>
                  <a:pt x="10841" y="12580"/>
                  <a:pt x="9808" y="12500"/>
                  <a:pt x="9119" y="11827"/>
                </a:cubicBezTo>
                <a:cubicBezTo>
                  <a:pt x="8381" y="11106"/>
                  <a:pt x="8246" y="10000"/>
                  <a:pt x="8306" y="9020"/>
                </a:cubicBezTo>
                <a:cubicBezTo>
                  <a:pt x="8344" y="8404"/>
                  <a:pt x="8449" y="7795"/>
                  <a:pt x="8518" y="7181"/>
                </a:cubicBezTo>
                <a:cubicBezTo>
                  <a:pt x="8574" y="6676"/>
                  <a:pt x="8621" y="6136"/>
                  <a:pt x="8417" y="5654"/>
                </a:cubicBezTo>
                <a:cubicBezTo>
                  <a:pt x="7771" y="4140"/>
                  <a:pt x="5341" y="4868"/>
                  <a:pt x="4856" y="3246"/>
                </a:cubicBezTo>
                <a:cubicBezTo>
                  <a:pt x="4619" y="2457"/>
                  <a:pt x="4843" y="1582"/>
                  <a:pt x="4492" y="818"/>
                </a:cubicBezTo>
                <a:cubicBezTo>
                  <a:pt x="4321" y="450"/>
                  <a:pt x="3993" y="161"/>
                  <a:pt x="3598" y="53"/>
                </a:cubicBezTo>
                <a:cubicBezTo>
                  <a:pt x="3465" y="17"/>
                  <a:pt x="3328" y="1"/>
                  <a:pt x="3191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94" name="Google Shape;4194;p181"/>
          <p:cNvSpPr txBox="1"/>
          <p:nvPr>
            <p:ph type="title"/>
          </p:nvPr>
        </p:nvSpPr>
        <p:spPr>
          <a:xfrm>
            <a:off x="3387900" y="758952"/>
            <a:ext cx="23682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4195" name="Google Shape;4195;p181"/>
          <p:cNvGrpSpPr/>
          <p:nvPr/>
        </p:nvGrpSpPr>
        <p:grpSpPr>
          <a:xfrm rot="6299945">
            <a:off x="7791608" y="4563485"/>
            <a:ext cx="359746" cy="325869"/>
            <a:chOff x="1640475" y="1197075"/>
            <a:chExt cx="55475" cy="50250"/>
          </a:xfrm>
        </p:grpSpPr>
        <p:sp>
          <p:nvSpPr>
            <p:cNvPr id="4196" name="Google Shape;4196;p18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18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18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99" name="Google Shape;4199;p181"/>
          <p:cNvSpPr/>
          <p:nvPr/>
        </p:nvSpPr>
        <p:spPr>
          <a:xfrm flipH="1" rot="8615811">
            <a:off x="227163" y="4598042"/>
            <a:ext cx="848090" cy="171654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00" name="Google Shape;4200;p181"/>
          <p:cNvSpPr/>
          <p:nvPr/>
        </p:nvSpPr>
        <p:spPr>
          <a:xfrm rot="-9000285">
            <a:off x="6559102" y="234098"/>
            <a:ext cx="970034" cy="22723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01" name="Google Shape;4201;p181"/>
          <p:cNvGrpSpPr/>
          <p:nvPr/>
        </p:nvGrpSpPr>
        <p:grpSpPr>
          <a:xfrm rot="10799841">
            <a:off x="1610677" y="4510494"/>
            <a:ext cx="239902" cy="217311"/>
            <a:chOff x="1640475" y="1197075"/>
            <a:chExt cx="55475" cy="50250"/>
          </a:xfrm>
        </p:grpSpPr>
        <p:sp>
          <p:nvSpPr>
            <p:cNvPr id="4202" name="Google Shape;4202;p18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18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18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05" name="Google Shape;4205;p181"/>
          <p:cNvGrpSpPr/>
          <p:nvPr/>
        </p:nvGrpSpPr>
        <p:grpSpPr>
          <a:xfrm rot="-5400235">
            <a:off x="8116150" y="635400"/>
            <a:ext cx="243108" cy="220216"/>
            <a:chOff x="1640475" y="1197075"/>
            <a:chExt cx="55475" cy="50250"/>
          </a:xfrm>
        </p:grpSpPr>
        <p:sp>
          <p:nvSpPr>
            <p:cNvPr id="4206" name="Google Shape;4206;p18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18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18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09" name="Google Shape;4209;p181"/>
          <p:cNvSpPr/>
          <p:nvPr/>
        </p:nvSpPr>
        <p:spPr>
          <a:xfrm rot="-9900095">
            <a:off x="8349145" y="4056062"/>
            <a:ext cx="424434" cy="627506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10" name="Google Shape;4210;p181"/>
          <p:cNvSpPr/>
          <p:nvPr/>
        </p:nvSpPr>
        <p:spPr>
          <a:xfrm rot="-3511162">
            <a:off x="1058077" y="269341"/>
            <a:ext cx="738535" cy="540314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11" name="Google Shape;4211;p181"/>
          <p:cNvGrpSpPr/>
          <p:nvPr/>
        </p:nvGrpSpPr>
        <p:grpSpPr>
          <a:xfrm rot="-10374925">
            <a:off x="329402" y="488210"/>
            <a:ext cx="359745" cy="325867"/>
            <a:chOff x="1640475" y="1197075"/>
            <a:chExt cx="55475" cy="50250"/>
          </a:xfrm>
        </p:grpSpPr>
        <p:sp>
          <p:nvSpPr>
            <p:cNvPr id="4212" name="Google Shape;4212;p18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18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18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TITLE_AND_BODY_1_1_1">
    <p:spTree>
      <p:nvGrpSpPr>
        <p:cNvPr id="4215" name="Shape 4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6" name="Google Shape;4216;p182"/>
          <p:cNvSpPr/>
          <p:nvPr/>
        </p:nvSpPr>
        <p:spPr>
          <a:xfrm>
            <a:off x="-128026" y="4106413"/>
            <a:ext cx="3465023" cy="1209053"/>
          </a:xfrm>
          <a:custGeom>
            <a:rect b="b" l="l" r="r" t="t"/>
            <a:pathLst>
              <a:path extrusionOk="0" h="7088" w="21861">
                <a:moveTo>
                  <a:pt x="1470" y="1"/>
                </a:moveTo>
                <a:cubicBezTo>
                  <a:pt x="969" y="1"/>
                  <a:pt x="465" y="73"/>
                  <a:pt x="0" y="211"/>
                </a:cubicBezTo>
                <a:lnTo>
                  <a:pt x="0" y="7087"/>
                </a:lnTo>
                <a:lnTo>
                  <a:pt x="21860" y="7087"/>
                </a:lnTo>
                <a:cubicBezTo>
                  <a:pt x="21784" y="6987"/>
                  <a:pt x="21696" y="6892"/>
                  <a:pt x="21596" y="6806"/>
                </a:cubicBezTo>
                <a:cubicBezTo>
                  <a:pt x="21135" y="6406"/>
                  <a:pt x="20429" y="6167"/>
                  <a:pt x="19720" y="6167"/>
                </a:cubicBezTo>
                <a:cubicBezTo>
                  <a:pt x="19688" y="6167"/>
                  <a:pt x="19657" y="6168"/>
                  <a:pt x="19626" y="6169"/>
                </a:cubicBezTo>
                <a:cubicBezTo>
                  <a:pt x="19086" y="6184"/>
                  <a:pt x="18553" y="6331"/>
                  <a:pt x="18022" y="6331"/>
                </a:cubicBezTo>
                <a:cubicBezTo>
                  <a:pt x="17915" y="6331"/>
                  <a:pt x="17808" y="6325"/>
                  <a:pt x="17701" y="6311"/>
                </a:cubicBezTo>
                <a:cubicBezTo>
                  <a:pt x="17575" y="6294"/>
                  <a:pt x="17455" y="6267"/>
                  <a:pt x="17341" y="6232"/>
                </a:cubicBezTo>
                <a:cubicBezTo>
                  <a:pt x="17316" y="6223"/>
                  <a:pt x="17292" y="6216"/>
                  <a:pt x="17268" y="6207"/>
                </a:cubicBezTo>
                <a:cubicBezTo>
                  <a:pt x="16400" y="5904"/>
                  <a:pt x="15883" y="5118"/>
                  <a:pt x="15068" y="4680"/>
                </a:cubicBezTo>
                <a:cubicBezTo>
                  <a:pt x="14496" y="4373"/>
                  <a:pt x="13820" y="4258"/>
                  <a:pt x="13115" y="4258"/>
                </a:cubicBezTo>
                <a:cubicBezTo>
                  <a:pt x="12312" y="4258"/>
                  <a:pt x="11471" y="4408"/>
                  <a:pt x="10706" y="4596"/>
                </a:cubicBezTo>
                <a:cubicBezTo>
                  <a:pt x="10023" y="4765"/>
                  <a:pt x="9316" y="4959"/>
                  <a:pt x="8608" y="4959"/>
                </a:cubicBezTo>
                <a:cubicBezTo>
                  <a:pt x="8441" y="4959"/>
                  <a:pt x="8274" y="4948"/>
                  <a:pt x="8107" y="4924"/>
                </a:cubicBezTo>
                <a:cubicBezTo>
                  <a:pt x="6811" y="4733"/>
                  <a:pt x="5999" y="3788"/>
                  <a:pt x="5474" y="2893"/>
                </a:cubicBezTo>
                <a:cubicBezTo>
                  <a:pt x="4948" y="1997"/>
                  <a:pt x="4493" y="1003"/>
                  <a:pt x="3416" y="436"/>
                </a:cubicBezTo>
                <a:cubicBezTo>
                  <a:pt x="2851" y="140"/>
                  <a:pt x="2164" y="1"/>
                  <a:pt x="1470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17" name="Google Shape;4217;p182"/>
          <p:cNvSpPr/>
          <p:nvPr/>
        </p:nvSpPr>
        <p:spPr>
          <a:xfrm>
            <a:off x="7140208" y="-213544"/>
            <a:ext cx="2085100" cy="1101248"/>
          </a:xfrm>
          <a:custGeom>
            <a:rect b="b" l="l" r="r" t="t"/>
            <a:pathLst>
              <a:path extrusionOk="0" h="6456" w="13155">
                <a:moveTo>
                  <a:pt x="11275" y="1"/>
                </a:moveTo>
                <a:lnTo>
                  <a:pt x="11275" y="4"/>
                </a:lnTo>
                <a:lnTo>
                  <a:pt x="209" y="2"/>
                </a:lnTo>
                <a:cubicBezTo>
                  <a:pt x="185" y="57"/>
                  <a:pt x="164" y="111"/>
                  <a:pt x="145" y="167"/>
                </a:cubicBezTo>
                <a:cubicBezTo>
                  <a:pt x="138" y="184"/>
                  <a:pt x="132" y="203"/>
                  <a:pt x="127" y="221"/>
                </a:cubicBezTo>
                <a:cubicBezTo>
                  <a:pt x="59" y="429"/>
                  <a:pt x="18" y="643"/>
                  <a:pt x="6" y="860"/>
                </a:cubicBezTo>
                <a:cubicBezTo>
                  <a:pt x="0" y="984"/>
                  <a:pt x="3" y="1110"/>
                  <a:pt x="14" y="1233"/>
                </a:cubicBezTo>
                <a:cubicBezTo>
                  <a:pt x="16" y="1251"/>
                  <a:pt x="18" y="1270"/>
                  <a:pt x="20" y="1288"/>
                </a:cubicBezTo>
                <a:cubicBezTo>
                  <a:pt x="60" y="1638"/>
                  <a:pt x="172" y="1982"/>
                  <a:pt x="341" y="2300"/>
                </a:cubicBezTo>
                <a:cubicBezTo>
                  <a:pt x="351" y="2319"/>
                  <a:pt x="361" y="2337"/>
                  <a:pt x="371" y="2355"/>
                </a:cubicBezTo>
                <a:cubicBezTo>
                  <a:pt x="531" y="2642"/>
                  <a:pt x="740" y="2905"/>
                  <a:pt x="987" y="3134"/>
                </a:cubicBezTo>
                <a:cubicBezTo>
                  <a:pt x="1075" y="3217"/>
                  <a:pt x="1169" y="3295"/>
                  <a:pt x="1269" y="3368"/>
                </a:cubicBezTo>
                <a:cubicBezTo>
                  <a:pt x="1295" y="3387"/>
                  <a:pt x="1320" y="3405"/>
                  <a:pt x="1345" y="3422"/>
                </a:cubicBezTo>
                <a:cubicBezTo>
                  <a:pt x="1608" y="3604"/>
                  <a:pt x="1902" y="3745"/>
                  <a:pt x="2218" y="3827"/>
                </a:cubicBezTo>
                <a:cubicBezTo>
                  <a:pt x="2441" y="3883"/>
                  <a:pt x="2668" y="3908"/>
                  <a:pt x="2896" y="3908"/>
                </a:cubicBezTo>
                <a:cubicBezTo>
                  <a:pt x="3496" y="3908"/>
                  <a:pt x="4103" y="3734"/>
                  <a:pt x="4654" y="3501"/>
                </a:cubicBezTo>
                <a:cubicBezTo>
                  <a:pt x="4713" y="3476"/>
                  <a:pt x="4773" y="3450"/>
                  <a:pt x="4833" y="3424"/>
                </a:cubicBezTo>
                <a:cubicBezTo>
                  <a:pt x="4873" y="3406"/>
                  <a:pt x="4915" y="3387"/>
                  <a:pt x="4955" y="3369"/>
                </a:cubicBezTo>
                <a:cubicBezTo>
                  <a:pt x="5539" y="3105"/>
                  <a:pt x="6130" y="2820"/>
                  <a:pt x="6764" y="2820"/>
                </a:cubicBezTo>
                <a:cubicBezTo>
                  <a:pt x="6811" y="2820"/>
                  <a:pt x="6859" y="2822"/>
                  <a:pt x="6907" y="2825"/>
                </a:cubicBezTo>
                <a:cubicBezTo>
                  <a:pt x="7405" y="2860"/>
                  <a:pt x="7836" y="3071"/>
                  <a:pt x="8213" y="3369"/>
                </a:cubicBezTo>
                <a:cubicBezTo>
                  <a:pt x="8237" y="3387"/>
                  <a:pt x="8259" y="3405"/>
                  <a:pt x="8281" y="3424"/>
                </a:cubicBezTo>
                <a:cubicBezTo>
                  <a:pt x="8634" y="3715"/>
                  <a:pt x="8939" y="4078"/>
                  <a:pt x="9207" y="4436"/>
                </a:cubicBezTo>
                <a:cubicBezTo>
                  <a:pt x="9219" y="4454"/>
                  <a:pt x="9233" y="4472"/>
                  <a:pt x="9246" y="4490"/>
                </a:cubicBezTo>
                <a:cubicBezTo>
                  <a:pt x="9246" y="4490"/>
                  <a:pt x="9247" y="4490"/>
                  <a:pt x="9247" y="4491"/>
                </a:cubicBezTo>
                <a:cubicBezTo>
                  <a:pt x="9498" y="4831"/>
                  <a:pt x="9757" y="5189"/>
                  <a:pt x="10053" y="5504"/>
                </a:cubicBezTo>
                <a:cubicBezTo>
                  <a:pt x="10070" y="5523"/>
                  <a:pt x="10087" y="5541"/>
                  <a:pt x="10104" y="5559"/>
                </a:cubicBezTo>
                <a:cubicBezTo>
                  <a:pt x="10436" y="5901"/>
                  <a:pt x="10812" y="6189"/>
                  <a:pt x="11272" y="6342"/>
                </a:cubicBezTo>
                <a:cubicBezTo>
                  <a:pt x="11292" y="6348"/>
                  <a:pt x="11311" y="6355"/>
                  <a:pt x="11333" y="6361"/>
                </a:cubicBezTo>
                <a:cubicBezTo>
                  <a:pt x="11361" y="6370"/>
                  <a:pt x="11391" y="6378"/>
                  <a:pt x="11420" y="6386"/>
                </a:cubicBezTo>
                <a:cubicBezTo>
                  <a:pt x="11605" y="6434"/>
                  <a:pt x="11791" y="6456"/>
                  <a:pt x="11976" y="6456"/>
                </a:cubicBezTo>
                <a:cubicBezTo>
                  <a:pt x="12384" y="6456"/>
                  <a:pt x="12786" y="6349"/>
                  <a:pt x="13154" y="6177"/>
                </a:cubicBezTo>
                <a:lnTo>
                  <a:pt x="13154" y="5505"/>
                </a:lnTo>
                <a:lnTo>
                  <a:pt x="13154" y="4492"/>
                </a:lnTo>
                <a:lnTo>
                  <a:pt x="13154" y="3371"/>
                </a:lnTo>
                <a:lnTo>
                  <a:pt x="13155" y="2358"/>
                </a:lnTo>
                <a:lnTo>
                  <a:pt x="13155" y="1236"/>
                </a:lnTo>
                <a:lnTo>
                  <a:pt x="13155" y="221"/>
                </a:lnTo>
                <a:lnTo>
                  <a:pt x="13155" y="5"/>
                </a:lnTo>
                <a:lnTo>
                  <a:pt x="11334" y="4"/>
                </a:lnTo>
                <a:lnTo>
                  <a:pt x="11334" y="1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18" name="Google Shape;4218;p182"/>
          <p:cNvSpPr/>
          <p:nvPr/>
        </p:nvSpPr>
        <p:spPr>
          <a:xfrm>
            <a:off x="-251977" y="-424375"/>
            <a:ext cx="4573114" cy="1659548"/>
          </a:xfrm>
          <a:custGeom>
            <a:rect b="b" l="l" r="r" t="t"/>
            <a:pathLst>
              <a:path extrusionOk="0" h="9729" w="28852">
                <a:moveTo>
                  <a:pt x="27909" y="1"/>
                </a:moveTo>
                <a:cubicBezTo>
                  <a:pt x="27641" y="1"/>
                  <a:pt x="27359" y="65"/>
                  <a:pt x="27138" y="117"/>
                </a:cubicBezTo>
                <a:cubicBezTo>
                  <a:pt x="26393" y="292"/>
                  <a:pt x="25642" y="438"/>
                  <a:pt x="24886" y="556"/>
                </a:cubicBezTo>
                <a:cubicBezTo>
                  <a:pt x="23384" y="791"/>
                  <a:pt x="21867" y="918"/>
                  <a:pt x="20347" y="969"/>
                </a:cubicBezTo>
                <a:cubicBezTo>
                  <a:pt x="19779" y="988"/>
                  <a:pt x="19211" y="997"/>
                  <a:pt x="18643" y="997"/>
                </a:cubicBezTo>
                <a:cubicBezTo>
                  <a:pt x="16156" y="997"/>
                  <a:pt x="13669" y="829"/>
                  <a:pt x="11190" y="628"/>
                </a:cubicBezTo>
                <a:cubicBezTo>
                  <a:pt x="9660" y="504"/>
                  <a:pt x="8132" y="368"/>
                  <a:pt x="6601" y="249"/>
                </a:cubicBezTo>
                <a:cubicBezTo>
                  <a:pt x="5839" y="189"/>
                  <a:pt x="5076" y="132"/>
                  <a:pt x="4312" y="87"/>
                </a:cubicBezTo>
                <a:cubicBezTo>
                  <a:pt x="4099" y="75"/>
                  <a:pt x="3881" y="64"/>
                  <a:pt x="3664" y="64"/>
                </a:cubicBezTo>
                <a:cubicBezTo>
                  <a:pt x="3221" y="64"/>
                  <a:pt x="2777" y="107"/>
                  <a:pt x="2362" y="261"/>
                </a:cubicBezTo>
                <a:cubicBezTo>
                  <a:pt x="1198" y="695"/>
                  <a:pt x="625" y="1959"/>
                  <a:pt x="327" y="3085"/>
                </a:cubicBezTo>
                <a:cubicBezTo>
                  <a:pt x="51" y="4125"/>
                  <a:pt x="0" y="5240"/>
                  <a:pt x="241" y="6293"/>
                </a:cubicBezTo>
                <a:cubicBezTo>
                  <a:pt x="475" y="7320"/>
                  <a:pt x="1013" y="8271"/>
                  <a:pt x="1861" y="8911"/>
                </a:cubicBezTo>
                <a:cubicBezTo>
                  <a:pt x="2297" y="9241"/>
                  <a:pt x="2827" y="9490"/>
                  <a:pt x="3378" y="9490"/>
                </a:cubicBezTo>
                <a:cubicBezTo>
                  <a:pt x="3472" y="9490"/>
                  <a:pt x="3567" y="9482"/>
                  <a:pt x="3662" y="9467"/>
                </a:cubicBezTo>
                <a:cubicBezTo>
                  <a:pt x="4312" y="9361"/>
                  <a:pt x="4799" y="8877"/>
                  <a:pt x="5302" y="8495"/>
                </a:cubicBezTo>
                <a:cubicBezTo>
                  <a:pt x="5837" y="8088"/>
                  <a:pt x="6442" y="7738"/>
                  <a:pt x="7106" y="7594"/>
                </a:cubicBezTo>
                <a:cubicBezTo>
                  <a:pt x="7279" y="7557"/>
                  <a:pt x="7450" y="7538"/>
                  <a:pt x="7618" y="7538"/>
                </a:cubicBezTo>
                <a:cubicBezTo>
                  <a:pt x="8095" y="7538"/>
                  <a:pt x="8551" y="7686"/>
                  <a:pt x="8965" y="7966"/>
                </a:cubicBezTo>
                <a:cubicBezTo>
                  <a:pt x="9884" y="8588"/>
                  <a:pt x="10692" y="9729"/>
                  <a:pt x="11891" y="9729"/>
                </a:cubicBezTo>
                <a:cubicBezTo>
                  <a:pt x="11980" y="9729"/>
                  <a:pt x="12071" y="9723"/>
                  <a:pt x="12164" y="9709"/>
                </a:cubicBezTo>
                <a:cubicBezTo>
                  <a:pt x="13260" y="9554"/>
                  <a:pt x="13511" y="8401"/>
                  <a:pt x="13804" y="7521"/>
                </a:cubicBezTo>
                <a:cubicBezTo>
                  <a:pt x="13945" y="7099"/>
                  <a:pt x="14127" y="6643"/>
                  <a:pt x="14504" y="6377"/>
                </a:cubicBezTo>
                <a:cubicBezTo>
                  <a:pt x="14738" y="6212"/>
                  <a:pt x="15003" y="6142"/>
                  <a:pt x="15276" y="6142"/>
                </a:cubicBezTo>
                <a:cubicBezTo>
                  <a:pt x="15402" y="6142"/>
                  <a:pt x="15530" y="6157"/>
                  <a:pt x="15656" y="6184"/>
                </a:cubicBezTo>
                <a:cubicBezTo>
                  <a:pt x="16572" y="6381"/>
                  <a:pt x="17354" y="6961"/>
                  <a:pt x="18244" y="7232"/>
                </a:cubicBezTo>
                <a:cubicBezTo>
                  <a:pt x="18502" y="7311"/>
                  <a:pt x="18774" y="7363"/>
                  <a:pt x="19044" y="7363"/>
                </a:cubicBezTo>
                <a:cubicBezTo>
                  <a:pt x="19207" y="7363"/>
                  <a:pt x="19369" y="7344"/>
                  <a:pt x="19529" y="7301"/>
                </a:cubicBezTo>
                <a:cubicBezTo>
                  <a:pt x="19978" y="7178"/>
                  <a:pt x="20331" y="6877"/>
                  <a:pt x="20595" y="6501"/>
                </a:cubicBezTo>
                <a:cubicBezTo>
                  <a:pt x="21130" y="5738"/>
                  <a:pt x="21292" y="4712"/>
                  <a:pt x="21999" y="4070"/>
                </a:cubicBezTo>
                <a:cubicBezTo>
                  <a:pt x="22362" y="3741"/>
                  <a:pt x="22807" y="3634"/>
                  <a:pt x="23269" y="3634"/>
                </a:cubicBezTo>
                <a:cubicBezTo>
                  <a:pt x="23739" y="3634"/>
                  <a:pt x="24227" y="3745"/>
                  <a:pt x="24664" y="3849"/>
                </a:cubicBezTo>
                <a:cubicBezTo>
                  <a:pt x="25227" y="3981"/>
                  <a:pt x="25851" y="4166"/>
                  <a:pt x="26455" y="4166"/>
                </a:cubicBezTo>
                <a:cubicBezTo>
                  <a:pt x="26763" y="4166"/>
                  <a:pt x="27066" y="4118"/>
                  <a:pt x="27353" y="3990"/>
                </a:cubicBezTo>
                <a:cubicBezTo>
                  <a:pt x="28400" y="3523"/>
                  <a:pt x="28496" y="2313"/>
                  <a:pt x="28400" y="1304"/>
                </a:cubicBezTo>
                <a:cubicBezTo>
                  <a:pt x="28773" y="1190"/>
                  <a:pt x="28851" y="712"/>
                  <a:pt x="28673" y="381"/>
                </a:cubicBezTo>
                <a:cubicBezTo>
                  <a:pt x="28515" y="88"/>
                  <a:pt x="28221" y="1"/>
                  <a:pt x="27909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19" name="Google Shape;4219;p182"/>
          <p:cNvSpPr/>
          <p:nvPr/>
        </p:nvSpPr>
        <p:spPr>
          <a:xfrm>
            <a:off x="7213473" y="3051297"/>
            <a:ext cx="2320001" cy="2598236"/>
          </a:xfrm>
          <a:custGeom>
            <a:rect b="b" l="l" r="r" t="t"/>
            <a:pathLst>
              <a:path extrusionOk="0" h="15232" w="14637">
                <a:moveTo>
                  <a:pt x="11445" y="0"/>
                </a:moveTo>
                <a:cubicBezTo>
                  <a:pt x="11308" y="0"/>
                  <a:pt x="11172" y="12"/>
                  <a:pt x="11039" y="38"/>
                </a:cubicBezTo>
                <a:cubicBezTo>
                  <a:pt x="10644" y="116"/>
                  <a:pt x="10316" y="327"/>
                  <a:pt x="10145" y="596"/>
                </a:cubicBezTo>
                <a:cubicBezTo>
                  <a:pt x="9794" y="1152"/>
                  <a:pt x="10018" y="1791"/>
                  <a:pt x="9781" y="2367"/>
                </a:cubicBezTo>
                <a:cubicBezTo>
                  <a:pt x="9296" y="3551"/>
                  <a:pt x="6867" y="3019"/>
                  <a:pt x="6220" y="4123"/>
                </a:cubicBezTo>
                <a:cubicBezTo>
                  <a:pt x="6016" y="4474"/>
                  <a:pt x="6063" y="4867"/>
                  <a:pt x="6119" y="5237"/>
                </a:cubicBezTo>
                <a:cubicBezTo>
                  <a:pt x="6188" y="5684"/>
                  <a:pt x="6293" y="6128"/>
                  <a:pt x="6331" y="6578"/>
                </a:cubicBezTo>
                <a:cubicBezTo>
                  <a:pt x="6392" y="7292"/>
                  <a:pt x="6256" y="8099"/>
                  <a:pt x="5518" y="8624"/>
                </a:cubicBezTo>
                <a:cubicBezTo>
                  <a:pt x="4829" y="9115"/>
                  <a:pt x="3797" y="9174"/>
                  <a:pt x="2910" y="9343"/>
                </a:cubicBezTo>
                <a:cubicBezTo>
                  <a:pt x="2462" y="9427"/>
                  <a:pt x="2020" y="9543"/>
                  <a:pt x="1637" y="9735"/>
                </a:cubicBezTo>
                <a:cubicBezTo>
                  <a:pt x="1309" y="9901"/>
                  <a:pt x="1030" y="10112"/>
                  <a:pt x="810" y="10355"/>
                </a:cubicBezTo>
                <a:cubicBezTo>
                  <a:pt x="347" y="10864"/>
                  <a:pt x="157" y="11482"/>
                  <a:pt x="81" y="12082"/>
                </a:cubicBezTo>
                <a:cubicBezTo>
                  <a:pt x="1" y="12715"/>
                  <a:pt x="23" y="13379"/>
                  <a:pt x="158" y="14007"/>
                </a:cubicBezTo>
                <a:cubicBezTo>
                  <a:pt x="228" y="14329"/>
                  <a:pt x="371" y="14667"/>
                  <a:pt x="709" y="14896"/>
                </a:cubicBezTo>
                <a:cubicBezTo>
                  <a:pt x="1077" y="15146"/>
                  <a:pt x="1583" y="15204"/>
                  <a:pt x="2068" y="15214"/>
                </a:cubicBezTo>
                <a:cubicBezTo>
                  <a:pt x="2549" y="15226"/>
                  <a:pt x="3032" y="15229"/>
                  <a:pt x="3515" y="15229"/>
                </a:cubicBezTo>
                <a:cubicBezTo>
                  <a:pt x="4226" y="15229"/>
                  <a:pt x="4937" y="15222"/>
                  <a:pt x="5646" y="15222"/>
                </a:cubicBezTo>
                <a:cubicBezTo>
                  <a:pt x="5675" y="15222"/>
                  <a:pt x="5704" y="15222"/>
                  <a:pt x="5733" y="15222"/>
                </a:cubicBezTo>
                <a:lnTo>
                  <a:pt x="9469" y="15227"/>
                </a:lnTo>
                <a:cubicBezTo>
                  <a:pt x="10086" y="15228"/>
                  <a:pt x="10704" y="15228"/>
                  <a:pt x="11322" y="15229"/>
                </a:cubicBezTo>
                <a:cubicBezTo>
                  <a:pt x="11640" y="15230"/>
                  <a:pt x="11959" y="15231"/>
                  <a:pt x="12278" y="15231"/>
                </a:cubicBezTo>
                <a:cubicBezTo>
                  <a:pt x="12529" y="15231"/>
                  <a:pt x="12784" y="15225"/>
                  <a:pt x="13014" y="15145"/>
                </a:cubicBezTo>
                <a:cubicBezTo>
                  <a:pt x="13410" y="15008"/>
                  <a:pt x="13574" y="14685"/>
                  <a:pt x="13640" y="14388"/>
                </a:cubicBezTo>
                <a:cubicBezTo>
                  <a:pt x="13728" y="13988"/>
                  <a:pt x="13742" y="13577"/>
                  <a:pt x="13785" y="13173"/>
                </a:cubicBezTo>
                <a:cubicBezTo>
                  <a:pt x="13882" y="12264"/>
                  <a:pt x="13977" y="11357"/>
                  <a:pt x="14072" y="10449"/>
                </a:cubicBezTo>
                <a:cubicBezTo>
                  <a:pt x="14166" y="9541"/>
                  <a:pt x="14259" y="8633"/>
                  <a:pt x="14352" y="7724"/>
                </a:cubicBezTo>
                <a:cubicBezTo>
                  <a:pt x="14437" y="6875"/>
                  <a:pt x="14530" y="6026"/>
                  <a:pt x="14567" y="5174"/>
                </a:cubicBezTo>
                <a:cubicBezTo>
                  <a:pt x="14637" y="3541"/>
                  <a:pt x="14491" y="1869"/>
                  <a:pt x="13640" y="340"/>
                </a:cubicBezTo>
                <a:cubicBezTo>
                  <a:pt x="13611" y="289"/>
                  <a:pt x="13548" y="267"/>
                  <a:pt x="13488" y="267"/>
                </a:cubicBezTo>
                <a:cubicBezTo>
                  <a:pt x="13394" y="267"/>
                  <a:pt x="13305" y="319"/>
                  <a:pt x="13349" y="398"/>
                </a:cubicBezTo>
                <a:cubicBezTo>
                  <a:pt x="13385" y="461"/>
                  <a:pt x="13419" y="526"/>
                  <a:pt x="13452" y="589"/>
                </a:cubicBezTo>
                <a:cubicBezTo>
                  <a:pt x="13105" y="411"/>
                  <a:pt x="12738" y="253"/>
                  <a:pt x="12342" y="140"/>
                </a:cubicBezTo>
                <a:cubicBezTo>
                  <a:pt x="12060" y="59"/>
                  <a:pt x="11751" y="0"/>
                  <a:pt x="11445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20" name="Google Shape;4220;p182"/>
          <p:cNvSpPr txBox="1"/>
          <p:nvPr>
            <p:ph type="title"/>
          </p:nvPr>
        </p:nvSpPr>
        <p:spPr>
          <a:xfrm>
            <a:off x="1693050" y="445025"/>
            <a:ext cx="5757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4221" name="Google Shape;4221;p182"/>
          <p:cNvSpPr txBox="1"/>
          <p:nvPr>
            <p:ph idx="1" type="body"/>
          </p:nvPr>
        </p:nvSpPr>
        <p:spPr>
          <a:xfrm>
            <a:off x="713225" y="1442650"/>
            <a:ext cx="7717500" cy="312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Gloria Hallelujah"/>
              <a:buChar char="●"/>
              <a:defRPr sz="1400">
                <a:latin typeface="Raleway"/>
                <a:ea typeface="Raleway"/>
                <a:cs typeface="Raleway"/>
                <a:sym typeface="Raleway"/>
              </a:defRPr>
            </a:lvl1pPr>
            <a:lvl2pPr indent="-3175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175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175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175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175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175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175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175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grpSp>
        <p:nvGrpSpPr>
          <p:cNvPr id="4222" name="Google Shape;4222;p182"/>
          <p:cNvGrpSpPr/>
          <p:nvPr/>
        </p:nvGrpSpPr>
        <p:grpSpPr>
          <a:xfrm rot="899945">
            <a:off x="7776598" y="266617"/>
            <a:ext cx="359746" cy="325869"/>
            <a:chOff x="1640475" y="1197075"/>
            <a:chExt cx="55475" cy="50250"/>
          </a:xfrm>
        </p:grpSpPr>
        <p:sp>
          <p:nvSpPr>
            <p:cNvPr id="4223" name="Google Shape;4223;p18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18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18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26" name="Google Shape;4226;p182"/>
          <p:cNvSpPr/>
          <p:nvPr/>
        </p:nvSpPr>
        <p:spPr>
          <a:xfrm flipH="1" rot="997180">
            <a:off x="220521" y="343717"/>
            <a:ext cx="848082" cy="171653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27" name="Google Shape;4227;p182"/>
          <p:cNvSpPr/>
          <p:nvPr/>
        </p:nvSpPr>
        <p:spPr>
          <a:xfrm rot="-10262709">
            <a:off x="6864155" y="4703248"/>
            <a:ext cx="970031" cy="22723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28" name="Google Shape;4228;p182"/>
          <p:cNvGrpSpPr/>
          <p:nvPr/>
        </p:nvGrpSpPr>
        <p:grpSpPr>
          <a:xfrm rot="-3600132">
            <a:off x="1590800" y="402690"/>
            <a:ext cx="239901" cy="217311"/>
            <a:chOff x="1640475" y="1197075"/>
            <a:chExt cx="55475" cy="50250"/>
          </a:xfrm>
        </p:grpSpPr>
        <p:sp>
          <p:nvSpPr>
            <p:cNvPr id="4229" name="Google Shape;4229;p18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18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18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32" name="Google Shape;4232;p182"/>
          <p:cNvGrpSpPr/>
          <p:nvPr/>
        </p:nvGrpSpPr>
        <p:grpSpPr>
          <a:xfrm rot="10799765">
            <a:off x="8163975" y="4278850"/>
            <a:ext cx="243108" cy="220216"/>
            <a:chOff x="1640475" y="1197075"/>
            <a:chExt cx="55475" cy="50250"/>
          </a:xfrm>
        </p:grpSpPr>
        <p:sp>
          <p:nvSpPr>
            <p:cNvPr id="4233" name="Google Shape;4233;p18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18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18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36" name="Google Shape;4236;p182"/>
          <p:cNvSpPr/>
          <p:nvPr/>
        </p:nvSpPr>
        <p:spPr>
          <a:xfrm flipH="1">
            <a:off x="8391886" y="405626"/>
            <a:ext cx="510489" cy="754774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37" name="Google Shape;4237;p182"/>
          <p:cNvSpPr/>
          <p:nvPr/>
        </p:nvSpPr>
        <p:spPr>
          <a:xfrm rot="-9876870">
            <a:off x="896524" y="4221099"/>
            <a:ext cx="959264" cy="701800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38" name="Google Shape;4238;p182"/>
          <p:cNvGrpSpPr/>
          <p:nvPr/>
        </p:nvGrpSpPr>
        <p:grpSpPr>
          <a:xfrm rot="-5400000">
            <a:off x="268420" y="4295778"/>
            <a:ext cx="359744" cy="325866"/>
            <a:chOff x="1640475" y="1197075"/>
            <a:chExt cx="55475" cy="50250"/>
          </a:xfrm>
        </p:grpSpPr>
        <p:sp>
          <p:nvSpPr>
            <p:cNvPr id="4239" name="Google Shape;4239;p18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18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18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4">
  <p:cSld name="TITLE_AND_BODY_1_1_1_2">
    <p:spTree>
      <p:nvGrpSpPr>
        <p:cNvPr id="4242" name="Shape 4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43" name="Google Shape;4243;p183"/>
          <p:cNvSpPr txBox="1"/>
          <p:nvPr>
            <p:ph idx="1" type="body"/>
          </p:nvPr>
        </p:nvSpPr>
        <p:spPr>
          <a:xfrm>
            <a:off x="2233425" y="1987750"/>
            <a:ext cx="4677300" cy="177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04800" lvl="0" marL="457200" algn="ctr">
              <a:spcBef>
                <a:spcPts val="12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●"/>
              <a:defRPr sz="16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indent="-304800" lvl="1" marL="91440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○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048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■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048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●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048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○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048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■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048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●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048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○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048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■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244" name="Google Shape;4244;p183"/>
          <p:cNvSpPr txBox="1"/>
          <p:nvPr>
            <p:ph type="title"/>
          </p:nvPr>
        </p:nvSpPr>
        <p:spPr>
          <a:xfrm>
            <a:off x="3283875" y="759398"/>
            <a:ext cx="2576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245" name="Google Shape;4245;p183"/>
          <p:cNvSpPr/>
          <p:nvPr/>
        </p:nvSpPr>
        <p:spPr>
          <a:xfrm flipH="1">
            <a:off x="-1416201" y="3995333"/>
            <a:ext cx="3997055" cy="1412317"/>
          </a:xfrm>
          <a:custGeom>
            <a:rect b="b" l="l" r="r" t="t"/>
            <a:pathLst>
              <a:path extrusionOk="0" h="8613" w="24376">
                <a:moveTo>
                  <a:pt x="12572" y="1"/>
                </a:moveTo>
                <a:cubicBezTo>
                  <a:pt x="11930" y="1"/>
                  <a:pt x="11305" y="137"/>
                  <a:pt x="10778" y="460"/>
                </a:cubicBezTo>
                <a:cubicBezTo>
                  <a:pt x="10193" y="818"/>
                  <a:pt x="9818" y="1341"/>
                  <a:pt x="9503" y="1852"/>
                </a:cubicBezTo>
                <a:cubicBezTo>
                  <a:pt x="9167" y="2398"/>
                  <a:pt x="8889" y="2969"/>
                  <a:pt x="8475" y="3485"/>
                </a:cubicBezTo>
                <a:cubicBezTo>
                  <a:pt x="8044" y="4023"/>
                  <a:pt x="7451" y="4445"/>
                  <a:pt x="6633" y="4599"/>
                </a:cubicBezTo>
                <a:cubicBezTo>
                  <a:pt x="6259" y="4669"/>
                  <a:pt x="5879" y="4690"/>
                  <a:pt x="5496" y="4690"/>
                </a:cubicBezTo>
                <a:cubicBezTo>
                  <a:pt x="4945" y="4690"/>
                  <a:pt x="4388" y="4646"/>
                  <a:pt x="3837" y="4646"/>
                </a:cubicBezTo>
                <a:cubicBezTo>
                  <a:pt x="3701" y="4646"/>
                  <a:pt x="3564" y="4649"/>
                  <a:pt x="3429" y="4656"/>
                </a:cubicBezTo>
                <a:cubicBezTo>
                  <a:pt x="2927" y="4680"/>
                  <a:pt x="2424" y="4755"/>
                  <a:pt x="1974" y="4934"/>
                </a:cubicBezTo>
                <a:cubicBezTo>
                  <a:pt x="1568" y="5095"/>
                  <a:pt x="1218" y="5332"/>
                  <a:pt x="943" y="5611"/>
                </a:cubicBezTo>
                <a:cubicBezTo>
                  <a:pt x="425" y="6133"/>
                  <a:pt x="179" y="6806"/>
                  <a:pt x="311" y="7456"/>
                </a:cubicBezTo>
                <a:cubicBezTo>
                  <a:pt x="309" y="7456"/>
                  <a:pt x="307" y="7456"/>
                  <a:pt x="305" y="7456"/>
                </a:cubicBezTo>
                <a:cubicBezTo>
                  <a:pt x="282" y="7456"/>
                  <a:pt x="258" y="7461"/>
                  <a:pt x="234" y="7475"/>
                </a:cubicBezTo>
                <a:cubicBezTo>
                  <a:pt x="83" y="7556"/>
                  <a:pt x="1" y="7677"/>
                  <a:pt x="4" y="7821"/>
                </a:cubicBezTo>
                <a:cubicBezTo>
                  <a:pt x="12" y="8172"/>
                  <a:pt x="404" y="8373"/>
                  <a:pt x="826" y="8396"/>
                </a:cubicBezTo>
                <a:cubicBezTo>
                  <a:pt x="860" y="8398"/>
                  <a:pt x="894" y="8399"/>
                  <a:pt x="929" y="8399"/>
                </a:cubicBezTo>
                <a:cubicBezTo>
                  <a:pt x="1162" y="8399"/>
                  <a:pt x="1397" y="8361"/>
                  <a:pt x="1626" y="8334"/>
                </a:cubicBezTo>
                <a:cubicBezTo>
                  <a:pt x="1931" y="8297"/>
                  <a:pt x="2238" y="8262"/>
                  <a:pt x="2544" y="8230"/>
                </a:cubicBezTo>
                <a:cubicBezTo>
                  <a:pt x="3747" y="8107"/>
                  <a:pt x="4958" y="8023"/>
                  <a:pt x="6170" y="7965"/>
                </a:cubicBezTo>
                <a:cubicBezTo>
                  <a:pt x="8591" y="7850"/>
                  <a:pt x="11019" y="7838"/>
                  <a:pt x="13445" y="7824"/>
                </a:cubicBezTo>
                <a:cubicBezTo>
                  <a:pt x="13813" y="7822"/>
                  <a:pt x="14182" y="7820"/>
                  <a:pt x="14552" y="7820"/>
                </a:cubicBezTo>
                <a:cubicBezTo>
                  <a:pt x="16507" y="7820"/>
                  <a:pt x="18472" y="7870"/>
                  <a:pt x="20390" y="8174"/>
                </a:cubicBezTo>
                <a:cubicBezTo>
                  <a:pt x="20952" y="8264"/>
                  <a:pt x="21511" y="8375"/>
                  <a:pt x="22057" y="8512"/>
                </a:cubicBezTo>
                <a:cubicBezTo>
                  <a:pt x="22240" y="8558"/>
                  <a:pt x="22430" y="8612"/>
                  <a:pt x="22625" y="8612"/>
                </a:cubicBezTo>
                <a:cubicBezTo>
                  <a:pt x="22665" y="8612"/>
                  <a:pt x="22706" y="8610"/>
                  <a:pt x="22747" y="8605"/>
                </a:cubicBezTo>
                <a:cubicBezTo>
                  <a:pt x="22986" y="8575"/>
                  <a:pt x="23126" y="8437"/>
                  <a:pt x="23188" y="8265"/>
                </a:cubicBezTo>
                <a:cubicBezTo>
                  <a:pt x="23342" y="7840"/>
                  <a:pt x="23440" y="7396"/>
                  <a:pt x="23556" y="6963"/>
                </a:cubicBezTo>
                <a:cubicBezTo>
                  <a:pt x="23675" y="6520"/>
                  <a:pt x="23785" y="6077"/>
                  <a:pt x="23879" y="5631"/>
                </a:cubicBezTo>
                <a:cubicBezTo>
                  <a:pt x="24251" y="3879"/>
                  <a:pt x="24375" y="2063"/>
                  <a:pt x="23717" y="343"/>
                </a:cubicBezTo>
                <a:cubicBezTo>
                  <a:pt x="23697" y="293"/>
                  <a:pt x="23642" y="267"/>
                  <a:pt x="23586" y="267"/>
                </a:cubicBezTo>
                <a:cubicBezTo>
                  <a:pt x="23541" y="267"/>
                  <a:pt x="23495" y="284"/>
                  <a:pt x="23467" y="317"/>
                </a:cubicBezTo>
                <a:cubicBezTo>
                  <a:pt x="23327" y="480"/>
                  <a:pt x="23169" y="631"/>
                  <a:pt x="22991" y="769"/>
                </a:cubicBezTo>
                <a:cubicBezTo>
                  <a:pt x="22274" y="1328"/>
                  <a:pt x="21289" y="1670"/>
                  <a:pt x="20281" y="1764"/>
                </a:cubicBezTo>
                <a:cubicBezTo>
                  <a:pt x="20062" y="1784"/>
                  <a:pt x="19841" y="1794"/>
                  <a:pt x="19620" y="1794"/>
                </a:cubicBezTo>
                <a:cubicBezTo>
                  <a:pt x="18644" y="1794"/>
                  <a:pt x="17671" y="1601"/>
                  <a:pt x="16789" y="1286"/>
                </a:cubicBezTo>
                <a:cubicBezTo>
                  <a:pt x="15722" y="905"/>
                  <a:pt x="14754" y="349"/>
                  <a:pt x="13607" y="110"/>
                </a:cubicBezTo>
                <a:cubicBezTo>
                  <a:pt x="13266" y="40"/>
                  <a:pt x="12917" y="1"/>
                  <a:pt x="12572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46" name="Google Shape;4246;p183"/>
          <p:cNvSpPr/>
          <p:nvPr/>
        </p:nvSpPr>
        <p:spPr>
          <a:xfrm rot="-5400000">
            <a:off x="6552370" y="2577693"/>
            <a:ext cx="3486086" cy="1837176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47" name="Google Shape;4247;p183"/>
          <p:cNvSpPr/>
          <p:nvPr/>
        </p:nvSpPr>
        <p:spPr>
          <a:xfrm flipH="1" rot="-5400000">
            <a:off x="-1100548" y="77563"/>
            <a:ext cx="3365751" cy="1857837"/>
          </a:xfrm>
          <a:custGeom>
            <a:rect b="b" l="l" r="r" t="t"/>
            <a:pathLst>
              <a:path extrusionOk="0" h="11330" w="20526">
                <a:moveTo>
                  <a:pt x="12939" y="1"/>
                </a:moveTo>
                <a:cubicBezTo>
                  <a:pt x="11999" y="1"/>
                  <a:pt x="11086" y="167"/>
                  <a:pt x="10169" y="370"/>
                </a:cubicBezTo>
                <a:cubicBezTo>
                  <a:pt x="9691" y="476"/>
                  <a:pt x="9213" y="584"/>
                  <a:pt x="8731" y="667"/>
                </a:cubicBezTo>
                <a:cubicBezTo>
                  <a:pt x="8234" y="750"/>
                  <a:pt x="7732" y="802"/>
                  <a:pt x="7229" y="839"/>
                </a:cubicBezTo>
                <a:cubicBezTo>
                  <a:pt x="6231" y="913"/>
                  <a:pt x="5230" y="935"/>
                  <a:pt x="4235" y="1052"/>
                </a:cubicBezTo>
                <a:cubicBezTo>
                  <a:pt x="3806" y="1102"/>
                  <a:pt x="3380" y="1184"/>
                  <a:pt x="2951" y="1235"/>
                </a:cubicBezTo>
                <a:cubicBezTo>
                  <a:pt x="2746" y="1260"/>
                  <a:pt x="2537" y="1279"/>
                  <a:pt x="2328" y="1279"/>
                </a:cubicBezTo>
                <a:cubicBezTo>
                  <a:pt x="2138" y="1279"/>
                  <a:pt x="1948" y="1263"/>
                  <a:pt x="1762" y="1222"/>
                </a:cubicBezTo>
                <a:cubicBezTo>
                  <a:pt x="1578" y="1180"/>
                  <a:pt x="1402" y="1113"/>
                  <a:pt x="1242" y="1012"/>
                </a:cubicBezTo>
                <a:cubicBezTo>
                  <a:pt x="1161" y="960"/>
                  <a:pt x="1089" y="870"/>
                  <a:pt x="988" y="868"/>
                </a:cubicBezTo>
                <a:cubicBezTo>
                  <a:pt x="985" y="868"/>
                  <a:pt x="983" y="868"/>
                  <a:pt x="981" y="868"/>
                </a:cubicBezTo>
                <a:cubicBezTo>
                  <a:pt x="897" y="868"/>
                  <a:pt x="810" y="887"/>
                  <a:pt x="732" y="917"/>
                </a:cubicBezTo>
                <a:cubicBezTo>
                  <a:pt x="360" y="1060"/>
                  <a:pt x="147" y="1435"/>
                  <a:pt x="79" y="1816"/>
                </a:cubicBezTo>
                <a:cubicBezTo>
                  <a:pt x="38" y="2046"/>
                  <a:pt x="37" y="2279"/>
                  <a:pt x="38" y="2512"/>
                </a:cubicBezTo>
                <a:cubicBezTo>
                  <a:pt x="38" y="2767"/>
                  <a:pt x="39" y="3024"/>
                  <a:pt x="40" y="3279"/>
                </a:cubicBezTo>
                <a:cubicBezTo>
                  <a:pt x="42" y="3797"/>
                  <a:pt x="44" y="4315"/>
                  <a:pt x="46" y="4833"/>
                </a:cubicBezTo>
                <a:cubicBezTo>
                  <a:pt x="50" y="5817"/>
                  <a:pt x="54" y="6803"/>
                  <a:pt x="57" y="7787"/>
                </a:cubicBezTo>
                <a:cubicBezTo>
                  <a:pt x="55" y="7786"/>
                  <a:pt x="54" y="7785"/>
                  <a:pt x="52" y="7785"/>
                </a:cubicBezTo>
                <a:cubicBezTo>
                  <a:pt x="0" y="7785"/>
                  <a:pt x="101" y="8649"/>
                  <a:pt x="628" y="8724"/>
                </a:cubicBezTo>
                <a:cubicBezTo>
                  <a:pt x="1441" y="8840"/>
                  <a:pt x="1514" y="10145"/>
                  <a:pt x="2146" y="10693"/>
                </a:cubicBezTo>
                <a:cubicBezTo>
                  <a:pt x="2452" y="10957"/>
                  <a:pt x="2805" y="11167"/>
                  <a:pt x="3199" y="11261"/>
                </a:cubicBezTo>
                <a:cubicBezTo>
                  <a:pt x="3402" y="11310"/>
                  <a:pt x="3609" y="11330"/>
                  <a:pt x="3816" y="11330"/>
                </a:cubicBezTo>
                <a:cubicBezTo>
                  <a:pt x="4077" y="11330"/>
                  <a:pt x="4340" y="11298"/>
                  <a:pt x="4597" y="11251"/>
                </a:cubicBezTo>
                <a:cubicBezTo>
                  <a:pt x="5367" y="11113"/>
                  <a:pt x="6207" y="10865"/>
                  <a:pt x="6645" y="10152"/>
                </a:cubicBezTo>
                <a:cubicBezTo>
                  <a:pt x="6859" y="9801"/>
                  <a:pt x="6970" y="9395"/>
                  <a:pt x="7203" y="9055"/>
                </a:cubicBezTo>
                <a:cubicBezTo>
                  <a:pt x="7421" y="8736"/>
                  <a:pt x="7758" y="8532"/>
                  <a:pt x="8120" y="8419"/>
                </a:cubicBezTo>
                <a:cubicBezTo>
                  <a:pt x="8559" y="8282"/>
                  <a:pt x="9011" y="8265"/>
                  <a:pt x="9465" y="8265"/>
                </a:cubicBezTo>
                <a:cubicBezTo>
                  <a:pt x="9615" y="8265"/>
                  <a:pt x="9765" y="8267"/>
                  <a:pt x="9915" y="8267"/>
                </a:cubicBezTo>
                <a:cubicBezTo>
                  <a:pt x="10115" y="8267"/>
                  <a:pt x="10316" y="8264"/>
                  <a:pt x="10515" y="8248"/>
                </a:cubicBezTo>
                <a:cubicBezTo>
                  <a:pt x="10927" y="8216"/>
                  <a:pt x="11342" y="8132"/>
                  <a:pt x="11707" y="7927"/>
                </a:cubicBezTo>
                <a:cubicBezTo>
                  <a:pt x="12074" y="7718"/>
                  <a:pt x="12352" y="7394"/>
                  <a:pt x="12600" y="7055"/>
                </a:cubicBezTo>
                <a:cubicBezTo>
                  <a:pt x="13089" y="6385"/>
                  <a:pt x="13543" y="5673"/>
                  <a:pt x="14244" y="5207"/>
                </a:cubicBezTo>
                <a:cubicBezTo>
                  <a:pt x="14594" y="4972"/>
                  <a:pt x="14986" y="4825"/>
                  <a:pt x="15405" y="4792"/>
                </a:cubicBezTo>
                <a:cubicBezTo>
                  <a:pt x="15494" y="4785"/>
                  <a:pt x="15582" y="4782"/>
                  <a:pt x="15670" y="4782"/>
                </a:cubicBezTo>
                <a:cubicBezTo>
                  <a:pt x="16070" y="4782"/>
                  <a:pt x="16469" y="4843"/>
                  <a:pt x="16866" y="4877"/>
                </a:cubicBezTo>
                <a:cubicBezTo>
                  <a:pt x="17302" y="4915"/>
                  <a:pt x="17740" y="4933"/>
                  <a:pt x="18178" y="4933"/>
                </a:cubicBezTo>
                <a:cubicBezTo>
                  <a:pt x="18243" y="4933"/>
                  <a:pt x="18309" y="4933"/>
                  <a:pt x="18374" y="4932"/>
                </a:cubicBezTo>
                <a:cubicBezTo>
                  <a:pt x="18585" y="4929"/>
                  <a:pt x="18814" y="4941"/>
                  <a:pt x="19012" y="4857"/>
                </a:cubicBezTo>
                <a:cubicBezTo>
                  <a:pt x="19193" y="4780"/>
                  <a:pt x="19305" y="4623"/>
                  <a:pt x="19390" y="4450"/>
                </a:cubicBezTo>
                <a:cubicBezTo>
                  <a:pt x="19618" y="3989"/>
                  <a:pt x="19825" y="3515"/>
                  <a:pt x="20041" y="3049"/>
                </a:cubicBezTo>
                <a:cubicBezTo>
                  <a:pt x="20147" y="2821"/>
                  <a:pt x="20256" y="2595"/>
                  <a:pt x="20357" y="2365"/>
                </a:cubicBezTo>
                <a:cubicBezTo>
                  <a:pt x="20444" y="2165"/>
                  <a:pt x="20525" y="1951"/>
                  <a:pt x="20518" y="1728"/>
                </a:cubicBezTo>
                <a:cubicBezTo>
                  <a:pt x="20505" y="1297"/>
                  <a:pt x="20161" y="1008"/>
                  <a:pt x="19822" y="810"/>
                </a:cubicBezTo>
                <a:cubicBezTo>
                  <a:pt x="19463" y="601"/>
                  <a:pt x="19065" y="469"/>
                  <a:pt x="18660" y="392"/>
                </a:cubicBezTo>
                <a:cubicBezTo>
                  <a:pt x="17815" y="229"/>
                  <a:pt x="16950" y="272"/>
                  <a:pt x="16095" y="224"/>
                </a:cubicBezTo>
                <a:cubicBezTo>
                  <a:pt x="15084" y="168"/>
                  <a:pt x="14079" y="19"/>
                  <a:pt x="13065" y="2"/>
                </a:cubicBezTo>
                <a:cubicBezTo>
                  <a:pt x="13023" y="1"/>
                  <a:pt x="12981" y="1"/>
                  <a:pt x="12939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48" name="Google Shape;4248;p183"/>
          <p:cNvSpPr/>
          <p:nvPr/>
        </p:nvSpPr>
        <p:spPr>
          <a:xfrm flipH="1" rot="9000107">
            <a:off x="6710506" y="323704"/>
            <a:ext cx="615242" cy="14412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49" name="Google Shape;4249;p183"/>
          <p:cNvSpPr/>
          <p:nvPr/>
        </p:nvSpPr>
        <p:spPr>
          <a:xfrm flipH="1" rot="8768117">
            <a:off x="6705008" y="4254869"/>
            <a:ext cx="545184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50" name="Google Shape;4250;p183"/>
          <p:cNvGrpSpPr/>
          <p:nvPr/>
        </p:nvGrpSpPr>
        <p:grpSpPr>
          <a:xfrm rot="3412077">
            <a:off x="842755" y="760335"/>
            <a:ext cx="228601" cy="207083"/>
            <a:chOff x="1640475" y="1197075"/>
            <a:chExt cx="55475" cy="50250"/>
          </a:xfrm>
        </p:grpSpPr>
        <p:sp>
          <p:nvSpPr>
            <p:cNvPr id="4251" name="Google Shape;4251;p18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18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18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54" name="Google Shape;4254;p183"/>
          <p:cNvGrpSpPr/>
          <p:nvPr/>
        </p:nvGrpSpPr>
        <p:grpSpPr>
          <a:xfrm rot="5627131">
            <a:off x="1177325" y="3787339"/>
            <a:ext cx="408783" cy="370267"/>
            <a:chOff x="1640475" y="1197075"/>
            <a:chExt cx="55475" cy="50250"/>
          </a:xfrm>
        </p:grpSpPr>
        <p:sp>
          <p:nvSpPr>
            <p:cNvPr id="4255" name="Google Shape;4255;p18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18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18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58" name="Google Shape;4258;p183"/>
          <p:cNvSpPr/>
          <p:nvPr/>
        </p:nvSpPr>
        <p:spPr>
          <a:xfrm rot="7492361">
            <a:off x="-206510" y="1813740"/>
            <a:ext cx="809523" cy="1268415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59" name="Google Shape;4259;p183"/>
          <p:cNvGrpSpPr/>
          <p:nvPr/>
        </p:nvGrpSpPr>
        <p:grpSpPr>
          <a:xfrm rot="3497029">
            <a:off x="8440893" y="3550453"/>
            <a:ext cx="267259" cy="242085"/>
            <a:chOff x="1640475" y="1197075"/>
            <a:chExt cx="55475" cy="50250"/>
          </a:xfrm>
        </p:grpSpPr>
        <p:sp>
          <p:nvSpPr>
            <p:cNvPr id="4260" name="Google Shape;4260;p18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18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18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63" name="Google Shape;4263;p183"/>
          <p:cNvSpPr/>
          <p:nvPr/>
        </p:nvSpPr>
        <p:spPr>
          <a:xfrm rot="-3239791">
            <a:off x="7229013" y="-720658"/>
            <a:ext cx="2132820" cy="2139051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5">
  <p:cSld name="TITLE_AND_BODY_1_1_1_2_1">
    <p:spTree>
      <p:nvGrpSpPr>
        <p:cNvPr id="4264" name="Shape 4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65" name="Google Shape;4265;p184"/>
          <p:cNvSpPr txBox="1"/>
          <p:nvPr>
            <p:ph type="title"/>
          </p:nvPr>
        </p:nvSpPr>
        <p:spPr>
          <a:xfrm>
            <a:off x="3387900" y="758952"/>
            <a:ext cx="23682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266" name="Google Shape;4266;p184"/>
          <p:cNvSpPr txBox="1"/>
          <p:nvPr>
            <p:ph idx="1" type="subTitle"/>
          </p:nvPr>
        </p:nvSpPr>
        <p:spPr>
          <a:xfrm>
            <a:off x="1783125" y="1791144"/>
            <a:ext cx="5586600" cy="1340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45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267" name="Google Shape;4267;p184"/>
          <p:cNvSpPr/>
          <p:nvPr/>
        </p:nvSpPr>
        <p:spPr>
          <a:xfrm>
            <a:off x="-150975" y="3211475"/>
            <a:ext cx="4108725" cy="1933586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accen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68" name="Google Shape;4268;p184"/>
          <p:cNvSpPr/>
          <p:nvPr/>
        </p:nvSpPr>
        <p:spPr>
          <a:xfrm rot="5400000">
            <a:off x="7390582" y="3099598"/>
            <a:ext cx="2151033" cy="2157317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dk2">
              <a:alpha val="4018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69" name="Google Shape;4269;p184"/>
          <p:cNvSpPr/>
          <p:nvPr/>
        </p:nvSpPr>
        <p:spPr>
          <a:xfrm rot="10800000">
            <a:off x="-1291279" y="-1584618"/>
            <a:ext cx="3522302" cy="2810028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70" name="Google Shape;4270;p184"/>
          <p:cNvSpPr/>
          <p:nvPr/>
        </p:nvSpPr>
        <p:spPr>
          <a:xfrm flipH="1" rot="10800000">
            <a:off x="6343786" y="-381722"/>
            <a:ext cx="4164738" cy="1716675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71" name="Google Shape;4271;p184"/>
          <p:cNvGrpSpPr/>
          <p:nvPr/>
        </p:nvGrpSpPr>
        <p:grpSpPr>
          <a:xfrm rot="-5400000">
            <a:off x="8068180" y="1904209"/>
            <a:ext cx="244822" cy="221773"/>
            <a:chOff x="1640475" y="1197075"/>
            <a:chExt cx="55475" cy="50250"/>
          </a:xfrm>
        </p:grpSpPr>
        <p:sp>
          <p:nvSpPr>
            <p:cNvPr id="4272" name="Google Shape;4272;p18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18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18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75" name="Google Shape;4275;p184"/>
          <p:cNvSpPr/>
          <p:nvPr/>
        </p:nvSpPr>
        <p:spPr>
          <a:xfrm rot="912813">
            <a:off x="8372080" y="228912"/>
            <a:ext cx="529792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76" name="Google Shape;4276;p184"/>
          <p:cNvGrpSpPr/>
          <p:nvPr/>
        </p:nvGrpSpPr>
        <p:grpSpPr>
          <a:xfrm rot="-5400000">
            <a:off x="707399" y="439585"/>
            <a:ext cx="221772" cy="200884"/>
            <a:chOff x="1640475" y="1197075"/>
            <a:chExt cx="55475" cy="50250"/>
          </a:xfrm>
        </p:grpSpPr>
        <p:sp>
          <p:nvSpPr>
            <p:cNvPr id="4277" name="Google Shape;4277;p18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18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18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80" name="Google Shape;4280;p184"/>
          <p:cNvSpPr/>
          <p:nvPr/>
        </p:nvSpPr>
        <p:spPr>
          <a:xfrm rot="-651040">
            <a:off x="375788" y="1730465"/>
            <a:ext cx="884989" cy="20733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6">
  <p:cSld name="TITLE_AND_BODY_1_1_1_2_1_1">
    <p:spTree>
      <p:nvGrpSpPr>
        <p:cNvPr id="4281" name="Shape 4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82" name="Google Shape;4282;p185"/>
          <p:cNvSpPr txBox="1"/>
          <p:nvPr>
            <p:ph idx="1" type="body"/>
          </p:nvPr>
        </p:nvSpPr>
        <p:spPr>
          <a:xfrm>
            <a:off x="1201513" y="2904919"/>
            <a:ext cx="2453400" cy="36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04800" lvl="0" marL="4572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●"/>
              <a:defRPr sz="1800"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indent="-3048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048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048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048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048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048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048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048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283" name="Google Shape;4283;p185"/>
          <p:cNvSpPr txBox="1"/>
          <p:nvPr>
            <p:ph type="title"/>
          </p:nvPr>
        </p:nvSpPr>
        <p:spPr>
          <a:xfrm>
            <a:off x="3387900" y="758952"/>
            <a:ext cx="23682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284" name="Google Shape;4284;p185"/>
          <p:cNvSpPr txBox="1"/>
          <p:nvPr>
            <p:ph idx="2" type="subTitle"/>
          </p:nvPr>
        </p:nvSpPr>
        <p:spPr>
          <a:xfrm>
            <a:off x="1201513" y="1901717"/>
            <a:ext cx="2453400" cy="769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42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285" name="Google Shape;4285;p185"/>
          <p:cNvSpPr/>
          <p:nvPr/>
        </p:nvSpPr>
        <p:spPr>
          <a:xfrm flipH="1">
            <a:off x="7326560" y="3204833"/>
            <a:ext cx="2502288" cy="2607656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86" name="Google Shape;4286;p185"/>
          <p:cNvSpPr/>
          <p:nvPr/>
        </p:nvSpPr>
        <p:spPr>
          <a:xfrm flipH="1">
            <a:off x="-457025" y="3980076"/>
            <a:ext cx="2928340" cy="1246805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87" name="Google Shape;4287;p185"/>
          <p:cNvSpPr/>
          <p:nvPr/>
        </p:nvSpPr>
        <p:spPr>
          <a:xfrm flipH="1">
            <a:off x="6402777" y="-238032"/>
            <a:ext cx="3923803" cy="1058013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88" name="Google Shape;4288;p185"/>
          <p:cNvSpPr/>
          <p:nvPr/>
        </p:nvSpPr>
        <p:spPr>
          <a:xfrm>
            <a:off x="-1077816" y="-1599487"/>
            <a:ext cx="3390448" cy="2704882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89" name="Google Shape;4289;p185"/>
          <p:cNvGrpSpPr/>
          <p:nvPr/>
        </p:nvGrpSpPr>
        <p:grpSpPr>
          <a:xfrm rot="1800041">
            <a:off x="8030472" y="3933161"/>
            <a:ext cx="221773" cy="200885"/>
            <a:chOff x="1640475" y="1197075"/>
            <a:chExt cx="55475" cy="50250"/>
          </a:xfrm>
        </p:grpSpPr>
        <p:sp>
          <p:nvSpPr>
            <p:cNvPr id="4290" name="Google Shape;4290;p18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18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18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93" name="Google Shape;4293;p185"/>
          <p:cNvSpPr/>
          <p:nvPr/>
        </p:nvSpPr>
        <p:spPr>
          <a:xfrm rot="912813">
            <a:off x="6876280" y="709487"/>
            <a:ext cx="529792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94" name="Google Shape;4294;p185"/>
          <p:cNvGrpSpPr/>
          <p:nvPr/>
        </p:nvGrpSpPr>
        <p:grpSpPr>
          <a:xfrm rot="-5400000">
            <a:off x="506511" y="3478772"/>
            <a:ext cx="221772" cy="200884"/>
            <a:chOff x="1640475" y="1197075"/>
            <a:chExt cx="55475" cy="50250"/>
          </a:xfrm>
        </p:grpSpPr>
        <p:sp>
          <p:nvSpPr>
            <p:cNvPr id="4295" name="Google Shape;4295;p18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18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18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98" name="Google Shape;4298;p185"/>
          <p:cNvSpPr/>
          <p:nvPr/>
        </p:nvSpPr>
        <p:spPr>
          <a:xfrm rot="-9674336">
            <a:off x="1042315" y="-186608"/>
            <a:ext cx="609625" cy="955176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7">
  <p:cSld name="TITLE_AND_BODY_1_1_1_2_1_1_1">
    <p:spTree>
      <p:nvGrpSpPr>
        <p:cNvPr id="4299" name="Shape 4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0" name="Google Shape;4300;p186"/>
          <p:cNvSpPr txBox="1"/>
          <p:nvPr>
            <p:ph type="title"/>
          </p:nvPr>
        </p:nvSpPr>
        <p:spPr>
          <a:xfrm>
            <a:off x="3045650" y="758950"/>
            <a:ext cx="30528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301" name="Google Shape;4301;p186"/>
          <p:cNvSpPr txBox="1"/>
          <p:nvPr>
            <p:ph idx="1" type="subTitle"/>
          </p:nvPr>
        </p:nvSpPr>
        <p:spPr>
          <a:xfrm>
            <a:off x="3045700" y="2375375"/>
            <a:ext cx="3052800" cy="938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46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302" name="Google Shape;4302;p186"/>
          <p:cNvSpPr/>
          <p:nvPr/>
        </p:nvSpPr>
        <p:spPr>
          <a:xfrm>
            <a:off x="-96271" y="3523616"/>
            <a:ext cx="3937248" cy="1852861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dk2">
              <a:alpha val="4018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03" name="Google Shape;4303;p186"/>
          <p:cNvSpPr/>
          <p:nvPr/>
        </p:nvSpPr>
        <p:spPr>
          <a:xfrm rot="10800000">
            <a:off x="-615404" y="-1265593"/>
            <a:ext cx="3522302" cy="2810028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04" name="Google Shape;4304;p186"/>
          <p:cNvSpPr/>
          <p:nvPr/>
        </p:nvSpPr>
        <p:spPr>
          <a:xfrm flipH="1">
            <a:off x="7166298" y="2888852"/>
            <a:ext cx="2599602" cy="2709024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05" name="Google Shape;4305;p186"/>
          <p:cNvSpPr/>
          <p:nvPr/>
        </p:nvSpPr>
        <p:spPr>
          <a:xfrm flipH="1" rot="10800000">
            <a:off x="6379202" y="-224944"/>
            <a:ext cx="2946289" cy="1214439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06" name="Google Shape;4306;p186"/>
          <p:cNvGrpSpPr/>
          <p:nvPr/>
        </p:nvGrpSpPr>
        <p:grpSpPr>
          <a:xfrm rot="-9900030">
            <a:off x="7744384" y="3303414"/>
            <a:ext cx="215932" cy="195605"/>
            <a:chOff x="1640475" y="1197075"/>
            <a:chExt cx="55475" cy="50250"/>
          </a:xfrm>
        </p:grpSpPr>
        <p:sp>
          <p:nvSpPr>
            <p:cNvPr id="4307" name="Google Shape;4307;p18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18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18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10" name="Google Shape;4310;p186"/>
          <p:cNvSpPr/>
          <p:nvPr/>
        </p:nvSpPr>
        <p:spPr>
          <a:xfrm flipH="1" rot="-2121718">
            <a:off x="6738637" y="226323"/>
            <a:ext cx="888103" cy="20804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11" name="Google Shape;4311;p186"/>
          <p:cNvSpPr/>
          <p:nvPr/>
        </p:nvSpPr>
        <p:spPr>
          <a:xfrm flipH="1" rot="-10799883">
            <a:off x="2554097" y="4877148"/>
            <a:ext cx="545177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12" name="Google Shape;4312;p186"/>
          <p:cNvGrpSpPr/>
          <p:nvPr/>
        </p:nvGrpSpPr>
        <p:grpSpPr>
          <a:xfrm rot="6300061">
            <a:off x="847794" y="268463"/>
            <a:ext cx="453875" cy="411156"/>
            <a:chOff x="1640475" y="1197075"/>
            <a:chExt cx="55475" cy="50250"/>
          </a:xfrm>
        </p:grpSpPr>
        <p:sp>
          <p:nvSpPr>
            <p:cNvPr id="4313" name="Google Shape;4313;p18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18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18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16" name="Google Shape;4316;p186"/>
          <p:cNvSpPr/>
          <p:nvPr/>
        </p:nvSpPr>
        <p:spPr>
          <a:xfrm rot="10800000">
            <a:off x="5828025" y="4022950"/>
            <a:ext cx="1167574" cy="854200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17" name="Google Shape;4317;p186"/>
          <p:cNvSpPr/>
          <p:nvPr/>
        </p:nvSpPr>
        <p:spPr>
          <a:xfrm flipH="1" rot="6566059">
            <a:off x="8815426" y="3103302"/>
            <a:ext cx="545172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18" name="Google Shape;4318;p186"/>
          <p:cNvSpPr/>
          <p:nvPr/>
        </p:nvSpPr>
        <p:spPr>
          <a:xfrm rot="-10431899">
            <a:off x="356617" y="1190894"/>
            <a:ext cx="733110" cy="1148601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8">
  <p:cSld name="TITLE_AND_BODY_1_1_1_2_1_1_1_1">
    <p:spTree>
      <p:nvGrpSpPr>
        <p:cNvPr id="4319" name="Shape 4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20" name="Google Shape;4320;p187"/>
          <p:cNvSpPr txBox="1"/>
          <p:nvPr>
            <p:ph idx="1" type="subTitle"/>
          </p:nvPr>
        </p:nvSpPr>
        <p:spPr>
          <a:xfrm>
            <a:off x="4775063" y="2355800"/>
            <a:ext cx="3095100" cy="1191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6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321" name="Google Shape;4321;p187"/>
          <p:cNvSpPr txBox="1"/>
          <p:nvPr>
            <p:ph type="title"/>
          </p:nvPr>
        </p:nvSpPr>
        <p:spPr>
          <a:xfrm>
            <a:off x="3068175" y="758950"/>
            <a:ext cx="30078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322" name="Google Shape;4322;p187"/>
          <p:cNvSpPr/>
          <p:nvPr/>
        </p:nvSpPr>
        <p:spPr>
          <a:xfrm flipH="1" rot="10800000">
            <a:off x="7052435" y="-342694"/>
            <a:ext cx="2387697" cy="2484758"/>
          </a:xfrm>
          <a:custGeom>
            <a:rect b="b" l="l" r="r" t="t"/>
            <a:pathLst>
              <a:path extrusionOk="0" h="15232" w="14637">
                <a:moveTo>
                  <a:pt x="11445" y="0"/>
                </a:moveTo>
                <a:cubicBezTo>
                  <a:pt x="11308" y="0"/>
                  <a:pt x="11172" y="12"/>
                  <a:pt x="11039" y="38"/>
                </a:cubicBezTo>
                <a:cubicBezTo>
                  <a:pt x="10644" y="116"/>
                  <a:pt x="10316" y="327"/>
                  <a:pt x="10145" y="596"/>
                </a:cubicBezTo>
                <a:cubicBezTo>
                  <a:pt x="9794" y="1152"/>
                  <a:pt x="10018" y="1791"/>
                  <a:pt x="9781" y="2367"/>
                </a:cubicBezTo>
                <a:cubicBezTo>
                  <a:pt x="9296" y="3551"/>
                  <a:pt x="6867" y="3019"/>
                  <a:pt x="6220" y="4123"/>
                </a:cubicBezTo>
                <a:cubicBezTo>
                  <a:pt x="6016" y="4474"/>
                  <a:pt x="6063" y="4867"/>
                  <a:pt x="6119" y="5237"/>
                </a:cubicBezTo>
                <a:cubicBezTo>
                  <a:pt x="6188" y="5684"/>
                  <a:pt x="6293" y="6128"/>
                  <a:pt x="6331" y="6578"/>
                </a:cubicBezTo>
                <a:cubicBezTo>
                  <a:pt x="6392" y="7292"/>
                  <a:pt x="6256" y="8099"/>
                  <a:pt x="5518" y="8624"/>
                </a:cubicBezTo>
                <a:cubicBezTo>
                  <a:pt x="4829" y="9115"/>
                  <a:pt x="3797" y="9174"/>
                  <a:pt x="2910" y="9343"/>
                </a:cubicBezTo>
                <a:cubicBezTo>
                  <a:pt x="2462" y="9427"/>
                  <a:pt x="2020" y="9543"/>
                  <a:pt x="1637" y="9735"/>
                </a:cubicBezTo>
                <a:cubicBezTo>
                  <a:pt x="1309" y="9901"/>
                  <a:pt x="1030" y="10112"/>
                  <a:pt x="810" y="10355"/>
                </a:cubicBezTo>
                <a:cubicBezTo>
                  <a:pt x="347" y="10864"/>
                  <a:pt x="157" y="11482"/>
                  <a:pt x="81" y="12082"/>
                </a:cubicBezTo>
                <a:cubicBezTo>
                  <a:pt x="1" y="12715"/>
                  <a:pt x="23" y="13379"/>
                  <a:pt x="158" y="14007"/>
                </a:cubicBezTo>
                <a:cubicBezTo>
                  <a:pt x="228" y="14329"/>
                  <a:pt x="371" y="14667"/>
                  <a:pt x="709" y="14896"/>
                </a:cubicBezTo>
                <a:cubicBezTo>
                  <a:pt x="1077" y="15146"/>
                  <a:pt x="1583" y="15204"/>
                  <a:pt x="2068" y="15214"/>
                </a:cubicBezTo>
                <a:cubicBezTo>
                  <a:pt x="2549" y="15226"/>
                  <a:pt x="3032" y="15229"/>
                  <a:pt x="3515" y="15229"/>
                </a:cubicBezTo>
                <a:cubicBezTo>
                  <a:pt x="4226" y="15229"/>
                  <a:pt x="4937" y="15222"/>
                  <a:pt x="5646" y="15222"/>
                </a:cubicBezTo>
                <a:cubicBezTo>
                  <a:pt x="5675" y="15222"/>
                  <a:pt x="5704" y="15222"/>
                  <a:pt x="5733" y="15222"/>
                </a:cubicBezTo>
                <a:lnTo>
                  <a:pt x="9469" y="15227"/>
                </a:lnTo>
                <a:cubicBezTo>
                  <a:pt x="10086" y="15228"/>
                  <a:pt x="10704" y="15228"/>
                  <a:pt x="11322" y="15229"/>
                </a:cubicBezTo>
                <a:cubicBezTo>
                  <a:pt x="11640" y="15230"/>
                  <a:pt x="11959" y="15231"/>
                  <a:pt x="12278" y="15231"/>
                </a:cubicBezTo>
                <a:cubicBezTo>
                  <a:pt x="12529" y="15231"/>
                  <a:pt x="12784" y="15225"/>
                  <a:pt x="13014" y="15145"/>
                </a:cubicBezTo>
                <a:cubicBezTo>
                  <a:pt x="13410" y="15008"/>
                  <a:pt x="13574" y="14685"/>
                  <a:pt x="13640" y="14388"/>
                </a:cubicBezTo>
                <a:cubicBezTo>
                  <a:pt x="13728" y="13988"/>
                  <a:pt x="13742" y="13577"/>
                  <a:pt x="13785" y="13173"/>
                </a:cubicBezTo>
                <a:cubicBezTo>
                  <a:pt x="13882" y="12264"/>
                  <a:pt x="13977" y="11357"/>
                  <a:pt x="14072" y="10449"/>
                </a:cubicBezTo>
                <a:cubicBezTo>
                  <a:pt x="14166" y="9541"/>
                  <a:pt x="14259" y="8633"/>
                  <a:pt x="14352" y="7724"/>
                </a:cubicBezTo>
                <a:cubicBezTo>
                  <a:pt x="14437" y="6875"/>
                  <a:pt x="14530" y="6026"/>
                  <a:pt x="14567" y="5174"/>
                </a:cubicBezTo>
                <a:cubicBezTo>
                  <a:pt x="14637" y="3541"/>
                  <a:pt x="14491" y="1869"/>
                  <a:pt x="13640" y="340"/>
                </a:cubicBezTo>
                <a:cubicBezTo>
                  <a:pt x="13611" y="289"/>
                  <a:pt x="13548" y="267"/>
                  <a:pt x="13488" y="267"/>
                </a:cubicBezTo>
                <a:cubicBezTo>
                  <a:pt x="13394" y="267"/>
                  <a:pt x="13305" y="319"/>
                  <a:pt x="13349" y="398"/>
                </a:cubicBezTo>
                <a:cubicBezTo>
                  <a:pt x="13385" y="461"/>
                  <a:pt x="13419" y="526"/>
                  <a:pt x="13452" y="589"/>
                </a:cubicBezTo>
                <a:cubicBezTo>
                  <a:pt x="13105" y="411"/>
                  <a:pt x="12738" y="253"/>
                  <a:pt x="12342" y="140"/>
                </a:cubicBezTo>
                <a:cubicBezTo>
                  <a:pt x="12060" y="59"/>
                  <a:pt x="11751" y="0"/>
                  <a:pt x="11445" y="0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23" name="Google Shape;4323;p187"/>
          <p:cNvSpPr/>
          <p:nvPr/>
        </p:nvSpPr>
        <p:spPr>
          <a:xfrm rot="10800000">
            <a:off x="-246461" y="4218971"/>
            <a:ext cx="2145942" cy="1053151"/>
          </a:xfrm>
          <a:custGeom>
            <a:rect b="b" l="l" r="r" t="t"/>
            <a:pathLst>
              <a:path extrusionOk="0" h="6456" w="13155">
                <a:moveTo>
                  <a:pt x="11275" y="1"/>
                </a:moveTo>
                <a:lnTo>
                  <a:pt x="11275" y="4"/>
                </a:lnTo>
                <a:lnTo>
                  <a:pt x="209" y="2"/>
                </a:lnTo>
                <a:cubicBezTo>
                  <a:pt x="185" y="57"/>
                  <a:pt x="164" y="111"/>
                  <a:pt x="145" y="167"/>
                </a:cubicBezTo>
                <a:cubicBezTo>
                  <a:pt x="138" y="184"/>
                  <a:pt x="132" y="203"/>
                  <a:pt x="127" y="221"/>
                </a:cubicBezTo>
                <a:cubicBezTo>
                  <a:pt x="59" y="429"/>
                  <a:pt x="18" y="643"/>
                  <a:pt x="6" y="860"/>
                </a:cubicBezTo>
                <a:cubicBezTo>
                  <a:pt x="0" y="984"/>
                  <a:pt x="3" y="1110"/>
                  <a:pt x="14" y="1233"/>
                </a:cubicBezTo>
                <a:cubicBezTo>
                  <a:pt x="16" y="1251"/>
                  <a:pt x="18" y="1270"/>
                  <a:pt x="20" y="1288"/>
                </a:cubicBezTo>
                <a:cubicBezTo>
                  <a:pt x="60" y="1638"/>
                  <a:pt x="172" y="1982"/>
                  <a:pt x="341" y="2300"/>
                </a:cubicBezTo>
                <a:cubicBezTo>
                  <a:pt x="351" y="2319"/>
                  <a:pt x="361" y="2337"/>
                  <a:pt x="371" y="2355"/>
                </a:cubicBezTo>
                <a:cubicBezTo>
                  <a:pt x="531" y="2642"/>
                  <a:pt x="740" y="2905"/>
                  <a:pt x="987" y="3134"/>
                </a:cubicBezTo>
                <a:cubicBezTo>
                  <a:pt x="1075" y="3217"/>
                  <a:pt x="1169" y="3295"/>
                  <a:pt x="1269" y="3368"/>
                </a:cubicBezTo>
                <a:cubicBezTo>
                  <a:pt x="1295" y="3387"/>
                  <a:pt x="1320" y="3405"/>
                  <a:pt x="1345" y="3422"/>
                </a:cubicBezTo>
                <a:cubicBezTo>
                  <a:pt x="1608" y="3604"/>
                  <a:pt x="1902" y="3745"/>
                  <a:pt x="2218" y="3827"/>
                </a:cubicBezTo>
                <a:cubicBezTo>
                  <a:pt x="2441" y="3883"/>
                  <a:pt x="2668" y="3908"/>
                  <a:pt x="2896" y="3908"/>
                </a:cubicBezTo>
                <a:cubicBezTo>
                  <a:pt x="3496" y="3908"/>
                  <a:pt x="4103" y="3734"/>
                  <a:pt x="4654" y="3501"/>
                </a:cubicBezTo>
                <a:cubicBezTo>
                  <a:pt x="4713" y="3476"/>
                  <a:pt x="4773" y="3450"/>
                  <a:pt x="4833" y="3424"/>
                </a:cubicBezTo>
                <a:cubicBezTo>
                  <a:pt x="4873" y="3406"/>
                  <a:pt x="4915" y="3387"/>
                  <a:pt x="4955" y="3369"/>
                </a:cubicBezTo>
                <a:cubicBezTo>
                  <a:pt x="5539" y="3105"/>
                  <a:pt x="6130" y="2820"/>
                  <a:pt x="6764" y="2820"/>
                </a:cubicBezTo>
                <a:cubicBezTo>
                  <a:pt x="6811" y="2820"/>
                  <a:pt x="6859" y="2822"/>
                  <a:pt x="6907" y="2825"/>
                </a:cubicBezTo>
                <a:cubicBezTo>
                  <a:pt x="7405" y="2860"/>
                  <a:pt x="7836" y="3071"/>
                  <a:pt x="8213" y="3369"/>
                </a:cubicBezTo>
                <a:cubicBezTo>
                  <a:pt x="8237" y="3387"/>
                  <a:pt x="8259" y="3405"/>
                  <a:pt x="8281" y="3424"/>
                </a:cubicBezTo>
                <a:cubicBezTo>
                  <a:pt x="8634" y="3715"/>
                  <a:pt x="8939" y="4078"/>
                  <a:pt x="9207" y="4436"/>
                </a:cubicBezTo>
                <a:cubicBezTo>
                  <a:pt x="9219" y="4454"/>
                  <a:pt x="9233" y="4472"/>
                  <a:pt x="9246" y="4490"/>
                </a:cubicBezTo>
                <a:cubicBezTo>
                  <a:pt x="9246" y="4490"/>
                  <a:pt x="9247" y="4490"/>
                  <a:pt x="9247" y="4491"/>
                </a:cubicBezTo>
                <a:cubicBezTo>
                  <a:pt x="9498" y="4831"/>
                  <a:pt x="9757" y="5189"/>
                  <a:pt x="10053" y="5504"/>
                </a:cubicBezTo>
                <a:cubicBezTo>
                  <a:pt x="10070" y="5523"/>
                  <a:pt x="10087" y="5541"/>
                  <a:pt x="10104" y="5559"/>
                </a:cubicBezTo>
                <a:cubicBezTo>
                  <a:pt x="10436" y="5901"/>
                  <a:pt x="10812" y="6189"/>
                  <a:pt x="11272" y="6342"/>
                </a:cubicBezTo>
                <a:cubicBezTo>
                  <a:pt x="11292" y="6348"/>
                  <a:pt x="11311" y="6355"/>
                  <a:pt x="11333" y="6361"/>
                </a:cubicBezTo>
                <a:cubicBezTo>
                  <a:pt x="11361" y="6370"/>
                  <a:pt x="11391" y="6378"/>
                  <a:pt x="11420" y="6386"/>
                </a:cubicBezTo>
                <a:cubicBezTo>
                  <a:pt x="11605" y="6434"/>
                  <a:pt x="11791" y="6456"/>
                  <a:pt x="11976" y="6456"/>
                </a:cubicBezTo>
                <a:cubicBezTo>
                  <a:pt x="12384" y="6456"/>
                  <a:pt x="12786" y="6349"/>
                  <a:pt x="13154" y="6177"/>
                </a:cubicBezTo>
                <a:lnTo>
                  <a:pt x="13154" y="5505"/>
                </a:lnTo>
                <a:lnTo>
                  <a:pt x="13154" y="4492"/>
                </a:lnTo>
                <a:lnTo>
                  <a:pt x="13154" y="3371"/>
                </a:lnTo>
                <a:lnTo>
                  <a:pt x="13155" y="2358"/>
                </a:lnTo>
                <a:lnTo>
                  <a:pt x="13155" y="1236"/>
                </a:lnTo>
                <a:lnTo>
                  <a:pt x="13155" y="221"/>
                </a:lnTo>
                <a:lnTo>
                  <a:pt x="13155" y="5"/>
                </a:lnTo>
                <a:lnTo>
                  <a:pt x="11334" y="4"/>
                </a:lnTo>
                <a:lnTo>
                  <a:pt x="11334" y="1"/>
                </a:lnTo>
                <a:close/>
              </a:path>
            </a:pathLst>
          </a:custGeom>
          <a:solidFill>
            <a:schemeClr val="accen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24" name="Google Shape;4324;p187"/>
          <p:cNvSpPr/>
          <p:nvPr/>
        </p:nvSpPr>
        <p:spPr>
          <a:xfrm>
            <a:off x="-1526763" y="-342705"/>
            <a:ext cx="4706555" cy="1587067"/>
          </a:xfrm>
          <a:custGeom>
            <a:rect b="b" l="l" r="r" t="t"/>
            <a:pathLst>
              <a:path extrusionOk="0" h="9729" w="28852">
                <a:moveTo>
                  <a:pt x="27909" y="1"/>
                </a:moveTo>
                <a:cubicBezTo>
                  <a:pt x="27641" y="1"/>
                  <a:pt x="27359" y="65"/>
                  <a:pt x="27138" y="117"/>
                </a:cubicBezTo>
                <a:cubicBezTo>
                  <a:pt x="26393" y="292"/>
                  <a:pt x="25642" y="438"/>
                  <a:pt x="24886" y="556"/>
                </a:cubicBezTo>
                <a:cubicBezTo>
                  <a:pt x="23384" y="791"/>
                  <a:pt x="21867" y="918"/>
                  <a:pt x="20347" y="969"/>
                </a:cubicBezTo>
                <a:cubicBezTo>
                  <a:pt x="19779" y="988"/>
                  <a:pt x="19211" y="997"/>
                  <a:pt x="18643" y="997"/>
                </a:cubicBezTo>
                <a:cubicBezTo>
                  <a:pt x="16156" y="997"/>
                  <a:pt x="13669" y="829"/>
                  <a:pt x="11190" y="628"/>
                </a:cubicBezTo>
                <a:cubicBezTo>
                  <a:pt x="9660" y="504"/>
                  <a:pt x="8132" y="368"/>
                  <a:pt x="6601" y="249"/>
                </a:cubicBezTo>
                <a:cubicBezTo>
                  <a:pt x="5839" y="189"/>
                  <a:pt x="5076" y="132"/>
                  <a:pt x="4312" y="87"/>
                </a:cubicBezTo>
                <a:cubicBezTo>
                  <a:pt x="4099" y="75"/>
                  <a:pt x="3881" y="64"/>
                  <a:pt x="3664" y="64"/>
                </a:cubicBezTo>
                <a:cubicBezTo>
                  <a:pt x="3221" y="64"/>
                  <a:pt x="2777" y="107"/>
                  <a:pt x="2362" y="261"/>
                </a:cubicBezTo>
                <a:cubicBezTo>
                  <a:pt x="1198" y="695"/>
                  <a:pt x="625" y="1959"/>
                  <a:pt x="327" y="3085"/>
                </a:cubicBezTo>
                <a:cubicBezTo>
                  <a:pt x="51" y="4125"/>
                  <a:pt x="0" y="5240"/>
                  <a:pt x="241" y="6293"/>
                </a:cubicBezTo>
                <a:cubicBezTo>
                  <a:pt x="475" y="7320"/>
                  <a:pt x="1013" y="8271"/>
                  <a:pt x="1861" y="8911"/>
                </a:cubicBezTo>
                <a:cubicBezTo>
                  <a:pt x="2297" y="9241"/>
                  <a:pt x="2827" y="9490"/>
                  <a:pt x="3378" y="9490"/>
                </a:cubicBezTo>
                <a:cubicBezTo>
                  <a:pt x="3472" y="9490"/>
                  <a:pt x="3567" y="9482"/>
                  <a:pt x="3662" y="9467"/>
                </a:cubicBezTo>
                <a:cubicBezTo>
                  <a:pt x="4312" y="9361"/>
                  <a:pt x="4799" y="8877"/>
                  <a:pt x="5302" y="8495"/>
                </a:cubicBezTo>
                <a:cubicBezTo>
                  <a:pt x="5837" y="8088"/>
                  <a:pt x="6442" y="7738"/>
                  <a:pt x="7106" y="7594"/>
                </a:cubicBezTo>
                <a:cubicBezTo>
                  <a:pt x="7279" y="7557"/>
                  <a:pt x="7450" y="7538"/>
                  <a:pt x="7618" y="7538"/>
                </a:cubicBezTo>
                <a:cubicBezTo>
                  <a:pt x="8095" y="7538"/>
                  <a:pt x="8551" y="7686"/>
                  <a:pt x="8965" y="7966"/>
                </a:cubicBezTo>
                <a:cubicBezTo>
                  <a:pt x="9884" y="8588"/>
                  <a:pt x="10692" y="9729"/>
                  <a:pt x="11891" y="9729"/>
                </a:cubicBezTo>
                <a:cubicBezTo>
                  <a:pt x="11980" y="9729"/>
                  <a:pt x="12071" y="9723"/>
                  <a:pt x="12164" y="9709"/>
                </a:cubicBezTo>
                <a:cubicBezTo>
                  <a:pt x="13260" y="9554"/>
                  <a:pt x="13511" y="8401"/>
                  <a:pt x="13804" y="7521"/>
                </a:cubicBezTo>
                <a:cubicBezTo>
                  <a:pt x="13945" y="7099"/>
                  <a:pt x="14127" y="6643"/>
                  <a:pt x="14504" y="6377"/>
                </a:cubicBezTo>
                <a:cubicBezTo>
                  <a:pt x="14738" y="6212"/>
                  <a:pt x="15003" y="6142"/>
                  <a:pt x="15276" y="6142"/>
                </a:cubicBezTo>
                <a:cubicBezTo>
                  <a:pt x="15402" y="6142"/>
                  <a:pt x="15530" y="6157"/>
                  <a:pt x="15656" y="6184"/>
                </a:cubicBezTo>
                <a:cubicBezTo>
                  <a:pt x="16572" y="6381"/>
                  <a:pt x="17354" y="6961"/>
                  <a:pt x="18244" y="7232"/>
                </a:cubicBezTo>
                <a:cubicBezTo>
                  <a:pt x="18502" y="7311"/>
                  <a:pt x="18774" y="7363"/>
                  <a:pt x="19044" y="7363"/>
                </a:cubicBezTo>
                <a:cubicBezTo>
                  <a:pt x="19207" y="7363"/>
                  <a:pt x="19369" y="7344"/>
                  <a:pt x="19529" y="7301"/>
                </a:cubicBezTo>
                <a:cubicBezTo>
                  <a:pt x="19978" y="7178"/>
                  <a:pt x="20331" y="6877"/>
                  <a:pt x="20595" y="6501"/>
                </a:cubicBezTo>
                <a:cubicBezTo>
                  <a:pt x="21130" y="5738"/>
                  <a:pt x="21292" y="4712"/>
                  <a:pt x="21999" y="4070"/>
                </a:cubicBezTo>
                <a:cubicBezTo>
                  <a:pt x="22362" y="3741"/>
                  <a:pt x="22807" y="3634"/>
                  <a:pt x="23269" y="3634"/>
                </a:cubicBezTo>
                <a:cubicBezTo>
                  <a:pt x="23739" y="3634"/>
                  <a:pt x="24227" y="3745"/>
                  <a:pt x="24664" y="3849"/>
                </a:cubicBezTo>
                <a:cubicBezTo>
                  <a:pt x="25227" y="3981"/>
                  <a:pt x="25851" y="4166"/>
                  <a:pt x="26455" y="4166"/>
                </a:cubicBezTo>
                <a:cubicBezTo>
                  <a:pt x="26763" y="4166"/>
                  <a:pt x="27066" y="4118"/>
                  <a:pt x="27353" y="3990"/>
                </a:cubicBezTo>
                <a:cubicBezTo>
                  <a:pt x="28400" y="3523"/>
                  <a:pt x="28496" y="2313"/>
                  <a:pt x="28400" y="1304"/>
                </a:cubicBezTo>
                <a:cubicBezTo>
                  <a:pt x="28773" y="1190"/>
                  <a:pt x="28851" y="712"/>
                  <a:pt x="28673" y="381"/>
                </a:cubicBezTo>
                <a:cubicBezTo>
                  <a:pt x="28515" y="88"/>
                  <a:pt x="28221" y="1"/>
                  <a:pt x="27909" y="1"/>
                </a:cubicBezTo>
                <a:close/>
              </a:path>
            </a:pathLst>
          </a:custGeom>
          <a:solidFill>
            <a:schemeClr val="l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25" name="Google Shape;4325;p187"/>
          <p:cNvSpPr/>
          <p:nvPr/>
        </p:nvSpPr>
        <p:spPr>
          <a:xfrm flipH="1">
            <a:off x="5821100" y="3760534"/>
            <a:ext cx="3566130" cy="1460872"/>
          </a:xfrm>
          <a:custGeom>
            <a:rect b="b" l="l" r="r" t="t"/>
            <a:pathLst>
              <a:path extrusionOk="0" h="7088" w="21861">
                <a:moveTo>
                  <a:pt x="1470" y="1"/>
                </a:moveTo>
                <a:cubicBezTo>
                  <a:pt x="969" y="1"/>
                  <a:pt x="465" y="73"/>
                  <a:pt x="0" y="211"/>
                </a:cubicBezTo>
                <a:lnTo>
                  <a:pt x="0" y="7087"/>
                </a:lnTo>
                <a:lnTo>
                  <a:pt x="21860" y="7087"/>
                </a:lnTo>
                <a:cubicBezTo>
                  <a:pt x="21784" y="6987"/>
                  <a:pt x="21696" y="6892"/>
                  <a:pt x="21596" y="6806"/>
                </a:cubicBezTo>
                <a:cubicBezTo>
                  <a:pt x="21135" y="6406"/>
                  <a:pt x="20429" y="6167"/>
                  <a:pt x="19720" y="6167"/>
                </a:cubicBezTo>
                <a:cubicBezTo>
                  <a:pt x="19688" y="6167"/>
                  <a:pt x="19657" y="6168"/>
                  <a:pt x="19626" y="6169"/>
                </a:cubicBezTo>
                <a:cubicBezTo>
                  <a:pt x="19086" y="6184"/>
                  <a:pt x="18553" y="6331"/>
                  <a:pt x="18022" y="6331"/>
                </a:cubicBezTo>
                <a:cubicBezTo>
                  <a:pt x="17915" y="6331"/>
                  <a:pt x="17808" y="6325"/>
                  <a:pt x="17701" y="6311"/>
                </a:cubicBezTo>
                <a:cubicBezTo>
                  <a:pt x="17575" y="6294"/>
                  <a:pt x="17455" y="6267"/>
                  <a:pt x="17341" y="6232"/>
                </a:cubicBezTo>
                <a:cubicBezTo>
                  <a:pt x="17316" y="6223"/>
                  <a:pt x="17292" y="6216"/>
                  <a:pt x="17268" y="6207"/>
                </a:cubicBezTo>
                <a:cubicBezTo>
                  <a:pt x="16400" y="5904"/>
                  <a:pt x="15883" y="5118"/>
                  <a:pt x="15068" y="4680"/>
                </a:cubicBezTo>
                <a:cubicBezTo>
                  <a:pt x="14496" y="4373"/>
                  <a:pt x="13820" y="4258"/>
                  <a:pt x="13115" y="4258"/>
                </a:cubicBezTo>
                <a:cubicBezTo>
                  <a:pt x="12312" y="4258"/>
                  <a:pt x="11471" y="4408"/>
                  <a:pt x="10706" y="4596"/>
                </a:cubicBezTo>
                <a:cubicBezTo>
                  <a:pt x="10023" y="4765"/>
                  <a:pt x="9316" y="4959"/>
                  <a:pt x="8608" y="4959"/>
                </a:cubicBezTo>
                <a:cubicBezTo>
                  <a:pt x="8441" y="4959"/>
                  <a:pt x="8274" y="4948"/>
                  <a:pt x="8107" y="4924"/>
                </a:cubicBezTo>
                <a:cubicBezTo>
                  <a:pt x="6811" y="4733"/>
                  <a:pt x="5999" y="3788"/>
                  <a:pt x="5474" y="2893"/>
                </a:cubicBezTo>
                <a:cubicBezTo>
                  <a:pt x="4948" y="1997"/>
                  <a:pt x="4493" y="1003"/>
                  <a:pt x="3416" y="436"/>
                </a:cubicBezTo>
                <a:cubicBezTo>
                  <a:pt x="2851" y="140"/>
                  <a:pt x="2164" y="1"/>
                  <a:pt x="1470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26" name="Google Shape;4326;p187"/>
          <p:cNvSpPr/>
          <p:nvPr/>
        </p:nvSpPr>
        <p:spPr>
          <a:xfrm rot="-10446150">
            <a:off x="7301254" y="828711"/>
            <a:ext cx="605803" cy="14193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27" name="Google Shape;4327;p187"/>
          <p:cNvGrpSpPr/>
          <p:nvPr/>
        </p:nvGrpSpPr>
        <p:grpSpPr>
          <a:xfrm rot="5400000">
            <a:off x="1196997" y="633767"/>
            <a:ext cx="221772" cy="200884"/>
            <a:chOff x="1640475" y="1197075"/>
            <a:chExt cx="55475" cy="50250"/>
          </a:xfrm>
        </p:grpSpPr>
        <p:sp>
          <p:nvSpPr>
            <p:cNvPr id="4328" name="Google Shape;4328;p18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18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18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31" name="Google Shape;4331;p187"/>
          <p:cNvSpPr/>
          <p:nvPr/>
        </p:nvSpPr>
        <p:spPr>
          <a:xfrm rot="-834203">
            <a:off x="8546511" y="363435"/>
            <a:ext cx="993864" cy="1557213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32" name="Google Shape;4332;p187"/>
          <p:cNvSpPr/>
          <p:nvPr/>
        </p:nvSpPr>
        <p:spPr>
          <a:xfrm rot="9299609">
            <a:off x="6169067" y="4423007"/>
            <a:ext cx="580163" cy="13591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33" name="Google Shape;4333;p187"/>
          <p:cNvGrpSpPr/>
          <p:nvPr/>
        </p:nvGrpSpPr>
        <p:grpSpPr>
          <a:xfrm rot="5400000">
            <a:off x="7984661" y="4245497"/>
            <a:ext cx="221772" cy="200884"/>
            <a:chOff x="1640475" y="1197075"/>
            <a:chExt cx="55475" cy="50250"/>
          </a:xfrm>
        </p:grpSpPr>
        <p:sp>
          <p:nvSpPr>
            <p:cNvPr id="4334" name="Google Shape;4334;p18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18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18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37" name="Google Shape;4337;p187"/>
          <p:cNvGrpSpPr/>
          <p:nvPr/>
        </p:nvGrpSpPr>
        <p:grpSpPr>
          <a:xfrm rot="9243324">
            <a:off x="715625" y="4390515"/>
            <a:ext cx="221772" cy="200884"/>
            <a:chOff x="1640475" y="1197075"/>
            <a:chExt cx="55475" cy="50250"/>
          </a:xfrm>
        </p:grpSpPr>
        <p:sp>
          <p:nvSpPr>
            <p:cNvPr id="4338" name="Google Shape;4338;p18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18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18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41" name="Google Shape;4341;p187"/>
          <p:cNvSpPr/>
          <p:nvPr/>
        </p:nvSpPr>
        <p:spPr>
          <a:xfrm rot="6391521">
            <a:off x="90759" y="1137610"/>
            <a:ext cx="605799" cy="141934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2" name="Google Shape;4342;p187"/>
          <p:cNvSpPr/>
          <p:nvPr/>
        </p:nvSpPr>
        <p:spPr>
          <a:xfrm rot="-5211900">
            <a:off x="-288345" y="2736749"/>
            <a:ext cx="988852" cy="900801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9">
  <p:cSld name="TITLE_AND_BODY_1_1_1_2_1_1_1_1_1">
    <p:spTree>
      <p:nvGrpSpPr>
        <p:cNvPr id="4343" name="Shape 4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44" name="Google Shape;4344;p188"/>
          <p:cNvSpPr/>
          <p:nvPr/>
        </p:nvSpPr>
        <p:spPr>
          <a:xfrm rot="814705">
            <a:off x="1052129" y="-1383880"/>
            <a:ext cx="3177459" cy="2534962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l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5" name="Google Shape;4345;p188"/>
          <p:cNvSpPr/>
          <p:nvPr/>
        </p:nvSpPr>
        <p:spPr>
          <a:xfrm flipH="1">
            <a:off x="6627888" y="3318985"/>
            <a:ext cx="2665937" cy="2778151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6" name="Google Shape;4346;p188"/>
          <p:cNvSpPr/>
          <p:nvPr/>
        </p:nvSpPr>
        <p:spPr>
          <a:xfrm rot="-5400000">
            <a:off x="7233435" y="-351342"/>
            <a:ext cx="3021471" cy="1245429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accen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7" name="Google Shape;4347;p188"/>
          <p:cNvSpPr/>
          <p:nvPr/>
        </p:nvSpPr>
        <p:spPr>
          <a:xfrm rot="-5400000">
            <a:off x="-793653" y="3177741"/>
            <a:ext cx="2810710" cy="1223408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8" name="Google Shape;4348;p188"/>
          <p:cNvSpPr/>
          <p:nvPr/>
        </p:nvSpPr>
        <p:spPr>
          <a:xfrm rot="-906775">
            <a:off x="6090638" y="379274"/>
            <a:ext cx="605796" cy="14193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9" name="Google Shape;4349;p188"/>
          <p:cNvSpPr/>
          <p:nvPr/>
        </p:nvSpPr>
        <p:spPr>
          <a:xfrm rot="9965797">
            <a:off x="-318118" y="-18831"/>
            <a:ext cx="993864" cy="1557213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50" name="Google Shape;4350;p188"/>
          <p:cNvGrpSpPr/>
          <p:nvPr/>
        </p:nvGrpSpPr>
        <p:grpSpPr>
          <a:xfrm rot="1310449">
            <a:off x="8221027" y="1368344"/>
            <a:ext cx="251676" cy="227987"/>
            <a:chOff x="1640475" y="1197075"/>
            <a:chExt cx="55475" cy="50250"/>
          </a:xfrm>
        </p:grpSpPr>
        <p:sp>
          <p:nvSpPr>
            <p:cNvPr id="4351" name="Google Shape;4351;p18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18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18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54" name="Google Shape;4354;p188"/>
          <p:cNvGrpSpPr/>
          <p:nvPr/>
        </p:nvGrpSpPr>
        <p:grpSpPr>
          <a:xfrm rot="-6151375">
            <a:off x="1256890" y="4184201"/>
            <a:ext cx="251675" cy="227988"/>
            <a:chOff x="1640475" y="1197075"/>
            <a:chExt cx="55475" cy="50250"/>
          </a:xfrm>
        </p:grpSpPr>
        <p:sp>
          <p:nvSpPr>
            <p:cNvPr id="4355" name="Google Shape;4355;p18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18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18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58" name="Google Shape;4358;p188"/>
          <p:cNvGrpSpPr/>
          <p:nvPr/>
        </p:nvGrpSpPr>
        <p:grpSpPr>
          <a:xfrm rot="-6151375">
            <a:off x="3578215" y="336251"/>
            <a:ext cx="251675" cy="227988"/>
            <a:chOff x="1640475" y="1197075"/>
            <a:chExt cx="55475" cy="50250"/>
          </a:xfrm>
        </p:grpSpPr>
        <p:sp>
          <p:nvSpPr>
            <p:cNvPr id="4359" name="Google Shape;4359;p18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18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18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62" name="Google Shape;4362;p188"/>
          <p:cNvSpPr/>
          <p:nvPr/>
        </p:nvSpPr>
        <p:spPr>
          <a:xfrm rot="496725">
            <a:off x="6393888" y="4453034"/>
            <a:ext cx="605803" cy="14193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63" name="Google Shape;4363;p188"/>
          <p:cNvSpPr/>
          <p:nvPr/>
        </p:nvSpPr>
        <p:spPr>
          <a:xfrm rot="6293788">
            <a:off x="8351781" y="3151021"/>
            <a:ext cx="959267" cy="701802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64" name="Google Shape;4364;p188"/>
          <p:cNvSpPr txBox="1"/>
          <p:nvPr>
            <p:ph type="title"/>
          </p:nvPr>
        </p:nvSpPr>
        <p:spPr>
          <a:xfrm>
            <a:off x="2906875" y="1270638"/>
            <a:ext cx="3330300" cy="942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365" name="Google Shape;4365;p188"/>
          <p:cNvSpPr txBox="1"/>
          <p:nvPr>
            <p:ph idx="1" type="subTitle"/>
          </p:nvPr>
        </p:nvSpPr>
        <p:spPr>
          <a:xfrm>
            <a:off x="1982875" y="2912938"/>
            <a:ext cx="5178300" cy="111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6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0">
  <p:cSld name="TITLE_AND_BODY_1_1_1_2_1_1_1_1_1_1">
    <p:spTree>
      <p:nvGrpSpPr>
        <p:cNvPr id="4366" name="Shape 43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67" name="Google Shape;4367;p189"/>
          <p:cNvSpPr txBox="1"/>
          <p:nvPr>
            <p:ph type="title"/>
          </p:nvPr>
        </p:nvSpPr>
        <p:spPr>
          <a:xfrm>
            <a:off x="1693050" y="445025"/>
            <a:ext cx="5757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4368" name="Google Shape;4368;p189"/>
          <p:cNvSpPr txBox="1"/>
          <p:nvPr>
            <p:ph idx="1" type="body"/>
          </p:nvPr>
        </p:nvSpPr>
        <p:spPr>
          <a:xfrm>
            <a:off x="969788" y="1214050"/>
            <a:ext cx="3258600" cy="338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655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700"/>
              <a:buFont typeface="Gloria Hallelujah"/>
              <a:buChar char="●"/>
              <a:defRPr sz="1400">
                <a:latin typeface="Raleway"/>
                <a:ea typeface="Raleway"/>
                <a:cs typeface="Raleway"/>
                <a:sym typeface="Raleway"/>
              </a:defRPr>
            </a:lvl1pPr>
            <a:lvl2pPr indent="-3175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175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175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175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175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175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175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175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369" name="Google Shape;4369;p189"/>
          <p:cNvSpPr txBox="1"/>
          <p:nvPr>
            <p:ph idx="2" type="body"/>
          </p:nvPr>
        </p:nvSpPr>
        <p:spPr>
          <a:xfrm>
            <a:off x="4915613" y="1214050"/>
            <a:ext cx="3258600" cy="3389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655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700"/>
              <a:buFont typeface="Gloria Hallelujah"/>
              <a:buChar char="●"/>
              <a:defRPr sz="1400">
                <a:latin typeface="Raleway"/>
                <a:ea typeface="Raleway"/>
                <a:cs typeface="Raleway"/>
                <a:sym typeface="Raleway"/>
              </a:defRPr>
            </a:lvl1pPr>
            <a:lvl2pPr indent="-3175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175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175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175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175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175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175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175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370" name="Google Shape;4370;p189"/>
          <p:cNvSpPr/>
          <p:nvPr/>
        </p:nvSpPr>
        <p:spPr>
          <a:xfrm>
            <a:off x="6777626" y="-372150"/>
            <a:ext cx="3877467" cy="1370005"/>
          </a:xfrm>
          <a:custGeom>
            <a:rect b="b" l="l" r="r" t="t"/>
            <a:pathLst>
              <a:path extrusionOk="0" h="8613" w="24377">
                <a:moveTo>
                  <a:pt x="22626" y="1"/>
                </a:moveTo>
                <a:cubicBezTo>
                  <a:pt x="22431" y="1"/>
                  <a:pt x="22241" y="55"/>
                  <a:pt x="22058" y="101"/>
                </a:cubicBezTo>
                <a:cubicBezTo>
                  <a:pt x="21511" y="238"/>
                  <a:pt x="20953" y="349"/>
                  <a:pt x="20391" y="439"/>
                </a:cubicBezTo>
                <a:cubicBezTo>
                  <a:pt x="18472" y="743"/>
                  <a:pt x="16508" y="793"/>
                  <a:pt x="14552" y="793"/>
                </a:cubicBezTo>
                <a:cubicBezTo>
                  <a:pt x="14183" y="793"/>
                  <a:pt x="13813" y="791"/>
                  <a:pt x="13445" y="789"/>
                </a:cubicBezTo>
                <a:cubicBezTo>
                  <a:pt x="11020" y="775"/>
                  <a:pt x="8592" y="763"/>
                  <a:pt x="6170" y="648"/>
                </a:cubicBezTo>
                <a:cubicBezTo>
                  <a:pt x="4959" y="590"/>
                  <a:pt x="3748" y="506"/>
                  <a:pt x="2545" y="383"/>
                </a:cubicBezTo>
                <a:cubicBezTo>
                  <a:pt x="2238" y="351"/>
                  <a:pt x="1932" y="316"/>
                  <a:pt x="1627" y="279"/>
                </a:cubicBezTo>
                <a:cubicBezTo>
                  <a:pt x="1398" y="252"/>
                  <a:pt x="1163" y="215"/>
                  <a:pt x="930" y="215"/>
                </a:cubicBezTo>
                <a:cubicBezTo>
                  <a:pt x="895" y="215"/>
                  <a:pt x="861" y="215"/>
                  <a:pt x="827" y="217"/>
                </a:cubicBezTo>
                <a:cubicBezTo>
                  <a:pt x="405" y="240"/>
                  <a:pt x="13" y="441"/>
                  <a:pt x="5" y="792"/>
                </a:cubicBezTo>
                <a:cubicBezTo>
                  <a:pt x="1" y="936"/>
                  <a:pt x="84" y="1057"/>
                  <a:pt x="235" y="1138"/>
                </a:cubicBezTo>
                <a:cubicBezTo>
                  <a:pt x="259" y="1152"/>
                  <a:pt x="283" y="1157"/>
                  <a:pt x="305" y="1157"/>
                </a:cubicBezTo>
                <a:cubicBezTo>
                  <a:pt x="307" y="1157"/>
                  <a:pt x="309" y="1157"/>
                  <a:pt x="311" y="1157"/>
                </a:cubicBezTo>
                <a:lnTo>
                  <a:pt x="311" y="1157"/>
                </a:lnTo>
                <a:cubicBezTo>
                  <a:pt x="180" y="1807"/>
                  <a:pt x="426" y="2480"/>
                  <a:pt x="944" y="3003"/>
                </a:cubicBezTo>
                <a:cubicBezTo>
                  <a:pt x="1219" y="3281"/>
                  <a:pt x="1569" y="3518"/>
                  <a:pt x="1974" y="3679"/>
                </a:cubicBezTo>
                <a:cubicBezTo>
                  <a:pt x="2424" y="3858"/>
                  <a:pt x="2928" y="3933"/>
                  <a:pt x="3430" y="3957"/>
                </a:cubicBezTo>
                <a:cubicBezTo>
                  <a:pt x="3565" y="3964"/>
                  <a:pt x="3702" y="3967"/>
                  <a:pt x="3838" y="3967"/>
                </a:cubicBezTo>
                <a:cubicBezTo>
                  <a:pt x="4389" y="3967"/>
                  <a:pt x="4946" y="3924"/>
                  <a:pt x="5497" y="3924"/>
                </a:cubicBezTo>
                <a:cubicBezTo>
                  <a:pt x="5880" y="3924"/>
                  <a:pt x="6260" y="3944"/>
                  <a:pt x="6634" y="4014"/>
                </a:cubicBezTo>
                <a:cubicBezTo>
                  <a:pt x="7452" y="4167"/>
                  <a:pt x="8044" y="4590"/>
                  <a:pt x="8476" y="5128"/>
                </a:cubicBezTo>
                <a:cubicBezTo>
                  <a:pt x="8889" y="5644"/>
                  <a:pt x="9168" y="6215"/>
                  <a:pt x="9504" y="6761"/>
                </a:cubicBezTo>
                <a:cubicBezTo>
                  <a:pt x="9818" y="7272"/>
                  <a:pt x="10194" y="7795"/>
                  <a:pt x="10779" y="8153"/>
                </a:cubicBezTo>
                <a:cubicBezTo>
                  <a:pt x="11306" y="8477"/>
                  <a:pt x="11931" y="8612"/>
                  <a:pt x="12573" y="8612"/>
                </a:cubicBezTo>
                <a:cubicBezTo>
                  <a:pt x="12917" y="8612"/>
                  <a:pt x="13266" y="8573"/>
                  <a:pt x="13607" y="8503"/>
                </a:cubicBezTo>
                <a:cubicBezTo>
                  <a:pt x="14755" y="8264"/>
                  <a:pt x="15723" y="7708"/>
                  <a:pt x="16790" y="7327"/>
                </a:cubicBezTo>
                <a:cubicBezTo>
                  <a:pt x="17672" y="7012"/>
                  <a:pt x="18645" y="6819"/>
                  <a:pt x="19621" y="6819"/>
                </a:cubicBezTo>
                <a:cubicBezTo>
                  <a:pt x="19841" y="6819"/>
                  <a:pt x="20062" y="6829"/>
                  <a:pt x="20281" y="6849"/>
                </a:cubicBezTo>
                <a:cubicBezTo>
                  <a:pt x="21290" y="6943"/>
                  <a:pt x="22275" y="7285"/>
                  <a:pt x="22992" y="7844"/>
                </a:cubicBezTo>
                <a:cubicBezTo>
                  <a:pt x="23170" y="7982"/>
                  <a:pt x="23328" y="8133"/>
                  <a:pt x="23467" y="8296"/>
                </a:cubicBezTo>
                <a:cubicBezTo>
                  <a:pt x="23495" y="8329"/>
                  <a:pt x="23541" y="8346"/>
                  <a:pt x="23587" y="8346"/>
                </a:cubicBezTo>
                <a:cubicBezTo>
                  <a:pt x="23643" y="8346"/>
                  <a:pt x="23698" y="8320"/>
                  <a:pt x="23718" y="8271"/>
                </a:cubicBezTo>
                <a:cubicBezTo>
                  <a:pt x="24376" y="6550"/>
                  <a:pt x="24252" y="4734"/>
                  <a:pt x="23880" y="2982"/>
                </a:cubicBezTo>
                <a:cubicBezTo>
                  <a:pt x="23786" y="2536"/>
                  <a:pt x="23676" y="2093"/>
                  <a:pt x="23557" y="1650"/>
                </a:cubicBezTo>
                <a:cubicBezTo>
                  <a:pt x="23441" y="1217"/>
                  <a:pt x="23343" y="773"/>
                  <a:pt x="23189" y="348"/>
                </a:cubicBezTo>
                <a:cubicBezTo>
                  <a:pt x="23127" y="176"/>
                  <a:pt x="22987" y="38"/>
                  <a:pt x="22748" y="8"/>
                </a:cubicBezTo>
                <a:cubicBezTo>
                  <a:pt x="22707" y="3"/>
                  <a:pt x="22666" y="1"/>
                  <a:pt x="22626" y="1"/>
                </a:cubicBezTo>
                <a:close/>
              </a:path>
            </a:pathLst>
          </a:custGeom>
          <a:solidFill>
            <a:schemeClr val="dk2">
              <a:alpha val="4776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71" name="Google Shape;4371;p189"/>
          <p:cNvSpPr/>
          <p:nvPr/>
        </p:nvSpPr>
        <p:spPr>
          <a:xfrm flipH="1" rot="5400000">
            <a:off x="-477525" y="-353486"/>
            <a:ext cx="2068926" cy="2074970"/>
          </a:xfrm>
          <a:custGeom>
            <a:rect b="b" l="l" r="r" t="t"/>
            <a:pathLst>
              <a:path extrusionOk="0" h="13045" w="13007">
                <a:moveTo>
                  <a:pt x="11086" y="1"/>
                </a:moveTo>
                <a:cubicBezTo>
                  <a:pt x="10136" y="1"/>
                  <a:pt x="9220" y="578"/>
                  <a:pt x="8514" y="1160"/>
                </a:cubicBezTo>
                <a:cubicBezTo>
                  <a:pt x="7734" y="1801"/>
                  <a:pt x="7147" y="2603"/>
                  <a:pt x="6690" y="3499"/>
                </a:cubicBezTo>
                <a:cubicBezTo>
                  <a:pt x="6269" y="4325"/>
                  <a:pt x="5846" y="5241"/>
                  <a:pt x="4914" y="5581"/>
                </a:cubicBezTo>
                <a:cubicBezTo>
                  <a:pt x="3974" y="5923"/>
                  <a:pt x="2923" y="5759"/>
                  <a:pt x="2005" y="6187"/>
                </a:cubicBezTo>
                <a:cubicBezTo>
                  <a:pt x="1188" y="6570"/>
                  <a:pt x="602" y="7349"/>
                  <a:pt x="329" y="8196"/>
                </a:cubicBezTo>
                <a:cubicBezTo>
                  <a:pt x="1" y="9208"/>
                  <a:pt x="140" y="10320"/>
                  <a:pt x="509" y="11301"/>
                </a:cubicBezTo>
                <a:cubicBezTo>
                  <a:pt x="597" y="11534"/>
                  <a:pt x="989" y="11993"/>
                  <a:pt x="1051" y="11993"/>
                </a:cubicBezTo>
                <a:cubicBezTo>
                  <a:pt x="1057" y="11993"/>
                  <a:pt x="1060" y="11988"/>
                  <a:pt x="1059" y="11977"/>
                </a:cubicBezTo>
                <a:lnTo>
                  <a:pt x="1059" y="11977"/>
                </a:lnTo>
                <a:cubicBezTo>
                  <a:pt x="1717" y="12454"/>
                  <a:pt x="2513" y="12576"/>
                  <a:pt x="3318" y="12576"/>
                </a:cubicBezTo>
                <a:cubicBezTo>
                  <a:pt x="3796" y="12576"/>
                  <a:pt x="4277" y="12533"/>
                  <a:pt x="4735" y="12495"/>
                </a:cubicBezTo>
                <a:cubicBezTo>
                  <a:pt x="5450" y="12436"/>
                  <a:pt x="6168" y="12406"/>
                  <a:pt x="6885" y="12406"/>
                </a:cubicBezTo>
                <a:cubicBezTo>
                  <a:pt x="7827" y="12406"/>
                  <a:pt x="8769" y="12458"/>
                  <a:pt x="9706" y="12564"/>
                </a:cubicBezTo>
                <a:cubicBezTo>
                  <a:pt x="10641" y="12670"/>
                  <a:pt x="11568" y="12831"/>
                  <a:pt x="12485" y="13041"/>
                </a:cubicBezTo>
                <a:cubicBezTo>
                  <a:pt x="12495" y="13043"/>
                  <a:pt x="12505" y="13045"/>
                  <a:pt x="12515" y="13045"/>
                </a:cubicBezTo>
                <a:cubicBezTo>
                  <a:pt x="12578" y="13045"/>
                  <a:pt x="12630" y="12997"/>
                  <a:pt x="12632" y="12929"/>
                </a:cubicBezTo>
                <a:lnTo>
                  <a:pt x="12879" y="5509"/>
                </a:lnTo>
                <a:cubicBezTo>
                  <a:pt x="12900" y="4891"/>
                  <a:pt x="12920" y="4272"/>
                  <a:pt x="12940" y="3654"/>
                </a:cubicBezTo>
                <a:cubicBezTo>
                  <a:pt x="12960" y="3073"/>
                  <a:pt x="13006" y="2485"/>
                  <a:pt x="12985" y="1903"/>
                </a:cubicBezTo>
                <a:cubicBezTo>
                  <a:pt x="12967" y="1412"/>
                  <a:pt x="12856" y="914"/>
                  <a:pt x="12502" y="551"/>
                </a:cubicBezTo>
                <a:cubicBezTo>
                  <a:pt x="12188" y="228"/>
                  <a:pt x="11746" y="54"/>
                  <a:pt x="11303" y="11"/>
                </a:cubicBezTo>
                <a:cubicBezTo>
                  <a:pt x="11230" y="4"/>
                  <a:pt x="11158" y="1"/>
                  <a:pt x="11086" y="1"/>
                </a:cubicBezTo>
                <a:close/>
              </a:path>
            </a:pathLst>
          </a:custGeom>
          <a:solidFill>
            <a:schemeClr val="accent1">
              <a:alpha val="598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72" name="Google Shape;4372;p189"/>
          <p:cNvSpPr/>
          <p:nvPr/>
        </p:nvSpPr>
        <p:spPr>
          <a:xfrm flipH="1">
            <a:off x="5696165" y="4019619"/>
            <a:ext cx="4163302" cy="2268390"/>
          </a:xfrm>
          <a:custGeom>
            <a:rect b="b" l="l" r="r" t="t"/>
            <a:pathLst>
              <a:path extrusionOk="0" h="14261" w="26174">
                <a:moveTo>
                  <a:pt x="4863" y="0"/>
                </a:moveTo>
                <a:cubicBezTo>
                  <a:pt x="4600" y="0"/>
                  <a:pt x="4337" y="25"/>
                  <a:pt x="4079" y="86"/>
                </a:cubicBezTo>
                <a:cubicBezTo>
                  <a:pt x="3577" y="206"/>
                  <a:pt x="3127" y="469"/>
                  <a:pt x="2736" y="803"/>
                </a:cubicBezTo>
                <a:cubicBezTo>
                  <a:pt x="1930" y="1492"/>
                  <a:pt x="1836" y="3135"/>
                  <a:pt x="799" y="3280"/>
                </a:cubicBezTo>
                <a:cubicBezTo>
                  <a:pt x="128" y="3374"/>
                  <a:pt x="0" y="4462"/>
                  <a:pt x="66" y="4462"/>
                </a:cubicBezTo>
                <a:cubicBezTo>
                  <a:pt x="68" y="4462"/>
                  <a:pt x="70" y="4461"/>
                  <a:pt x="72" y="4459"/>
                </a:cubicBezTo>
                <a:lnTo>
                  <a:pt x="72" y="4459"/>
                </a:lnTo>
                <a:cubicBezTo>
                  <a:pt x="67" y="5698"/>
                  <a:pt x="63" y="6939"/>
                  <a:pt x="59" y="8179"/>
                </a:cubicBezTo>
                <a:cubicBezTo>
                  <a:pt x="56" y="8831"/>
                  <a:pt x="53" y="9483"/>
                  <a:pt x="51" y="10135"/>
                </a:cubicBezTo>
                <a:cubicBezTo>
                  <a:pt x="50" y="10457"/>
                  <a:pt x="49" y="10777"/>
                  <a:pt x="48" y="11099"/>
                </a:cubicBezTo>
                <a:cubicBezTo>
                  <a:pt x="47" y="11393"/>
                  <a:pt x="48" y="11687"/>
                  <a:pt x="100" y="11976"/>
                </a:cubicBezTo>
                <a:cubicBezTo>
                  <a:pt x="186" y="12456"/>
                  <a:pt x="458" y="12928"/>
                  <a:pt x="933" y="13108"/>
                </a:cubicBezTo>
                <a:cubicBezTo>
                  <a:pt x="1033" y="13146"/>
                  <a:pt x="1145" y="13169"/>
                  <a:pt x="1252" y="13169"/>
                </a:cubicBezTo>
                <a:cubicBezTo>
                  <a:pt x="1254" y="13169"/>
                  <a:pt x="1257" y="13169"/>
                  <a:pt x="1259" y="13169"/>
                </a:cubicBezTo>
                <a:cubicBezTo>
                  <a:pt x="1388" y="13167"/>
                  <a:pt x="1479" y="13054"/>
                  <a:pt x="1583" y="12989"/>
                </a:cubicBezTo>
                <a:cubicBezTo>
                  <a:pt x="1788" y="12861"/>
                  <a:pt x="2013" y="12777"/>
                  <a:pt x="2247" y="12724"/>
                </a:cubicBezTo>
                <a:cubicBezTo>
                  <a:pt x="2483" y="12671"/>
                  <a:pt x="2724" y="12651"/>
                  <a:pt x="2966" y="12651"/>
                </a:cubicBezTo>
                <a:cubicBezTo>
                  <a:pt x="3233" y="12651"/>
                  <a:pt x="3501" y="12676"/>
                  <a:pt x="3763" y="12707"/>
                </a:cubicBezTo>
                <a:cubicBezTo>
                  <a:pt x="4310" y="12772"/>
                  <a:pt x="4853" y="12875"/>
                  <a:pt x="5400" y="12938"/>
                </a:cubicBezTo>
                <a:cubicBezTo>
                  <a:pt x="6669" y="13085"/>
                  <a:pt x="7946" y="13111"/>
                  <a:pt x="9219" y="13205"/>
                </a:cubicBezTo>
                <a:cubicBezTo>
                  <a:pt x="9860" y="13253"/>
                  <a:pt x="10500" y="13317"/>
                  <a:pt x="11134" y="13424"/>
                </a:cubicBezTo>
                <a:cubicBezTo>
                  <a:pt x="11749" y="13526"/>
                  <a:pt x="12358" y="13663"/>
                  <a:pt x="12967" y="13796"/>
                </a:cubicBezTo>
                <a:cubicBezTo>
                  <a:pt x="14136" y="14051"/>
                  <a:pt x="15300" y="14261"/>
                  <a:pt x="16498" y="14261"/>
                </a:cubicBezTo>
                <a:cubicBezTo>
                  <a:pt x="16552" y="14261"/>
                  <a:pt x="16606" y="14260"/>
                  <a:pt x="16660" y="14259"/>
                </a:cubicBezTo>
                <a:cubicBezTo>
                  <a:pt x="17953" y="14238"/>
                  <a:pt x="19236" y="14050"/>
                  <a:pt x="20525" y="13980"/>
                </a:cubicBezTo>
                <a:cubicBezTo>
                  <a:pt x="21615" y="13919"/>
                  <a:pt x="22718" y="13973"/>
                  <a:pt x="23796" y="13769"/>
                </a:cubicBezTo>
                <a:cubicBezTo>
                  <a:pt x="24313" y="13670"/>
                  <a:pt x="24820" y="13506"/>
                  <a:pt x="25277" y="13242"/>
                </a:cubicBezTo>
                <a:cubicBezTo>
                  <a:pt x="25711" y="12992"/>
                  <a:pt x="26148" y="12628"/>
                  <a:pt x="26165" y="12087"/>
                </a:cubicBezTo>
                <a:cubicBezTo>
                  <a:pt x="26174" y="11806"/>
                  <a:pt x="26071" y="11536"/>
                  <a:pt x="25960" y="11284"/>
                </a:cubicBezTo>
                <a:cubicBezTo>
                  <a:pt x="25831" y="10995"/>
                  <a:pt x="25692" y="10711"/>
                  <a:pt x="25556" y="10424"/>
                </a:cubicBezTo>
                <a:cubicBezTo>
                  <a:pt x="25280" y="9836"/>
                  <a:pt x="25017" y="9241"/>
                  <a:pt x="24726" y="8660"/>
                </a:cubicBezTo>
                <a:cubicBezTo>
                  <a:pt x="24617" y="8443"/>
                  <a:pt x="24475" y="8244"/>
                  <a:pt x="24244" y="8148"/>
                </a:cubicBezTo>
                <a:cubicBezTo>
                  <a:pt x="23992" y="8043"/>
                  <a:pt x="23700" y="8056"/>
                  <a:pt x="23431" y="8053"/>
                </a:cubicBezTo>
                <a:cubicBezTo>
                  <a:pt x="23345" y="8052"/>
                  <a:pt x="23259" y="8052"/>
                  <a:pt x="23173" y="8052"/>
                </a:cubicBezTo>
                <a:cubicBezTo>
                  <a:pt x="22618" y="8052"/>
                  <a:pt x="22062" y="8075"/>
                  <a:pt x="21508" y="8122"/>
                </a:cubicBezTo>
                <a:cubicBezTo>
                  <a:pt x="20999" y="8165"/>
                  <a:pt x="20489" y="8243"/>
                  <a:pt x="19978" y="8243"/>
                </a:cubicBezTo>
                <a:cubicBezTo>
                  <a:pt x="19867" y="8243"/>
                  <a:pt x="19756" y="8239"/>
                  <a:pt x="19645" y="8231"/>
                </a:cubicBezTo>
                <a:cubicBezTo>
                  <a:pt x="19110" y="8189"/>
                  <a:pt x="18609" y="8002"/>
                  <a:pt x="18163" y="7708"/>
                </a:cubicBezTo>
                <a:cubicBezTo>
                  <a:pt x="17269" y="7121"/>
                  <a:pt x="16691" y="6224"/>
                  <a:pt x="16067" y="5381"/>
                </a:cubicBezTo>
                <a:cubicBezTo>
                  <a:pt x="15751" y="4955"/>
                  <a:pt x="15397" y="4546"/>
                  <a:pt x="14929" y="4285"/>
                </a:cubicBezTo>
                <a:cubicBezTo>
                  <a:pt x="14463" y="4025"/>
                  <a:pt x="13935" y="3920"/>
                  <a:pt x="13408" y="3879"/>
                </a:cubicBezTo>
                <a:cubicBezTo>
                  <a:pt x="13154" y="3860"/>
                  <a:pt x="12899" y="3855"/>
                  <a:pt x="12643" y="3855"/>
                </a:cubicBezTo>
                <a:cubicBezTo>
                  <a:pt x="12450" y="3855"/>
                  <a:pt x="12257" y="3858"/>
                  <a:pt x="12064" y="3858"/>
                </a:cubicBezTo>
                <a:cubicBezTo>
                  <a:pt x="11487" y="3858"/>
                  <a:pt x="10912" y="3836"/>
                  <a:pt x="10354" y="3664"/>
                </a:cubicBezTo>
                <a:cubicBezTo>
                  <a:pt x="9893" y="3522"/>
                  <a:pt x="9465" y="3265"/>
                  <a:pt x="9185" y="2863"/>
                </a:cubicBezTo>
                <a:cubicBezTo>
                  <a:pt x="8887" y="2436"/>
                  <a:pt x="8747" y="1924"/>
                  <a:pt x="8473" y="1483"/>
                </a:cubicBezTo>
                <a:cubicBezTo>
                  <a:pt x="7915" y="585"/>
                  <a:pt x="6844" y="273"/>
                  <a:pt x="5861" y="99"/>
                </a:cubicBezTo>
                <a:cubicBezTo>
                  <a:pt x="5533" y="41"/>
                  <a:pt x="5197" y="0"/>
                  <a:pt x="4863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73" name="Google Shape;4373;p189"/>
          <p:cNvSpPr/>
          <p:nvPr/>
        </p:nvSpPr>
        <p:spPr>
          <a:xfrm rot="2024276">
            <a:off x="8338770" y="842317"/>
            <a:ext cx="755189" cy="17692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74" name="Google Shape;4374;p189"/>
          <p:cNvGrpSpPr/>
          <p:nvPr/>
        </p:nvGrpSpPr>
        <p:grpSpPr>
          <a:xfrm>
            <a:off x="6928061" y="349247"/>
            <a:ext cx="221772" cy="200884"/>
            <a:chOff x="1640475" y="1197075"/>
            <a:chExt cx="55475" cy="50250"/>
          </a:xfrm>
        </p:grpSpPr>
        <p:sp>
          <p:nvSpPr>
            <p:cNvPr id="4375" name="Google Shape;4375;p18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18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18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8" name="Google Shape;4378;p189"/>
          <p:cNvGrpSpPr/>
          <p:nvPr/>
        </p:nvGrpSpPr>
        <p:grpSpPr>
          <a:xfrm rot="10468240">
            <a:off x="1666764" y="197950"/>
            <a:ext cx="221772" cy="200884"/>
            <a:chOff x="1640475" y="1197075"/>
            <a:chExt cx="55475" cy="50250"/>
          </a:xfrm>
        </p:grpSpPr>
        <p:sp>
          <p:nvSpPr>
            <p:cNvPr id="4379" name="Google Shape;4379;p18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18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18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82" name="Google Shape;4382;p189"/>
          <p:cNvGrpSpPr/>
          <p:nvPr/>
        </p:nvGrpSpPr>
        <p:grpSpPr>
          <a:xfrm rot="3155490">
            <a:off x="7186097" y="4770947"/>
            <a:ext cx="221774" cy="200886"/>
            <a:chOff x="1640475" y="1197075"/>
            <a:chExt cx="55475" cy="50250"/>
          </a:xfrm>
        </p:grpSpPr>
        <p:sp>
          <p:nvSpPr>
            <p:cNvPr id="4383" name="Google Shape;4383;p18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18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18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86" name="Google Shape;4386;p189"/>
          <p:cNvSpPr/>
          <p:nvPr/>
        </p:nvSpPr>
        <p:spPr>
          <a:xfrm flipH="1" rot="10800000">
            <a:off x="-59881" y="4256559"/>
            <a:ext cx="2299567" cy="1009729"/>
          </a:xfrm>
          <a:custGeom>
            <a:rect b="b" l="l" r="r" t="t"/>
            <a:pathLst>
              <a:path extrusionOk="0" h="6348" w="14457">
                <a:moveTo>
                  <a:pt x="0" y="1"/>
                </a:moveTo>
                <a:lnTo>
                  <a:pt x="0" y="6160"/>
                </a:lnTo>
                <a:cubicBezTo>
                  <a:pt x="307" y="6283"/>
                  <a:pt x="641" y="6348"/>
                  <a:pt x="972" y="6348"/>
                </a:cubicBezTo>
                <a:cubicBezTo>
                  <a:pt x="1431" y="6348"/>
                  <a:pt x="1886" y="6223"/>
                  <a:pt x="2259" y="5957"/>
                </a:cubicBezTo>
                <a:cubicBezTo>
                  <a:pt x="2971" y="5450"/>
                  <a:pt x="3272" y="4560"/>
                  <a:pt x="3620" y="3758"/>
                </a:cubicBezTo>
                <a:cubicBezTo>
                  <a:pt x="3967" y="2955"/>
                  <a:pt x="4504" y="2110"/>
                  <a:pt x="5362" y="1938"/>
                </a:cubicBezTo>
                <a:cubicBezTo>
                  <a:pt x="5472" y="1916"/>
                  <a:pt x="5582" y="1906"/>
                  <a:pt x="5692" y="1906"/>
                </a:cubicBezTo>
                <a:cubicBezTo>
                  <a:pt x="6160" y="1906"/>
                  <a:pt x="6628" y="2081"/>
                  <a:pt x="7080" y="2232"/>
                </a:cubicBezTo>
                <a:cubicBezTo>
                  <a:pt x="7585" y="2401"/>
                  <a:pt x="8141" y="2535"/>
                  <a:pt x="8672" y="2535"/>
                </a:cubicBezTo>
                <a:cubicBezTo>
                  <a:pt x="9138" y="2535"/>
                  <a:pt x="9586" y="2431"/>
                  <a:pt x="9965" y="2156"/>
                </a:cubicBezTo>
                <a:cubicBezTo>
                  <a:pt x="10504" y="1765"/>
                  <a:pt x="10846" y="1060"/>
                  <a:pt x="11419" y="789"/>
                </a:cubicBezTo>
                <a:lnTo>
                  <a:pt x="11420" y="789"/>
                </a:lnTo>
                <a:cubicBezTo>
                  <a:pt x="11436" y="781"/>
                  <a:pt x="11452" y="774"/>
                  <a:pt x="11469" y="767"/>
                </a:cubicBezTo>
                <a:cubicBezTo>
                  <a:pt x="11544" y="736"/>
                  <a:pt x="11623" y="712"/>
                  <a:pt x="11706" y="696"/>
                </a:cubicBezTo>
                <a:cubicBezTo>
                  <a:pt x="11777" y="683"/>
                  <a:pt x="11848" y="678"/>
                  <a:pt x="11919" y="678"/>
                </a:cubicBezTo>
                <a:cubicBezTo>
                  <a:pt x="12271" y="678"/>
                  <a:pt x="12623" y="809"/>
                  <a:pt x="12978" y="824"/>
                </a:cubicBezTo>
                <a:cubicBezTo>
                  <a:pt x="12999" y="824"/>
                  <a:pt x="13020" y="825"/>
                  <a:pt x="13041" y="825"/>
                </a:cubicBezTo>
                <a:cubicBezTo>
                  <a:pt x="13511" y="825"/>
                  <a:pt x="13977" y="611"/>
                  <a:pt x="14281" y="253"/>
                </a:cubicBezTo>
                <a:cubicBezTo>
                  <a:pt x="14348" y="175"/>
                  <a:pt x="14407" y="90"/>
                  <a:pt x="14457" y="1"/>
                </a:cubicBezTo>
                <a:close/>
              </a:path>
            </a:pathLst>
          </a:custGeom>
          <a:solidFill>
            <a:schemeClr val="l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87" name="Google Shape;4387;p189"/>
          <p:cNvSpPr/>
          <p:nvPr/>
        </p:nvSpPr>
        <p:spPr>
          <a:xfrm rot="-8833383">
            <a:off x="923277" y="4582056"/>
            <a:ext cx="1292676" cy="1177550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1">
  <p:cSld name="CUSTOM_6">
    <p:spTree>
      <p:nvGrpSpPr>
        <p:cNvPr id="4388" name="Shape 4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89" name="Google Shape;4389;p190"/>
          <p:cNvSpPr txBox="1"/>
          <p:nvPr>
            <p:ph hasCustomPrompt="1" type="title"/>
          </p:nvPr>
        </p:nvSpPr>
        <p:spPr>
          <a:xfrm>
            <a:off x="1453450" y="1418358"/>
            <a:ext cx="2751900" cy="1963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390" name="Google Shape;4390;p190"/>
          <p:cNvSpPr txBox="1"/>
          <p:nvPr>
            <p:ph idx="2" type="title"/>
          </p:nvPr>
        </p:nvSpPr>
        <p:spPr>
          <a:xfrm>
            <a:off x="4862088" y="1676222"/>
            <a:ext cx="3149400" cy="718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4391" name="Google Shape;4391;p190"/>
          <p:cNvSpPr txBox="1"/>
          <p:nvPr>
            <p:ph idx="3" type="title"/>
          </p:nvPr>
        </p:nvSpPr>
        <p:spPr>
          <a:xfrm>
            <a:off x="4862088" y="2535068"/>
            <a:ext cx="3149400" cy="41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1600"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4392" name="Google Shape;4392;p190"/>
          <p:cNvSpPr/>
          <p:nvPr/>
        </p:nvSpPr>
        <p:spPr>
          <a:xfrm flipH="1" rot="10800000">
            <a:off x="-426183" y="4147653"/>
            <a:ext cx="4076399" cy="1099141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93" name="Google Shape;4393;p190"/>
          <p:cNvSpPr/>
          <p:nvPr/>
        </p:nvSpPr>
        <p:spPr>
          <a:xfrm rot="9900019">
            <a:off x="7095004" y="-874636"/>
            <a:ext cx="2599579" cy="2709000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94" name="Google Shape;4394;p190"/>
          <p:cNvSpPr/>
          <p:nvPr/>
        </p:nvSpPr>
        <p:spPr>
          <a:xfrm rot="4851914">
            <a:off x="-1544179" y="-754466"/>
            <a:ext cx="3522283" cy="2810013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95" name="Google Shape;4395;p190"/>
          <p:cNvSpPr/>
          <p:nvPr/>
        </p:nvSpPr>
        <p:spPr>
          <a:xfrm flipH="1" rot="-5015029">
            <a:off x="7313217" y="3496321"/>
            <a:ext cx="2946331" cy="1214456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96" name="Google Shape;4396;p190"/>
          <p:cNvGrpSpPr/>
          <p:nvPr/>
        </p:nvGrpSpPr>
        <p:grpSpPr>
          <a:xfrm flipH="1" rot="-899970">
            <a:off x="1760784" y="4172269"/>
            <a:ext cx="215932" cy="195605"/>
            <a:chOff x="1640475" y="1197075"/>
            <a:chExt cx="55475" cy="50250"/>
          </a:xfrm>
        </p:grpSpPr>
        <p:sp>
          <p:nvSpPr>
            <p:cNvPr id="4397" name="Google Shape;4397;p19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19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19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0" name="Google Shape;4400;p190"/>
          <p:cNvGrpSpPr/>
          <p:nvPr/>
        </p:nvGrpSpPr>
        <p:grpSpPr>
          <a:xfrm flipH="1" rot="6649759">
            <a:off x="1641791" y="225957"/>
            <a:ext cx="279617" cy="253295"/>
            <a:chOff x="1640475" y="1197075"/>
            <a:chExt cx="55475" cy="50250"/>
          </a:xfrm>
        </p:grpSpPr>
        <p:sp>
          <p:nvSpPr>
            <p:cNvPr id="4401" name="Google Shape;4401;p19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19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19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04" name="Google Shape;4404;p190"/>
          <p:cNvSpPr/>
          <p:nvPr/>
        </p:nvSpPr>
        <p:spPr>
          <a:xfrm rot="-8678282">
            <a:off x="7640087" y="3913453"/>
            <a:ext cx="888103" cy="20804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05" name="Google Shape;4405;p190"/>
          <p:cNvSpPr/>
          <p:nvPr/>
        </p:nvSpPr>
        <p:spPr>
          <a:xfrm rot="4808201">
            <a:off x="359983" y="1957583"/>
            <a:ext cx="545173" cy="12771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06" name="Google Shape;4406;p190"/>
          <p:cNvGrpSpPr/>
          <p:nvPr/>
        </p:nvGrpSpPr>
        <p:grpSpPr>
          <a:xfrm flipH="1" rot="4499988">
            <a:off x="8640970" y="873713"/>
            <a:ext cx="290790" cy="263412"/>
            <a:chOff x="1640475" y="1197075"/>
            <a:chExt cx="55475" cy="50250"/>
          </a:xfrm>
        </p:grpSpPr>
        <p:sp>
          <p:nvSpPr>
            <p:cNvPr id="4407" name="Google Shape;4407;p19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19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19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TITLE_AND_BODY_1_1_1_1">
    <p:spTree>
      <p:nvGrpSpPr>
        <p:cNvPr id="4410" name="Shape 4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11" name="Google Shape;4411;p191"/>
          <p:cNvSpPr txBox="1"/>
          <p:nvPr>
            <p:ph idx="1" type="subTitle"/>
          </p:nvPr>
        </p:nvSpPr>
        <p:spPr>
          <a:xfrm flipH="1">
            <a:off x="1547694" y="3071081"/>
            <a:ext cx="3779400" cy="869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loria Hallelujah"/>
              <a:buNone/>
              <a:defRPr sz="16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412" name="Google Shape;4412;p191"/>
          <p:cNvSpPr txBox="1"/>
          <p:nvPr>
            <p:ph type="ctrTitle"/>
          </p:nvPr>
        </p:nvSpPr>
        <p:spPr>
          <a:xfrm flipH="1">
            <a:off x="1143650" y="1309006"/>
            <a:ext cx="4602300" cy="142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600"/>
              <a:buNone/>
              <a:defRPr sz="9600"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413" name="Google Shape;4413;p191"/>
          <p:cNvSpPr/>
          <p:nvPr/>
        </p:nvSpPr>
        <p:spPr>
          <a:xfrm>
            <a:off x="5548426" y="-346475"/>
            <a:ext cx="3877467" cy="1370005"/>
          </a:xfrm>
          <a:custGeom>
            <a:rect b="b" l="l" r="r" t="t"/>
            <a:pathLst>
              <a:path extrusionOk="0" h="8613" w="24377">
                <a:moveTo>
                  <a:pt x="22626" y="1"/>
                </a:moveTo>
                <a:cubicBezTo>
                  <a:pt x="22431" y="1"/>
                  <a:pt x="22241" y="55"/>
                  <a:pt x="22058" y="101"/>
                </a:cubicBezTo>
                <a:cubicBezTo>
                  <a:pt x="21511" y="238"/>
                  <a:pt x="20953" y="349"/>
                  <a:pt x="20391" y="439"/>
                </a:cubicBezTo>
                <a:cubicBezTo>
                  <a:pt x="18472" y="743"/>
                  <a:pt x="16508" y="793"/>
                  <a:pt x="14552" y="793"/>
                </a:cubicBezTo>
                <a:cubicBezTo>
                  <a:pt x="14183" y="793"/>
                  <a:pt x="13813" y="791"/>
                  <a:pt x="13445" y="789"/>
                </a:cubicBezTo>
                <a:cubicBezTo>
                  <a:pt x="11020" y="775"/>
                  <a:pt x="8592" y="763"/>
                  <a:pt x="6170" y="648"/>
                </a:cubicBezTo>
                <a:cubicBezTo>
                  <a:pt x="4959" y="590"/>
                  <a:pt x="3748" y="506"/>
                  <a:pt x="2545" y="383"/>
                </a:cubicBezTo>
                <a:cubicBezTo>
                  <a:pt x="2238" y="351"/>
                  <a:pt x="1932" y="316"/>
                  <a:pt x="1627" y="279"/>
                </a:cubicBezTo>
                <a:cubicBezTo>
                  <a:pt x="1398" y="252"/>
                  <a:pt x="1163" y="215"/>
                  <a:pt x="930" y="215"/>
                </a:cubicBezTo>
                <a:cubicBezTo>
                  <a:pt x="895" y="215"/>
                  <a:pt x="861" y="215"/>
                  <a:pt x="827" y="217"/>
                </a:cubicBezTo>
                <a:cubicBezTo>
                  <a:pt x="405" y="240"/>
                  <a:pt x="13" y="441"/>
                  <a:pt x="5" y="792"/>
                </a:cubicBezTo>
                <a:cubicBezTo>
                  <a:pt x="1" y="936"/>
                  <a:pt x="84" y="1057"/>
                  <a:pt x="235" y="1138"/>
                </a:cubicBezTo>
                <a:cubicBezTo>
                  <a:pt x="259" y="1152"/>
                  <a:pt x="283" y="1157"/>
                  <a:pt x="305" y="1157"/>
                </a:cubicBezTo>
                <a:cubicBezTo>
                  <a:pt x="307" y="1157"/>
                  <a:pt x="309" y="1157"/>
                  <a:pt x="311" y="1157"/>
                </a:cubicBezTo>
                <a:lnTo>
                  <a:pt x="311" y="1157"/>
                </a:lnTo>
                <a:cubicBezTo>
                  <a:pt x="180" y="1807"/>
                  <a:pt x="426" y="2480"/>
                  <a:pt x="944" y="3003"/>
                </a:cubicBezTo>
                <a:cubicBezTo>
                  <a:pt x="1219" y="3281"/>
                  <a:pt x="1569" y="3518"/>
                  <a:pt x="1974" y="3679"/>
                </a:cubicBezTo>
                <a:cubicBezTo>
                  <a:pt x="2424" y="3858"/>
                  <a:pt x="2928" y="3933"/>
                  <a:pt x="3430" y="3957"/>
                </a:cubicBezTo>
                <a:cubicBezTo>
                  <a:pt x="3565" y="3964"/>
                  <a:pt x="3702" y="3967"/>
                  <a:pt x="3838" y="3967"/>
                </a:cubicBezTo>
                <a:cubicBezTo>
                  <a:pt x="4389" y="3967"/>
                  <a:pt x="4946" y="3924"/>
                  <a:pt x="5497" y="3924"/>
                </a:cubicBezTo>
                <a:cubicBezTo>
                  <a:pt x="5880" y="3924"/>
                  <a:pt x="6260" y="3944"/>
                  <a:pt x="6634" y="4014"/>
                </a:cubicBezTo>
                <a:cubicBezTo>
                  <a:pt x="7452" y="4167"/>
                  <a:pt x="8044" y="4590"/>
                  <a:pt x="8476" y="5128"/>
                </a:cubicBezTo>
                <a:cubicBezTo>
                  <a:pt x="8889" y="5644"/>
                  <a:pt x="9168" y="6215"/>
                  <a:pt x="9504" y="6761"/>
                </a:cubicBezTo>
                <a:cubicBezTo>
                  <a:pt x="9818" y="7272"/>
                  <a:pt x="10194" y="7795"/>
                  <a:pt x="10779" y="8153"/>
                </a:cubicBezTo>
                <a:cubicBezTo>
                  <a:pt x="11306" y="8477"/>
                  <a:pt x="11931" y="8612"/>
                  <a:pt x="12573" y="8612"/>
                </a:cubicBezTo>
                <a:cubicBezTo>
                  <a:pt x="12917" y="8612"/>
                  <a:pt x="13266" y="8573"/>
                  <a:pt x="13607" y="8503"/>
                </a:cubicBezTo>
                <a:cubicBezTo>
                  <a:pt x="14755" y="8264"/>
                  <a:pt x="15723" y="7708"/>
                  <a:pt x="16790" y="7327"/>
                </a:cubicBezTo>
                <a:cubicBezTo>
                  <a:pt x="17672" y="7012"/>
                  <a:pt x="18645" y="6819"/>
                  <a:pt x="19621" y="6819"/>
                </a:cubicBezTo>
                <a:cubicBezTo>
                  <a:pt x="19841" y="6819"/>
                  <a:pt x="20062" y="6829"/>
                  <a:pt x="20281" y="6849"/>
                </a:cubicBezTo>
                <a:cubicBezTo>
                  <a:pt x="21290" y="6943"/>
                  <a:pt x="22275" y="7285"/>
                  <a:pt x="22992" y="7844"/>
                </a:cubicBezTo>
                <a:cubicBezTo>
                  <a:pt x="23170" y="7982"/>
                  <a:pt x="23328" y="8133"/>
                  <a:pt x="23467" y="8296"/>
                </a:cubicBezTo>
                <a:cubicBezTo>
                  <a:pt x="23495" y="8329"/>
                  <a:pt x="23541" y="8346"/>
                  <a:pt x="23587" y="8346"/>
                </a:cubicBezTo>
                <a:cubicBezTo>
                  <a:pt x="23643" y="8346"/>
                  <a:pt x="23698" y="8320"/>
                  <a:pt x="23718" y="8271"/>
                </a:cubicBezTo>
                <a:cubicBezTo>
                  <a:pt x="24376" y="6550"/>
                  <a:pt x="24252" y="4734"/>
                  <a:pt x="23880" y="2982"/>
                </a:cubicBezTo>
                <a:cubicBezTo>
                  <a:pt x="23786" y="2536"/>
                  <a:pt x="23676" y="2093"/>
                  <a:pt x="23557" y="1650"/>
                </a:cubicBezTo>
                <a:cubicBezTo>
                  <a:pt x="23441" y="1217"/>
                  <a:pt x="23343" y="773"/>
                  <a:pt x="23189" y="348"/>
                </a:cubicBezTo>
                <a:cubicBezTo>
                  <a:pt x="23127" y="176"/>
                  <a:pt x="22987" y="38"/>
                  <a:pt x="22748" y="8"/>
                </a:cubicBezTo>
                <a:cubicBezTo>
                  <a:pt x="22707" y="3"/>
                  <a:pt x="22666" y="1"/>
                  <a:pt x="22626" y="1"/>
                </a:cubicBezTo>
                <a:close/>
              </a:path>
            </a:pathLst>
          </a:custGeom>
          <a:solidFill>
            <a:schemeClr val="dk2">
              <a:alpha val="4776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4" name="Google Shape;4414;p191"/>
          <p:cNvSpPr/>
          <p:nvPr/>
        </p:nvSpPr>
        <p:spPr>
          <a:xfrm flipH="1" rot="5400000">
            <a:off x="-133350" y="-219449"/>
            <a:ext cx="2068926" cy="2074970"/>
          </a:xfrm>
          <a:custGeom>
            <a:rect b="b" l="l" r="r" t="t"/>
            <a:pathLst>
              <a:path extrusionOk="0" h="13045" w="13007">
                <a:moveTo>
                  <a:pt x="11086" y="1"/>
                </a:moveTo>
                <a:cubicBezTo>
                  <a:pt x="10136" y="1"/>
                  <a:pt x="9220" y="578"/>
                  <a:pt x="8514" y="1160"/>
                </a:cubicBezTo>
                <a:cubicBezTo>
                  <a:pt x="7734" y="1801"/>
                  <a:pt x="7147" y="2603"/>
                  <a:pt x="6690" y="3499"/>
                </a:cubicBezTo>
                <a:cubicBezTo>
                  <a:pt x="6269" y="4325"/>
                  <a:pt x="5846" y="5241"/>
                  <a:pt x="4914" y="5581"/>
                </a:cubicBezTo>
                <a:cubicBezTo>
                  <a:pt x="3974" y="5923"/>
                  <a:pt x="2923" y="5759"/>
                  <a:pt x="2005" y="6187"/>
                </a:cubicBezTo>
                <a:cubicBezTo>
                  <a:pt x="1188" y="6570"/>
                  <a:pt x="602" y="7349"/>
                  <a:pt x="329" y="8196"/>
                </a:cubicBezTo>
                <a:cubicBezTo>
                  <a:pt x="1" y="9208"/>
                  <a:pt x="140" y="10320"/>
                  <a:pt x="509" y="11301"/>
                </a:cubicBezTo>
                <a:cubicBezTo>
                  <a:pt x="597" y="11534"/>
                  <a:pt x="989" y="11993"/>
                  <a:pt x="1051" y="11993"/>
                </a:cubicBezTo>
                <a:cubicBezTo>
                  <a:pt x="1057" y="11993"/>
                  <a:pt x="1060" y="11988"/>
                  <a:pt x="1059" y="11977"/>
                </a:cubicBezTo>
                <a:lnTo>
                  <a:pt x="1059" y="11977"/>
                </a:lnTo>
                <a:cubicBezTo>
                  <a:pt x="1717" y="12454"/>
                  <a:pt x="2513" y="12576"/>
                  <a:pt x="3318" y="12576"/>
                </a:cubicBezTo>
                <a:cubicBezTo>
                  <a:pt x="3796" y="12576"/>
                  <a:pt x="4277" y="12533"/>
                  <a:pt x="4735" y="12495"/>
                </a:cubicBezTo>
                <a:cubicBezTo>
                  <a:pt x="5450" y="12436"/>
                  <a:pt x="6168" y="12406"/>
                  <a:pt x="6885" y="12406"/>
                </a:cubicBezTo>
                <a:cubicBezTo>
                  <a:pt x="7827" y="12406"/>
                  <a:pt x="8769" y="12458"/>
                  <a:pt x="9706" y="12564"/>
                </a:cubicBezTo>
                <a:cubicBezTo>
                  <a:pt x="10641" y="12670"/>
                  <a:pt x="11568" y="12831"/>
                  <a:pt x="12485" y="13041"/>
                </a:cubicBezTo>
                <a:cubicBezTo>
                  <a:pt x="12495" y="13043"/>
                  <a:pt x="12505" y="13045"/>
                  <a:pt x="12515" y="13045"/>
                </a:cubicBezTo>
                <a:cubicBezTo>
                  <a:pt x="12578" y="13045"/>
                  <a:pt x="12630" y="12997"/>
                  <a:pt x="12632" y="12929"/>
                </a:cubicBezTo>
                <a:lnTo>
                  <a:pt x="12879" y="5509"/>
                </a:lnTo>
                <a:cubicBezTo>
                  <a:pt x="12900" y="4891"/>
                  <a:pt x="12920" y="4272"/>
                  <a:pt x="12940" y="3654"/>
                </a:cubicBezTo>
                <a:cubicBezTo>
                  <a:pt x="12960" y="3073"/>
                  <a:pt x="13006" y="2485"/>
                  <a:pt x="12985" y="1903"/>
                </a:cubicBezTo>
                <a:cubicBezTo>
                  <a:pt x="12967" y="1412"/>
                  <a:pt x="12856" y="914"/>
                  <a:pt x="12502" y="551"/>
                </a:cubicBezTo>
                <a:cubicBezTo>
                  <a:pt x="12188" y="228"/>
                  <a:pt x="11746" y="54"/>
                  <a:pt x="11303" y="11"/>
                </a:cubicBezTo>
                <a:cubicBezTo>
                  <a:pt x="11230" y="4"/>
                  <a:pt x="11158" y="1"/>
                  <a:pt x="11086" y="1"/>
                </a:cubicBezTo>
                <a:close/>
              </a:path>
            </a:pathLst>
          </a:custGeom>
          <a:solidFill>
            <a:schemeClr val="accent1">
              <a:alpha val="598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5" name="Google Shape;4415;p191"/>
          <p:cNvSpPr/>
          <p:nvPr/>
        </p:nvSpPr>
        <p:spPr>
          <a:xfrm flipH="1" rot="10800000">
            <a:off x="-59881" y="4256559"/>
            <a:ext cx="2299567" cy="1009729"/>
          </a:xfrm>
          <a:custGeom>
            <a:rect b="b" l="l" r="r" t="t"/>
            <a:pathLst>
              <a:path extrusionOk="0" h="6348" w="14457">
                <a:moveTo>
                  <a:pt x="0" y="1"/>
                </a:moveTo>
                <a:lnTo>
                  <a:pt x="0" y="6160"/>
                </a:lnTo>
                <a:cubicBezTo>
                  <a:pt x="307" y="6283"/>
                  <a:pt x="641" y="6348"/>
                  <a:pt x="972" y="6348"/>
                </a:cubicBezTo>
                <a:cubicBezTo>
                  <a:pt x="1431" y="6348"/>
                  <a:pt x="1886" y="6223"/>
                  <a:pt x="2259" y="5957"/>
                </a:cubicBezTo>
                <a:cubicBezTo>
                  <a:pt x="2971" y="5450"/>
                  <a:pt x="3272" y="4560"/>
                  <a:pt x="3620" y="3758"/>
                </a:cubicBezTo>
                <a:cubicBezTo>
                  <a:pt x="3967" y="2955"/>
                  <a:pt x="4504" y="2110"/>
                  <a:pt x="5362" y="1938"/>
                </a:cubicBezTo>
                <a:cubicBezTo>
                  <a:pt x="5472" y="1916"/>
                  <a:pt x="5582" y="1906"/>
                  <a:pt x="5692" y="1906"/>
                </a:cubicBezTo>
                <a:cubicBezTo>
                  <a:pt x="6160" y="1906"/>
                  <a:pt x="6628" y="2081"/>
                  <a:pt x="7080" y="2232"/>
                </a:cubicBezTo>
                <a:cubicBezTo>
                  <a:pt x="7585" y="2401"/>
                  <a:pt x="8141" y="2535"/>
                  <a:pt x="8672" y="2535"/>
                </a:cubicBezTo>
                <a:cubicBezTo>
                  <a:pt x="9138" y="2535"/>
                  <a:pt x="9586" y="2431"/>
                  <a:pt x="9965" y="2156"/>
                </a:cubicBezTo>
                <a:cubicBezTo>
                  <a:pt x="10504" y="1765"/>
                  <a:pt x="10846" y="1060"/>
                  <a:pt x="11419" y="789"/>
                </a:cubicBezTo>
                <a:lnTo>
                  <a:pt x="11420" y="789"/>
                </a:lnTo>
                <a:cubicBezTo>
                  <a:pt x="11436" y="781"/>
                  <a:pt x="11452" y="774"/>
                  <a:pt x="11469" y="767"/>
                </a:cubicBezTo>
                <a:cubicBezTo>
                  <a:pt x="11544" y="736"/>
                  <a:pt x="11623" y="712"/>
                  <a:pt x="11706" y="696"/>
                </a:cubicBezTo>
                <a:cubicBezTo>
                  <a:pt x="11777" y="683"/>
                  <a:pt x="11848" y="678"/>
                  <a:pt x="11919" y="678"/>
                </a:cubicBezTo>
                <a:cubicBezTo>
                  <a:pt x="12271" y="678"/>
                  <a:pt x="12623" y="809"/>
                  <a:pt x="12978" y="824"/>
                </a:cubicBezTo>
                <a:cubicBezTo>
                  <a:pt x="12999" y="824"/>
                  <a:pt x="13020" y="825"/>
                  <a:pt x="13041" y="825"/>
                </a:cubicBezTo>
                <a:cubicBezTo>
                  <a:pt x="13511" y="825"/>
                  <a:pt x="13977" y="611"/>
                  <a:pt x="14281" y="253"/>
                </a:cubicBezTo>
                <a:cubicBezTo>
                  <a:pt x="14348" y="175"/>
                  <a:pt x="14407" y="90"/>
                  <a:pt x="14457" y="1"/>
                </a:cubicBezTo>
                <a:close/>
              </a:path>
            </a:pathLst>
          </a:custGeom>
          <a:solidFill>
            <a:schemeClr val="l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6" name="Google Shape;4416;p191"/>
          <p:cNvSpPr/>
          <p:nvPr/>
        </p:nvSpPr>
        <p:spPr>
          <a:xfrm flipH="1">
            <a:off x="5320140" y="3198044"/>
            <a:ext cx="4163302" cy="2268390"/>
          </a:xfrm>
          <a:custGeom>
            <a:rect b="b" l="l" r="r" t="t"/>
            <a:pathLst>
              <a:path extrusionOk="0" h="14261" w="26174">
                <a:moveTo>
                  <a:pt x="4863" y="0"/>
                </a:moveTo>
                <a:cubicBezTo>
                  <a:pt x="4600" y="0"/>
                  <a:pt x="4337" y="25"/>
                  <a:pt x="4079" y="86"/>
                </a:cubicBezTo>
                <a:cubicBezTo>
                  <a:pt x="3577" y="206"/>
                  <a:pt x="3127" y="469"/>
                  <a:pt x="2736" y="803"/>
                </a:cubicBezTo>
                <a:cubicBezTo>
                  <a:pt x="1930" y="1492"/>
                  <a:pt x="1836" y="3135"/>
                  <a:pt x="799" y="3280"/>
                </a:cubicBezTo>
                <a:cubicBezTo>
                  <a:pt x="128" y="3374"/>
                  <a:pt x="0" y="4462"/>
                  <a:pt x="66" y="4462"/>
                </a:cubicBezTo>
                <a:cubicBezTo>
                  <a:pt x="68" y="4462"/>
                  <a:pt x="70" y="4461"/>
                  <a:pt x="72" y="4459"/>
                </a:cubicBezTo>
                <a:lnTo>
                  <a:pt x="72" y="4459"/>
                </a:lnTo>
                <a:cubicBezTo>
                  <a:pt x="67" y="5698"/>
                  <a:pt x="63" y="6939"/>
                  <a:pt x="59" y="8179"/>
                </a:cubicBezTo>
                <a:cubicBezTo>
                  <a:pt x="56" y="8831"/>
                  <a:pt x="53" y="9483"/>
                  <a:pt x="51" y="10135"/>
                </a:cubicBezTo>
                <a:cubicBezTo>
                  <a:pt x="50" y="10457"/>
                  <a:pt x="49" y="10777"/>
                  <a:pt x="48" y="11099"/>
                </a:cubicBezTo>
                <a:cubicBezTo>
                  <a:pt x="47" y="11393"/>
                  <a:pt x="48" y="11687"/>
                  <a:pt x="100" y="11976"/>
                </a:cubicBezTo>
                <a:cubicBezTo>
                  <a:pt x="186" y="12456"/>
                  <a:pt x="458" y="12928"/>
                  <a:pt x="933" y="13108"/>
                </a:cubicBezTo>
                <a:cubicBezTo>
                  <a:pt x="1033" y="13146"/>
                  <a:pt x="1145" y="13169"/>
                  <a:pt x="1252" y="13169"/>
                </a:cubicBezTo>
                <a:cubicBezTo>
                  <a:pt x="1254" y="13169"/>
                  <a:pt x="1257" y="13169"/>
                  <a:pt x="1259" y="13169"/>
                </a:cubicBezTo>
                <a:cubicBezTo>
                  <a:pt x="1388" y="13167"/>
                  <a:pt x="1479" y="13054"/>
                  <a:pt x="1583" y="12989"/>
                </a:cubicBezTo>
                <a:cubicBezTo>
                  <a:pt x="1788" y="12861"/>
                  <a:pt x="2013" y="12777"/>
                  <a:pt x="2247" y="12724"/>
                </a:cubicBezTo>
                <a:cubicBezTo>
                  <a:pt x="2483" y="12671"/>
                  <a:pt x="2724" y="12651"/>
                  <a:pt x="2966" y="12651"/>
                </a:cubicBezTo>
                <a:cubicBezTo>
                  <a:pt x="3233" y="12651"/>
                  <a:pt x="3501" y="12676"/>
                  <a:pt x="3763" y="12707"/>
                </a:cubicBezTo>
                <a:cubicBezTo>
                  <a:pt x="4310" y="12772"/>
                  <a:pt x="4853" y="12875"/>
                  <a:pt x="5400" y="12938"/>
                </a:cubicBezTo>
                <a:cubicBezTo>
                  <a:pt x="6669" y="13085"/>
                  <a:pt x="7946" y="13111"/>
                  <a:pt x="9219" y="13205"/>
                </a:cubicBezTo>
                <a:cubicBezTo>
                  <a:pt x="9860" y="13253"/>
                  <a:pt x="10500" y="13317"/>
                  <a:pt x="11134" y="13424"/>
                </a:cubicBezTo>
                <a:cubicBezTo>
                  <a:pt x="11749" y="13526"/>
                  <a:pt x="12358" y="13663"/>
                  <a:pt x="12967" y="13796"/>
                </a:cubicBezTo>
                <a:cubicBezTo>
                  <a:pt x="14136" y="14051"/>
                  <a:pt x="15300" y="14261"/>
                  <a:pt x="16498" y="14261"/>
                </a:cubicBezTo>
                <a:cubicBezTo>
                  <a:pt x="16552" y="14261"/>
                  <a:pt x="16606" y="14260"/>
                  <a:pt x="16660" y="14259"/>
                </a:cubicBezTo>
                <a:cubicBezTo>
                  <a:pt x="17953" y="14238"/>
                  <a:pt x="19236" y="14050"/>
                  <a:pt x="20525" y="13980"/>
                </a:cubicBezTo>
                <a:cubicBezTo>
                  <a:pt x="21615" y="13919"/>
                  <a:pt x="22718" y="13973"/>
                  <a:pt x="23796" y="13769"/>
                </a:cubicBezTo>
                <a:cubicBezTo>
                  <a:pt x="24313" y="13670"/>
                  <a:pt x="24820" y="13506"/>
                  <a:pt x="25277" y="13242"/>
                </a:cubicBezTo>
                <a:cubicBezTo>
                  <a:pt x="25711" y="12992"/>
                  <a:pt x="26148" y="12628"/>
                  <a:pt x="26165" y="12087"/>
                </a:cubicBezTo>
                <a:cubicBezTo>
                  <a:pt x="26174" y="11806"/>
                  <a:pt x="26071" y="11536"/>
                  <a:pt x="25960" y="11284"/>
                </a:cubicBezTo>
                <a:cubicBezTo>
                  <a:pt x="25831" y="10995"/>
                  <a:pt x="25692" y="10711"/>
                  <a:pt x="25556" y="10424"/>
                </a:cubicBezTo>
                <a:cubicBezTo>
                  <a:pt x="25280" y="9836"/>
                  <a:pt x="25017" y="9241"/>
                  <a:pt x="24726" y="8660"/>
                </a:cubicBezTo>
                <a:cubicBezTo>
                  <a:pt x="24617" y="8443"/>
                  <a:pt x="24475" y="8244"/>
                  <a:pt x="24244" y="8148"/>
                </a:cubicBezTo>
                <a:cubicBezTo>
                  <a:pt x="23992" y="8043"/>
                  <a:pt x="23700" y="8056"/>
                  <a:pt x="23431" y="8053"/>
                </a:cubicBezTo>
                <a:cubicBezTo>
                  <a:pt x="23345" y="8052"/>
                  <a:pt x="23259" y="8052"/>
                  <a:pt x="23173" y="8052"/>
                </a:cubicBezTo>
                <a:cubicBezTo>
                  <a:pt x="22618" y="8052"/>
                  <a:pt x="22062" y="8075"/>
                  <a:pt x="21508" y="8122"/>
                </a:cubicBezTo>
                <a:cubicBezTo>
                  <a:pt x="20999" y="8165"/>
                  <a:pt x="20489" y="8243"/>
                  <a:pt x="19978" y="8243"/>
                </a:cubicBezTo>
                <a:cubicBezTo>
                  <a:pt x="19867" y="8243"/>
                  <a:pt x="19756" y="8239"/>
                  <a:pt x="19645" y="8231"/>
                </a:cubicBezTo>
                <a:cubicBezTo>
                  <a:pt x="19110" y="8189"/>
                  <a:pt x="18609" y="8002"/>
                  <a:pt x="18163" y="7708"/>
                </a:cubicBezTo>
                <a:cubicBezTo>
                  <a:pt x="17269" y="7121"/>
                  <a:pt x="16691" y="6224"/>
                  <a:pt x="16067" y="5381"/>
                </a:cubicBezTo>
                <a:cubicBezTo>
                  <a:pt x="15751" y="4955"/>
                  <a:pt x="15397" y="4546"/>
                  <a:pt x="14929" y="4285"/>
                </a:cubicBezTo>
                <a:cubicBezTo>
                  <a:pt x="14463" y="4025"/>
                  <a:pt x="13935" y="3920"/>
                  <a:pt x="13408" y="3879"/>
                </a:cubicBezTo>
                <a:cubicBezTo>
                  <a:pt x="13154" y="3860"/>
                  <a:pt x="12899" y="3855"/>
                  <a:pt x="12643" y="3855"/>
                </a:cubicBezTo>
                <a:cubicBezTo>
                  <a:pt x="12450" y="3855"/>
                  <a:pt x="12257" y="3858"/>
                  <a:pt x="12064" y="3858"/>
                </a:cubicBezTo>
                <a:cubicBezTo>
                  <a:pt x="11487" y="3858"/>
                  <a:pt x="10912" y="3836"/>
                  <a:pt x="10354" y="3664"/>
                </a:cubicBezTo>
                <a:cubicBezTo>
                  <a:pt x="9893" y="3522"/>
                  <a:pt x="9465" y="3265"/>
                  <a:pt x="9185" y="2863"/>
                </a:cubicBezTo>
                <a:cubicBezTo>
                  <a:pt x="8887" y="2436"/>
                  <a:pt x="8747" y="1924"/>
                  <a:pt x="8473" y="1483"/>
                </a:cubicBezTo>
                <a:cubicBezTo>
                  <a:pt x="7915" y="585"/>
                  <a:pt x="6844" y="273"/>
                  <a:pt x="5861" y="99"/>
                </a:cubicBezTo>
                <a:cubicBezTo>
                  <a:pt x="5533" y="41"/>
                  <a:pt x="5197" y="0"/>
                  <a:pt x="4863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7" name="Google Shape;4417;p191"/>
          <p:cNvSpPr/>
          <p:nvPr/>
        </p:nvSpPr>
        <p:spPr>
          <a:xfrm rot="2024276">
            <a:off x="8351633" y="1663617"/>
            <a:ext cx="755189" cy="17692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8" name="Google Shape;4418;p191"/>
          <p:cNvSpPr/>
          <p:nvPr/>
        </p:nvSpPr>
        <p:spPr>
          <a:xfrm>
            <a:off x="7073440" y="-275926"/>
            <a:ext cx="1292661" cy="1177544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19" name="Google Shape;4419;p191"/>
          <p:cNvGrpSpPr/>
          <p:nvPr/>
        </p:nvGrpSpPr>
        <p:grpSpPr>
          <a:xfrm>
            <a:off x="8144336" y="3252147"/>
            <a:ext cx="221772" cy="200884"/>
            <a:chOff x="1640475" y="1197075"/>
            <a:chExt cx="55475" cy="50250"/>
          </a:xfrm>
        </p:grpSpPr>
        <p:sp>
          <p:nvSpPr>
            <p:cNvPr id="4420" name="Google Shape;4420;p19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19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19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3" name="Google Shape;4423;p191"/>
          <p:cNvGrpSpPr/>
          <p:nvPr/>
        </p:nvGrpSpPr>
        <p:grpSpPr>
          <a:xfrm flipH="1" rot="7529702">
            <a:off x="460810" y="487975"/>
            <a:ext cx="221773" cy="200885"/>
            <a:chOff x="1640475" y="1197075"/>
            <a:chExt cx="55475" cy="50250"/>
          </a:xfrm>
        </p:grpSpPr>
        <p:sp>
          <p:nvSpPr>
            <p:cNvPr id="4424" name="Google Shape;4424;p19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19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19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7" name="Google Shape;4427;p191"/>
          <p:cNvGrpSpPr/>
          <p:nvPr/>
        </p:nvGrpSpPr>
        <p:grpSpPr>
          <a:xfrm>
            <a:off x="1648299" y="4503035"/>
            <a:ext cx="221772" cy="200884"/>
            <a:chOff x="1640475" y="1197075"/>
            <a:chExt cx="55475" cy="50250"/>
          </a:xfrm>
        </p:grpSpPr>
        <p:sp>
          <p:nvSpPr>
            <p:cNvPr id="4428" name="Google Shape;4428;p19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19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19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1" name="Google Shape;4431;p191"/>
          <p:cNvGrpSpPr/>
          <p:nvPr/>
        </p:nvGrpSpPr>
        <p:grpSpPr>
          <a:xfrm>
            <a:off x="7209124" y="114872"/>
            <a:ext cx="221772" cy="200884"/>
            <a:chOff x="1640475" y="1197075"/>
            <a:chExt cx="55475" cy="50250"/>
          </a:xfrm>
        </p:grpSpPr>
        <p:sp>
          <p:nvSpPr>
            <p:cNvPr id="4432" name="Google Shape;4432;p19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19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19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5" name="Google Shape;4435;p191"/>
          <p:cNvGrpSpPr/>
          <p:nvPr/>
        </p:nvGrpSpPr>
        <p:grpSpPr>
          <a:xfrm rot="10468240">
            <a:off x="1819739" y="114875"/>
            <a:ext cx="221772" cy="200884"/>
            <a:chOff x="1640475" y="1197075"/>
            <a:chExt cx="55475" cy="50250"/>
          </a:xfrm>
        </p:grpSpPr>
        <p:sp>
          <p:nvSpPr>
            <p:cNvPr id="4436" name="Google Shape;4436;p19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19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19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39" name="Google Shape;4439;p191"/>
          <p:cNvSpPr/>
          <p:nvPr/>
        </p:nvSpPr>
        <p:spPr>
          <a:xfrm rot="-1439237">
            <a:off x="229358" y="4354592"/>
            <a:ext cx="755196" cy="17693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40" name="Google Shape;4440;p191"/>
          <p:cNvSpPr/>
          <p:nvPr/>
        </p:nvSpPr>
        <p:spPr>
          <a:xfrm flipH="1" rot="6471385">
            <a:off x="8124343" y="4299394"/>
            <a:ext cx="1292668" cy="1177548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41" name="Google Shape;4441;p191"/>
          <p:cNvGrpSpPr/>
          <p:nvPr/>
        </p:nvGrpSpPr>
        <p:grpSpPr>
          <a:xfrm rot="3155490">
            <a:off x="6966697" y="4660972"/>
            <a:ext cx="221774" cy="200886"/>
            <a:chOff x="1640475" y="1197075"/>
            <a:chExt cx="55475" cy="50250"/>
          </a:xfrm>
        </p:grpSpPr>
        <p:sp>
          <p:nvSpPr>
            <p:cNvPr id="4442" name="Google Shape;4442;p19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19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19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5" name="Google Shape;4445;p191"/>
          <p:cNvGrpSpPr/>
          <p:nvPr/>
        </p:nvGrpSpPr>
        <p:grpSpPr>
          <a:xfrm rot="-5400064">
            <a:off x="6187029" y="2959875"/>
            <a:ext cx="297246" cy="269250"/>
            <a:chOff x="1640475" y="1197075"/>
            <a:chExt cx="55475" cy="50250"/>
          </a:xfrm>
        </p:grpSpPr>
        <p:sp>
          <p:nvSpPr>
            <p:cNvPr id="4446" name="Google Shape;4446;p19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19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19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SECTION_TITLE_AND_DESCRIPTION_1">
    <p:spTree>
      <p:nvGrpSpPr>
        <p:cNvPr id="4449" name="Shape 4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0" name="Google Shape;4450;p192"/>
          <p:cNvSpPr/>
          <p:nvPr/>
        </p:nvSpPr>
        <p:spPr>
          <a:xfrm rot="10800000">
            <a:off x="5503960" y="-195863"/>
            <a:ext cx="3782139" cy="1779867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51" name="Google Shape;4451;p192"/>
          <p:cNvSpPr/>
          <p:nvPr/>
        </p:nvSpPr>
        <p:spPr>
          <a:xfrm rot="10800000">
            <a:off x="6095615" y="3584390"/>
            <a:ext cx="3260760" cy="1799884"/>
          </a:xfrm>
          <a:custGeom>
            <a:rect b="b" l="l" r="r" t="t"/>
            <a:pathLst>
              <a:path extrusionOk="0" h="11330" w="20526">
                <a:moveTo>
                  <a:pt x="12939" y="1"/>
                </a:moveTo>
                <a:cubicBezTo>
                  <a:pt x="11999" y="1"/>
                  <a:pt x="11086" y="167"/>
                  <a:pt x="10169" y="370"/>
                </a:cubicBezTo>
                <a:cubicBezTo>
                  <a:pt x="9691" y="476"/>
                  <a:pt x="9213" y="584"/>
                  <a:pt x="8731" y="667"/>
                </a:cubicBezTo>
                <a:cubicBezTo>
                  <a:pt x="8234" y="750"/>
                  <a:pt x="7732" y="802"/>
                  <a:pt x="7229" y="839"/>
                </a:cubicBezTo>
                <a:cubicBezTo>
                  <a:pt x="6231" y="913"/>
                  <a:pt x="5230" y="935"/>
                  <a:pt x="4235" y="1052"/>
                </a:cubicBezTo>
                <a:cubicBezTo>
                  <a:pt x="3806" y="1102"/>
                  <a:pt x="3380" y="1184"/>
                  <a:pt x="2951" y="1235"/>
                </a:cubicBezTo>
                <a:cubicBezTo>
                  <a:pt x="2746" y="1260"/>
                  <a:pt x="2537" y="1279"/>
                  <a:pt x="2328" y="1279"/>
                </a:cubicBezTo>
                <a:cubicBezTo>
                  <a:pt x="2138" y="1279"/>
                  <a:pt x="1948" y="1263"/>
                  <a:pt x="1762" y="1222"/>
                </a:cubicBezTo>
                <a:cubicBezTo>
                  <a:pt x="1578" y="1180"/>
                  <a:pt x="1402" y="1113"/>
                  <a:pt x="1242" y="1012"/>
                </a:cubicBezTo>
                <a:cubicBezTo>
                  <a:pt x="1161" y="960"/>
                  <a:pt x="1089" y="870"/>
                  <a:pt x="988" y="868"/>
                </a:cubicBezTo>
                <a:cubicBezTo>
                  <a:pt x="985" y="868"/>
                  <a:pt x="983" y="868"/>
                  <a:pt x="981" y="868"/>
                </a:cubicBezTo>
                <a:cubicBezTo>
                  <a:pt x="897" y="868"/>
                  <a:pt x="810" y="887"/>
                  <a:pt x="732" y="917"/>
                </a:cubicBezTo>
                <a:cubicBezTo>
                  <a:pt x="360" y="1060"/>
                  <a:pt x="147" y="1435"/>
                  <a:pt x="79" y="1816"/>
                </a:cubicBezTo>
                <a:cubicBezTo>
                  <a:pt x="38" y="2046"/>
                  <a:pt x="37" y="2279"/>
                  <a:pt x="38" y="2512"/>
                </a:cubicBezTo>
                <a:cubicBezTo>
                  <a:pt x="38" y="2767"/>
                  <a:pt x="39" y="3024"/>
                  <a:pt x="40" y="3279"/>
                </a:cubicBezTo>
                <a:cubicBezTo>
                  <a:pt x="42" y="3797"/>
                  <a:pt x="44" y="4315"/>
                  <a:pt x="46" y="4833"/>
                </a:cubicBezTo>
                <a:cubicBezTo>
                  <a:pt x="50" y="5817"/>
                  <a:pt x="54" y="6803"/>
                  <a:pt x="57" y="7787"/>
                </a:cubicBezTo>
                <a:cubicBezTo>
                  <a:pt x="55" y="7786"/>
                  <a:pt x="54" y="7785"/>
                  <a:pt x="52" y="7785"/>
                </a:cubicBezTo>
                <a:cubicBezTo>
                  <a:pt x="0" y="7785"/>
                  <a:pt x="101" y="8649"/>
                  <a:pt x="628" y="8724"/>
                </a:cubicBezTo>
                <a:cubicBezTo>
                  <a:pt x="1441" y="8840"/>
                  <a:pt x="1514" y="10145"/>
                  <a:pt x="2146" y="10693"/>
                </a:cubicBezTo>
                <a:cubicBezTo>
                  <a:pt x="2452" y="10957"/>
                  <a:pt x="2805" y="11167"/>
                  <a:pt x="3199" y="11261"/>
                </a:cubicBezTo>
                <a:cubicBezTo>
                  <a:pt x="3402" y="11310"/>
                  <a:pt x="3609" y="11330"/>
                  <a:pt x="3816" y="11330"/>
                </a:cubicBezTo>
                <a:cubicBezTo>
                  <a:pt x="4077" y="11330"/>
                  <a:pt x="4340" y="11298"/>
                  <a:pt x="4597" y="11251"/>
                </a:cubicBezTo>
                <a:cubicBezTo>
                  <a:pt x="5367" y="11113"/>
                  <a:pt x="6207" y="10865"/>
                  <a:pt x="6645" y="10152"/>
                </a:cubicBezTo>
                <a:cubicBezTo>
                  <a:pt x="6859" y="9801"/>
                  <a:pt x="6970" y="9395"/>
                  <a:pt x="7203" y="9055"/>
                </a:cubicBezTo>
                <a:cubicBezTo>
                  <a:pt x="7421" y="8736"/>
                  <a:pt x="7758" y="8532"/>
                  <a:pt x="8120" y="8419"/>
                </a:cubicBezTo>
                <a:cubicBezTo>
                  <a:pt x="8559" y="8282"/>
                  <a:pt x="9011" y="8265"/>
                  <a:pt x="9465" y="8265"/>
                </a:cubicBezTo>
                <a:cubicBezTo>
                  <a:pt x="9615" y="8265"/>
                  <a:pt x="9765" y="8267"/>
                  <a:pt x="9915" y="8267"/>
                </a:cubicBezTo>
                <a:cubicBezTo>
                  <a:pt x="10115" y="8267"/>
                  <a:pt x="10316" y="8264"/>
                  <a:pt x="10515" y="8248"/>
                </a:cubicBezTo>
                <a:cubicBezTo>
                  <a:pt x="10927" y="8216"/>
                  <a:pt x="11342" y="8132"/>
                  <a:pt x="11707" y="7927"/>
                </a:cubicBezTo>
                <a:cubicBezTo>
                  <a:pt x="12074" y="7718"/>
                  <a:pt x="12352" y="7394"/>
                  <a:pt x="12600" y="7055"/>
                </a:cubicBezTo>
                <a:cubicBezTo>
                  <a:pt x="13089" y="6385"/>
                  <a:pt x="13543" y="5673"/>
                  <a:pt x="14244" y="5207"/>
                </a:cubicBezTo>
                <a:cubicBezTo>
                  <a:pt x="14594" y="4972"/>
                  <a:pt x="14986" y="4825"/>
                  <a:pt x="15405" y="4792"/>
                </a:cubicBezTo>
                <a:cubicBezTo>
                  <a:pt x="15494" y="4785"/>
                  <a:pt x="15582" y="4782"/>
                  <a:pt x="15670" y="4782"/>
                </a:cubicBezTo>
                <a:cubicBezTo>
                  <a:pt x="16070" y="4782"/>
                  <a:pt x="16469" y="4843"/>
                  <a:pt x="16866" y="4877"/>
                </a:cubicBezTo>
                <a:cubicBezTo>
                  <a:pt x="17302" y="4915"/>
                  <a:pt x="17740" y="4933"/>
                  <a:pt x="18178" y="4933"/>
                </a:cubicBezTo>
                <a:cubicBezTo>
                  <a:pt x="18243" y="4933"/>
                  <a:pt x="18309" y="4933"/>
                  <a:pt x="18374" y="4932"/>
                </a:cubicBezTo>
                <a:cubicBezTo>
                  <a:pt x="18585" y="4929"/>
                  <a:pt x="18814" y="4941"/>
                  <a:pt x="19012" y="4857"/>
                </a:cubicBezTo>
                <a:cubicBezTo>
                  <a:pt x="19193" y="4780"/>
                  <a:pt x="19305" y="4623"/>
                  <a:pt x="19390" y="4450"/>
                </a:cubicBezTo>
                <a:cubicBezTo>
                  <a:pt x="19618" y="3989"/>
                  <a:pt x="19825" y="3515"/>
                  <a:pt x="20041" y="3049"/>
                </a:cubicBezTo>
                <a:cubicBezTo>
                  <a:pt x="20147" y="2821"/>
                  <a:pt x="20256" y="2595"/>
                  <a:pt x="20357" y="2365"/>
                </a:cubicBezTo>
                <a:cubicBezTo>
                  <a:pt x="20444" y="2165"/>
                  <a:pt x="20525" y="1951"/>
                  <a:pt x="20518" y="1728"/>
                </a:cubicBezTo>
                <a:cubicBezTo>
                  <a:pt x="20505" y="1297"/>
                  <a:pt x="20161" y="1008"/>
                  <a:pt x="19822" y="810"/>
                </a:cubicBezTo>
                <a:cubicBezTo>
                  <a:pt x="19463" y="601"/>
                  <a:pt x="19065" y="469"/>
                  <a:pt x="18660" y="392"/>
                </a:cubicBezTo>
                <a:cubicBezTo>
                  <a:pt x="17815" y="229"/>
                  <a:pt x="16950" y="272"/>
                  <a:pt x="16095" y="224"/>
                </a:cubicBezTo>
                <a:cubicBezTo>
                  <a:pt x="15084" y="168"/>
                  <a:pt x="14079" y="19"/>
                  <a:pt x="13065" y="2"/>
                </a:cubicBezTo>
                <a:cubicBezTo>
                  <a:pt x="13023" y="1"/>
                  <a:pt x="12981" y="1"/>
                  <a:pt x="12939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52" name="Google Shape;4452;p192"/>
          <p:cNvSpPr/>
          <p:nvPr/>
        </p:nvSpPr>
        <p:spPr>
          <a:xfrm rot="10800000">
            <a:off x="-390198" y="3241570"/>
            <a:ext cx="2066292" cy="2072329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53" name="Google Shape;4453;p192"/>
          <p:cNvSpPr/>
          <p:nvPr/>
        </p:nvSpPr>
        <p:spPr>
          <a:xfrm rot="10800000">
            <a:off x="-258336" y="-384598"/>
            <a:ext cx="3872371" cy="1368261"/>
          </a:xfrm>
          <a:custGeom>
            <a:rect b="b" l="l" r="r" t="t"/>
            <a:pathLst>
              <a:path extrusionOk="0" h="8613" w="24376">
                <a:moveTo>
                  <a:pt x="12572" y="1"/>
                </a:moveTo>
                <a:cubicBezTo>
                  <a:pt x="11930" y="1"/>
                  <a:pt x="11305" y="137"/>
                  <a:pt x="10778" y="460"/>
                </a:cubicBezTo>
                <a:cubicBezTo>
                  <a:pt x="10193" y="818"/>
                  <a:pt x="9818" y="1341"/>
                  <a:pt x="9503" y="1852"/>
                </a:cubicBezTo>
                <a:cubicBezTo>
                  <a:pt x="9167" y="2398"/>
                  <a:pt x="8889" y="2969"/>
                  <a:pt x="8475" y="3485"/>
                </a:cubicBezTo>
                <a:cubicBezTo>
                  <a:pt x="8044" y="4023"/>
                  <a:pt x="7451" y="4445"/>
                  <a:pt x="6633" y="4599"/>
                </a:cubicBezTo>
                <a:cubicBezTo>
                  <a:pt x="6259" y="4669"/>
                  <a:pt x="5879" y="4690"/>
                  <a:pt x="5496" y="4690"/>
                </a:cubicBezTo>
                <a:cubicBezTo>
                  <a:pt x="4945" y="4690"/>
                  <a:pt x="4388" y="4646"/>
                  <a:pt x="3837" y="4646"/>
                </a:cubicBezTo>
                <a:cubicBezTo>
                  <a:pt x="3701" y="4646"/>
                  <a:pt x="3564" y="4649"/>
                  <a:pt x="3429" y="4656"/>
                </a:cubicBezTo>
                <a:cubicBezTo>
                  <a:pt x="2927" y="4680"/>
                  <a:pt x="2424" y="4755"/>
                  <a:pt x="1974" y="4934"/>
                </a:cubicBezTo>
                <a:cubicBezTo>
                  <a:pt x="1568" y="5095"/>
                  <a:pt x="1218" y="5332"/>
                  <a:pt x="943" y="5611"/>
                </a:cubicBezTo>
                <a:cubicBezTo>
                  <a:pt x="425" y="6133"/>
                  <a:pt x="179" y="6806"/>
                  <a:pt x="311" y="7456"/>
                </a:cubicBezTo>
                <a:cubicBezTo>
                  <a:pt x="309" y="7456"/>
                  <a:pt x="307" y="7456"/>
                  <a:pt x="305" y="7456"/>
                </a:cubicBezTo>
                <a:cubicBezTo>
                  <a:pt x="282" y="7456"/>
                  <a:pt x="258" y="7461"/>
                  <a:pt x="234" y="7475"/>
                </a:cubicBezTo>
                <a:cubicBezTo>
                  <a:pt x="83" y="7556"/>
                  <a:pt x="1" y="7677"/>
                  <a:pt x="4" y="7821"/>
                </a:cubicBezTo>
                <a:cubicBezTo>
                  <a:pt x="12" y="8172"/>
                  <a:pt x="404" y="8373"/>
                  <a:pt x="826" y="8396"/>
                </a:cubicBezTo>
                <a:cubicBezTo>
                  <a:pt x="860" y="8398"/>
                  <a:pt x="894" y="8399"/>
                  <a:pt x="929" y="8399"/>
                </a:cubicBezTo>
                <a:cubicBezTo>
                  <a:pt x="1162" y="8399"/>
                  <a:pt x="1397" y="8361"/>
                  <a:pt x="1626" y="8334"/>
                </a:cubicBezTo>
                <a:cubicBezTo>
                  <a:pt x="1931" y="8297"/>
                  <a:pt x="2238" y="8262"/>
                  <a:pt x="2544" y="8230"/>
                </a:cubicBezTo>
                <a:cubicBezTo>
                  <a:pt x="3747" y="8107"/>
                  <a:pt x="4958" y="8023"/>
                  <a:pt x="6170" y="7965"/>
                </a:cubicBezTo>
                <a:cubicBezTo>
                  <a:pt x="8591" y="7850"/>
                  <a:pt x="11019" y="7838"/>
                  <a:pt x="13445" y="7824"/>
                </a:cubicBezTo>
                <a:cubicBezTo>
                  <a:pt x="13813" y="7822"/>
                  <a:pt x="14182" y="7820"/>
                  <a:pt x="14552" y="7820"/>
                </a:cubicBezTo>
                <a:cubicBezTo>
                  <a:pt x="16507" y="7820"/>
                  <a:pt x="18472" y="7870"/>
                  <a:pt x="20390" y="8174"/>
                </a:cubicBezTo>
                <a:cubicBezTo>
                  <a:pt x="20952" y="8264"/>
                  <a:pt x="21511" y="8375"/>
                  <a:pt x="22057" y="8512"/>
                </a:cubicBezTo>
                <a:cubicBezTo>
                  <a:pt x="22240" y="8558"/>
                  <a:pt x="22430" y="8612"/>
                  <a:pt x="22625" y="8612"/>
                </a:cubicBezTo>
                <a:cubicBezTo>
                  <a:pt x="22665" y="8612"/>
                  <a:pt x="22706" y="8610"/>
                  <a:pt x="22747" y="8605"/>
                </a:cubicBezTo>
                <a:cubicBezTo>
                  <a:pt x="22986" y="8575"/>
                  <a:pt x="23126" y="8437"/>
                  <a:pt x="23188" y="8265"/>
                </a:cubicBezTo>
                <a:cubicBezTo>
                  <a:pt x="23342" y="7840"/>
                  <a:pt x="23440" y="7396"/>
                  <a:pt x="23556" y="6963"/>
                </a:cubicBezTo>
                <a:cubicBezTo>
                  <a:pt x="23675" y="6520"/>
                  <a:pt x="23785" y="6077"/>
                  <a:pt x="23879" y="5631"/>
                </a:cubicBezTo>
                <a:cubicBezTo>
                  <a:pt x="24251" y="3879"/>
                  <a:pt x="24375" y="2063"/>
                  <a:pt x="23717" y="343"/>
                </a:cubicBezTo>
                <a:cubicBezTo>
                  <a:pt x="23697" y="293"/>
                  <a:pt x="23642" y="267"/>
                  <a:pt x="23586" y="267"/>
                </a:cubicBezTo>
                <a:cubicBezTo>
                  <a:pt x="23541" y="267"/>
                  <a:pt x="23495" y="284"/>
                  <a:pt x="23467" y="317"/>
                </a:cubicBezTo>
                <a:cubicBezTo>
                  <a:pt x="23327" y="480"/>
                  <a:pt x="23169" y="631"/>
                  <a:pt x="22991" y="769"/>
                </a:cubicBezTo>
                <a:cubicBezTo>
                  <a:pt x="22274" y="1328"/>
                  <a:pt x="21289" y="1670"/>
                  <a:pt x="20281" y="1764"/>
                </a:cubicBezTo>
                <a:cubicBezTo>
                  <a:pt x="20062" y="1784"/>
                  <a:pt x="19841" y="1794"/>
                  <a:pt x="19620" y="1794"/>
                </a:cubicBezTo>
                <a:cubicBezTo>
                  <a:pt x="18644" y="1794"/>
                  <a:pt x="17671" y="1601"/>
                  <a:pt x="16789" y="1286"/>
                </a:cubicBezTo>
                <a:cubicBezTo>
                  <a:pt x="15722" y="905"/>
                  <a:pt x="14754" y="349"/>
                  <a:pt x="13607" y="110"/>
                </a:cubicBezTo>
                <a:cubicBezTo>
                  <a:pt x="13266" y="40"/>
                  <a:pt x="12917" y="1"/>
                  <a:pt x="12572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54" name="Google Shape;4454;p192"/>
          <p:cNvSpPr txBox="1"/>
          <p:nvPr>
            <p:ph type="title"/>
          </p:nvPr>
        </p:nvSpPr>
        <p:spPr>
          <a:xfrm>
            <a:off x="3079950" y="966254"/>
            <a:ext cx="2984100" cy="84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5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4455" name="Google Shape;4455;p192"/>
          <p:cNvSpPr txBox="1"/>
          <p:nvPr>
            <p:ph idx="1" type="body"/>
          </p:nvPr>
        </p:nvSpPr>
        <p:spPr>
          <a:xfrm>
            <a:off x="1234375" y="3235750"/>
            <a:ext cx="2721900" cy="102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04800" lvl="0" marL="4572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●"/>
              <a:defRPr sz="1400"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indent="-3048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048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048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048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048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048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048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048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456" name="Google Shape;4456;p192"/>
          <p:cNvSpPr txBox="1"/>
          <p:nvPr/>
        </p:nvSpPr>
        <p:spPr>
          <a:xfrm>
            <a:off x="5390907" y="3188897"/>
            <a:ext cx="2289900" cy="70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rPr>
              <a:t>CREDITS: This presentation template was created by </a:t>
            </a:r>
            <a:r>
              <a:rPr b="1" lang="en" sz="1000">
                <a:solidFill>
                  <a:schemeClr val="dk2"/>
                </a:solidFill>
                <a:uFill>
                  <a:noFill/>
                </a:uFill>
                <a:latin typeface="Raleway"/>
                <a:ea typeface="Raleway"/>
                <a:cs typeface="Raleway"/>
                <a:sym typeface="Raleway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rPr>
              <a:t>, including icons by </a:t>
            </a:r>
            <a:r>
              <a:rPr b="1" lang="en" sz="1000">
                <a:solidFill>
                  <a:schemeClr val="dk2"/>
                </a:solidFill>
                <a:uFill>
                  <a:noFill/>
                </a:uFill>
                <a:latin typeface="Raleway"/>
                <a:ea typeface="Raleway"/>
                <a:cs typeface="Raleway"/>
                <a:sym typeface="Raleway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rPr>
              <a:t>, and infographics &amp; images by </a:t>
            </a:r>
            <a:r>
              <a:rPr b="1" lang="en" sz="1000">
                <a:solidFill>
                  <a:schemeClr val="dk2"/>
                </a:solidFill>
                <a:uFill>
                  <a:noFill/>
                </a:uFill>
                <a:latin typeface="Raleway"/>
                <a:ea typeface="Raleway"/>
                <a:cs typeface="Raleway"/>
                <a:sym typeface="Raleway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lang="en" sz="1000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rPr>
              <a:t>.</a:t>
            </a:r>
            <a:endParaRPr sz="1000">
              <a:solidFill>
                <a:schemeClr val="dk1"/>
              </a:solidFill>
            </a:endParaRPr>
          </a:p>
        </p:txBody>
      </p:sp>
      <p:grpSp>
        <p:nvGrpSpPr>
          <p:cNvPr id="4457" name="Google Shape;4457;p192"/>
          <p:cNvGrpSpPr/>
          <p:nvPr/>
        </p:nvGrpSpPr>
        <p:grpSpPr>
          <a:xfrm rot="9300375">
            <a:off x="1127031" y="4402137"/>
            <a:ext cx="226551" cy="205211"/>
            <a:chOff x="1640475" y="1197075"/>
            <a:chExt cx="55475" cy="50250"/>
          </a:xfrm>
        </p:grpSpPr>
        <p:sp>
          <p:nvSpPr>
            <p:cNvPr id="4458" name="Google Shape;4458;p19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19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19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61" name="Google Shape;4461;p192"/>
          <p:cNvSpPr/>
          <p:nvPr/>
        </p:nvSpPr>
        <p:spPr>
          <a:xfrm flipH="1" rot="-510326">
            <a:off x="375317" y="272405"/>
            <a:ext cx="574893" cy="13467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2" name="Google Shape;4462;p192"/>
          <p:cNvSpPr/>
          <p:nvPr/>
        </p:nvSpPr>
        <p:spPr>
          <a:xfrm flipH="1" rot="-9899901">
            <a:off x="4951535" y="4570194"/>
            <a:ext cx="545173" cy="12772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63" name="Google Shape;4463;p192"/>
          <p:cNvGrpSpPr/>
          <p:nvPr/>
        </p:nvGrpSpPr>
        <p:grpSpPr>
          <a:xfrm rot="2217042">
            <a:off x="7251693" y="4647997"/>
            <a:ext cx="365864" cy="331431"/>
            <a:chOff x="1640475" y="1197075"/>
            <a:chExt cx="55475" cy="50250"/>
          </a:xfrm>
        </p:grpSpPr>
        <p:sp>
          <p:nvSpPr>
            <p:cNvPr id="4464" name="Google Shape;4464;p19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19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19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7" name="Google Shape;4467;p192"/>
          <p:cNvGrpSpPr/>
          <p:nvPr/>
        </p:nvGrpSpPr>
        <p:grpSpPr>
          <a:xfrm rot="-7117196">
            <a:off x="7733082" y="352399"/>
            <a:ext cx="324154" cy="293632"/>
            <a:chOff x="1640475" y="1197075"/>
            <a:chExt cx="55475" cy="50250"/>
          </a:xfrm>
        </p:grpSpPr>
        <p:sp>
          <p:nvSpPr>
            <p:cNvPr id="4468" name="Google Shape;4468;p19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19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19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1" name="Google Shape;4471;p192"/>
          <p:cNvGrpSpPr/>
          <p:nvPr/>
        </p:nvGrpSpPr>
        <p:grpSpPr>
          <a:xfrm rot="-7256213">
            <a:off x="430054" y="976951"/>
            <a:ext cx="225183" cy="266962"/>
            <a:chOff x="1640475" y="1197075"/>
            <a:chExt cx="55475" cy="50250"/>
          </a:xfrm>
        </p:grpSpPr>
        <p:sp>
          <p:nvSpPr>
            <p:cNvPr id="4472" name="Google Shape;4472;p19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19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19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75" name="Google Shape;4475;p192"/>
          <p:cNvSpPr/>
          <p:nvPr/>
        </p:nvSpPr>
        <p:spPr>
          <a:xfrm rot="-5211900">
            <a:off x="-17670" y="2640499"/>
            <a:ext cx="988852" cy="900801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4">
    <p:spTree>
      <p:nvGrpSpPr>
        <p:cNvPr id="4476" name="Shape 4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77" name="Google Shape;4477;p193"/>
          <p:cNvSpPr/>
          <p:nvPr/>
        </p:nvSpPr>
        <p:spPr>
          <a:xfrm flipH="1">
            <a:off x="5463834" y="-171500"/>
            <a:ext cx="3715991" cy="1895529"/>
          </a:xfrm>
          <a:custGeom>
            <a:rect b="b" l="l" r="r" t="t"/>
            <a:pathLst>
              <a:path extrusionOk="0" h="6348" w="14457">
                <a:moveTo>
                  <a:pt x="0" y="1"/>
                </a:moveTo>
                <a:lnTo>
                  <a:pt x="0" y="6160"/>
                </a:lnTo>
                <a:cubicBezTo>
                  <a:pt x="307" y="6283"/>
                  <a:pt x="641" y="6348"/>
                  <a:pt x="972" y="6348"/>
                </a:cubicBezTo>
                <a:cubicBezTo>
                  <a:pt x="1431" y="6348"/>
                  <a:pt x="1886" y="6223"/>
                  <a:pt x="2259" y="5957"/>
                </a:cubicBezTo>
                <a:cubicBezTo>
                  <a:pt x="2971" y="5450"/>
                  <a:pt x="3272" y="4560"/>
                  <a:pt x="3620" y="3758"/>
                </a:cubicBezTo>
                <a:cubicBezTo>
                  <a:pt x="3967" y="2955"/>
                  <a:pt x="4504" y="2110"/>
                  <a:pt x="5362" y="1938"/>
                </a:cubicBezTo>
                <a:cubicBezTo>
                  <a:pt x="5472" y="1916"/>
                  <a:pt x="5582" y="1906"/>
                  <a:pt x="5692" y="1906"/>
                </a:cubicBezTo>
                <a:cubicBezTo>
                  <a:pt x="6160" y="1906"/>
                  <a:pt x="6628" y="2081"/>
                  <a:pt x="7080" y="2232"/>
                </a:cubicBezTo>
                <a:cubicBezTo>
                  <a:pt x="7585" y="2401"/>
                  <a:pt x="8141" y="2535"/>
                  <a:pt x="8672" y="2535"/>
                </a:cubicBezTo>
                <a:cubicBezTo>
                  <a:pt x="9138" y="2535"/>
                  <a:pt x="9586" y="2431"/>
                  <a:pt x="9965" y="2156"/>
                </a:cubicBezTo>
                <a:cubicBezTo>
                  <a:pt x="10504" y="1765"/>
                  <a:pt x="10846" y="1060"/>
                  <a:pt x="11419" y="789"/>
                </a:cubicBezTo>
                <a:lnTo>
                  <a:pt x="11420" y="789"/>
                </a:lnTo>
                <a:cubicBezTo>
                  <a:pt x="11436" y="781"/>
                  <a:pt x="11452" y="774"/>
                  <a:pt x="11469" y="767"/>
                </a:cubicBezTo>
                <a:cubicBezTo>
                  <a:pt x="11544" y="736"/>
                  <a:pt x="11623" y="712"/>
                  <a:pt x="11706" y="696"/>
                </a:cubicBezTo>
                <a:cubicBezTo>
                  <a:pt x="11777" y="683"/>
                  <a:pt x="11848" y="678"/>
                  <a:pt x="11919" y="678"/>
                </a:cubicBezTo>
                <a:cubicBezTo>
                  <a:pt x="12271" y="678"/>
                  <a:pt x="12623" y="809"/>
                  <a:pt x="12978" y="824"/>
                </a:cubicBezTo>
                <a:cubicBezTo>
                  <a:pt x="12999" y="824"/>
                  <a:pt x="13020" y="825"/>
                  <a:pt x="13041" y="825"/>
                </a:cubicBezTo>
                <a:cubicBezTo>
                  <a:pt x="13511" y="825"/>
                  <a:pt x="13977" y="611"/>
                  <a:pt x="14281" y="253"/>
                </a:cubicBezTo>
                <a:cubicBezTo>
                  <a:pt x="14348" y="175"/>
                  <a:pt x="14407" y="90"/>
                  <a:pt x="14457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78" name="Google Shape;4478;p193"/>
          <p:cNvSpPr/>
          <p:nvPr/>
        </p:nvSpPr>
        <p:spPr>
          <a:xfrm flipH="1">
            <a:off x="6310157" y="3340499"/>
            <a:ext cx="3132243" cy="2074976"/>
          </a:xfrm>
          <a:custGeom>
            <a:rect b="b" l="l" r="r" t="t"/>
            <a:pathLst>
              <a:path extrusionOk="0" h="14261" w="26174">
                <a:moveTo>
                  <a:pt x="4863" y="0"/>
                </a:moveTo>
                <a:cubicBezTo>
                  <a:pt x="4600" y="0"/>
                  <a:pt x="4337" y="25"/>
                  <a:pt x="4079" y="86"/>
                </a:cubicBezTo>
                <a:cubicBezTo>
                  <a:pt x="3577" y="206"/>
                  <a:pt x="3127" y="469"/>
                  <a:pt x="2736" y="803"/>
                </a:cubicBezTo>
                <a:cubicBezTo>
                  <a:pt x="1930" y="1492"/>
                  <a:pt x="1836" y="3135"/>
                  <a:pt x="799" y="3280"/>
                </a:cubicBezTo>
                <a:cubicBezTo>
                  <a:pt x="128" y="3374"/>
                  <a:pt x="0" y="4462"/>
                  <a:pt x="66" y="4462"/>
                </a:cubicBezTo>
                <a:cubicBezTo>
                  <a:pt x="68" y="4462"/>
                  <a:pt x="70" y="4461"/>
                  <a:pt x="72" y="4459"/>
                </a:cubicBezTo>
                <a:lnTo>
                  <a:pt x="72" y="4459"/>
                </a:lnTo>
                <a:cubicBezTo>
                  <a:pt x="67" y="5698"/>
                  <a:pt x="63" y="6939"/>
                  <a:pt x="59" y="8179"/>
                </a:cubicBezTo>
                <a:cubicBezTo>
                  <a:pt x="56" y="8831"/>
                  <a:pt x="53" y="9483"/>
                  <a:pt x="51" y="10135"/>
                </a:cubicBezTo>
                <a:cubicBezTo>
                  <a:pt x="50" y="10457"/>
                  <a:pt x="49" y="10777"/>
                  <a:pt x="48" y="11099"/>
                </a:cubicBezTo>
                <a:cubicBezTo>
                  <a:pt x="47" y="11393"/>
                  <a:pt x="48" y="11687"/>
                  <a:pt x="100" y="11976"/>
                </a:cubicBezTo>
                <a:cubicBezTo>
                  <a:pt x="186" y="12456"/>
                  <a:pt x="458" y="12928"/>
                  <a:pt x="933" y="13108"/>
                </a:cubicBezTo>
                <a:cubicBezTo>
                  <a:pt x="1033" y="13146"/>
                  <a:pt x="1145" y="13169"/>
                  <a:pt x="1252" y="13169"/>
                </a:cubicBezTo>
                <a:cubicBezTo>
                  <a:pt x="1254" y="13169"/>
                  <a:pt x="1257" y="13169"/>
                  <a:pt x="1259" y="13169"/>
                </a:cubicBezTo>
                <a:cubicBezTo>
                  <a:pt x="1388" y="13167"/>
                  <a:pt x="1479" y="13054"/>
                  <a:pt x="1583" y="12989"/>
                </a:cubicBezTo>
                <a:cubicBezTo>
                  <a:pt x="1788" y="12861"/>
                  <a:pt x="2013" y="12777"/>
                  <a:pt x="2247" y="12724"/>
                </a:cubicBezTo>
                <a:cubicBezTo>
                  <a:pt x="2483" y="12671"/>
                  <a:pt x="2724" y="12651"/>
                  <a:pt x="2966" y="12651"/>
                </a:cubicBezTo>
                <a:cubicBezTo>
                  <a:pt x="3233" y="12651"/>
                  <a:pt x="3501" y="12676"/>
                  <a:pt x="3763" y="12707"/>
                </a:cubicBezTo>
                <a:cubicBezTo>
                  <a:pt x="4310" y="12772"/>
                  <a:pt x="4853" y="12875"/>
                  <a:pt x="5400" y="12938"/>
                </a:cubicBezTo>
                <a:cubicBezTo>
                  <a:pt x="6669" y="13085"/>
                  <a:pt x="7946" y="13111"/>
                  <a:pt x="9219" y="13205"/>
                </a:cubicBezTo>
                <a:cubicBezTo>
                  <a:pt x="9860" y="13253"/>
                  <a:pt x="10500" y="13317"/>
                  <a:pt x="11134" y="13424"/>
                </a:cubicBezTo>
                <a:cubicBezTo>
                  <a:pt x="11749" y="13526"/>
                  <a:pt x="12358" y="13663"/>
                  <a:pt x="12967" y="13796"/>
                </a:cubicBezTo>
                <a:cubicBezTo>
                  <a:pt x="14136" y="14051"/>
                  <a:pt x="15300" y="14261"/>
                  <a:pt x="16498" y="14261"/>
                </a:cubicBezTo>
                <a:cubicBezTo>
                  <a:pt x="16552" y="14261"/>
                  <a:pt x="16606" y="14260"/>
                  <a:pt x="16660" y="14259"/>
                </a:cubicBezTo>
                <a:cubicBezTo>
                  <a:pt x="17953" y="14238"/>
                  <a:pt x="19236" y="14050"/>
                  <a:pt x="20525" y="13980"/>
                </a:cubicBezTo>
                <a:cubicBezTo>
                  <a:pt x="21615" y="13919"/>
                  <a:pt x="22718" y="13973"/>
                  <a:pt x="23796" y="13769"/>
                </a:cubicBezTo>
                <a:cubicBezTo>
                  <a:pt x="24313" y="13670"/>
                  <a:pt x="24820" y="13506"/>
                  <a:pt x="25277" y="13242"/>
                </a:cubicBezTo>
                <a:cubicBezTo>
                  <a:pt x="25711" y="12992"/>
                  <a:pt x="26148" y="12628"/>
                  <a:pt x="26165" y="12087"/>
                </a:cubicBezTo>
                <a:cubicBezTo>
                  <a:pt x="26174" y="11806"/>
                  <a:pt x="26071" y="11536"/>
                  <a:pt x="25960" y="11284"/>
                </a:cubicBezTo>
                <a:cubicBezTo>
                  <a:pt x="25831" y="10995"/>
                  <a:pt x="25692" y="10711"/>
                  <a:pt x="25556" y="10424"/>
                </a:cubicBezTo>
                <a:cubicBezTo>
                  <a:pt x="25280" y="9836"/>
                  <a:pt x="25017" y="9241"/>
                  <a:pt x="24726" y="8660"/>
                </a:cubicBezTo>
                <a:cubicBezTo>
                  <a:pt x="24617" y="8443"/>
                  <a:pt x="24475" y="8244"/>
                  <a:pt x="24244" y="8148"/>
                </a:cubicBezTo>
                <a:cubicBezTo>
                  <a:pt x="23992" y="8043"/>
                  <a:pt x="23700" y="8056"/>
                  <a:pt x="23431" y="8053"/>
                </a:cubicBezTo>
                <a:cubicBezTo>
                  <a:pt x="23345" y="8052"/>
                  <a:pt x="23259" y="8052"/>
                  <a:pt x="23173" y="8052"/>
                </a:cubicBezTo>
                <a:cubicBezTo>
                  <a:pt x="22618" y="8052"/>
                  <a:pt x="22062" y="8075"/>
                  <a:pt x="21508" y="8122"/>
                </a:cubicBezTo>
                <a:cubicBezTo>
                  <a:pt x="20999" y="8165"/>
                  <a:pt x="20489" y="8243"/>
                  <a:pt x="19978" y="8243"/>
                </a:cubicBezTo>
                <a:cubicBezTo>
                  <a:pt x="19867" y="8243"/>
                  <a:pt x="19756" y="8239"/>
                  <a:pt x="19645" y="8231"/>
                </a:cubicBezTo>
                <a:cubicBezTo>
                  <a:pt x="19110" y="8189"/>
                  <a:pt x="18609" y="8002"/>
                  <a:pt x="18163" y="7708"/>
                </a:cubicBezTo>
                <a:cubicBezTo>
                  <a:pt x="17269" y="7121"/>
                  <a:pt x="16691" y="6224"/>
                  <a:pt x="16067" y="5381"/>
                </a:cubicBezTo>
                <a:cubicBezTo>
                  <a:pt x="15751" y="4955"/>
                  <a:pt x="15397" y="4546"/>
                  <a:pt x="14929" y="4285"/>
                </a:cubicBezTo>
                <a:cubicBezTo>
                  <a:pt x="14463" y="4025"/>
                  <a:pt x="13935" y="3920"/>
                  <a:pt x="13408" y="3879"/>
                </a:cubicBezTo>
                <a:cubicBezTo>
                  <a:pt x="13154" y="3860"/>
                  <a:pt x="12899" y="3855"/>
                  <a:pt x="12643" y="3855"/>
                </a:cubicBezTo>
                <a:cubicBezTo>
                  <a:pt x="12450" y="3855"/>
                  <a:pt x="12257" y="3858"/>
                  <a:pt x="12064" y="3858"/>
                </a:cubicBezTo>
                <a:cubicBezTo>
                  <a:pt x="11487" y="3858"/>
                  <a:pt x="10912" y="3836"/>
                  <a:pt x="10354" y="3664"/>
                </a:cubicBezTo>
                <a:cubicBezTo>
                  <a:pt x="9893" y="3522"/>
                  <a:pt x="9465" y="3265"/>
                  <a:pt x="9185" y="2863"/>
                </a:cubicBezTo>
                <a:cubicBezTo>
                  <a:pt x="8887" y="2436"/>
                  <a:pt x="8747" y="1924"/>
                  <a:pt x="8473" y="1483"/>
                </a:cubicBezTo>
                <a:cubicBezTo>
                  <a:pt x="7915" y="585"/>
                  <a:pt x="6844" y="273"/>
                  <a:pt x="5861" y="99"/>
                </a:cubicBezTo>
                <a:cubicBezTo>
                  <a:pt x="5533" y="41"/>
                  <a:pt x="5197" y="0"/>
                  <a:pt x="486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79" name="Google Shape;4479;p193"/>
          <p:cNvSpPr/>
          <p:nvPr/>
        </p:nvSpPr>
        <p:spPr>
          <a:xfrm flipH="1">
            <a:off x="-305030" y="3501099"/>
            <a:ext cx="3502005" cy="1817658"/>
          </a:xfrm>
          <a:custGeom>
            <a:rect b="b" l="l" r="r" t="t"/>
            <a:pathLst>
              <a:path extrusionOk="0" h="13045" w="13007">
                <a:moveTo>
                  <a:pt x="11086" y="1"/>
                </a:moveTo>
                <a:cubicBezTo>
                  <a:pt x="10136" y="1"/>
                  <a:pt x="9220" y="578"/>
                  <a:pt x="8514" y="1160"/>
                </a:cubicBezTo>
                <a:cubicBezTo>
                  <a:pt x="7734" y="1801"/>
                  <a:pt x="7147" y="2603"/>
                  <a:pt x="6690" y="3499"/>
                </a:cubicBezTo>
                <a:cubicBezTo>
                  <a:pt x="6269" y="4325"/>
                  <a:pt x="5846" y="5241"/>
                  <a:pt x="4914" y="5581"/>
                </a:cubicBezTo>
                <a:cubicBezTo>
                  <a:pt x="3974" y="5923"/>
                  <a:pt x="2923" y="5759"/>
                  <a:pt x="2005" y="6187"/>
                </a:cubicBezTo>
                <a:cubicBezTo>
                  <a:pt x="1188" y="6570"/>
                  <a:pt x="602" y="7349"/>
                  <a:pt x="329" y="8196"/>
                </a:cubicBezTo>
                <a:cubicBezTo>
                  <a:pt x="1" y="9208"/>
                  <a:pt x="140" y="10320"/>
                  <a:pt x="509" y="11301"/>
                </a:cubicBezTo>
                <a:cubicBezTo>
                  <a:pt x="597" y="11534"/>
                  <a:pt x="989" y="11993"/>
                  <a:pt x="1051" y="11993"/>
                </a:cubicBezTo>
                <a:cubicBezTo>
                  <a:pt x="1057" y="11993"/>
                  <a:pt x="1060" y="11988"/>
                  <a:pt x="1059" y="11977"/>
                </a:cubicBezTo>
                <a:lnTo>
                  <a:pt x="1059" y="11977"/>
                </a:lnTo>
                <a:cubicBezTo>
                  <a:pt x="1717" y="12454"/>
                  <a:pt x="2513" y="12576"/>
                  <a:pt x="3318" y="12576"/>
                </a:cubicBezTo>
                <a:cubicBezTo>
                  <a:pt x="3796" y="12576"/>
                  <a:pt x="4277" y="12533"/>
                  <a:pt x="4735" y="12495"/>
                </a:cubicBezTo>
                <a:cubicBezTo>
                  <a:pt x="5450" y="12436"/>
                  <a:pt x="6168" y="12406"/>
                  <a:pt x="6885" y="12406"/>
                </a:cubicBezTo>
                <a:cubicBezTo>
                  <a:pt x="7827" y="12406"/>
                  <a:pt x="8769" y="12458"/>
                  <a:pt x="9706" y="12564"/>
                </a:cubicBezTo>
                <a:cubicBezTo>
                  <a:pt x="10641" y="12670"/>
                  <a:pt x="11568" y="12831"/>
                  <a:pt x="12485" y="13041"/>
                </a:cubicBezTo>
                <a:cubicBezTo>
                  <a:pt x="12495" y="13043"/>
                  <a:pt x="12505" y="13045"/>
                  <a:pt x="12515" y="13045"/>
                </a:cubicBezTo>
                <a:cubicBezTo>
                  <a:pt x="12578" y="13045"/>
                  <a:pt x="12630" y="12997"/>
                  <a:pt x="12632" y="12929"/>
                </a:cubicBezTo>
                <a:lnTo>
                  <a:pt x="12879" y="5509"/>
                </a:lnTo>
                <a:cubicBezTo>
                  <a:pt x="12900" y="4891"/>
                  <a:pt x="12920" y="4272"/>
                  <a:pt x="12940" y="3654"/>
                </a:cubicBezTo>
                <a:cubicBezTo>
                  <a:pt x="12960" y="3073"/>
                  <a:pt x="13006" y="2485"/>
                  <a:pt x="12985" y="1903"/>
                </a:cubicBezTo>
                <a:cubicBezTo>
                  <a:pt x="12967" y="1412"/>
                  <a:pt x="12856" y="914"/>
                  <a:pt x="12502" y="551"/>
                </a:cubicBezTo>
                <a:cubicBezTo>
                  <a:pt x="12188" y="228"/>
                  <a:pt x="11746" y="54"/>
                  <a:pt x="11303" y="11"/>
                </a:cubicBezTo>
                <a:cubicBezTo>
                  <a:pt x="11230" y="4"/>
                  <a:pt x="11158" y="1"/>
                  <a:pt x="11086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80" name="Google Shape;4480;p193"/>
          <p:cNvSpPr/>
          <p:nvPr/>
        </p:nvSpPr>
        <p:spPr>
          <a:xfrm flipH="1">
            <a:off x="-172967" y="-346475"/>
            <a:ext cx="3877467" cy="2004202"/>
          </a:xfrm>
          <a:custGeom>
            <a:rect b="b" l="l" r="r" t="t"/>
            <a:pathLst>
              <a:path extrusionOk="0" h="8613" w="24377">
                <a:moveTo>
                  <a:pt x="22626" y="1"/>
                </a:moveTo>
                <a:cubicBezTo>
                  <a:pt x="22431" y="1"/>
                  <a:pt x="22241" y="55"/>
                  <a:pt x="22058" y="101"/>
                </a:cubicBezTo>
                <a:cubicBezTo>
                  <a:pt x="21511" y="238"/>
                  <a:pt x="20953" y="349"/>
                  <a:pt x="20391" y="439"/>
                </a:cubicBezTo>
                <a:cubicBezTo>
                  <a:pt x="18472" y="743"/>
                  <a:pt x="16508" y="793"/>
                  <a:pt x="14552" y="793"/>
                </a:cubicBezTo>
                <a:cubicBezTo>
                  <a:pt x="14183" y="793"/>
                  <a:pt x="13813" y="791"/>
                  <a:pt x="13445" y="789"/>
                </a:cubicBezTo>
                <a:cubicBezTo>
                  <a:pt x="11020" y="775"/>
                  <a:pt x="8592" y="763"/>
                  <a:pt x="6170" y="648"/>
                </a:cubicBezTo>
                <a:cubicBezTo>
                  <a:pt x="4959" y="590"/>
                  <a:pt x="3748" y="506"/>
                  <a:pt x="2545" y="383"/>
                </a:cubicBezTo>
                <a:cubicBezTo>
                  <a:pt x="2238" y="351"/>
                  <a:pt x="1932" y="316"/>
                  <a:pt x="1627" y="279"/>
                </a:cubicBezTo>
                <a:cubicBezTo>
                  <a:pt x="1398" y="252"/>
                  <a:pt x="1163" y="215"/>
                  <a:pt x="930" y="215"/>
                </a:cubicBezTo>
                <a:cubicBezTo>
                  <a:pt x="895" y="215"/>
                  <a:pt x="861" y="215"/>
                  <a:pt x="827" y="217"/>
                </a:cubicBezTo>
                <a:cubicBezTo>
                  <a:pt x="405" y="240"/>
                  <a:pt x="13" y="441"/>
                  <a:pt x="5" y="792"/>
                </a:cubicBezTo>
                <a:cubicBezTo>
                  <a:pt x="1" y="936"/>
                  <a:pt x="84" y="1057"/>
                  <a:pt x="235" y="1138"/>
                </a:cubicBezTo>
                <a:cubicBezTo>
                  <a:pt x="259" y="1152"/>
                  <a:pt x="283" y="1157"/>
                  <a:pt x="305" y="1157"/>
                </a:cubicBezTo>
                <a:cubicBezTo>
                  <a:pt x="307" y="1157"/>
                  <a:pt x="309" y="1157"/>
                  <a:pt x="311" y="1157"/>
                </a:cubicBezTo>
                <a:lnTo>
                  <a:pt x="311" y="1157"/>
                </a:lnTo>
                <a:cubicBezTo>
                  <a:pt x="180" y="1807"/>
                  <a:pt x="426" y="2480"/>
                  <a:pt x="944" y="3003"/>
                </a:cubicBezTo>
                <a:cubicBezTo>
                  <a:pt x="1219" y="3281"/>
                  <a:pt x="1569" y="3518"/>
                  <a:pt x="1974" y="3679"/>
                </a:cubicBezTo>
                <a:cubicBezTo>
                  <a:pt x="2424" y="3858"/>
                  <a:pt x="2928" y="3933"/>
                  <a:pt x="3430" y="3957"/>
                </a:cubicBezTo>
                <a:cubicBezTo>
                  <a:pt x="3565" y="3964"/>
                  <a:pt x="3702" y="3967"/>
                  <a:pt x="3838" y="3967"/>
                </a:cubicBezTo>
                <a:cubicBezTo>
                  <a:pt x="4389" y="3967"/>
                  <a:pt x="4946" y="3924"/>
                  <a:pt x="5497" y="3924"/>
                </a:cubicBezTo>
                <a:cubicBezTo>
                  <a:pt x="5880" y="3924"/>
                  <a:pt x="6260" y="3944"/>
                  <a:pt x="6634" y="4014"/>
                </a:cubicBezTo>
                <a:cubicBezTo>
                  <a:pt x="7452" y="4167"/>
                  <a:pt x="8044" y="4590"/>
                  <a:pt x="8476" y="5128"/>
                </a:cubicBezTo>
                <a:cubicBezTo>
                  <a:pt x="8889" y="5644"/>
                  <a:pt x="9168" y="6215"/>
                  <a:pt x="9504" y="6761"/>
                </a:cubicBezTo>
                <a:cubicBezTo>
                  <a:pt x="9818" y="7272"/>
                  <a:pt x="10194" y="7795"/>
                  <a:pt x="10779" y="8153"/>
                </a:cubicBezTo>
                <a:cubicBezTo>
                  <a:pt x="11306" y="8477"/>
                  <a:pt x="11931" y="8612"/>
                  <a:pt x="12573" y="8612"/>
                </a:cubicBezTo>
                <a:cubicBezTo>
                  <a:pt x="12917" y="8612"/>
                  <a:pt x="13266" y="8573"/>
                  <a:pt x="13607" y="8503"/>
                </a:cubicBezTo>
                <a:cubicBezTo>
                  <a:pt x="14755" y="8264"/>
                  <a:pt x="15723" y="7708"/>
                  <a:pt x="16790" y="7327"/>
                </a:cubicBezTo>
                <a:cubicBezTo>
                  <a:pt x="17672" y="7012"/>
                  <a:pt x="18645" y="6819"/>
                  <a:pt x="19621" y="6819"/>
                </a:cubicBezTo>
                <a:cubicBezTo>
                  <a:pt x="19841" y="6819"/>
                  <a:pt x="20062" y="6829"/>
                  <a:pt x="20281" y="6849"/>
                </a:cubicBezTo>
                <a:cubicBezTo>
                  <a:pt x="21290" y="6943"/>
                  <a:pt x="22275" y="7285"/>
                  <a:pt x="22992" y="7844"/>
                </a:cubicBezTo>
                <a:cubicBezTo>
                  <a:pt x="23170" y="7982"/>
                  <a:pt x="23328" y="8133"/>
                  <a:pt x="23467" y="8296"/>
                </a:cubicBezTo>
                <a:cubicBezTo>
                  <a:pt x="23495" y="8329"/>
                  <a:pt x="23541" y="8346"/>
                  <a:pt x="23587" y="8346"/>
                </a:cubicBezTo>
                <a:cubicBezTo>
                  <a:pt x="23643" y="8346"/>
                  <a:pt x="23698" y="8320"/>
                  <a:pt x="23718" y="8271"/>
                </a:cubicBezTo>
                <a:cubicBezTo>
                  <a:pt x="24376" y="6550"/>
                  <a:pt x="24252" y="4734"/>
                  <a:pt x="23880" y="2982"/>
                </a:cubicBezTo>
                <a:cubicBezTo>
                  <a:pt x="23786" y="2536"/>
                  <a:pt x="23676" y="2093"/>
                  <a:pt x="23557" y="1650"/>
                </a:cubicBezTo>
                <a:cubicBezTo>
                  <a:pt x="23441" y="1217"/>
                  <a:pt x="23343" y="773"/>
                  <a:pt x="23189" y="348"/>
                </a:cubicBezTo>
                <a:cubicBezTo>
                  <a:pt x="23127" y="176"/>
                  <a:pt x="22987" y="38"/>
                  <a:pt x="22748" y="8"/>
                </a:cubicBezTo>
                <a:cubicBezTo>
                  <a:pt x="22707" y="3"/>
                  <a:pt x="22666" y="1"/>
                  <a:pt x="22626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81" name="Google Shape;4481;p193"/>
          <p:cNvGrpSpPr/>
          <p:nvPr/>
        </p:nvGrpSpPr>
        <p:grpSpPr>
          <a:xfrm rot="899994">
            <a:off x="1016472" y="201882"/>
            <a:ext cx="454166" cy="411416"/>
            <a:chOff x="1640475" y="1197075"/>
            <a:chExt cx="55475" cy="50250"/>
          </a:xfrm>
        </p:grpSpPr>
        <p:sp>
          <p:nvSpPr>
            <p:cNvPr id="4482" name="Google Shape;4482;p19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19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19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5" name="Google Shape;4485;p193"/>
          <p:cNvGrpSpPr/>
          <p:nvPr/>
        </p:nvGrpSpPr>
        <p:grpSpPr>
          <a:xfrm rot="-765977">
            <a:off x="8251989" y="1521724"/>
            <a:ext cx="279616" cy="253294"/>
            <a:chOff x="1640475" y="1197075"/>
            <a:chExt cx="55475" cy="50250"/>
          </a:xfrm>
        </p:grpSpPr>
        <p:sp>
          <p:nvSpPr>
            <p:cNvPr id="4486" name="Google Shape;4486;p19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19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19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89" name="Google Shape;4489;p193"/>
          <p:cNvSpPr/>
          <p:nvPr/>
        </p:nvSpPr>
        <p:spPr>
          <a:xfrm flipH="1" rot="-1686808">
            <a:off x="3194336" y="4571863"/>
            <a:ext cx="695049" cy="16282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90" name="Google Shape;4490;p193"/>
          <p:cNvSpPr/>
          <p:nvPr/>
        </p:nvSpPr>
        <p:spPr>
          <a:xfrm flipH="1" rot="117">
            <a:off x="7874199" y="150134"/>
            <a:ext cx="545177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91" name="Google Shape;4491;p193"/>
          <p:cNvGrpSpPr/>
          <p:nvPr/>
        </p:nvGrpSpPr>
        <p:grpSpPr>
          <a:xfrm rot="-4475517">
            <a:off x="7432742" y="4442182"/>
            <a:ext cx="197770" cy="213810"/>
            <a:chOff x="1640475" y="1197075"/>
            <a:chExt cx="55475" cy="50250"/>
          </a:xfrm>
        </p:grpSpPr>
        <p:sp>
          <p:nvSpPr>
            <p:cNvPr id="4492" name="Google Shape;4492;p19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19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19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95" name="Google Shape;4495;p193"/>
          <p:cNvSpPr/>
          <p:nvPr/>
        </p:nvSpPr>
        <p:spPr>
          <a:xfrm>
            <a:off x="891612" y="4121988"/>
            <a:ext cx="1167574" cy="854200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96" name="Google Shape;4496;p193"/>
          <p:cNvSpPr/>
          <p:nvPr/>
        </p:nvSpPr>
        <p:spPr>
          <a:xfrm rot="368157">
            <a:off x="8269118" y="4245138"/>
            <a:ext cx="520982" cy="81628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97" name="Google Shape;4497;p193"/>
          <p:cNvGrpSpPr/>
          <p:nvPr/>
        </p:nvGrpSpPr>
        <p:grpSpPr>
          <a:xfrm rot="-765935">
            <a:off x="274629" y="3048883"/>
            <a:ext cx="221762" cy="200885"/>
            <a:chOff x="1640475" y="1197075"/>
            <a:chExt cx="55475" cy="50250"/>
          </a:xfrm>
        </p:grpSpPr>
        <p:sp>
          <p:nvSpPr>
            <p:cNvPr id="4498" name="Google Shape;4498;p19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19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19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4_1">
    <p:spTree>
      <p:nvGrpSpPr>
        <p:cNvPr id="4501" name="Shape 4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2" name="Google Shape;4502;p194"/>
          <p:cNvSpPr/>
          <p:nvPr/>
        </p:nvSpPr>
        <p:spPr>
          <a:xfrm>
            <a:off x="-128824" y="4059063"/>
            <a:ext cx="3566130" cy="1156248"/>
          </a:xfrm>
          <a:custGeom>
            <a:rect b="b" l="l" r="r" t="t"/>
            <a:pathLst>
              <a:path extrusionOk="0" h="7088" w="21861">
                <a:moveTo>
                  <a:pt x="1470" y="1"/>
                </a:moveTo>
                <a:cubicBezTo>
                  <a:pt x="969" y="1"/>
                  <a:pt x="465" y="73"/>
                  <a:pt x="0" y="211"/>
                </a:cubicBezTo>
                <a:lnTo>
                  <a:pt x="0" y="7087"/>
                </a:lnTo>
                <a:lnTo>
                  <a:pt x="21860" y="7087"/>
                </a:lnTo>
                <a:cubicBezTo>
                  <a:pt x="21784" y="6987"/>
                  <a:pt x="21696" y="6892"/>
                  <a:pt x="21596" y="6806"/>
                </a:cubicBezTo>
                <a:cubicBezTo>
                  <a:pt x="21135" y="6406"/>
                  <a:pt x="20429" y="6167"/>
                  <a:pt x="19720" y="6167"/>
                </a:cubicBezTo>
                <a:cubicBezTo>
                  <a:pt x="19688" y="6167"/>
                  <a:pt x="19657" y="6168"/>
                  <a:pt x="19626" y="6169"/>
                </a:cubicBezTo>
                <a:cubicBezTo>
                  <a:pt x="19086" y="6184"/>
                  <a:pt x="18553" y="6331"/>
                  <a:pt x="18022" y="6331"/>
                </a:cubicBezTo>
                <a:cubicBezTo>
                  <a:pt x="17915" y="6331"/>
                  <a:pt x="17808" y="6325"/>
                  <a:pt x="17701" y="6311"/>
                </a:cubicBezTo>
                <a:cubicBezTo>
                  <a:pt x="17575" y="6294"/>
                  <a:pt x="17455" y="6267"/>
                  <a:pt x="17341" y="6232"/>
                </a:cubicBezTo>
                <a:cubicBezTo>
                  <a:pt x="17316" y="6223"/>
                  <a:pt x="17292" y="6216"/>
                  <a:pt x="17268" y="6207"/>
                </a:cubicBezTo>
                <a:cubicBezTo>
                  <a:pt x="16400" y="5904"/>
                  <a:pt x="15883" y="5118"/>
                  <a:pt x="15068" y="4680"/>
                </a:cubicBezTo>
                <a:cubicBezTo>
                  <a:pt x="14496" y="4373"/>
                  <a:pt x="13820" y="4258"/>
                  <a:pt x="13115" y="4258"/>
                </a:cubicBezTo>
                <a:cubicBezTo>
                  <a:pt x="12312" y="4258"/>
                  <a:pt x="11471" y="4408"/>
                  <a:pt x="10706" y="4596"/>
                </a:cubicBezTo>
                <a:cubicBezTo>
                  <a:pt x="10023" y="4765"/>
                  <a:pt x="9316" y="4959"/>
                  <a:pt x="8608" y="4959"/>
                </a:cubicBezTo>
                <a:cubicBezTo>
                  <a:pt x="8441" y="4959"/>
                  <a:pt x="8274" y="4948"/>
                  <a:pt x="8107" y="4924"/>
                </a:cubicBezTo>
                <a:cubicBezTo>
                  <a:pt x="6811" y="4733"/>
                  <a:pt x="5999" y="3788"/>
                  <a:pt x="5474" y="2893"/>
                </a:cubicBezTo>
                <a:cubicBezTo>
                  <a:pt x="4948" y="1997"/>
                  <a:pt x="4493" y="1003"/>
                  <a:pt x="3416" y="436"/>
                </a:cubicBezTo>
                <a:cubicBezTo>
                  <a:pt x="2851" y="140"/>
                  <a:pt x="2164" y="1"/>
                  <a:pt x="1470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03" name="Google Shape;4503;p194"/>
          <p:cNvSpPr/>
          <p:nvPr/>
        </p:nvSpPr>
        <p:spPr>
          <a:xfrm>
            <a:off x="7070064" y="-128785"/>
            <a:ext cx="2145942" cy="1053151"/>
          </a:xfrm>
          <a:custGeom>
            <a:rect b="b" l="l" r="r" t="t"/>
            <a:pathLst>
              <a:path extrusionOk="0" h="6456" w="13155">
                <a:moveTo>
                  <a:pt x="11275" y="1"/>
                </a:moveTo>
                <a:lnTo>
                  <a:pt x="11275" y="4"/>
                </a:lnTo>
                <a:lnTo>
                  <a:pt x="209" y="2"/>
                </a:lnTo>
                <a:cubicBezTo>
                  <a:pt x="185" y="57"/>
                  <a:pt x="164" y="111"/>
                  <a:pt x="145" y="167"/>
                </a:cubicBezTo>
                <a:cubicBezTo>
                  <a:pt x="138" y="184"/>
                  <a:pt x="132" y="203"/>
                  <a:pt x="127" y="221"/>
                </a:cubicBezTo>
                <a:cubicBezTo>
                  <a:pt x="59" y="429"/>
                  <a:pt x="18" y="643"/>
                  <a:pt x="6" y="860"/>
                </a:cubicBezTo>
                <a:cubicBezTo>
                  <a:pt x="0" y="984"/>
                  <a:pt x="3" y="1110"/>
                  <a:pt x="14" y="1233"/>
                </a:cubicBezTo>
                <a:cubicBezTo>
                  <a:pt x="16" y="1251"/>
                  <a:pt x="18" y="1270"/>
                  <a:pt x="20" y="1288"/>
                </a:cubicBezTo>
                <a:cubicBezTo>
                  <a:pt x="60" y="1638"/>
                  <a:pt x="172" y="1982"/>
                  <a:pt x="341" y="2300"/>
                </a:cubicBezTo>
                <a:cubicBezTo>
                  <a:pt x="351" y="2319"/>
                  <a:pt x="361" y="2337"/>
                  <a:pt x="371" y="2355"/>
                </a:cubicBezTo>
                <a:cubicBezTo>
                  <a:pt x="531" y="2642"/>
                  <a:pt x="740" y="2905"/>
                  <a:pt x="987" y="3134"/>
                </a:cubicBezTo>
                <a:cubicBezTo>
                  <a:pt x="1075" y="3217"/>
                  <a:pt x="1169" y="3295"/>
                  <a:pt x="1269" y="3368"/>
                </a:cubicBezTo>
                <a:cubicBezTo>
                  <a:pt x="1295" y="3387"/>
                  <a:pt x="1320" y="3405"/>
                  <a:pt x="1345" y="3422"/>
                </a:cubicBezTo>
                <a:cubicBezTo>
                  <a:pt x="1608" y="3604"/>
                  <a:pt x="1902" y="3745"/>
                  <a:pt x="2218" y="3827"/>
                </a:cubicBezTo>
                <a:cubicBezTo>
                  <a:pt x="2441" y="3883"/>
                  <a:pt x="2668" y="3908"/>
                  <a:pt x="2896" y="3908"/>
                </a:cubicBezTo>
                <a:cubicBezTo>
                  <a:pt x="3496" y="3908"/>
                  <a:pt x="4103" y="3734"/>
                  <a:pt x="4654" y="3501"/>
                </a:cubicBezTo>
                <a:cubicBezTo>
                  <a:pt x="4713" y="3476"/>
                  <a:pt x="4773" y="3450"/>
                  <a:pt x="4833" y="3424"/>
                </a:cubicBezTo>
                <a:cubicBezTo>
                  <a:pt x="4873" y="3406"/>
                  <a:pt x="4915" y="3387"/>
                  <a:pt x="4955" y="3369"/>
                </a:cubicBezTo>
                <a:cubicBezTo>
                  <a:pt x="5539" y="3105"/>
                  <a:pt x="6130" y="2820"/>
                  <a:pt x="6764" y="2820"/>
                </a:cubicBezTo>
                <a:cubicBezTo>
                  <a:pt x="6811" y="2820"/>
                  <a:pt x="6859" y="2822"/>
                  <a:pt x="6907" y="2825"/>
                </a:cubicBezTo>
                <a:cubicBezTo>
                  <a:pt x="7405" y="2860"/>
                  <a:pt x="7836" y="3071"/>
                  <a:pt x="8213" y="3369"/>
                </a:cubicBezTo>
                <a:cubicBezTo>
                  <a:pt x="8237" y="3387"/>
                  <a:pt x="8259" y="3405"/>
                  <a:pt x="8281" y="3424"/>
                </a:cubicBezTo>
                <a:cubicBezTo>
                  <a:pt x="8634" y="3715"/>
                  <a:pt x="8939" y="4078"/>
                  <a:pt x="9207" y="4436"/>
                </a:cubicBezTo>
                <a:cubicBezTo>
                  <a:pt x="9219" y="4454"/>
                  <a:pt x="9233" y="4472"/>
                  <a:pt x="9246" y="4490"/>
                </a:cubicBezTo>
                <a:cubicBezTo>
                  <a:pt x="9246" y="4490"/>
                  <a:pt x="9247" y="4490"/>
                  <a:pt x="9247" y="4491"/>
                </a:cubicBezTo>
                <a:cubicBezTo>
                  <a:pt x="9498" y="4831"/>
                  <a:pt x="9757" y="5189"/>
                  <a:pt x="10053" y="5504"/>
                </a:cubicBezTo>
                <a:cubicBezTo>
                  <a:pt x="10070" y="5523"/>
                  <a:pt x="10087" y="5541"/>
                  <a:pt x="10104" y="5559"/>
                </a:cubicBezTo>
                <a:cubicBezTo>
                  <a:pt x="10436" y="5901"/>
                  <a:pt x="10812" y="6189"/>
                  <a:pt x="11272" y="6342"/>
                </a:cubicBezTo>
                <a:cubicBezTo>
                  <a:pt x="11292" y="6348"/>
                  <a:pt x="11311" y="6355"/>
                  <a:pt x="11333" y="6361"/>
                </a:cubicBezTo>
                <a:cubicBezTo>
                  <a:pt x="11361" y="6370"/>
                  <a:pt x="11391" y="6378"/>
                  <a:pt x="11420" y="6386"/>
                </a:cubicBezTo>
                <a:cubicBezTo>
                  <a:pt x="11605" y="6434"/>
                  <a:pt x="11791" y="6456"/>
                  <a:pt x="11976" y="6456"/>
                </a:cubicBezTo>
                <a:cubicBezTo>
                  <a:pt x="12384" y="6456"/>
                  <a:pt x="12786" y="6349"/>
                  <a:pt x="13154" y="6177"/>
                </a:cubicBezTo>
                <a:lnTo>
                  <a:pt x="13154" y="5505"/>
                </a:lnTo>
                <a:lnTo>
                  <a:pt x="13154" y="4492"/>
                </a:lnTo>
                <a:lnTo>
                  <a:pt x="13154" y="3371"/>
                </a:lnTo>
                <a:lnTo>
                  <a:pt x="13155" y="2358"/>
                </a:lnTo>
                <a:lnTo>
                  <a:pt x="13155" y="1236"/>
                </a:lnTo>
                <a:lnTo>
                  <a:pt x="13155" y="221"/>
                </a:lnTo>
                <a:lnTo>
                  <a:pt x="13155" y="5"/>
                </a:lnTo>
                <a:lnTo>
                  <a:pt x="11334" y="4"/>
                </a:lnTo>
                <a:lnTo>
                  <a:pt x="11334" y="1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04" name="Google Shape;4504;p194"/>
          <p:cNvSpPr/>
          <p:nvPr/>
        </p:nvSpPr>
        <p:spPr>
          <a:xfrm>
            <a:off x="-445550" y="-291750"/>
            <a:ext cx="4706555" cy="1587067"/>
          </a:xfrm>
          <a:custGeom>
            <a:rect b="b" l="l" r="r" t="t"/>
            <a:pathLst>
              <a:path extrusionOk="0" h="9729" w="28852">
                <a:moveTo>
                  <a:pt x="27909" y="1"/>
                </a:moveTo>
                <a:cubicBezTo>
                  <a:pt x="27641" y="1"/>
                  <a:pt x="27359" y="65"/>
                  <a:pt x="27138" y="117"/>
                </a:cubicBezTo>
                <a:cubicBezTo>
                  <a:pt x="26393" y="292"/>
                  <a:pt x="25642" y="438"/>
                  <a:pt x="24886" y="556"/>
                </a:cubicBezTo>
                <a:cubicBezTo>
                  <a:pt x="23384" y="791"/>
                  <a:pt x="21867" y="918"/>
                  <a:pt x="20347" y="969"/>
                </a:cubicBezTo>
                <a:cubicBezTo>
                  <a:pt x="19779" y="988"/>
                  <a:pt x="19211" y="997"/>
                  <a:pt x="18643" y="997"/>
                </a:cubicBezTo>
                <a:cubicBezTo>
                  <a:pt x="16156" y="997"/>
                  <a:pt x="13669" y="829"/>
                  <a:pt x="11190" y="628"/>
                </a:cubicBezTo>
                <a:cubicBezTo>
                  <a:pt x="9660" y="504"/>
                  <a:pt x="8132" y="368"/>
                  <a:pt x="6601" y="249"/>
                </a:cubicBezTo>
                <a:cubicBezTo>
                  <a:pt x="5839" y="189"/>
                  <a:pt x="5076" y="132"/>
                  <a:pt x="4312" y="87"/>
                </a:cubicBezTo>
                <a:cubicBezTo>
                  <a:pt x="4099" y="75"/>
                  <a:pt x="3881" y="64"/>
                  <a:pt x="3664" y="64"/>
                </a:cubicBezTo>
                <a:cubicBezTo>
                  <a:pt x="3221" y="64"/>
                  <a:pt x="2777" y="107"/>
                  <a:pt x="2362" y="261"/>
                </a:cubicBezTo>
                <a:cubicBezTo>
                  <a:pt x="1198" y="695"/>
                  <a:pt x="625" y="1959"/>
                  <a:pt x="327" y="3085"/>
                </a:cubicBezTo>
                <a:cubicBezTo>
                  <a:pt x="51" y="4125"/>
                  <a:pt x="0" y="5240"/>
                  <a:pt x="241" y="6293"/>
                </a:cubicBezTo>
                <a:cubicBezTo>
                  <a:pt x="475" y="7320"/>
                  <a:pt x="1013" y="8271"/>
                  <a:pt x="1861" y="8911"/>
                </a:cubicBezTo>
                <a:cubicBezTo>
                  <a:pt x="2297" y="9241"/>
                  <a:pt x="2827" y="9490"/>
                  <a:pt x="3378" y="9490"/>
                </a:cubicBezTo>
                <a:cubicBezTo>
                  <a:pt x="3472" y="9490"/>
                  <a:pt x="3567" y="9482"/>
                  <a:pt x="3662" y="9467"/>
                </a:cubicBezTo>
                <a:cubicBezTo>
                  <a:pt x="4312" y="9361"/>
                  <a:pt x="4799" y="8877"/>
                  <a:pt x="5302" y="8495"/>
                </a:cubicBezTo>
                <a:cubicBezTo>
                  <a:pt x="5837" y="8088"/>
                  <a:pt x="6442" y="7738"/>
                  <a:pt x="7106" y="7594"/>
                </a:cubicBezTo>
                <a:cubicBezTo>
                  <a:pt x="7279" y="7557"/>
                  <a:pt x="7450" y="7538"/>
                  <a:pt x="7618" y="7538"/>
                </a:cubicBezTo>
                <a:cubicBezTo>
                  <a:pt x="8095" y="7538"/>
                  <a:pt x="8551" y="7686"/>
                  <a:pt x="8965" y="7966"/>
                </a:cubicBezTo>
                <a:cubicBezTo>
                  <a:pt x="9884" y="8588"/>
                  <a:pt x="10692" y="9729"/>
                  <a:pt x="11891" y="9729"/>
                </a:cubicBezTo>
                <a:cubicBezTo>
                  <a:pt x="11980" y="9729"/>
                  <a:pt x="12071" y="9723"/>
                  <a:pt x="12164" y="9709"/>
                </a:cubicBezTo>
                <a:cubicBezTo>
                  <a:pt x="13260" y="9554"/>
                  <a:pt x="13511" y="8401"/>
                  <a:pt x="13804" y="7521"/>
                </a:cubicBezTo>
                <a:cubicBezTo>
                  <a:pt x="13945" y="7099"/>
                  <a:pt x="14127" y="6643"/>
                  <a:pt x="14504" y="6377"/>
                </a:cubicBezTo>
                <a:cubicBezTo>
                  <a:pt x="14738" y="6212"/>
                  <a:pt x="15003" y="6142"/>
                  <a:pt x="15276" y="6142"/>
                </a:cubicBezTo>
                <a:cubicBezTo>
                  <a:pt x="15402" y="6142"/>
                  <a:pt x="15530" y="6157"/>
                  <a:pt x="15656" y="6184"/>
                </a:cubicBezTo>
                <a:cubicBezTo>
                  <a:pt x="16572" y="6381"/>
                  <a:pt x="17354" y="6961"/>
                  <a:pt x="18244" y="7232"/>
                </a:cubicBezTo>
                <a:cubicBezTo>
                  <a:pt x="18502" y="7311"/>
                  <a:pt x="18774" y="7363"/>
                  <a:pt x="19044" y="7363"/>
                </a:cubicBezTo>
                <a:cubicBezTo>
                  <a:pt x="19207" y="7363"/>
                  <a:pt x="19369" y="7344"/>
                  <a:pt x="19529" y="7301"/>
                </a:cubicBezTo>
                <a:cubicBezTo>
                  <a:pt x="19978" y="7178"/>
                  <a:pt x="20331" y="6877"/>
                  <a:pt x="20595" y="6501"/>
                </a:cubicBezTo>
                <a:cubicBezTo>
                  <a:pt x="21130" y="5738"/>
                  <a:pt x="21292" y="4712"/>
                  <a:pt x="21999" y="4070"/>
                </a:cubicBezTo>
                <a:cubicBezTo>
                  <a:pt x="22362" y="3741"/>
                  <a:pt x="22807" y="3634"/>
                  <a:pt x="23269" y="3634"/>
                </a:cubicBezTo>
                <a:cubicBezTo>
                  <a:pt x="23739" y="3634"/>
                  <a:pt x="24227" y="3745"/>
                  <a:pt x="24664" y="3849"/>
                </a:cubicBezTo>
                <a:cubicBezTo>
                  <a:pt x="25227" y="3981"/>
                  <a:pt x="25851" y="4166"/>
                  <a:pt x="26455" y="4166"/>
                </a:cubicBezTo>
                <a:cubicBezTo>
                  <a:pt x="26763" y="4166"/>
                  <a:pt x="27066" y="4118"/>
                  <a:pt x="27353" y="3990"/>
                </a:cubicBezTo>
                <a:cubicBezTo>
                  <a:pt x="28400" y="3523"/>
                  <a:pt x="28496" y="2313"/>
                  <a:pt x="28400" y="1304"/>
                </a:cubicBezTo>
                <a:cubicBezTo>
                  <a:pt x="28773" y="1190"/>
                  <a:pt x="28851" y="712"/>
                  <a:pt x="28673" y="381"/>
                </a:cubicBezTo>
                <a:cubicBezTo>
                  <a:pt x="28515" y="88"/>
                  <a:pt x="28221" y="1"/>
                  <a:pt x="27909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05" name="Google Shape;4505;p194"/>
          <p:cNvSpPr/>
          <p:nvPr/>
        </p:nvSpPr>
        <p:spPr>
          <a:xfrm>
            <a:off x="7237760" y="3032148"/>
            <a:ext cx="2387697" cy="2484758"/>
          </a:xfrm>
          <a:custGeom>
            <a:rect b="b" l="l" r="r" t="t"/>
            <a:pathLst>
              <a:path extrusionOk="0" h="15232" w="14637">
                <a:moveTo>
                  <a:pt x="11445" y="0"/>
                </a:moveTo>
                <a:cubicBezTo>
                  <a:pt x="11308" y="0"/>
                  <a:pt x="11172" y="12"/>
                  <a:pt x="11039" y="38"/>
                </a:cubicBezTo>
                <a:cubicBezTo>
                  <a:pt x="10644" y="116"/>
                  <a:pt x="10316" y="327"/>
                  <a:pt x="10145" y="596"/>
                </a:cubicBezTo>
                <a:cubicBezTo>
                  <a:pt x="9794" y="1152"/>
                  <a:pt x="10018" y="1791"/>
                  <a:pt x="9781" y="2367"/>
                </a:cubicBezTo>
                <a:cubicBezTo>
                  <a:pt x="9296" y="3551"/>
                  <a:pt x="6867" y="3019"/>
                  <a:pt x="6220" y="4123"/>
                </a:cubicBezTo>
                <a:cubicBezTo>
                  <a:pt x="6016" y="4474"/>
                  <a:pt x="6063" y="4867"/>
                  <a:pt x="6119" y="5237"/>
                </a:cubicBezTo>
                <a:cubicBezTo>
                  <a:pt x="6188" y="5684"/>
                  <a:pt x="6293" y="6128"/>
                  <a:pt x="6331" y="6578"/>
                </a:cubicBezTo>
                <a:cubicBezTo>
                  <a:pt x="6392" y="7292"/>
                  <a:pt x="6256" y="8099"/>
                  <a:pt x="5518" y="8624"/>
                </a:cubicBezTo>
                <a:cubicBezTo>
                  <a:pt x="4829" y="9115"/>
                  <a:pt x="3797" y="9174"/>
                  <a:pt x="2910" y="9343"/>
                </a:cubicBezTo>
                <a:cubicBezTo>
                  <a:pt x="2462" y="9427"/>
                  <a:pt x="2020" y="9543"/>
                  <a:pt x="1637" y="9735"/>
                </a:cubicBezTo>
                <a:cubicBezTo>
                  <a:pt x="1309" y="9901"/>
                  <a:pt x="1030" y="10112"/>
                  <a:pt x="810" y="10355"/>
                </a:cubicBezTo>
                <a:cubicBezTo>
                  <a:pt x="347" y="10864"/>
                  <a:pt x="157" y="11482"/>
                  <a:pt x="81" y="12082"/>
                </a:cubicBezTo>
                <a:cubicBezTo>
                  <a:pt x="1" y="12715"/>
                  <a:pt x="23" y="13379"/>
                  <a:pt x="158" y="14007"/>
                </a:cubicBezTo>
                <a:cubicBezTo>
                  <a:pt x="228" y="14329"/>
                  <a:pt x="371" y="14667"/>
                  <a:pt x="709" y="14896"/>
                </a:cubicBezTo>
                <a:cubicBezTo>
                  <a:pt x="1077" y="15146"/>
                  <a:pt x="1583" y="15204"/>
                  <a:pt x="2068" y="15214"/>
                </a:cubicBezTo>
                <a:cubicBezTo>
                  <a:pt x="2549" y="15226"/>
                  <a:pt x="3032" y="15229"/>
                  <a:pt x="3515" y="15229"/>
                </a:cubicBezTo>
                <a:cubicBezTo>
                  <a:pt x="4226" y="15229"/>
                  <a:pt x="4937" y="15222"/>
                  <a:pt x="5646" y="15222"/>
                </a:cubicBezTo>
                <a:cubicBezTo>
                  <a:pt x="5675" y="15222"/>
                  <a:pt x="5704" y="15222"/>
                  <a:pt x="5733" y="15222"/>
                </a:cubicBezTo>
                <a:lnTo>
                  <a:pt x="9469" y="15227"/>
                </a:lnTo>
                <a:cubicBezTo>
                  <a:pt x="10086" y="15228"/>
                  <a:pt x="10704" y="15228"/>
                  <a:pt x="11322" y="15229"/>
                </a:cubicBezTo>
                <a:cubicBezTo>
                  <a:pt x="11640" y="15230"/>
                  <a:pt x="11959" y="15231"/>
                  <a:pt x="12278" y="15231"/>
                </a:cubicBezTo>
                <a:cubicBezTo>
                  <a:pt x="12529" y="15231"/>
                  <a:pt x="12784" y="15225"/>
                  <a:pt x="13014" y="15145"/>
                </a:cubicBezTo>
                <a:cubicBezTo>
                  <a:pt x="13410" y="15008"/>
                  <a:pt x="13574" y="14685"/>
                  <a:pt x="13640" y="14388"/>
                </a:cubicBezTo>
                <a:cubicBezTo>
                  <a:pt x="13728" y="13988"/>
                  <a:pt x="13742" y="13577"/>
                  <a:pt x="13785" y="13173"/>
                </a:cubicBezTo>
                <a:cubicBezTo>
                  <a:pt x="13882" y="12264"/>
                  <a:pt x="13977" y="11357"/>
                  <a:pt x="14072" y="10449"/>
                </a:cubicBezTo>
                <a:cubicBezTo>
                  <a:pt x="14166" y="9541"/>
                  <a:pt x="14259" y="8633"/>
                  <a:pt x="14352" y="7724"/>
                </a:cubicBezTo>
                <a:cubicBezTo>
                  <a:pt x="14437" y="6875"/>
                  <a:pt x="14530" y="6026"/>
                  <a:pt x="14567" y="5174"/>
                </a:cubicBezTo>
                <a:cubicBezTo>
                  <a:pt x="14637" y="3541"/>
                  <a:pt x="14491" y="1869"/>
                  <a:pt x="13640" y="340"/>
                </a:cubicBezTo>
                <a:cubicBezTo>
                  <a:pt x="13611" y="289"/>
                  <a:pt x="13548" y="267"/>
                  <a:pt x="13488" y="267"/>
                </a:cubicBezTo>
                <a:cubicBezTo>
                  <a:pt x="13394" y="267"/>
                  <a:pt x="13305" y="319"/>
                  <a:pt x="13349" y="398"/>
                </a:cubicBezTo>
                <a:cubicBezTo>
                  <a:pt x="13385" y="461"/>
                  <a:pt x="13419" y="526"/>
                  <a:pt x="13452" y="589"/>
                </a:cubicBezTo>
                <a:cubicBezTo>
                  <a:pt x="13105" y="411"/>
                  <a:pt x="12738" y="253"/>
                  <a:pt x="12342" y="140"/>
                </a:cubicBezTo>
                <a:cubicBezTo>
                  <a:pt x="12060" y="59"/>
                  <a:pt x="11751" y="0"/>
                  <a:pt x="11445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06" name="Google Shape;4506;p194"/>
          <p:cNvSpPr/>
          <p:nvPr/>
        </p:nvSpPr>
        <p:spPr>
          <a:xfrm rot="10800000">
            <a:off x="7573482" y="3136804"/>
            <a:ext cx="12575" cy="4050"/>
          </a:xfrm>
          <a:custGeom>
            <a:rect b="b" l="l" r="r" t="t"/>
            <a:pathLst>
              <a:path extrusionOk="0" h="162" w="503">
                <a:moveTo>
                  <a:pt x="61" y="0"/>
                </a:moveTo>
                <a:cubicBezTo>
                  <a:pt x="37" y="0"/>
                  <a:pt x="16" y="17"/>
                  <a:pt x="9" y="40"/>
                </a:cubicBezTo>
                <a:cubicBezTo>
                  <a:pt x="1" y="70"/>
                  <a:pt x="18" y="101"/>
                  <a:pt x="47" y="110"/>
                </a:cubicBezTo>
                <a:cubicBezTo>
                  <a:pt x="170" y="145"/>
                  <a:pt x="298" y="162"/>
                  <a:pt x="429" y="162"/>
                </a:cubicBezTo>
                <a:lnTo>
                  <a:pt x="447" y="162"/>
                </a:lnTo>
                <a:cubicBezTo>
                  <a:pt x="478" y="162"/>
                  <a:pt x="503" y="136"/>
                  <a:pt x="502" y="105"/>
                </a:cubicBezTo>
                <a:cubicBezTo>
                  <a:pt x="502" y="78"/>
                  <a:pt x="483" y="50"/>
                  <a:pt x="454" y="50"/>
                </a:cubicBezTo>
                <a:cubicBezTo>
                  <a:pt x="451" y="50"/>
                  <a:pt x="449" y="50"/>
                  <a:pt x="446" y="51"/>
                </a:cubicBezTo>
                <a:cubicBezTo>
                  <a:pt x="442" y="51"/>
                  <a:pt x="438" y="51"/>
                  <a:pt x="435" y="51"/>
                </a:cubicBezTo>
                <a:cubicBezTo>
                  <a:pt x="312" y="51"/>
                  <a:pt x="192" y="35"/>
                  <a:pt x="78" y="3"/>
                </a:cubicBezTo>
                <a:cubicBezTo>
                  <a:pt x="72" y="1"/>
                  <a:pt x="67" y="0"/>
                  <a:pt x="6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07" name="Google Shape;4507;p194"/>
          <p:cNvSpPr/>
          <p:nvPr/>
        </p:nvSpPr>
        <p:spPr>
          <a:xfrm rot="10800000">
            <a:off x="7341532" y="3544979"/>
            <a:ext cx="10925" cy="8600"/>
          </a:xfrm>
          <a:custGeom>
            <a:rect b="b" l="l" r="r" t="t"/>
            <a:pathLst>
              <a:path extrusionOk="0" h="344" w="437">
                <a:moveTo>
                  <a:pt x="63" y="0"/>
                </a:moveTo>
                <a:cubicBezTo>
                  <a:pt x="45" y="0"/>
                  <a:pt x="28" y="9"/>
                  <a:pt x="17" y="25"/>
                </a:cubicBezTo>
                <a:cubicBezTo>
                  <a:pt x="0" y="49"/>
                  <a:pt x="6" y="85"/>
                  <a:pt x="32" y="102"/>
                </a:cubicBezTo>
                <a:cubicBezTo>
                  <a:pt x="137" y="173"/>
                  <a:pt x="240" y="250"/>
                  <a:pt x="340" y="332"/>
                </a:cubicBezTo>
                <a:cubicBezTo>
                  <a:pt x="350" y="340"/>
                  <a:pt x="362" y="343"/>
                  <a:pt x="375" y="343"/>
                </a:cubicBezTo>
                <a:cubicBezTo>
                  <a:pt x="391" y="343"/>
                  <a:pt x="407" y="337"/>
                  <a:pt x="418" y="323"/>
                </a:cubicBezTo>
                <a:cubicBezTo>
                  <a:pt x="437" y="299"/>
                  <a:pt x="434" y="264"/>
                  <a:pt x="410" y="245"/>
                </a:cubicBezTo>
                <a:cubicBezTo>
                  <a:pt x="308" y="162"/>
                  <a:pt x="202" y="83"/>
                  <a:pt x="94" y="10"/>
                </a:cubicBezTo>
                <a:cubicBezTo>
                  <a:pt x="84" y="4"/>
                  <a:pt x="74" y="0"/>
                  <a:pt x="6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08" name="Google Shape;4508;p194"/>
          <p:cNvSpPr/>
          <p:nvPr/>
        </p:nvSpPr>
        <p:spPr>
          <a:xfrm rot="10800000">
            <a:off x="7022857" y="2140429"/>
            <a:ext cx="738550" cy="540325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09" name="Google Shape;4509;p194"/>
          <p:cNvSpPr/>
          <p:nvPr/>
        </p:nvSpPr>
        <p:spPr>
          <a:xfrm rot="9893225">
            <a:off x="1777086" y="371868"/>
            <a:ext cx="605796" cy="14193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10" name="Google Shape;4510;p194"/>
          <p:cNvGrpSpPr/>
          <p:nvPr/>
        </p:nvGrpSpPr>
        <p:grpSpPr>
          <a:xfrm rot="5400000">
            <a:off x="278835" y="4536755"/>
            <a:ext cx="221772" cy="200884"/>
            <a:chOff x="1640475" y="1197075"/>
            <a:chExt cx="55475" cy="50250"/>
          </a:xfrm>
        </p:grpSpPr>
        <p:sp>
          <p:nvSpPr>
            <p:cNvPr id="4511" name="Google Shape;4511;p19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19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19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14" name="Google Shape;4514;p194"/>
          <p:cNvSpPr/>
          <p:nvPr/>
        </p:nvSpPr>
        <p:spPr>
          <a:xfrm rot="-834203">
            <a:off x="8546511" y="363435"/>
            <a:ext cx="993864" cy="1557213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15" name="Google Shape;4515;p194"/>
          <p:cNvGrpSpPr/>
          <p:nvPr/>
        </p:nvGrpSpPr>
        <p:grpSpPr>
          <a:xfrm rot="4654902">
            <a:off x="7263554" y="408293"/>
            <a:ext cx="433642" cy="392824"/>
            <a:chOff x="1640475" y="1197075"/>
            <a:chExt cx="55475" cy="50250"/>
          </a:xfrm>
        </p:grpSpPr>
        <p:sp>
          <p:nvSpPr>
            <p:cNvPr id="4516" name="Google Shape;4516;p19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19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19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9" name="Google Shape;4519;p194"/>
          <p:cNvGrpSpPr/>
          <p:nvPr/>
        </p:nvGrpSpPr>
        <p:grpSpPr>
          <a:xfrm rot="5400000">
            <a:off x="571217" y="1059896"/>
            <a:ext cx="244822" cy="221773"/>
            <a:chOff x="1640475" y="1197075"/>
            <a:chExt cx="55475" cy="50250"/>
          </a:xfrm>
        </p:grpSpPr>
        <p:sp>
          <p:nvSpPr>
            <p:cNvPr id="4520" name="Google Shape;4520;p19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19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19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23" name="Google Shape;4523;p194"/>
          <p:cNvSpPr/>
          <p:nvPr/>
        </p:nvSpPr>
        <p:spPr>
          <a:xfrm rot="6477717">
            <a:off x="8298149" y="4511777"/>
            <a:ext cx="580167" cy="13591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24" name="Google Shape;4524;p194"/>
          <p:cNvGrpSpPr/>
          <p:nvPr/>
        </p:nvGrpSpPr>
        <p:grpSpPr>
          <a:xfrm rot="5400000">
            <a:off x="7550086" y="4483922"/>
            <a:ext cx="221772" cy="200884"/>
            <a:chOff x="1640475" y="1197075"/>
            <a:chExt cx="55475" cy="50250"/>
          </a:xfrm>
        </p:grpSpPr>
        <p:sp>
          <p:nvSpPr>
            <p:cNvPr id="4525" name="Google Shape;4525;p19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19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19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CUSTOM_4_1_1">
    <p:spTree>
      <p:nvGrpSpPr>
        <p:cNvPr id="4528" name="Shape 4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29" name="Google Shape;4529;p195"/>
          <p:cNvSpPr/>
          <p:nvPr/>
        </p:nvSpPr>
        <p:spPr>
          <a:xfrm flipH="1">
            <a:off x="6975401" y="2798485"/>
            <a:ext cx="2665937" cy="2778151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30" name="Google Shape;4530;p195"/>
          <p:cNvSpPr/>
          <p:nvPr/>
        </p:nvSpPr>
        <p:spPr>
          <a:xfrm flipH="1">
            <a:off x="-517990" y="4092608"/>
            <a:ext cx="3021471" cy="1245429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31" name="Google Shape;4531;p195"/>
          <p:cNvSpPr/>
          <p:nvPr/>
        </p:nvSpPr>
        <p:spPr>
          <a:xfrm flipH="1">
            <a:off x="5299521" y="-196435"/>
            <a:ext cx="4180419" cy="1127189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32" name="Google Shape;4532;p195"/>
          <p:cNvSpPr/>
          <p:nvPr/>
        </p:nvSpPr>
        <p:spPr>
          <a:xfrm flipH="1">
            <a:off x="-543725" y="-421026"/>
            <a:ext cx="3612183" cy="2881733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33" name="Google Shape;4533;p195"/>
          <p:cNvSpPr/>
          <p:nvPr/>
        </p:nvSpPr>
        <p:spPr>
          <a:xfrm>
            <a:off x="1945325" y="2102150"/>
            <a:ext cx="12575" cy="4050"/>
          </a:xfrm>
          <a:custGeom>
            <a:rect b="b" l="l" r="r" t="t"/>
            <a:pathLst>
              <a:path extrusionOk="0" h="162" w="503">
                <a:moveTo>
                  <a:pt x="61" y="0"/>
                </a:moveTo>
                <a:cubicBezTo>
                  <a:pt x="37" y="0"/>
                  <a:pt x="16" y="17"/>
                  <a:pt x="9" y="40"/>
                </a:cubicBezTo>
                <a:cubicBezTo>
                  <a:pt x="1" y="70"/>
                  <a:pt x="18" y="101"/>
                  <a:pt x="47" y="110"/>
                </a:cubicBezTo>
                <a:cubicBezTo>
                  <a:pt x="170" y="145"/>
                  <a:pt x="298" y="162"/>
                  <a:pt x="429" y="162"/>
                </a:cubicBezTo>
                <a:lnTo>
                  <a:pt x="447" y="162"/>
                </a:lnTo>
                <a:cubicBezTo>
                  <a:pt x="478" y="162"/>
                  <a:pt x="503" y="136"/>
                  <a:pt x="502" y="105"/>
                </a:cubicBezTo>
                <a:cubicBezTo>
                  <a:pt x="502" y="78"/>
                  <a:pt x="483" y="50"/>
                  <a:pt x="454" y="50"/>
                </a:cubicBezTo>
                <a:cubicBezTo>
                  <a:pt x="451" y="50"/>
                  <a:pt x="449" y="50"/>
                  <a:pt x="446" y="51"/>
                </a:cubicBezTo>
                <a:cubicBezTo>
                  <a:pt x="442" y="51"/>
                  <a:pt x="438" y="51"/>
                  <a:pt x="435" y="51"/>
                </a:cubicBezTo>
                <a:cubicBezTo>
                  <a:pt x="312" y="51"/>
                  <a:pt x="192" y="35"/>
                  <a:pt x="78" y="3"/>
                </a:cubicBezTo>
                <a:cubicBezTo>
                  <a:pt x="72" y="1"/>
                  <a:pt x="67" y="0"/>
                  <a:pt x="6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34" name="Google Shape;4534;p195"/>
          <p:cNvSpPr/>
          <p:nvPr/>
        </p:nvSpPr>
        <p:spPr>
          <a:xfrm>
            <a:off x="2178925" y="1689425"/>
            <a:ext cx="10925" cy="8600"/>
          </a:xfrm>
          <a:custGeom>
            <a:rect b="b" l="l" r="r" t="t"/>
            <a:pathLst>
              <a:path extrusionOk="0" h="344" w="437">
                <a:moveTo>
                  <a:pt x="63" y="0"/>
                </a:moveTo>
                <a:cubicBezTo>
                  <a:pt x="45" y="0"/>
                  <a:pt x="28" y="9"/>
                  <a:pt x="17" y="25"/>
                </a:cubicBezTo>
                <a:cubicBezTo>
                  <a:pt x="0" y="49"/>
                  <a:pt x="6" y="85"/>
                  <a:pt x="32" y="102"/>
                </a:cubicBezTo>
                <a:cubicBezTo>
                  <a:pt x="137" y="173"/>
                  <a:pt x="240" y="250"/>
                  <a:pt x="340" y="332"/>
                </a:cubicBezTo>
                <a:cubicBezTo>
                  <a:pt x="350" y="340"/>
                  <a:pt x="362" y="343"/>
                  <a:pt x="375" y="343"/>
                </a:cubicBezTo>
                <a:cubicBezTo>
                  <a:pt x="391" y="343"/>
                  <a:pt x="407" y="337"/>
                  <a:pt x="418" y="323"/>
                </a:cubicBezTo>
                <a:cubicBezTo>
                  <a:pt x="437" y="299"/>
                  <a:pt x="434" y="264"/>
                  <a:pt x="410" y="245"/>
                </a:cubicBezTo>
                <a:cubicBezTo>
                  <a:pt x="308" y="162"/>
                  <a:pt x="202" y="83"/>
                  <a:pt x="94" y="10"/>
                </a:cubicBezTo>
                <a:cubicBezTo>
                  <a:pt x="84" y="4"/>
                  <a:pt x="74" y="0"/>
                  <a:pt x="6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35" name="Google Shape;4535;p195"/>
          <p:cNvSpPr/>
          <p:nvPr/>
        </p:nvSpPr>
        <p:spPr>
          <a:xfrm>
            <a:off x="1769975" y="2562250"/>
            <a:ext cx="738550" cy="540325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36" name="Google Shape;4536;p195"/>
          <p:cNvSpPr/>
          <p:nvPr/>
        </p:nvSpPr>
        <p:spPr>
          <a:xfrm rot="-906775">
            <a:off x="7086838" y="296199"/>
            <a:ext cx="605796" cy="14193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37" name="Google Shape;4537;p195"/>
          <p:cNvGrpSpPr/>
          <p:nvPr/>
        </p:nvGrpSpPr>
        <p:grpSpPr>
          <a:xfrm rot="-5400000">
            <a:off x="8646175" y="1002690"/>
            <a:ext cx="221772" cy="200884"/>
            <a:chOff x="1640475" y="1197075"/>
            <a:chExt cx="55475" cy="50250"/>
          </a:xfrm>
        </p:grpSpPr>
        <p:sp>
          <p:nvSpPr>
            <p:cNvPr id="4538" name="Google Shape;4538;p19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19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19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41" name="Google Shape;4541;p195"/>
          <p:cNvSpPr/>
          <p:nvPr/>
        </p:nvSpPr>
        <p:spPr>
          <a:xfrm rot="9965797">
            <a:off x="-506318" y="3859694"/>
            <a:ext cx="993864" cy="1557213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42" name="Google Shape;4542;p195"/>
          <p:cNvGrpSpPr/>
          <p:nvPr/>
        </p:nvGrpSpPr>
        <p:grpSpPr>
          <a:xfrm rot="-6145098">
            <a:off x="376587" y="480362"/>
            <a:ext cx="433642" cy="392824"/>
            <a:chOff x="1640475" y="1197075"/>
            <a:chExt cx="55475" cy="50250"/>
          </a:xfrm>
        </p:grpSpPr>
        <p:sp>
          <p:nvSpPr>
            <p:cNvPr id="4543" name="Google Shape;4543;p19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19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19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6" name="Google Shape;4546;p195"/>
          <p:cNvGrpSpPr/>
          <p:nvPr/>
        </p:nvGrpSpPr>
        <p:grpSpPr>
          <a:xfrm rot="-5400000">
            <a:off x="1758442" y="4714359"/>
            <a:ext cx="244822" cy="221773"/>
            <a:chOff x="1640475" y="1197075"/>
            <a:chExt cx="55475" cy="50250"/>
          </a:xfrm>
        </p:grpSpPr>
        <p:sp>
          <p:nvSpPr>
            <p:cNvPr id="4547" name="Google Shape;4547;p19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19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19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50" name="Google Shape;4550;p195"/>
          <p:cNvSpPr/>
          <p:nvPr/>
        </p:nvSpPr>
        <p:spPr>
          <a:xfrm rot="-308323">
            <a:off x="1184892" y="245385"/>
            <a:ext cx="580167" cy="13591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51" name="Google Shape;4551;p195"/>
          <p:cNvGrpSpPr/>
          <p:nvPr/>
        </p:nvGrpSpPr>
        <p:grpSpPr>
          <a:xfrm rot="-5400000">
            <a:off x="8191474" y="4616297"/>
            <a:ext cx="221772" cy="200884"/>
            <a:chOff x="1640475" y="1197075"/>
            <a:chExt cx="55475" cy="50250"/>
          </a:xfrm>
        </p:grpSpPr>
        <p:sp>
          <p:nvSpPr>
            <p:cNvPr id="4552" name="Google Shape;4552;p19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19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19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1">
  <p:cSld name="TITLE_AND_BODY_2">
    <p:spTree>
      <p:nvGrpSpPr>
        <p:cNvPr id="4555" name="Shape 45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6" name="Google Shape;4556;p196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4557" name="Google Shape;4557;p196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  <p:sp>
        <p:nvSpPr>
          <p:cNvPr id="4558" name="Google Shape;4558;p196"/>
          <p:cNvSpPr txBox="1"/>
          <p:nvPr>
            <p:ph idx="12" type="sldNum"/>
          </p:nvPr>
        </p:nvSpPr>
        <p:spPr>
          <a:xfrm>
            <a:off x="8490250" y="4681009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>
            <a:lvl1pPr lvl="0">
              <a:buNone/>
              <a:defRPr sz="1100"/>
            </a:lvl1pPr>
            <a:lvl2pPr lvl="1">
              <a:buNone/>
              <a:defRPr sz="1100"/>
            </a:lvl2pPr>
            <a:lvl3pPr lvl="2">
              <a:buNone/>
              <a:defRPr sz="1100"/>
            </a:lvl3pPr>
            <a:lvl4pPr lvl="3">
              <a:buNone/>
              <a:defRPr sz="1100"/>
            </a:lvl4pPr>
            <a:lvl5pPr lvl="4">
              <a:buNone/>
              <a:defRPr sz="1100"/>
            </a:lvl5pPr>
            <a:lvl6pPr lvl="5">
              <a:buNone/>
              <a:defRPr sz="1100"/>
            </a:lvl6pPr>
            <a:lvl7pPr lvl="6">
              <a:buNone/>
              <a:defRPr sz="1100"/>
            </a:lvl7pPr>
            <a:lvl8pPr lvl="7">
              <a:buNone/>
              <a:defRPr sz="1100"/>
            </a:lvl8pPr>
            <a:lvl9pPr lvl="8">
              <a:buNone/>
              <a:defRPr sz="1100"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4">
  <p:cSld name="SECTION_HEADER_2">
    <p:spTree>
      <p:nvGrpSpPr>
        <p:cNvPr id="4559" name="Shape 45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60" name="Google Shape;4560;p197"/>
          <p:cNvSpPr txBox="1"/>
          <p:nvPr>
            <p:ph type="title"/>
          </p:nvPr>
        </p:nvSpPr>
        <p:spPr>
          <a:xfrm>
            <a:off x="458975" y="1438150"/>
            <a:ext cx="8226000" cy="3189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 b="0" sz="3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4561" name="Google Shape;4561;p197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2">
  <p:cSld name="TITLE_AND_BODY_3">
    <p:spTree>
      <p:nvGrpSpPr>
        <p:cNvPr id="4562" name="Shape 4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63" name="Google Shape;4563;p198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4564" name="Google Shape;4564;p198"/>
          <p:cNvSpPr txBox="1"/>
          <p:nvPr>
            <p:ph idx="1" type="body"/>
          </p:nvPr>
        </p:nvSpPr>
        <p:spPr>
          <a:xfrm>
            <a:off x="458975" y="1438275"/>
            <a:ext cx="8226000" cy="2981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 sz="1400"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4565" name="Google Shape;4565;p198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ultiple choice options">
  <p:cSld name="TITLE_ONLY_1_1_1_1">
    <p:spTree>
      <p:nvGrpSpPr>
        <p:cNvPr id="4566" name="Shape 45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67" name="Google Shape;4567;p199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4568" name="Google Shape;4568;p199"/>
          <p:cNvSpPr txBox="1"/>
          <p:nvPr>
            <p:ph idx="1" type="subTitle"/>
          </p:nvPr>
        </p:nvSpPr>
        <p:spPr>
          <a:xfrm>
            <a:off x="458975" y="1438150"/>
            <a:ext cx="3128400" cy="453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lv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1pPr>
            <a:lvl2pPr lvl="1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latin typeface="Poppins"/>
                <a:ea typeface="Poppins"/>
                <a:cs typeface="Poppins"/>
                <a:sym typeface="Poppins"/>
              </a:defRPr>
            </a:lvl2pPr>
            <a:lvl3pPr lvl="2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3pPr>
            <a:lvl4pPr lvl="3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4pPr>
            <a:lvl5pPr lvl="4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5pPr>
            <a:lvl6pPr lvl="5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6pPr>
            <a:lvl7pPr lvl="6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7pPr>
            <a:lvl8pPr lvl="7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8pPr>
            <a:lvl9pPr lvl="8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9pPr>
          </a:lstStyle>
          <a:p/>
        </p:txBody>
      </p:sp>
      <p:sp>
        <p:nvSpPr>
          <p:cNvPr id="4569" name="Google Shape;4569;p199"/>
          <p:cNvSpPr txBox="1"/>
          <p:nvPr>
            <p:ph idx="2" type="body"/>
          </p:nvPr>
        </p:nvSpPr>
        <p:spPr>
          <a:xfrm>
            <a:off x="458975" y="2070075"/>
            <a:ext cx="3951000" cy="630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4570" name="Google Shape;4570;p199"/>
          <p:cNvSpPr txBox="1"/>
          <p:nvPr>
            <p:ph idx="3" type="subTitle"/>
          </p:nvPr>
        </p:nvSpPr>
        <p:spPr>
          <a:xfrm>
            <a:off x="4734000" y="1438150"/>
            <a:ext cx="3128400" cy="4533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lv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1pPr>
            <a:lvl2pPr lvl="1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latin typeface="Poppins"/>
                <a:ea typeface="Poppins"/>
                <a:cs typeface="Poppins"/>
                <a:sym typeface="Poppins"/>
              </a:defRPr>
            </a:lvl2pPr>
            <a:lvl3pPr lvl="2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3pPr>
            <a:lvl4pPr lvl="3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4pPr>
            <a:lvl5pPr lvl="4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5pPr>
            <a:lvl6pPr lvl="5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6pPr>
            <a:lvl7pPr lvl="6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7pPr>
            <a:lvl8pPr lvl="7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8pPr>
            <a:lvl9pPr lvl="8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9pPr>
          </a:lstStyle>
          <a:p/>
        </p:txBody>
      </p:sp>
      <p:sp>
        <p:nvSpPr>
          <p:cNvPr id="4571" name="Google Shape;4571;p199"/>
          <p:cNvSpPr txBox="1"/>
          <p:nvPr>
            <p:ph idx="4" type="body"/>
          </p:nvPr>
        </p:nvSpPr>
        <p:spPr>
          <a:xfrm>
            <a:off x="4734000" y="2070075"/>
            <a:ext cx="3951000" cy="630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4572" name="Google Shape;4572;p199"/>
          <p:cNvSpPr txBox="1"/>
          <p:nvPr>
            <p:ph idx="5" type="subTitle"/>
          </p:nvPr>
        </p:nvSpPr>
        <p:spPr>
          <a:xfrm>
            <a:off x="458975" y="2952375"/>
            <a:ext cx="3128400" cy="4533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lv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1pPr>
            <a:lvl2pPr lvl="1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573" name="Google Shape;4573;p199"/>
          <p:cNvSpPr txBox="1"/>
          <p:nvPr>
            <p:ph idx="6" type="body"/>
          </p:nvPr>
        </p:nvSpPr>
        <p:spPr>
          <a:xfrm>
            <a:off x="458975" y="3584300"/>
            <a:ext cx="3951000" cy="630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4574" name="Google Shape;4574;p199"/>
          <p:cNvSpPr txBox="1"/>
          <p:nvPr>
            <p:ph idx="7" type="subTitle"/>
          </p:nvPr>
        </p:nvSpPr>
        <p:spPr>
          <a:xfrm>
            <a:off x="4734000" y="2952375"/>
            <a:ext cx="3128400" cy="4533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lv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1pPr>
            <a:lvl2pPr lvl="1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latin typeface="Poppins"/>
                <a:ea typeface="Poppins"/>
                <a:cs typeface="Poppins"/>
                <a:sym typeface="Poppins"/>
              </a:defRPr>
            </a:lvl2pPr>
            <a:lvl3pPr lvl="2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3pPr>
            <a:lvl4pPr lvl="3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4pPr>
            <a:lvl5pPr lvl="4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5pPr>
            <a:lvl6pPr lvl="5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6pPr>
            <a:lvl7pPr lvl="6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7pPr>
            <a:lvl8pPr lvl="7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8pPr>
            <a:lvl9pPr lvl="8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9pPr>
          </a:lstStyle>
          <a:p/>
        </p:txBody>
      </p:sp>
      <p:sp>
        <p:nvSpPr>
          <p:cNvPr id="4575" name="Google Shape;4575;p199"/>
          <p:cNvSpPr txBox="1"/>
          <p:nvPr>
            <p:ph idx="8" type="body"/>
          </p:nvPr>
        </p:nvSpPr>
        <p:spPr>
          <a:xfrm>
            <a:off x="4734000" y="3584300"/>
            <a:ext cx="3951000" cy="630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4576" name="Google Shape;4576;p199"/>
          <p:cNvSpPr txBox="1"/>
          <p:nvPr>
            <p:ph idx="12" type="sldNum"/>
          </p:nvPr>
        </p:nvSpPr>
        <p:spPr>
          <a:xfrm>
            <a:off x="458972" y="4793325"/>
            <a:ext cx="1905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5">
  <p:cSld name="SECTION_HEADER_3">
    <p:bg>
      <p:bgPr>
        <a:solidFill>
          <a:schemeClr val="accent4"/>
        </a:solidFill>
      </p:bgPr>
    </p:bg>
    <p:spTree>
      <p:nvGrpSpPr>
        <p:cNvPr id="4577" name="Shape 4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78" name="Google Shape;4578;p200"/>
          <p:cNvSpPr txBox="1"/>
          <p:nvPr>
            <p:ph type="title"/>
          </p:nvPr>
        </p:nvSpPr>
        <p:spPr>
          <a:xfrm>
            <a:off x="458975" y="1438150"/>
            <a:ext cx="8226000" cy="3189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 b="0" sz="3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4579" name="Google Shape;4579;p200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3">
  <p:cSld name="TITLE_AND_BODY_4">
    <p:spTree>
      <p:nvGrpSpPr>
        <p:cNvPr id="4580" name="Shape 4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1" name="Google Shape;4581;p201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4582" name="Google Shape;4582;p201"/>
          <p:cNvSpPr txBox="1"/>
          <p:nvPr>
            <p:ph idx="1" type="body"/>
          </p:nvPr>
        </p:nvSpPr>
        <p:spPr>
          <a:xfrm>
            <a:off x="458975" y="1438275"/>
            <a:ext cx="8226000" cy="2981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 sz="1400"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4583" name="Google Shape;4583;p201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6">
  <p:cSld name="SECTION_HEADER_4">
    <p:spTree>
      <p:nvGrpSpPr>
        <p:cNvPr id="4584" name="Shape 45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5" name="Google Shape;4585;p202"/>
          <p:cNvSpPr txBox="1"/>
          <p:nvPr>
            <p:ph type="title"/>
          </p:nvPr>
        </p:nvSpPr>
        <p:spPr>
          <a:xfrm>
            <a:off x="458975" y="1438150"/>
            <a:ext cx="8226000" cy="3189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 b="0" sz="3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4586" name="Google Shape;4586;p202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4">
  <p:cSld name="TITLE_AND_BODY_5">
    <p:spTree>
      <p:nvGrpSpPr>
        <p:cNvPr id="4587" name="Shape 45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8" name="Google Shape;4588;p203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4589" name="Google Shape;4589;p203"/>
          <p:cNvSpPr txBox="1"/>
          <p:nvPr>
            <p:ph idx="1" type="body"/>
          </p:nvPr>
        </p:nvSpPr>
        <p:spPr>
          <a:xfrm>
            <a:off x="458975" y="1438275"/>
            <a:ext cx="8226000" cy="2981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 sz="1400"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4590" name="Google Shape;4590;p203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7">
  <p:cSld name="SECTION_HEADER_5">
    <p:bg>
      <p:bgPr>
        <a:solidFill>
          <a:schemeClr val="accent4"/>
        </a:solidFill>
      </p:bgPr>
    </p:bg>
    <p:spTree>
      <p:nvGrpSpPr>
        <p:cNvPr id="4591" name="Shape 4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92" name="Google Shape;4592;p204"/>
          <p:cNvSpPr txBox="1"/>
          <p:nvPr>
            <p:ph type="title"/>
          </p:nvPr>
        </p:nvSpPr>
        <p:spPr>
          <a:xfrm>
            <a:off x="458975" y="1438150"/>
            <a:ext cx="8226000" cy="3189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 b="0" sz="3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4593" name="Google Shape;4593;p204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6 1">
  <p:cSld name="SECTION_HEADER_4_1">
    <p:bg>
      <p:bgPr>
        <a:solidFill>
          <a:schemeClr val="accent4"/>
        </a:solidFill>
      </p:bgPr>
    </p:bg>
    <p:spTree>
      <p:nvGrpSpPr>
        <p:cNvPr id="4594" name="Shape 45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95" name="Google Shape;4595;p205"/>
          <p:cNvSpPr txBox="1"/>
          <p:nvPr>
            <p:ph type="title"/>
          </p:nvPr>
        </p:nvSpPr>
        <p:spPr>
          <a:xfrm>
            <a:off x="458975" y="1438150"/>
            <a:ext cx="8226000" cy="3189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 b="0" sz="3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4596" name="Google Shape;4596;p205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6 2">
  <p:cSld name="SECTION_HEADER_4_2">
    <p:spTree>
      <p:nvGrpSpPr>
        <p:cNvPr id="4597" name="Shape 45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98" name="Google Shape;4598;p206"/>
          <p:cNvSpPr txBox="1"/>
          <p:nvPr>
            <p:ph type="title"/>
          </p:nvPr>
        </p:nvSpPr>
        <p:spPr>
          <a:xfrm>
            <a:off x="458975" y="1438150"/>
            <a:ext cx="8226000" cy="3189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 b="0" sz="3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4599" name="Google Shape;4599;p206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3 1">
  <p:cSld name="TITLE_AND_BODY_4_1">
    <p:spTree>
      <p:nvGrpSpPr>
        <p:cNvPr id="4600" name="Shape 46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1" name="Google Shape;4601;p207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4602" name="Google Shape;4602;p207"/>
          <p:cNvSpPr txBox="1"/>
          <p:nvPr>
            <p:ph idx="1" type="body"/>
          </p:nvPr>
        </p:nvSpPr>
        <p:spPr>
          <a:xfrm>
            <a:off x="458975" y="1438275"/>
            <a:ext cx="8226000" cy="2981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 sz="1400"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4603" name="Google Shape;4603;p207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5">
  <p:cSld name="TITLE_AND_BODY_6">
    <p:spTree>
      <p:nvGrpSpPr>
        <p:cNvPr id="4604" name="Shape 46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5" name="Google Shape;4605;p208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4606" name="Google Shape;4606;p208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indent="-317500" lvl="1" marL="9144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4607" name="Google Shape;4607;p208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 1">
  <p:cSld name="TITLE_1">
    <p:spTree>
      <p:nvGrpSpPr>
        <p:cNvPr id="4608" name="Shape 46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9" name="Google Shape;4609;p209"/>
          <p:cNvSpPr txBox="1"/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4610" name="Google Shape;4610;p209"/>
          <p:cNvSpPr txBox="1"/>
          <p:nvPr>
            <p:ph idx="1" type="subTitle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4611" name="Google Shape;4611;p209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4615" name="Shape 4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6" name="Google Shape;4616;p211"/>
          <p:cNvSpPr/>
          <p:nvPr/>
        </p:nvSpPr>
        <p:spPr>
          <a:xfrm>
            <a:off x="-69007" y="-101129"/>
            <a:ext cx="2299567" cy="1009729"/>
          </a:xfrm>
          <a:custGeom>
            <a:rect b="b" l="l" r="r" t="t"/>
            <a:pathLst>
              <a:path extrusionOk="0" h="6348" w="14457">
                <a:moveTo>
                  <a:pt x="0" y="1"/>
                </a:moveTo>
                <a:lnTo>
                  <a:pt x="0" y="6160"/>
                </a:lnTo>
                <a:cubicBezTo>
                  <a:pt x="307" y="6283"/>
                  <a:pt x="641" y="6348"/>
                  <a:pt x="972" y="6348"/>
                </a:cubicBezTo>
                <a:cubicBezTo>
                  <a:pt x="1431" y="6348"/>
                  <a:pt x="1886" y="6223"/>
                  <a:pt x="2259" y="5957"/>
                </a:cubicBezTo>
                <a:cubicBezTo>
                  <a:pt x="2971" y="5450"/>
                  <a:pt x="3272" y="4560"/>
                  <a:pt x="3620" y="3758"/>
                </a:cubicBezTo>
                <a:cubicBezTo>
                  <a:pt x="3967" y="2955"/>
                  <a:pt x="4504" y="2110"/>
                  <a:pt x="5362" y="1938"/>
                </a:cubicBezTo>
                <a:cubicBezTo>
                  <a:pt x="5472" y="1916"/>
                  <a:pt x="5582" y="1906"/>
                  <a:pt x="5692" y="1906"/>
                </a:cubicBezTo>
                <a:cubicBezTo>
                  <a:pt x="6160" y="1906"/>
                  <a:pt x="6628" y="2081"/>
                  <a:pt x="7080" y="2232"/>
                </a:cubicBezTo>
                <a:cubicBezTo>
                  <a:pt x="7585" y="2401"/>
                  <a:pt x="8141" y="2535"/>
                  <a:pt x="8672" y="2535"/>
                </a:cubicBezTo>
                <a:cubicBezTo>
                  <a:pt x="9138" y="2535"/>
                  <a:pt x="9586" y="2431"/>
                  <a:pt x="9965" y="2156"/>
                </a:cubicBezTo>
                <a:cubicBezTo>
                  <a:pt x="10504" y="1765"/>
                  <a:pt x="10846" y="1060"/>
                  <a:pt x="11419" y="789"/>
                </a:cubicBezTo>
                <a:lnTo>
                  <a:pt x="11420" y="789"/>
                </a:lnTo>
                <a:cubicBezTo>
                  <a:pt x="11436" y="781"/>
                  <a:pt x="11452" y="774"/>
                  <a:pt x="11469" y="767"/>
                </a:cubicBezTo>
                <a:cubicBezTo>
                  <a:pt x="11544" y="736"/>
                  <a:pt x="11623" y="712"/>
                  <a:pt x="11706" y="696"/>
                </a:cubicBezTo>
                <a:cubicBezTo>
                  <a:pt x="11777" y="683"/>
                  <a:pt x="11848" y="678"/>
                  <a:pt x="11919" y="678"/>
                </a:cubicBezTo>
                <a:cubicBezTo>
                  <a:pt x="12271" y="678"/>
                  <a:pt x="12623" y="809"/>
                  <a:pt x="12978" y="824"/>
                </a:cubicBezTo>
                <a:cubicBezTo>
                  <a:pt x="12999" y="824"/>
                  <a:pt x="13020" y="825"/>
                  <a:pt x="13041" y="825"/>
                </a:cubicBezTo>
                <a:cubicBezTo>
                  <a:pt x="13511" y="825"/>
                  <a:pt x="13977" y="611"/>
                  <a:pt x="14281" y="253"/>
                </a:cubicBezTo>
                <a:cubicBezTo>
                  <a:pt x="14348" y="175"/>
                  <a:pt x="14407" y="90"/>
                  <a:pt x="14457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17" name="Google Shape;4617;p211"/>
          <p:cNvSpPr/>
          <p:nvPr/>
        </p:nvSpPr>
        <p:spPr>
          <a:xfrm>
            <a:off x="-311600" y="3147069"/>
            <a:ext cx="4163302" cy="2268390"/>
          </a:xfrm>
          <a:custGeom>
            <a:rect b="b" l="l" r="r" t="t"/>
            <a:pathLst>
              <a:path extrusionOk="0" h="14261" w="26174">
                <a:moveTo>
                  <a:pt x="4863" y="0"/>
                </a:moveTo>
                <a:cubicBezTo>
                  <a:pt x="4600" y="0"/>
                  <a:pt x="4337" y="25"/>
                  <a:pt x="4079" y="86"/>
                </a:cubicBezTo>
                <a:cubicBezTo>
                  <a:pt x="3577" y="206"/>
                  <a:pt x="3127" y="469"/>
                  <a:pt x="2736" y="803"/>
                </a:cubicBezTo>
                <a:cubicBezTo>
                  <a:pt x="1930" y="1492"/>
                  <a:pt x="1836" y="3135"/>
                  <a:pt x="799" y="3280"/>
                </a:cubicBezTo>
                <a:cubicBezTo>
                  <a:pt x="128" y="3374"/>
                  <a:pt x="0" y="4462"/>
                  <a:pt x="66" y="4462"/>
                </a:cubicBezTo>
                <a:cubicBezTo>
                  <a:pt x="68" y="4462"/>
                  <a:pt x="70" y="4461"/>
                  <a:pt x="72" y="4459"/>
                </a:cubicBezTo>
                <a:lnTo>
                  <a:pt x="72" y="4459"/>
                </a:lnTo>
                <a:cubicBezTo>
                  <a:pt x="67" y="5698"/>
                  <a:pt x="63" y="6939"/>
                  <a:pt x="59" y="8179"/>
                </a:cubicBezTo>
                <a:cubicBezTo>
                  <a:pt x="56" y="8831"/>
                  <a:pt x="53" y="9483"/>
                  <a:pt x="51" y="10135"/>
                </a:cubicBezTo>
                <a:cubicBezTo>
                  <a:pt x="50" y="10457"/>
                  <a:pt x="49" y="10777"/>
                  <a:pt x="48" y="11099"/>
                </a:cubicBezTo>
                <a:cubicBezTo>
                  <a:pt x="47" y="11393"/>
                  <a:pt x="48" y="11687"/>
                  <a:pt x="100" y="11976"/>
                </a:cubicBezTo>
                <a:cubicBezTo>
                  <a:pt x="186" y="12456"/>
                  <a:pt x="458" y="12928"/>
                  <a:pt x="933" y="13108"/>
                </a:cubicBezTo>
                <a:cubicBezTo>
                  <a:pt x="1033" y="13146"/>
                  <a:pt x="1145" y="13169"/>
                  <a:pt x="1252" y="13169"/>
                </a:cubicBezTo>
                <a:cubicBezTo>
                  <a:pt x="1254" y="13169"/>
                  <a:pt x="1257" y="13169"/>
                  <a:pt x="1259" y="13169"/>
                </a:cubicBezTo>
                <a:cubicBezTo>
                  <a:pt x="1388" y="13167"/>
                  <a:pt x="1479" y="13054"/>
                  <a:pt x="1583" y="12989"/>
                </a:cubicBezTo>
                <a:cubicBezTo>
                  <a:pt x="1788" y="12861"/>
                  <a:pt x="2013" y="12777"/>
                  <a:pt x="2247" y="12724"/>
                </a:cubicBezTo>
                <a:cubicBezTo>
                  <a:pt x="2483" y="12671"/>
                  <a:pt x="2724" y="12651"/>
                  <a:pt x="2966" y="12651"/>
                </a:cubicBezTo>
                <a:cubicBezTo>
                  <a:pt x="3233" y="12651"/>
                  <a:pt x="3501" y="12676"/>
                  <a:pt x="3763" y="12707"/>
                </a:cubicBezTo>
                <a:cubicBezTo>
                  <a:pt x="4310" y="12772"/>
                  <a:pt x="4853" y="12875"/>
                  <a:pt x="5400" y="12938"/>
                </a:cubicBezTo>
                <a:cubicBezTo>
                  <a:pt x="6669" y="13085"/>
                  <a:pt x="7946" y="13111"/>
                  <a:pt x="9219" y="13205"/>
                </a:cubicBezTo>
                <a:cubicBezTo>
                  <a:pt x="9860" y="13253"/>
                  <a:pt x="10500" y="13317"/>
                  <a:pt x="11134" y="13424"/>
                </a:cubicBezTo>
                <a:cubicBezTo>
                  <a:pt x="11749" y="13526"/>
                  <a:pt x="12358" y="13663"/>
                  <a:pt x="12967" y="13796"/>
                </a:cubicBezTo>
                <a:cubicBezTo>
                  <a:pt x="14136" y="14051"/>
                  <a:pt x="15300" y="14261"/>
                  <a:pt x="16498" y="14261"/>
                </a:cubicBezTo>
                <a:cubicBezTo>
                  <a:pt x="16552" y="14261"/>
                  <a:pt x="16606" y="14260"/>
                  <a:pt x="16660" y="14259"/>
                </a:cubicBezTo>
                <a:cubicBezTo>
                  <a:pt x="17953" y="14238"/>
                  <a:pt x="19236" y="14050"/>
                  <a:pt x="20525" y="13980"/>
                </a:cubicBezTo>
                <a:cubicBezTo>
                  <a:pt x="21615" y="13919"/>
                  <a:pt x="22718" y="13973"/>
                  <a:pt x="23796" y="13769"/>
                </a:cubicBezTo>
                <a:cubicBezTo>
                  <a:pt x="24313" y="13670"/>
                  <a:pt x="24820" y="13506"/>
                  <a:pt x="25277" y="13242"/>
                </a:cubicBezTo>
                <a:cubicBezTo>
                  <a:pt x="25711" y="12992"/>
                  <a:pt x="26148" y="12628"/>
                  <a:pt x="26165" y="12087"/>
                </a:cubicBezTo>
                <a:cubicBezTo>
                  <a:pt x="26174" y="11806"/>
                  <a:pt x="26071" y="11536"/>
                  <a:pt x="25960" y="11284"/>
                </a:cubicBezTo>
                <a:cubicBezTo>
                  <a:pt x="25831" y="10995"/>
                  <a:pt x="25692" y="10711"/>
                  <a:pt x="25556" y="10424"/>
                </a:cubicBezTo>
                <a:cubicBezTo>
                  <a:pt x="25280" y="9836"/>
                  <a:pt x="25017" y="9241"/>
                  <a:pt x="24726" y="8660"/>
                </a:cubicBezTo>
                <a:cubicBezTo>
                  <a:pt x="24617" y="8443"/>
                  <a:pt x="24475" y="8244"/>
                  <a:pt x="24244" y="8148"/>
                </a:cubicBezTo>
                <a:cubicBezTo>
                  <a:pt x="23992" y="8043"/>
                  <a:pt x="23700" y="8056"/>
                  <a:pt x="23431" y="8053"/>
                </a:cubicBezTo>
                <a:cubicBezTo>
                  <a:pt x="23345" y="8052"/>
                  <a:pt x="23259" y="8052"/>
                  <a:pt x="23173" y="8052"/>
                </a:cubicBezTo>
                <a:cubicBezTo>
                  <a:pt x="22618" y="8052"/>
                  <a:pt x="22062" y="8075"/>
                  <a:pt x="21508" y="8122"/>
                </a:cubicBezTo>
                <a:cubicBezTo>
                  <a:pt x="20999" y="8165"/>
                  <a:pt x="20489" y="8243"/>
                  <a:pt x="19978" y="8243"/>
                </a:cubicBezTo>
                <a:cubicBezTo>
                  <a:pt x="19867" y="8243"/>
                  <a:pt x="19756" y="8239"/>
                  <a:pt x="19645" y="8231"/>
                </a:cubicBezTo>
                <a:cubicBezTo>
                  <a:pt x="19110" y="8189"/>
                  <a:pt x="18609" y="8002"/>
                  <a:pt x="18163" y="7708"/>
                </a:cubicBezTo>
                <a:cubicBezTo>
                  <a:pt x="17269" y="7121"/>
                  <a:pt x="16691" y="6224"/>
                  <a:pt x="16067" y="5381"/>
                </a:cubicBezTo>
                <a:cubicBezTo>
                  <a:pt x="15751" y="4955"/>
                  <a:pt x="15397" y="4546"/>
                  <a:pt x="14929" y="4285"/>
                </a:cubicBezTo>
                <a:cubicBezTo>
                  <a:pt x="14463" y="4025"/>
                  <a:pt x="13935" y="3920"/>
                  <a:pt x="13408" y="3879"/>
                </a:cubicBezTo>
                <a:cubicBezTo>
                  <a:pt x="13154" y="3860"/>
                  <a:pt x="12899" y="3855"/>
                  <a:pt x="12643" y="3855"/>
                </a:cubicBezTo>
                <a:cubicBezTo>
                  <a:pt x="12450" y="3855"/>
                  <a:pt x="12257" y="3858"/>
                  <a:pt x="12064" y="3858"/>
                </a:cubicBezTo>
                <a:cubicBezTo>
                  <a:pt x="11487" y="3858"/>
                  <a:pt x="10912" y="3836"/>
                  <a:pt x="10354" y="3664"/>
                </a:cubicBezTo>
                <a:cubicBezTo>
                  <a:pt x="9893" y="3522"/>
                  <a:pt x="9465" y="3265"/>
                  <a:pt x="9185" y="2863"/>
                </a:cubicBezTo>
                <a:cubicBezTo>
                  <a:pt x="8887" y="2436"/>
                  <a:pt x="8747" y="1924"/>
                  <a:pt x="8473" y="1483"/>
                </a:cubicBezTo>
                <a:cubicBezTo>
                  <a:pt x="7915" y="585"/>
                  <a:pt x="6844" y="273"/>
                  <a:pt x="5861" y="99"/>
                </a:cubicBezTo>
                <a:cubicBezTo>
                  <a:pt x="5533" y="41"/>
                  <a:pt x="5197" y="0"/>
                  <a:pt x="4863" y="0"/>
                </a:cubicBezTo>
                <a:close/>
              </a:path>
            </a:pathLst>
          </a:custGeom>
          <a:solidFill>
            <a:schemeClr val="dk2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18" name="Google Shape;4618;p211"/>
          <p:cNvSpPr/>
          <p:nvPr/>
        </p:nvSpPr>
        <p:spPr>
          <a:xfrm>
            <a:off x="7386716" y="3243776"/>
            <a:ext cx="2068926" cy="2074970"/>
          </a:xfrm>
          <a:custGeom>
            <a:rect b="b" l="l" r="r" t="t"/>
            <a:pathLst>
              <a:path extrusionOk="0" h="13045" w="13007">
                <a:moveTo>
                  <a:pt x="11086" y="1"/>
                </a:moveTo>
                <a:cubicBezTo>
                  <a:pt x="10136" y="1"/>
                  <a:pt x="9220" y="578"/>
                  <a:pt x="8514" y="1160"/>
                </a:cubicBezTo>
                <a:cubicBezTo>
                  <a:pt x="7734" y="1801"/>
                  <a:pt x="7147" y="2603"/>
                  <a:pt x="6690" y="3499"/>
                </a:cubicBezTo>
                <a:cubicBezTo>
                  <a:pt x="6269" y="4325"/>
                  <a:pt x="5846" y="5241"/>
                  <a:pt x="4914" y="5581"/>
                </a:cubicBezTo>
                <a:cubicBezTo>
                  <a:pt x="3974" y="5923"/>
                  <a:pt x="2923" y="5759"/>
                  <a:pt x="2005" y="6187"/>
                </a:cubicBezTo>
                <a:cubicBezTo>
                  <a:pt x="1188" y="6570"/>
                  <a:pt x="602" y="7349"/>
                  <a:pt x="329" y="8196"/>
                </a:cubicBezTo>
                <a:cubicBezTo>
                  <a:pt x="1" y="9208"/>
                  <a:pt x="140" y="10320"/>
                  <a:pt x="509" y="11301"/>
                </a:cubicBezTo>
                <a:cubicBezTo>
                  <a:pt x="597" y="11534"/>
                  <a:pt x="989" y="11993"/>
                  <a:pt x="1051" y="11993"/>
                </a:cubicBezTo>
                <a:cubicBezTo>
                  <a:pt x="1057" y="11993"/>
                  <a:pt x="1060" y="11988"/>
                  <a:pt x="1059" y="11977"/>
                </a:cubicBezTo>
                <a:lnTo>
                  <a:pt x="1059" y="11977"/>
                </a:lnTo>
                <a:cubicBezTo>
                  <a:pt x="1717" y="12454"/>
                  <a:pt x="2513" y="12576"/>
                  <a:pt x="3318" y="12576"/>
                </a:cubicBezTo>
                <a:cubicBezTo>
                  <a:pt x="3796" y="12576"/>
                  <a:pt x="4277" y="12533"/>
                  <a:pt x="4735" y="12495"/>
                </a:cubicBezTo>
                <a:cubicBezTo>
                  <a:pt x="5450" y="12436"/>
                  <a:pt x="6168" y="12406"/>
                  <a:pt x="6885" y="12406"/>
                </a:cubicBezTo>
                <a:cubicBezTo>
                  <a:pt x="7827" y="12406"/>
                  <a:pt x="8769" y="12458"/>
                  <a:pt x="9706" y="12564"/>
                </a:cubicBezTo>
                <a:cubicBezTo>
                  <a:pt x="10641" y="12670"/>
                  <a:pt x="11568" y="12831"/>
                  <a:pt x="12485" y="13041"/>
                </a:cubicBezTo>
                <a:cubicBezTo>
                  <a:pt x="12495" y="13043"/>
                  <a:pt x="12505" y="13045"/>
                  <a:pt x="12515" y="13045"/>
                </a:cubicBezTo>
                <a:cubicBezTo>
                  <a:pt x="12578" y="13045"/>
                  <a:pt x="12630" y="12997"/>
                  <a:pt x="12632" y="12929"/>
                </a:cubicBezTo>
                <a:lnTo>
                  <a:pt x="12879" y="5509"/>
                </a:lnTo>
                <a:cubicBezTo>
                  <a:pt x="12900" y="4891"/>
                  <a:pt x="12920" y="4272"/>
                  <a:pt x="12940" y="3654"/>
                </a:cubicBezTo>
                <a:cubicBezTo>
                  <a:pt x="12960" y="3073"/>
                  <a:pt x="13006" y="2485"/>
                  <a:pt x="12985" y="1903"/>
                </a:cubicBezTo>
                <a:cubicBezTo>
                  <a:pt x="12967" y="1412"/>
                  <a:pt x="12856" y="914"/>
                  <a:pt x="12502" y="551"/>
                </a:cubicBezTo>
                <a:cubicBezTo>
                  <a:pt x="12188" y="228"/>
                  <a:pt x="11746" y="54"/>
                  <a:pt x="11303" y="11"/>
                </a:cubicBezTo>
                <a:cubicBezTo>
                  <a:pt x="11230" y="4"/>
                  <a:pt x="11158" y="1"/>
                  <a:pt x="11086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19" name="Google Shape;4619;p211"/>
          <p:cNvSpPr/>
          <p:nvPr/>
        </p:nvSpPr>
        <p:spPr>
          <a:xfrm>
            <a:off x="5446124" y="-346475"/>
            <a:ext cx="3877467" cy="1370005"/>
          </a:xfrm>
          <a:custGeom>
            <a:rect b="b" l="l" r="r" t="t"/>
            <a:pathLst>
              <a:path extrusionOk="0" h="8613" w="24377">
                <a:moveTo>
                  <a:pt x="22626" y="1"/>
                </a:moveTo>
                <a:cubicBezTo>
                  <a:pt x="22431" y="1"/>
                  <a:pt x="22241" y="55"/>
                  <a:pt x="22058" y="101"/>
                </a:cubicBezTo>
                <a:cubicBezTo>
                  <a:pt x="21511" y="238"/>
                  <a:pt x="20953" y="349"/>
                  <a:pt x="20391" y="439"/>
                </a:cubicBezTo>
                <a:cubicBezTo>
                  <a:pt x="18472" y="743"/>
                  <a:pt x="16508" y="793"/>
                  <a:pt x="14552" y="793"/>
                </a:cubicBezTo>
                <a:cubicBezTo>
                  <a:pt x="14183" y="793"/>
                  <a:pt x="13813" y="791"/>
                  <a:pt x="13445" y="789"/>
                </a:cubicBezTo>
                <a:cubicBezTo>
                  <a:pt x="11020" y="775"/>
                  <a:pt x="8592" y="763"/>
                  <a:pt x="6170" y="648"/>
                </a:cubicBezTo>
                <a:cubicBezTo>
                  <a:pt x="4959" y="590"/>
                  <a:pt x="3748" y="506"/>
                  <a:pt x="2545" y="383"/>
                </a:cubicBezTo>
                <a:cubicBezTo>
                  <a:pt x="2238" y="351"/>
                  <a:pt x="1932" y="316"/>
                  <a:pt x="1627" y="279"/>
                </a:cubicBezTo>
                <a:cubicBezTo>
                  <a:pt x="1398" y="252"/>
                  <a:pt x="1163" y="215"/>
                  <a:pt x="930" y="215"/>
                </a:cubicBezTo>
                <a:cubicBezTo>
                  <a:pt x="895" y="215"/>
                  <a:pt x="861" y="215"/>
                  <a:pt x="827" y="217"/>
                </a:cubicBezTo>
                <a:cubicBezTo>
                  <a:pt x="405" y="240"/>
                  <a:pt x="13" y="441"/>
                  <a:pt x="5" y="792"/>
                </a:cubicBezTo>
                <a:cubicBezTo>
                  <a:pt x="1" y="936"/>
                  <a:pt x="84" y="1057"/>
                  <a:pt x="235" y="1138"/>
                </a:cubicBezTo>
                <a:cubicBezTo>
                  <a:pt x="259" y="1152"/>
                  <a:pt x="283" y="1157"/>
                  <a:pt x="305" y="1157"/>
                </a:cubicBezTo>
                <a:cubicBezTo>
                  <a:pt x="307" y="1157"/>
                  <a:pt x="309" y="1157"/>
                  <a:pt x="311" y="1157"/>
                </a:cubicBezTo>
                <a:lnTo>
                  <a:pt x="311" y="1157"/>
                </a:lnTo>
                <a:cubicBezTo>
                  <a:pt x="180" y="1807"/>
                  <a:pt x="426" y="2480"/>
                  <a:pt x="944" y="3003"/>
                </a:cubicBezTo>
                <a:cubicBezTo>
                  <a:pt x="1219" y="3281"/>
                  <a:pt x="1569" y="3518"/>
                  <a:pt x="1974" y="3679"/>
                </a:cubicBezTo>
                <a:cubicBezTo>
                  <a:pt x="2424" y="3858"/>
                  <a:pt x="2928" y="3933"/>
                  <a:pt x="3430" y="3957"/>
                </a:cubicBezTo>
                <a:cubicBezTo>
                  <a:pt x="3565" y="3964"/>
                  <a:pt x="3702" y="3967"/>
                  <a:pt x="3838" y="3967"/>
                </a:cubicBezTo>
                <a:cubicBezTo>
                  <a:pt x="4389" y="3967"/>
                  <a:pt x="4946" y="3924"/>
                  <a:pt x="5497" y="3924"/>
                </a:cubicBezTo>
                <a:cubicBezTo>
                  <a:pt x="5880" y="3924"/>
                  <a:pt x="6260" y="3944"/>
                  <a:pt x="6634" y="4014"/>
                </a:cubicBezTo>
                <a:cubicBezTo>
                  <a:pt x="7452" y="4167"/>
                  <a:pt x="8044" y="4590"/>
                  <a:pt x="8476" y="5128"/>
                </a:cubicBezTo>
                <a:cubicBezTo>
                  <a:pt x="8889" y="5644"/>
                  <a:pt x="9168" y="6215"/>
                  <a:pt x="9504" y="6761"/>
                </a:cubicBezTo>
                <a:cubicBezTo>
                  <a:pt x="9818" y="7272"/>
                  <a:pt x="10194" y="7795"/>
                  <a:pt x="10779" y="8153"/>
                </a:cubicBezTo>
                <a:cubicBezTo>
                  <a:pt x="11306" y="8477"/>
                  <a:pt x="11931" y="8612"/>
                  <a:pt x="12573" y="8612"/>
                </a:cubicBezTo>
                <a:cubicBezTo>
                  <a:pt x="12917" y="8612"/>
                  <a:pt x="13266" y="8573"/>
                  <a:pt x="13607" y="8503"/>
                </a:cubicBezTo>
                <a:cubicBezTo>
                  <a:pt x="14755" y="8264"/>
                  <a:pt x="15723" y="7708"/>
                  <a:pt x="16790" y="7327"/>
                </a:cubicBezTo>
                <a:cubicBezTo>
                  <a:pt x="17672" y="7012"/>
                  <a:pt x="18645" y="6819"/>
                  <a:pt x="19621" y="6819"/>
                </a:cubicBezTo>
                <a:cubicBezTo>
                  <a:pt x="19841" y="6819"/>
                  <a:pt x="20062" y="6829"/>
                  <a:pt x="20281" y="6849"/>
                </a:cubicBezTo>
                <a:cubicBezTo>
                  <a:pt x="21290" y="6943"/>
                  <a:pt x="22275" y="7285"/>
                  <a:pt x="22992" y="7844"/>
                </a:cubicBezTo>
                <a:cubicBezTo>
                  <a:pt x="23170" y="7982"/>
                  <a:pt x="23328" y="8133"/>
                  <a:pt x="23467" y="8296"/>
                </a:cubicBezTo>
                <a:cubicBezTo>
                  <a:pt x="23495" y="8329"/>
                  <a:pt x="23541" y="8346"/>
                  <a:pt x="23587" y="8346"/>
                </a:cubicBezTo>
                <a:cubicBezTo>
                  <a:pt x="23643" y="8346"/>
                  <a:pt x="23698" y="8320"/>
                  <a:pt x="23718" y="8271"/>
                </a:cubicBezTo>
                <a:cubicBezTo>
                  <a:pt x="24376" y="6550"/>
                  <a:pt x="24252" y="4734"/>
                  <a:pt x="23880" y="2982"/>
                </a:cubicBezTo>
                <a:cubicBezTo>
                  <a:pt x="23786" y="2536"/>
                  <a:pt x="23676" y="2093"/>
                  <a:pt x="23557" y="1650"/>
                </a:cubicBezTo>
                <a:cubicBezTo>
                  <a:pt x="23441" y="1217"/>
                  <a:pt x="23343" y="773"/>
                  <a:pt x="23189" y="348"/>
                </a:cubicBezTo>
                <a:cubicBezTo>
                  <a:pt x="23127" y="176"/>
                  <a:pt x="22987" y="38"/>
                  <a:pt x="22748" y="8"/>
                </a:cubicBezTo>
                <a:cubicBezTo>
                  <a:pt x="22707" y="3"/>
                  <a:pt x="22666" y="1"/>
                  <a:pt x="22626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20" name="Google Shape;4620;p211"/>
          <p:cNvSpPr/>
          <p:nvPr/>
        </p:nvSpPr>
        <p:spPr>
          <a:xfrm>
            <a:off x="7999891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21" name="Google Shape;4621;p211"/>
          <p:cNvSpPr/>
          <p:nvPr/>
        </p:nvSpPr>
        <p:spPr>
          <a:xfrm>
            <a:off x="7999891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22" name="Google Shape;4622;p211"/>
          <p:cNvSpPr/>
          <p:nvPr/>
        </p:nvSpPr>
        <p:spPr>
          <a:xfrm>
            <a:off x="7999891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23" name="Google Shape;4623;p211"/>
          <p:cNvSpPr txBox="1"/>
          <p:nvPr>
            <p:ph type="ctrTitle"/>
          </p:nvPr>
        </p:nvSpPr>
        <p:spPr>
          <a:xfrm>
            <a:off x="1069650" y="1237975"/>
            <a:ext cx="7004700" cy="1887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Gloria Hallelujah"/>
              <a:buNone/>
              <a:defRPr sz="4600"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4624" name="Google Shape;4624;p211"/>
          <p:cNvSpPr txBox="1"/>
          <p:nvPr>
            <p:ph idx="1" type="subTitle"/>
          </p:nvPr>
        </p:nvSpPr>
        <p:spPr>
          <a:xfrm>
            <a:off x="3327311" y="3762300"/>
            <a:ext cx="2489400" cy="670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aleway SemiBold"/>
              <a:buNone/>
              <a:defRPr sz="18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grpSp>
        <p:nvGrpSpPr>
          <p:cNvPr id="4625" name="Google Shape;4625;p211"/>
          <p:cNvGrpSpPr/>
          <p:nvPr/>
        </p:nvGrpSpPr>
        <p:grpSpPr>
          <a:xfrm>
            <a:off x="6771196" y="4117427"/>
            <a:ext cx="609627" cy="821484"/>
            <a:chOff x="4295900" y="1116675"/>
            <a:chExt cx="145125" cy="208875"/>
          </a:xfrm>
        </p:grpSpPr>
        <p:sp>
          <p:nvSpPr>
            <p:cNvPr id="4626" name="Google Shape;4626;p211"/>
            <p:cNvSpPr/>
            <p:nvPr/>
          </p:nvSpPr>
          <p:spPr>
            <a:xfrm>
              <a:off x="4295900" y="1116675"/>
              <a:ext cx="133450" cy="175625"/>
            </a:xfrm>
            <a:custGeom>
              <a:rect b="b" l="l" r="r" t="t"/>
              <a:pathLst>
                <a:path extrusionOk="0" h="7025" w="5338">
                  <a:moveTo>
                    <a:pt x="2701" y="136"/>
                  </a:moveTo>
                  <a:cubicBezTo>
                    <a:pt x="2815" y="136"/>
                    <a:pt x="2928" y="145"/>
                    <a:pt x="3039" y="165"/>
                  </a:cubicBezTo>
                  <a:cubicBezTo>
                    <a:pt x="3773" y="292"/>
                    <a:pt x="4450" y="847"/>
                    <a:pt x="4806" y="1613"/>
                  </a:cubicBezTo>
                  <a:cubicBezTo>
                    <a:pt x="5109" y="2268"/>
                    <a:pt x="5200" y="3057"/>
                    <a:pt x="5074" y="3956"/>
                  </a:cubicBezTo>
                  <a:cubicBezTo>
                    <a:pt x="5036" y="4222"/>
                    <a:pt x="4975" y="4524"/>
                    <a:pt x="4804" y="4758"/>
                  </a:cubicBezTo>
                  <a:lnTo>
                    <a:pt x="4782" y="4787"/>
                  </a:lnTo>
                  <a:cubicBezTo>
                    <a:pt x="4735" y="4849"/>
                    <a:pt x="4682" y="4920"/>
                    <a:pt x="4673" y="5011"/>
                  </a:cubicBezTo>
                  <a:cubicBezTo>
                    <a:pt x="4666" y="5087"/>
                    <a:pt x="4694" y="5158"/>
                    <a:pt x="4716" y="5215"/>
                  </a:cubicBezTo>
                  <a:lnTo>
                    <a:pt x="4984" y="5904"/>
                  </a:lnTo>
                  <a:cubicBezTo>
                    <a:pt x="5013" y="5977"/>
                    <a:pt x="5048" y="6068"/>
                    <a:pt x="5031" y="6145"/>
                  </a:cubicBezTo>
                  <a:cubicBezTo>
                    <a:pt x="5010" y="6239"/>
                    <a:pt x="4918" y="6308"/>
                    <a:pt x="4817" y="6376"/>
                  </a:cubicBezTo>
                  <a:cubicBezTo>
                    <a:pt x="4410" y="6649"/>
                    <a:pt x="4041" y="6877"/>
                    <a:pt x="3626" y="6889"/>
                  </a:cubicBezTo>
                  <a:cubicBezTo>
                    <a:pt x="3619" y="6889"/>
                    <a:pt x="3613" y="6889"/>
                    <a:pt x="3606" y="6889"/>
                  </a:cubicBezTo>
                  <a:cubicBezTo>
                    <a:pt x="3294" y="6889"/>
                    <a:pt x="3188" y="6670"/>
                    <a:pt x="3049" y="6394"/>
                  </a:cubicBezTo>
                  <a:cubicBezTo>
                    <a:pt x="3017" y="6331"/>
                    <a:pt x="2984" y="6265"/>
                    <a:pt x="2948" y="6201"/>
                  </a:cubicBezTo>
                  <a:cubicBezTo>
                    <a:pt x="2900" y="6116"/>
                    <a:pt x="2845" y="6021"/>
                    <a:pt x="2762" y="5951"/>
                  </a:cubicBezTo>
                  <a:cubicBezTo>
                    <a:pt x="2696" y="5893"/>
                    <a:pt x="2617" y="5857"/>
                    <a:pt x="2547" y="5829"/>
                  </a:cubicBezTo>
                  <a:cubicBezTo>
                    <a:pt x="2420" y="5776"/>
                    <a:pt x="2289" y="5735"/>
                    <a:pt x="2162" y="5695"/>
                  </a:cubicBezTo>
                  <a:cubicBezTo>
                    <a:pt x="2026" y="5653"/>
                    <a:pt x="1886" y="5609"/>
                    <a:pt x="1755" y="5552"/>
                  </a:cubicBezTo>
                  <a:cubicBezTo>
                    <a:pt x="1017" y="5234"/>
                    <a:pt x="457" y="4448"/>
                    <a:pt x="293" y="3499"/>
                  </a:cubicBezTo>
                  <a:cubicBezTo>
                    <a:pt x="139" y="2612"/>
                    <a:pt x="332" y="1736"/>
                    <a:pt x="821" y="1094"/>
                  </a:cubicBezTo>
                  <a:cubicBezTo>
                    <a:pt x="1276" y="496"/>
                    <a:pt x="2000" y="136"/>
                    <a:pt x="2701" y="136"/>
                  </a:cubicBezTo>
                  <a:close/>
                  <a:moveTo>
                    <a:pt x="2703" y="1"/>
                  </a:moveTo>
                  <a:cubicBezTo>
                    <a:pt x="1960" y="1"/>
                    <a:pt x="1195" y="381"/>
                    <a:pt x="713" y="1012"/>
                  </a:cubicBezTo>
                  <a:cubicBezTo>
                    <a:pt x="202" y="1684"/>
                    <a:pt x="1" y="2598"/>
                    <a:pt x="160" y="3522"/>
                  </a:cubicBezTo>
                  <a:cubicBezTo>
                    <a:pt x="332" y="4515"/>
                    <a:pt x="923" y="5341"/>
                    <a:pt x="1702" y="5676"/>
                  </a:cubicBezTo>
                  <a:cubicBezTo>
                    <a:pt x="1839" y="5735"/>
                    <a:pt x="1982" y="5781"/>
                    <a:pt x="2121" y="5823"/>
                  </a:cubicBezTo>
                  <a:cubicBezTo>
                    <a:pt x="2246" y="5863"/>
                    <a:pt x="2374" y="5904"/>
                    <a:pt x="2496" y="5953"/>
                  </a:cubicBezTo>
                  <a:cubicBezTo>
                    <a:pt x="2558" y="5978"/>
                    <a:pt x="2623" y="6008"/>
                    <a:pt x="2674" y="6053"/>
                  </a:cubicBezTo>
                  <a:cubicBezTo>
                    <a:pt x="2740" y="6109"/>
                    <a:pt x="2786" y="6189"/>
                    <a:pt x="2830" y="6267"/>
                  </a:cubicBezTo>
                  <a:cubicBezTo>
                    <a:pt x="2865" y="6329"/>
                    <a:pt x="2897" y="6393"/>
                    <a:pt x="2928" y="6455"/>
                  </a:cubicBezTo>
                  <a:cubicBezTo>
                    <a:pt x="3069" y="6735"/>
                    <a:pt x="3214" y="7024"/>
                    <a:pt x="3607" y="7024"/>
                  </a:cubicBezTo>
                  <a:lnTo>
                    <a:pt x="3631" y="7024"/>
                  </a:lnTo>
                  <a:cubicBezTo>
                    <a:pt x="4118" y="7010"/>
                    <a:pt x="4566" y="6708"/>
                    <a:pt x="4893" y="6488"/>
                  </a:cubicBezTo>
                  <a:cubicBezTo>
                    <a:pt x="5012" y="6408"/>
                    <a:pt x="5132" y="6317"/>
                    <a:pt x="5164" y="6174"/>
                  </a:cubicBezTo>
                  <a:cubicBezTo>
                    <a:pt x="5189" y="6057"/>
                    <a:pt x="5144" y="5940"/>
                    <a:pt x="5110" y="5854"/>
                  </a:cubicBezTo>
                  <a:lnTo>
                    <a:pt x="4842" y="5165"/>
                  </a:lnTo>
                  <a:cubicBezTo>
                    <a:pt x="4824" y="5119"/>
                    <a:pt x="4804" y="5068"/>
                    <a:pt x="4808" y="5023"/>
                  </a:cubicBezTo>
                  <a:cubicBezTo>
                    <a:pt x="4813" y="4971"/>
                    <a:pt x="4851" y="4921"/>
                    <a:pt x="4891" y="4868"/>
                  </a:cubicBezTo>
                  <a:lnTo>
                    <a:pt x="4914" y="4839"/>
                  </a:lnTo>
                  <a:cubicBezTo>
                    <a:pt x="5102" y="4580"/>
                    <a:pt x="5168" y="4257"/>
                    <a:pt x="5207" y="3974"/>
                  </a:cubicBezTo>
                  <a:cubicBezTo>
                    <a:pt x="5338" y="3049"/>
                    <a:pt x="5244" y="2235"/>
                    <a:pt x="4929" y="1556"/>
                  </a:cubicBezTo>
                  <a:cubicBezTo>
                    <a:pt x="4555" y="750"/>
                    <a:pt x="3840" y="167"/>
                    <a:pt x="3062" y="31"/>
                  </a:cubicBezTo>
                  <a:cubicBezTo>
                    <a:pt x="2944" y="11"/>
                    <a:pt x="2824" y="1"/>
                    <a:pt x="2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627" name="Google Shape;4627;p211"/>
            <p:cNvSpPr/>
            <p:nvPr/>
          </p:nvSpPr>
          <p:spPr>
            <a:xfrm>
              <a:off x="4379125" y="1270250"/>
              <a:ext cx="61900" cy="55300"/>
            </a:xfrm>
            <a:custGeom>
              <a:rect b="b" l="l" r="r" t="t"/>
              <a:pathLst>
                <a:path extrusionOk="0" h="2212" w="2476">
                  <a:moveTo>
                    <a:pt x="1814" y="1"/>
                  </a:moveTo>
                  <a:cubicBezTo>
                    <a:pt x="1780" y="2"/>
                    <a:pt x="1746" y="29"/>
                    <a:pt x="1745" y="66"/>
                  </a:cubicBezTo>
                  <a:cubicBezTo>
                    <a:pt x="1743" y="104"/>
                    <a:pt x="1772" y="135"/>
                    <a:pt x="1809" y="137"/>
                  </a:cubicBezTo>
                  <a:cubicBezTo>
                    <a:pt x="1855" y="138"/>
                    <a:pt x="1900" y="161"/>
                    <a:pt x="1935" y="200"/>
                  </a:cubicBezTo>
                  <a:cubicBezTo>
                    <a:pt x="1968" y="237"/>
                    <a:pt x="1986" y="283"/>
                    <a:pt x="1983" y="328"/>
                  </a:cubicBezTo>
                  <a:cubicBezTo>
                    <a:pt x="1982" y="343"/>
                    <a:pt x="1980" y="357"/>
                    <a:pt x="1978" y="372"/>
                  </a:cubicBezTo>
                  <a:cubicBezTo>
                    <a:pt x="1969" y="421"/>
                    <a:pt x="1960" y="483"/>
                    <a:pt x="1992" y="540"/>
                  </a:cubicBezTo>
                  <a:cubicBezTo>
                    <a:pt x="2020" y="593"/>
                    <a:pt x="2070" y="618"/>
                    <a:pt x="2109" y="639"/>
                  </a:cubicBezTo>
                  <a:cubicBezTo>
                    <a:pt x="2137" y="653"/>
                    <a:pt x="2161" y="665"/>
                    <a:pt x="2171" y="681"/>
                  </a:cubicBezTo>
                  <a:cubicBezTo>
                    <a:pt x="2183" y="701"/>
                    <a:pt x="2178" y="736"/>
                    <a:pt x="2171" y="773"/>
                  </a:cubicBezTo>
                  <a:cubicBezTo>
                    <a:pt x="2163" y="832"/>
                    <a:pt x="2152" y="904"/>
                    <a:pt x="2199" y="967"/>
                  </a:cubicBezTo>
                  <a:cubicBezTo>
                    <a:pt x="2218" y="991"/>
                    <a:pt x="2243" y="1007"/>
                    <a:pt x="2262" y="1020"/>
                  </a:cubicBezTo>
                  <a:cubicBezTo>
                    <a:pt x="2269" y="1024"/>
                    <a:pt x="2277" y="1030"/>
                    <a:pt x="2283" y="1035"/>
                  </a:cubicBezTo>
                  <a:cubicBezTo>
                    <a:pt x="2328" y="1071"/>
                    <a:pt x="2332" y="1145"/>
                    <a:pt x="2314" y="1200"/>
                  </a:cubicBezTo>
                  <a:cubicBezTo>
                    <a:pt x="2290" y="1269"/>
                    <a:pt x="2231" y="1330"/>
                    <a:pt x="2179" y="1380"/>
                  </a:cubicBezTo>
                  <a:cubicBezTo>
                    <a:pt x="1861" y="1687"/>
                    <a:pt x="1469" y="1914"/>
                    <a:pt x="1045" y="2039"/>
                  </a:cubicBezTo>
                  <a:cubicBezTo>
                    <a:pt x="980" y="2059"/>
                    <a:pt x="912" y="2076"/>
                    <a:pt x="847" y="2076"/>
                  </a:cubicBezTo>
                  <a:cubicBezTo>
                    <a:pt x="828" y="2076"/>
                    <a:pt x="809" y="2075"/>
                    <a:pt x="790" y="2071"/>
                  </a:cubicBezTo>
                  <a:cubicBezTo>
                    <a:pt x="727" y="2061"/>
                    <a:pt x="651" y="2017"/>
                    <a:pt x="636" y="1947"/>
                  </a:cubicBezTo>
                  <a:cubicBezTo>
                    <a:pt x="632" y="1930"/>
                    <a:pt x="632" y="1909"/>
                    <a:pt x="631" y="1887"/>
                  </a:cubicBezTo>
                  <a:cubicBezTo>
                    <a:pt x="631" y="1842"/>
                    <a:pt x="628" y="1790"/>
                    <a:pt x="601" y="1741"/>
                  </a:cubicBezTo>
                  <a:cubicBezTo>
                    <a:pt x="563" y="1677"/>
                    <a:pt x="499" y="1649"/>
                    <a:pt x="442" y="1624"/>
                  </a:cubicBezTo>
                  <a:cubicBezTo>
                    <a:pt x="389" y="1601"/>
                    <a:pt x="356" y="1585"/>
                    <a:pt x="349" y="1561"/>
                  </a:cubicBezTo>
                  <a:cubicBezTo>
                    <a:pt x="343" y="1544"/>
                    <a:pt x="350" y="1518"/>
                    <a:pt x="356" y="1490"/>
                  </a:cubicBezTo>
                  <a:cubicBezTo>
                    <a:pt x="366" y="1451"/>
                    <a:pt x="376" y="1406"/>
                    <a:pt x="365" y="1357"/>
                  </a:cubicBezTo>
                  <a:cubicBezTo>
                    <a:pt x="349" y="1296"/>
                    <a:pt x="305" y="1256"/>
                    <a:pt x="271" y="1224"/>
                  </a:cubicBezTo>
                  <a:cubicBezTo>
                    <a:pt x="260" y="1215"/>
                    <a:pt x="249" y="1205"/>
                    <a:pt x="240" y="1195"/>
                  </a:cubicBezTo>
                  <a:cubicBezTo>
                    <a:pt x="131" y="1080"/>
                    <a:pt x="171" y="938"/>
                    <a:pt x="224" y="839"/>
                  </a:cubicBezTo>
                  <a:cubicBezTo>
                    <a:pt x="242" y="805"/>
                    <a:pt x="229" y="765"/>
                    <a:pt x="196" y="747"/>
                  </a:cubicBezTo>
                  <a:cubicBezTo>
                    <a:pt x="186" y="742"/>
                    <a:pt x="175" y="739"/>
                    <a:pt x="165" y="739"/>
                  </a:cubicBezTo>
                  <a:cubicBezTo>
                    <a:pt x="140" y="739"/>
                    <a:pt x="117" y="752"/>
                    <a:pt x="104" y="775"/>
                  </a:cubicBezTo>
                  <a:cubicBezTo>
                    <a:pt x="0" y="971"/>
                    <a:pt x="14" y="1153"/>
                    <a:pt x="141" y="1288"/>
                  </a:cubicBezTo>
                  <a:cubicBezTo>
                    <a:pt x="153" y="1300"/>
                    <a:pt x="166" y="1312"/>
                    <a:pt x="179" y="1324"/>
                  </a:cubicBezTo>
                  <a:cubicBezTo>
                    <a:pt x="204" y="1346"/>
                    <a:pt x="228" y="1368"/>
                    <a:pt x="233" y="1389"/>
                  </a:cubicBezTo>
                  <a:cubicBezTo>
                    <a:pt x="238" y="1407"/>
                    <a:pt x="231" y="1431"/>
                    <a:pt x="225" y="1459"/>
                  </a:cubicBezTo>
                  <a:cubicBezTo>
                    <a:pt x="215" y="1499"/>
                    <a:pt x="203" y="1549"/>
                    <a:pt x="219" y="1601"/>
                  </a:cubicBezTo>
                  <a:cubicBezTo>
                    <a:pt x="246" y="1686"/>
                    <a:pt x="325" y="1720"/>
                    <a:pt x="387" y="1748"/>
                  </a:cubicBezTo>
                  <a:cubicBezTo>
                    <a:pt x="430" y="1766"/>
                    <a:pt x="469" y="1783"/>
                    <a:pt x="483" y="1809"/>
                  </a:cubicBezTo>
                  <a:cubicBezTo>
                    <a:pt x="495" y="1828"/>
                    <a:pt x="495" y="1857"/>
                    <a:pt x="496" y="1890"/>
                  </a:cubicBezTo>
                  <a:cubicBezTo>
                    <a:pt x="496" y="1916"/>
                    <a:pt x="497" y="1946"/>
                    <a:pt x="504" y="1976"/>
                  </a:cubicBezTo>
                  <a:cubicBezTo>
                    <a:pt x="532" y="2108"/>
                    <a:pt x="656" y="2186"/>
                    <a:pt x="766" y="2205"/>
                  </a:cubicBezTo>
                  <a:cubicBezTo>
                    <a:pt x="793" y="2209"/>
                    <a:pt x="820" y="2211"/>
                    <a:pt x="846" y="2211"/>
                  </a:cubicBezTo>
                  <a:cubicBezTo>
                    <a:pt x="928" y="2211"/>
                    <a:pt x="1008" y="2192"/>
                    <a:pt x="1084" y="2170"/>
                  </a:cubicBezTo>
                  <a:cubicBezTo>
                    <a:pt x="1529" y="2038"/>
                    <a:pt x="1940" y="1799"/>
                    <a:pt x="2273" y="1478"/>
                  </a:cubicBezTo>
                  <a:cubicBezTo>
                    <a:pt x="2337" y="1416"/>
                    <a:pt x="2407" y="1343"/>
                    <a:pt x="2441" y="1243"/>
                  </a:cubicBezTo>
                  <a:cubicBezTo>
                    <a:pt x="2476" y="1145"/>
                    <a:pt x="2467" y="1011"/>
                    <a:pt x="2370" y="930"/>
                  </a:cubicBezTo>
                  <a:cubicBezTo>
                    <a:pt x="2359" y="922"/>
                    <a:pt x="2347" y="914"/>
                    <a:pt x="2337" y="907"/>
                  </a:cubicBezTo>
                  <a:cubicBezTo>
                    <a:pt x="2324" y="898"/>
                    <a:pt x="2312" y="891"/>
                    <a:pt x="2307" y="884"/>
                  </a:cubicBezTo>
                  <a:cubicBezTo>
                    <a:pt x="2294" y="867"/>
                    <a:pt x="2299" y="832"/>
                    <a:pt x="2305" y="794"/>
                  </a:cubicBezTo>
                  <a:cubicBezTo>
                    <a:pt x="2313" y="740"/>
                    <a:pt x="2323" y="674"/>
                    <a:pt x="2288" y="613"/>
                  </a:cubicBezTo>
                  <a:cubicBezTo>
                    <a:pt x="2259" y="564"/>
                    <a:pt x="2211" y="538"/>
                    <a:pt x="2172" y="519"/>
                  </a:cubicBezTo>
                  <a:cubicBezTo>
                    <a:pt x="2144" y="504"/>
                    <a:pt x="2119" y="491"/>
                    <a:pt x="2110" y="475"/>
                  </a:cubicBezTo>
                  <a:cubicBezTo>
                    <a:pt x="2101" y="458"/>
                    <a:pt x="2106" y="427"/>
                    <a:pt x="2111" y="394"/>
                  </a:cubicBezTo>
                  <a:cubicBezTo>
                    <a:pt x="2113" y="375"/>
                    <a:pt x="2117" y="356"/>
                    <a:pt x="2118" y="336"/>
                  </a:cubicBezTo>
                  <a:cubicBezTo>
                    <a:pt x="2123" y="256"/>
                    <a:pt x="2093" y="173"/>
                    <a:pt x="2035" y="109"/>
                  </a:cubicBezTo>
                  <a:cubicBezTo>
                    <a:pt x="1977" y="44"/>
                    <a:pt x="1897" y="4"/>
                    <a:pt x="18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628" name="Google Shape;4628;p211"/>
            <p:cNvSpPr/>
            <p:nvPr/>
          </p:nvSpPr>
          <p:spPr>
            <a:xfrm>
              <a:off x="4384675" y="1290125"/>
              <a:ext cx="32500" cy="16125"/>
            </a:xfrm>
            <a:custGeom>
              <a:rect b="b" l="l" r="r" t="t"/>
              <a:pathLst>
                <a:path extrusionOk="0" h="645" w="1300">
                  <a:moveTo>
                    <a:pt x="1223" y="1"/>
                  </a:moveTo>
                  <a:cubicBezTo>
                    <a:pt x="1211" y="1"/>
                    <a:pt x="1199" y="4"/>
                    <a:pt x="1187" y="10"/>
                  </a:cubicBezTo>
                  <a:cubicBezTo>
                    <a:pt x="675" y="323"/>
                    <a:pt x="63" y="511"/>
                    <a:pt x="57" y="514"/>
                  </a:cubicBezTo>
                  <a:cubicBezTo>
                    <a:pt x="21" y="524"/>
                    <a:pt x="1" y="562"/>
                    <a:pt x="11" y="598"/>
                  </a:cubicBezTo>
                  <a:cubicBezTo>
                    <a:pt x="21" y="627"/>
                    <a:pt x="48" y="645"/>
                    <a:pt x="76" y="645"/>
                  </a:cubicBezTo>
                  <a:cubicBezTo>
                    <a:pt x="83" y="645"/>
                    <a:pt x="89" y="645"/>
                    <a:pt x="96" y="643"/>
                  </a:cubicBezTo>
                  <a:cubicBezTo>
                    <a:pt x="121" y="634"/>
                    <a:pt x="729" y="448"/>
                    <a:pt x="1258" y="126"/>
                  </a:cubicBezTo>
                  <a:cubicBezTo>
                    <a:pt x="1290" y="107"/>
                    <a:pt x="1300" y="65"/>
                    <a:pt x="1280" y="33"/>
                  </a:cubicBezTo>
                  <a:cubicBezTo>
                    <a:pt x="1268" y="12"/>
                    <a:pt x="1246" y="1"/>
                    <a:pt x="1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629" name="Google Shape;4629;p211"/>
            <p:cNvSpPr/>
            <p:nvPr/>
          </p:nvSpPr>
          <p:spPr>
            <a:xfrm>
              <a:off x="4412275" y="1292725"/>
              <a:ext cx="25325" cy="17500"/>
            </a:xfrm>
            <a:custGeom>
              <a:rect b="b" l="l" r="r" t="t"/>
              <a:pathLst>
                <a:path extrusionOk="0" h="700" w="1013">
                  <a:moveTo>
                    <a:pt x="936" y="1"/>
                  </a:moveTo>
                  <a:cubicBezTo>
                    <a:pt x="922" y="1"/>
                    <a:pt x="907" y="5"/>
                    <a:pt x="894" y="15"/>
                  </a:cubicBezTo>
                  <a:cubicBezTo>
                    <a:pt x="610" y="243"/>
                    <a:pt x="49" y="570"/>
                    <a:pt x="44" y="573"/>
                  </a:cubicBezTo>
                  <a:cubicBezTo>
                    <a:pt x="12" y="591"/>
                    <a:pt x="0" y="633"/>
                    <a:pt x="19" y="665"/>
                  </a:cubicBezTo>
                  <a:cubicBezTo>
                    <a:pt x="32" y="687"/>
                    <a:pt x="55" y="699"/>
                    <a:pt x="78" y="699"/>
                  </a:cubicBezTo>
                  <a:cubicBezTo>
                    <a:pt x="90" y="699"/>
                    <a:pt x="102" y="696"/>
                    <a:pt x="112" y="689"/>
                  </a:cubicBezTo>
                  <a:cubicBezTo>
                    <a:pt x="135" y="677"/>
                    <a:pt x="687" y="355"/>
                    <a:pt x="979" y="121"/>
                  </a:cubicBezTo>
                  <a:cubicBezTo>
                    <a:pt x="1009" y="98"/>
                    <a:pt x="1013" y="55"/>
                    <a:pt x="989" y="26"/>
                  </a:cubicBezTo>
                  <a:cubicBezTo>
                    <a:pt x="976" y="9"/>
                    <a:pt x="956" y="1"/>
                    <a:pt x="9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630" name="Google Shape;4630;p211"/>
            <p:cNvSpPr/>
            <p:nvPr/>
          </p:nvSpPr>
          <p:spPr>
            <a:xfrm>
              <a:off x="4334825" y="1181475"/>
              <a:ext cx="85175" cy="108850"/>
            </a:xfrm>
            <a:custGeom>
              <a:rect b="b" l="l" r="r" t="t"/>
              <a:pathLst>
                <a:path extrusionOk="0" h="4354" w="3407">
                  <a:moveTo>
                    <a:pt x="2348" y="136"/>
                  </a:moveTo>
                  <a:cubicBezTo>
                    <a:pt x="2362" y="136"/>
                    <a:pt x="2377" y="138"/>
                    <a:pt x="2392" y="144"/>
                  </a:cubicBezTo>
                  <a:cubicBezTo>
                    <a:pt x="2435" y="162"/>
                    <a:pt x="2471" y="207"/>
                    <a:pt x="2501" y="278"/>
                  </a:cubicBezTo>
                  <a:cubicBezTo>
                    <a:pt x="2593" y="500"/>
                    <a:pt x="2543" y="778"/>
                    <a:pt x="2380" y="955"/>
                  </a:cubicBezTo>
                  <a:cubicBezTo>
                    <a:pt x="2370" y="968"/>
                    <a:pt x="2358" y="978"/>
                    <a:pt x="2346" y="989"/>
                  </a:cubicBezTo>
                  <a:lnTo>
                    <a:pt x="2231" y="679"/>
                  </a:lnTo>
                  <a:cubicBezTo>
                    <a:pt x="2189" y="566"/>
                    <a:pt x="2137" y="426"/>
                    <a:pt x="2165" y="301"/>
                  </a:cubicBezTo>
                  <a:cubicBezTo>
                    <a:pt x="2179" y="241"/>
                    <a:pt x="2226" y="182"/>
                    <a:pt x="2282" y="154"/>
                  </a:cubicBezTo>
                  <a:cubicBezTo>
                    <a:pt x="2300" y="144"/>
                    <a:pt x="2323" y="136"/>
                    <a:pt x="2348" y="136"/>
                  </a:cubicBezTo>
                  <a:close/>
                  <a:moveTo>
                    <a:pt x="1150" y="257"/>
                  </a:moveTo>
                  <a:cubicBezTo>
                    <a:pt x="1166" y="261"/>
                    <a:pt x="1185" y="273"/>
                    <a:pt x="1203" y="287"/>
                  </a:cubicBezTo>
                  <a:cubicBezTo>
                    <a:pt x="1451" y="473"/>
                    <a:pt x="1593" y="780"/>
                    <a:pt x="1574" y="1078"/>
                  </a:cubicBezTo>
                  <a:cubicBezTo>
                    <a:pt x="1327" y="939"/>
                    <a:pt x="1182" y="663"/>
                    <a:pt x="1112" y="496"/>
                  </a:cubicBezTo>
                  <a:cubicBezTo>
                    <a:pt x="1091" y="443"/>
                    <a:pt x="1067" y="381"/>
                    <a:pt x="1078" y="328"/>
                  </a:cubicBezTo>
                  <a:cubicBezTo>
                    <a:pt x="1084" y="290"/>
                    <a:pt x="1116" y="257"/>
                    <a:pt x="1144" y="257"/>
                  </a:cubicBezTo>
                  <a:close/>
                  <a:moveTo>
                    <a:pt x="241" y="1540"/>
                  </a:moveTo>
                  <a:cubicBezTo>
                    <a:pt x="272" y="1540"/>
                    <a:pt x="305" y="1548"/>
                    <a:pt x="332" y="1555"/>
                  </a:cubicBezTo>
                  <a:cubicBezTo>
                    <a:pt x="527" y="1608"/>
                    <a:pt x="692" y="1720"/>
                    <a:pt x="837" y="1862"/>
                  </a:cubicBezTo>
                  <a:cubicBezTo>
                    <a:pt x="811" y="1864"/>
                    <a:pt x="786" y="1866"/>
                    <a:pt x="760" y="1866"/>
                  </a:cubicBezTo>
                  <a:cubicBezTo>
                    <a:pt x="527" y="1866"/>
                    <a:pt x="293" y="1766"/>
                    <a:pt x="146" y="1592"/>
                  </a:cubicBezTo>
                  <a:cubicBezTo>
                    <a:pt x="153" y="1574"/>
                    <a:pt x="173" y="1555"/>
                    <a:pt x="196" y="1547"/>
                  </a:cubicBezTo>
                  <a:cubicBezTo>
                    <a:pt x="210" y="1542"/>
                    <a:pt x="225" y="1540"/>
                    <a:pt x="241" y="1540"/>
                  </a:cubicBezTo>
                  <a:close/>
                  <a:moveTo>
                    <a:pt x="2348" y="1"/>
                  </a:moveTo>
                  <a:cubicBezTo>
                    <a:pt x="2305" y="1"/>
                    <a:pt x="2262" y="11"/>
                    <a:pt x="2220" y="33"/>
                  </a:cubicBezTo>
                  <a:cubicBezTo>
                    <a:pt x="2128" y="80"/>
                    <a:pt x="2057" y="171"/>
                    <a:pt x="2034" y="271"/>
                  </a:cubicBezTo>
                  <a:cubicBezTo>
                    <a:pt x="1996" y="435"/>
                    <a:pt x="2055" y="596"/>
                    <a:pt x="2104" y="726"/>
                  </a:cubicBezTo>
                  <a:lnTo>
                    <a:pt x="2233" y="1072"/>
                  </a:lnTo>
                  <a:cubicBezTo>
                    <a:pt x="2130" y="1131"/>
                    <a:pt x="2011" y="1163"/>
                    <a:pt x="1892" y="1163"/>
                  </a:cubicBezTo>
                  <a:cubicBezTo>
                    <a:pt x="1830" y="1163"/>
                    <a:pt x="1768" y="1155"/>
                    <a:pt x="1709" y="1137"/>
                  </a:cubicBezTo>
                  <a:cubicBezTo>
                    <a:pt x="1708" y="1137"/>
                    <a:pt x="1706" y="1136"/>
                    <a:pt x="1705" y="1136"/>
                  </a:cubicBezTo>
                  <a:cubicBezTo>
                    <a:pt x="1746" y="777"/>
                    <a:pt x="1582" y="403"/>
                    <a:pt x="1284" y="179"/>
                  </a:cubicBezTo>
                  <a:cubicBezTo>
                    <a:pt x="1252" y="155"/>
                    <a:pt x="1215" y="131"/>
                    <a:pt x="1169" y="124"/>
                  </a:cubicBezTo>
                  <a:cubicBezTo>
                    <a:pt x="1160" y="123"/>
                    <a:pt x="1152" y="122"/>
                    <a:pt x="1144" y="122"/>
                  </a:cubicBezTo>
                  <a:cubicBezTo>
                    <a:pt x="1044" y="122"/>
                    <a:pt x="961" y="210"/>
                    <a:pt x="944" y="303"/>
                  </a:cubicBezTo>
                  <a:cubicBezTo>
                    <a:pt x="928" y="389"/>
                    <a:pt x="956" y="471"/>
                    <a:pt x="987" y="548"/>
                  </a:cubicBezTo>
                  <a:cubicBezTo>
                    <a:pt x="1122" y="872"/>
                    <a:pt x="1319" y="1105"/>
                    <a:pt x="1552" y="1220"/>
                  </a:cubicBezTo>
                  <a:cubicBezTo>
                    <a:pt x="1483" y="1500"/>
                    <a:pt x="1264" y="1743"/>
                    <a:pt x="994" y="1830"/>
                  </a:cubicBezTo>
                  <a:cubicBezTo>
                    <a:pt x="822" y="1644"/>
                    <a:pt x="618" y="1492"/>
                    <a:pt x="366" y="1425"/>
                  </a:cubicBezTo>
                  <a:cubicBezTo>
                    <a:pt x="330" y="1415"/>
                    <a:pt x="286" y="1406"/>
                    <a:pt x="240" y="1406"/>
                  </a:cubicBezTo>
                  <a:cubicBezTo>
                    <a:pt x="212" y="1406"/>
                    <a:pt x="183" y="1409"/>
                    <a:pt x="154" y="1419"/>
                  </a:cubicBezTo>
                  <a:cubicBezTo>
                    <a:pt x="61" y="1450"/>
                    <a:pt x="0" y="1537"/>
                    <a:pt x="11" y="1623"/>
                  </a:cubicBezTo>
                  <a:lnTo>
                    <a:pt x="14" y="1642"/>
                  </a:lnTo>
                  <a:lnTo>
                    <a:pt x="25" y="1656"/>
                  </a:lnTo>
                  <a:cubicBezTo>
                    <a:pt x="195" y="1874"/>
                    <a:pt x="479" y="2001"/>
                    <a:pt x="761" y="2001"/>
                  </a:cubicBezTo>
                  <a:cubicBezTo>
                    <a:pt x="824" y="2001"/>
                    <a:pt x="886" y="1994"/>
                    <a:pt x="948" y="1982"/>
                  </a:cubicBezTo>
                  <a:cubicBezTo>
                    <a:pt x="1058" y="2110"/>
                    <a:pt x="1155" y="2253"/>
                    <a:pt x="1242" y="2392"/>
                  </a:cubicBezTo>
                  <a:cubicBezTo>
                    <a:pt x="1621" y="2995"/>
                    <a:pt x="1936" y="3641"/>
                    <a:pt x="2179" y="4309"/>
                  </a:cubicBezTo>
                  <a:cubicBezTo>
                    <a:pt x="2189" y="4336"/>
                    <a:pt x="2215" y="4353"/>
                    <a:pt x="2242" y="4353"/>
                  </a:cubicBezTo>
                  <a:cubicBezTo>
                    <a:pt x="2250" y="4353"/>
                    <a:pt x="2257" y="4352"/>
                    <a:pt x="2266" y="4350"/>
                  </a:cubicBezTo>
                  <a:cubicBezTo>
                    <a:pt x="2300" y="4337"/>
                    <a:pt x="2318" y="4299"/>
                    <a:pt x="2305" y="4263"/>
                  </a:cubicBezTo>
                  <a:cubicBezTo>
                    <a:pt x="2060" y="3585"/>
                    <a:pt x="1740" y="2931"/>
                    <a:pt x="1357" y="2320"/>
                  </a:cubicBezTo>
                  <a:cubicBezTo>
                    <a:pt x="1276" y="2192"/>
                    <a:pt x="1188" y="2062"/>
                    <a:pt x="1089" y="1940"/>
                  </a:cubicBezTo>
                  <a:cubicBezTo>
                    <a:pt x="1376" y="1827"/>
                    <a:pt x="1600" y="1571"/>
                    <a:pt x="1679" y="1269"/>
                  </a:cubicBezTo>
                  <a:cubicBezTo>
                    <a:pt x="1750" y="1290"/>
                    <a:pt x="1822" y="1300"/>
                    <a:pt x="1895" y="1300"/>
                  </a:cubicBezTo>
                  <a:cubicBezTo>
                    <a:pt x="2029" y="1300"/>
                    <a:pt x="2163" y="1266"/>
                    <a:pt x="2281" y="1202"/>
                  </a:cubicBezTo>
                  <a:lnTo>
                    <a:pt x="3267" y="3853"/>
                  </a:lnTo>
                  <a:cubicBezTo>
                    <a:pt x="3277" y="3880"/>
                    <a:pt x="3303" y="3897"/>
                    <a:pt x="3331" y="3897"/>
                  </a:cubicBezTo>
                  <a:cubicBezTo>
                    <a:pt x="3339" y="3897"/>
                    <a:pt x="3347" y="3896"/>
                    <a:pt x="3354" y="3893"/>
                  </a:cubicBezTo>
                  <a:cubicBezTo>
                    <a:pt x="3389" y="3880"/>
                    <a:pt x="3407" y="3840"/>
                    <a:pt x="3394" y="3806"/>
                  </a:cubicBezTo>
                  <a:lnTo>
                    <a:pt x="2396" y="1125"/>
                  </a:lnTo>
                  <a:cubicBezTo>
                    <a:pt x="2426" y="1101"/>
                    <a:pt x="2454" y="1075"/>
                    <a:pt x="2480" y="1047"/>
                  </a:cubicBezTo>
                  <a:cubicBezTo>
                    <a:pt x="2680" y="829"/>
                    <a:pt x="2739" y="499"/>
                    <a:pt x="2626" y="226"/>
                  </a:cubicBezTo>
                  <a:cubicBezTo>
                    <a:pt x="2582" y="122"/>
                    <a:pt x="2521" y="52"/>
                    <a:pt x="2443" y="20"/>
                  </a:cubicBezTo>
                  <a:cubicBezTo>
                    <a:pt x="2413" y="7"/>
                    <a:pt x="2381" y="1"/>
                    <a:pt x="2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</p:grpSp>
      <p:grpSp>
        <p:nvGrpSpPr>
          <p:cNvPr id="4631" name="Google Shape;4631;p211"/>
          <p:cNvGrpSpPr/>
          <p:nvPr/>
        </p:nvGrpSpPr>
        <p:grpSpPr>
          <a:xfrm>
            <a:off x="7809148" y="451361"/>
            <a:ext cx="537659" cy="641898"/>
            <a:chOff x="1524325" y="2743250"/>
            <a:chExt cx="246350" cy="294125"/>
          </a:xfrm>
        </p:grpSpPr>
        <p:sp>
          <p:nvSpPr>
            <p:cNvPr id="4632" name="Google Shape;4632;p211"/>
            <p:cNvSpPr/>
            <p:nvPr/>
          </p:nvSpPr>
          <p:spPr>
            <a:xfrm>
              <a:off x="1524325" y="2743250"/>
              <a:ext cx="246350" cy="294125"/>
            </a:xfrm>
            <a:custGeom>
              <a:rect b="b" l="l" r="r" t="t"/>
              <a:pathLst>
                <a:path extrusionOk="0" h="11765" w="9854">
                  <a:moveTo>
                    <a:pt x="4576" y="260"/>
                  </a:moveTo>
                  <a:cubicBezTo>
                    <a:pt x="5377" y="260"/>
                    <a:pt x="6153" y="479"/>
                    <a:pt x="6894" y="904"/>
                  </a:cubicBezTo>
                  <a:cubicBezTo>
                    <a:pt x="8319" y="1721"/>
                    <a:pt x="9294" y="3309"/>
                    <a:pt x="9376" y="4949"/>
                  </a:cubicBezTo>
                  <a:cubicBezTo>
                    <a:pt x="9395" y="5316"/>
                    <a:pt x="9375" y="5711"/>
                    <a:pt x="9313" y="6230"/>
                  </a:cubicBezTo>
                  <a:cubicBezTo>
                    <a:pt x="9159" y="7512"/>
                    <a:pt x="8872" y="8493"/>
                    <a:pt x="8410" y="9318"/>
                  </a:cubicBezTo>
                  <a:cubicBezTo>
                    <a:pt x="7849" y="10320"/>
                    <a:pt x="6994" y="11066"/>
                    <a:pt x="6061" y="11364"/>
                  </a:cubicBezTo>
                  <a:cubicBezTo>
                    <a:pt x="5772" y="11456"/>
                    <a:pt x="5484" y="11503"/>
                    <a:pt x="5210" y="11503"/>
                  </a:cubicBezTo>
                  <a:cubicBezTo>
                    <a:pt x="4952" y="11503"/>
                    <a:pt x="4708" y="11462"/>
                    <a:pt x="4487" y="11380"/>
                  </a:cubicBezTo>
                  <a:cubicBezTo>
                    <a:pt x="3971" y="11189"/>
                    <a:pt x="3774" y="11020"/>
                    <a:pt x="3688" y="10540"/>
                  </a:cubicBezTo>
                  <a:cubicBezTo>
                    <a:pt x="3651" y="10324"/>
                    <a:pt x="3477" y="9824"/>
                    <a:pt x="3495" y="9600"/>
                  </a:cubicBezTo>
                  <a:cubicBezTo>
                    <a:pt x="3516" y="9332"/>
                    <a:pt x="3539" y="9056"/>
                    <a:pt x="3474" y="8782"/>
                  </a:cubicBezTo>
                  <a:cubicBezTo>
                    <a:pt x="3308" y="8086"/>
                    <a:pt x="2636" y="7650"/>
                    <a:pt x="2145" y="7384"/>
                  </a:cubicBezTo>
                  <a:cubicBezTo>
                    <a:pt x="2083" y="7350"/>
                    <a:pt x="2021" y="7317"/>
                    <a:pt x="1958" y="7284"/>
                  </a:cubicBezTo>
                  <a:lnTo>
                    <a:pt x="1950" y="7280"/>
                  </a:lnTo>
                  <a:cubicBezTo>
                    <a:pt x="1473" y="7025"/>
                    <a:pt x="979" y="6763"/>
                    <a:pt x="696" y="6327"/>
                  </a:cubicBezTo>
                  <a:cubicBezTo>
                    <a:pt x="555" y="6109"/>
                    <a:pt x="459" y="5839"/>
                    <a:pt x="394" y="5474"/>
                  </a:cubicBezTo>
                  <a:cubicBezTo>
                    <a:pt x="267" y="4766"/>
                    <a:pt x="318" y="4009"/>
                    <a:pt x="541" y="3285"/>
                  </a:cubicBezTo>
                  <a:cubicBezTo>
                    <a:pt x="1022" y="1732"/>
                    <a:pt x="2281" y="769"/>
                    <a:pt x="3092" y="505"/>
                  </a:cubicBezTo>
                  <a:cubicBezTo>
                    <a:pt x="3595" y="341"/>
                    <a:pt x="4090" y="260"/>
                    <a:pt x="4576" y="260"/>
                  </a:cubicBezTo>
                  <a:close/>
                  <a:moveTo>
                    <a:pt x="4424" y="1"/>
                  </a:moveTo>
                  <a:cubicBezTo>
                    <a:pt x="3870" y="1"/>
                    <a:pt x="3314" y="85"/>
                    <a:pt x="2785" y="258"/>
                  </a:cubicBezTo>
                  <a:cubicBezTo>
                    <a:pt x="1571" y="652"/>
                    <a:pt x="658" y="2024"/>
                    <a:pt x="291" y="3208"/>
                  </a:cubicBezTo>
                  <a:cubicBezTo>
                    <a:pt x="55" y="3971"/>
                    <a:pt x="1" y="4771"/>
                    <a:pt x="135" y="5521"/>
                  </a:cubicBezTo>
                  <a:cubicBezTo>
                    <a:pt x="207" y="5920"/>
                    <a:pt x="315" y="6221"/>
                    <a:pt x="476" y="6469"/>
                  </a:cubicBezTo>
                  <a:cubicBezTo>
                    <a:pt x="795" y="6962"/>
                    <a:pt x="784" y="7172"/>
                    <a:pt x="1290" y="7441"/>
                  </a:cubicBezTo>
                  <a:cubicBezTo>
                    <a:pt x="1355" y="7476"/>
                    <a:pt x="1956" y="7580"/>
                    <a:pt x="2020" y="7614"/>
                  </a:cubicBezTo>
                  <a:cubicBezTo>
                    <a:pt x="2466" y="7857"/>
                    <a:pt x="3077" y="8249"/>
                    <a:pt x="3218" y="8843"/>
                  </a:cubicBezTo>
                  <a:cubicBezTo>
                    <a:pt x="3274" y="9076"/>
                    <a:pt x="3255" y="9320"/>
                    <a:pt x="3234" y="9579"/>
                  </a:cubicBezTo>
                  <a:cubicBezTo>
                    <a:pt x="3215" y="9821"/>
                    <a:pt x="3195" y="10070"/>
                    <a:pt x="3240" y="10319"/>
                  </a:cubicBezTo>
                  <a:cubicBezTo>
                    <a:pt x="3340" y="10889"/>
                    <a:pt x="3794" y="11402"/>
                    <a:pt x="4396" y="11626"/>
                  </a:cubicBezTo>
                  <a:cubicBezTo>
                    <a:pt x="4644" y="11717"/>
                    <a:pt x="4918" y="11764"/>
                    <a:pt x="5211" y="11764"/>
                  </a:cubicBezTo>
                  <a:cubicBezTo>
                    <a:pt x="5515" y="11764"/>
                    <a:pt x="5828" y="11714"/>
                    <a:pt x="6140" y="11614"/>
                  </a:cubicBezTo>
                  <a:cubicBezTo>
                    <a:pt x="7151" y="11291"/>
                    <a:pt x="8037" y="10521"/>
                    <a:pt x="8639" y="9445"/>
                  </a:cubicBezTo>
                  <a:cubicBezTo>
                    <a:pt x="9117" y="8591"/>
                    <a:pt x="9414" y="7578"/>
                    <a:pt x="9572" y="6261"/>
                  </a:cubicBezTo>
                  <a:cubicBezTo>
                    <a:pt x="9637" y="5727"/>
                    <a:pt x="9853" y="5252"/>
                    <a:pt x="9834" y="4869"/>
                  </a:cubicBezTo>
                  <a:cubicBezTo>
                    <a:pt x="9747" y="3141"/>
                    <a:pt x="8524" y="1538"/>
                    <a:pt x="7024" y="677"/>
                  </a:cubicBezTo>
                  <a:cubicBezTo>
                    <a:pt x="6244" y="230"/>
                    <a:pt x="5336" y="1"/>
                    <a:pt x="4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633" name="Google Shape;4633;p211"/>
            <p:cNvSpPr/>
            <p:nvPr/>
          </p:nvSpPr>
          <p:spPr>
            <a:xfrm>
              <a:off x="1547000" y="2776375"/>
              <a:ext cx="81750" cy="72700"/>
            </a:xfrm>
            <a:custGeom>
              <a:rect b="b" l="l" r="r" t="t"/>
              <a:pathLst>
                <a:path extrusionOk="0" h="2908" w="3270">
                  <a:moveTo>
                    <a:pt x="1800" y="248"/>
                  </a:moveTo>
                  <a:cubicBezTo>
                    <a:pt x="2191" y="248"/>
                    <a:pt x="2675" y="374"/>
                    <a:pt x="2873" y="656"/>
                  </a:cubicBezTo>
                  <a:cubicBezTo>
                    <a:pt x="2963" y="783"/>
                    <a:pt x="3000" y="943"/>
                    <a:pt x="2978" y="1097"/>
                  </a:cubicBezTo>
                  <a:cubicBezTo>
                    <a:pt x="2928" y="1428"/>
                    <a:pt x="2932" y="1447"/>
                    <a:pt x="2684" y="1585"/>
                  </a:cubicBezTo>
                  <a:cubicBezTo>
                    <a:pt x="2583" y="1641"/>
                    <a:pt x="2050" y="1747"/>
                    <a:pt x="1946" y="1797"/>
                  </a:cubicBezTo>
                  <a:lnTo>
                    <a:pt x="1741" y="1957"/>
                  </a:lnTo>
                  <a:cubicBezTo>
                    <a:pt x="1521" y="2063"/>
                    <a:pt x="1435" y="2310"/>
                    <a:pt x="1238" y="2473"/>
                  </a:cubicBezTo>
                  <a:cubicBezTo>
                    <a:pt x="1205" y="2501"/>
                    <a:pt x="853" y="2583"/>
                    <a:pt x="764" y="2622"/>
                  </a:cubicBezTo>
                  <a:cubicBezTo>
                    <a:pt x="721" y="2640"/>
                    <a:pt x="686" y="2649"/>
                    <a:pt x="656" y="2649"/>
                  </a:cubicBezTo>
                  <a:cubicBezTo>
                    <a:pt x="546" y="2649"/>
                    <a:pt x="506" y="2530"/>
                    <a:pt x="396" y="2304"/>
                  </a:cubicBezTo>
                  <a:cubicBezTo>
                    <a:pt x="268" y="2037"/>
                    <a:pt x="294" y="1654"/>
                    <a:pt x="469" y="1251"/>
                  </a:cubicBezTo>
                  <a:cubicBezTo>
                    <a:pt x="632" y="871"/>
                    <a:pt x="905" y="537"/>
                    <a:pt x="1181" y="380"/>
                  </a:cubicBezTo>
                  <a:cubicBezTo>
                    <a:pt x="1332" y="295"/>
                    <a:pt x="1552" y="248"/>
                    <a:pt x="1800" y="248"/>
                  </a:cubicBezTo>
                  <a:close/>
                  <a:moveTo>
                    <a:pt x="1988" y="0"/>
                  </a:moveTo>
                  <a:cubicBezTo>
                    <a:pt x="1871" y="0"/>
                    <a:pt x="1762" y="23"/>
                    <a:pt x="1661" y="58"/>
                  </a:cubicBezTo>
                  <a:cubicBezTo>
                    <a:pt x="1441" y="73"/>
                    <a:pt x="1238" y="124"/>
                    <a:pt x="1085" y="211"/>
                  </a:cubicBezTo>
                  <a:cubicBezTo>
                    <a:pt x="888" y="322"/>
                    <a:pt x="704" y="500"/>
                    <a:pt x="549" y="714"/>
                  </a:cubicBezTo>
                  <a:cubicBezTo>
                    <a:pt x="415" y="831"/>
                    <a:pt x="300" y="974"/>
                    <a:pt x="222" y="1157"/>
                  </a:cubicBezTo>
                  <a:cubicBezTo>
                    <a:pt x="23" y="1626"/>
                    <a:pt x="1" y="2085"/>
                    <a:pt x="160" y="2418"/>
                  </a:cubicBezTo>
                  <a:cubicBezTo>
                    <a:pt x="299" y="2706"/>
                    <a:pt x="604" y="2908"/>
                    <a:pt x="903" y="2908"/>
                  </a:cubicBezTo>
                  <a:cubicBezTo>
                    <a:pt x="992" y="2908"/>
                    <a:pt x="1077" y="2890"/>
                    <a:pt x="1159" y="2856"/>
                  </a:cubicBezTo>
                  <a:cubicBezTo>
                    <a:pt x="1289" y="2801"/>
                    <a:pt x="1393" y="2707"/>
                    <a:pt x="1484" y="2625"/>
                  </a:cubicBezTo>
                  <a:cubicBezTo>
                    <a:pt x="1514" y="2598"/>
                    <a:pt x="1544" y="2570"/>
                    <a:pt x="1576" y="2544"/>
                  </a:cubicBezTo>
                  <a:cubicBezTo>
                    <a:pt x="1749" y="2402"/>
                    <a:pt x="1952" y="2303"/>
                    <a:pt x="2169" y="2199"/>
                  </a:cubicBezTo>
                  <a:cubicBezTo>
                    <a:pt x="2278" y="2146"/>
                    <a:pt x="2391" y="2092"/>
                    <a:pt x="2500" y="2031"/>
                  </a:cubicBezTo>
                  <a:cubicBezTo>
                    <a:pt x="2801" y="1864"/>
                    <a:pt x="3171" y="1573"/>
                    <a:pt x="3236" y="1136"/>
                  </a:cubicBezTo>
                  <a:cubicBezTo>
                    <a:pt x="3270" y="917"/>
                    <a:pt x="3215" y="687"/>
                    <a:pt x="3088" y="505"/>
                  </a:cubicBezTo>
                  <a:cubicBezTo>
                    <a:pt x="2912" y="255"/>
                    <a:pt x="2561" y="75"/>
                    <a:pt x="2127" y="11"/>
                  </a:cubicBezTo>
                  <a:cubicBezTo>
                    <a:pt x="2079" y="4"/>
                    <a:pt x="2033" y="0"/>
                    <a:pt x="19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634" name="Google Shape;4634;p211"/>
            <p:cNvSpPr/>
            <p:nvPr/>
          </p:nvSpPr>
          <p:spPr>
            <a:xfrm>
              <a:off x="1646375" y="2771225"/>
              <a:ext cx="68475" cy="74875"/>
            </a:xfrm>
            <a:custGeom>
              <a:rect b="b" l="l" r="r" t="t"/>
              <a:pathLst>
                <a:path extrusionOk="0" h="2995" w="2739">
                  <a:moveTo>
                    <a:pt x="1250" y="363"/>
                  </a:moveTo>
                  <a:cubicBezTo>
                    <a:pt x="1413" y="363"/>
                    <a:pt x="1571" y="399"/>
                    <a:pt x="1694" y="482"/>
                  </a:cubicBezTo>
                  <a:cubicBezTo>
                    <a:pt x="1966" y="664"/>
                    <a:pt x="2299" y="1142"/>
                    <a:pt x="2427" y="1794"/>
                  </a:cubicBezTo>
                  <a:cubicBezTo>
                    <a:pt x="2473" y="2029"/>
                    <a:pt x="2470" y="2219"/>
                    <a:pt x="2415" y="2376"/>
                  </a:cubicBezTo>
                  <a:cubicBezTo>
                    <a:pt x="2353" y="2556"/>
                    <a:pt x="2214" y="2694"/>
                    <a:pt x="2059" y="2725"/>
                  </a:cubicBezTo>
                  <a:cubicBezTo>
                    <a:pt x="2033" y="2730"/>
                    <a:pt x="2007" y="2733"/>
                    <a:pt x="1981" y="2733"/>
                  </a:cubicBezTo>
                  <a:cubicBezTo>
                    <a:pt x="1780" y="2733"/>
                    <a:pt x="1593" y="2587"/>
                    <a:pt x="1493" y="2492"/>
                  </a:cubicBezTo>
                  <a:cubicBezTo>
                    <a:pt x="1429" y="2431"/>
                    <a:pt x="1366" y="2363"/>
                    <a:pt x="1306" y="2297"/>
                  </a:cubicBezTo>
                  <a:lnTo>
                    <a:pt x="1304" y="2295"/>
                  </a:lnTo>
                  <a:cubicBezTo>
                    <a:pt x="1194" y="2174"/>
                    <a:pt x="1179" y="1983"/>
                    <a:pt x="1033" y="1890"/>
                  </a:cubicBezTo>
                  <a:cubicBezTo>
                    <a:pt x="884" y="1797"/>
                    <a:pt x="650" y="1773"/>
                    <a:pt x="582" y="1736"/>
                  </a:cubicBezTo>
                  <a:cubicBezTo>
                    <a:pt x="481" y="1679"/>
                    <a:pt x="525" y="1707"/>
                    <a:pt x="449" y="1637"/>
                  </a:cubicBezTo>
                  <a:cubicBezTo>
                    <a:pt x="336" y="1529"/>
                    <a:pt x="272" y="1372"/>
                    <a:pt x="269" y="1193"/>
                  </a:cubicBezTo>
                  <a:cubicBezTo>
                    <a:pt x="265" y="989"/>
                    <a:pt x="342" y="787"/>
                    <a:pt x="475" y="650"/>
                  </a:cubicBezTo>
                  <a:cubicBezTo>
                    <a:pt x="643" y="478"/>
                    <a:pt x="956" y="363"/>
                    <a:pt x="1250" y="363"/>
                  </a:cubicBezTo>
                  <a:close/>
                  <a:moveTo>
                    <a:pt x="1122" y="0"/>
                  </a:moveTo>
                  <a:cubicBezTo>
                    <a:pt x="813" y="0"/>
                    <a:pt x="528" y="222"/>
                    <a:pt x="287" y="468"/>
                  </a:cubicBezTo>
                  <a:cubicBezTo>
                    <a:pt x="106" y="653"/>
                    <a:pt x="1" y="926"/>
                    <a:pt x="6" y="1197"/>
                  </a:cubicBezTo>
                  <a:cubicBezTo>
                    <a:pt x="11" y="1447"/>
                    <a:pt x="105" y="1671"/>
                    <a:pt x="270" y="1827"/>
                  </a:cubicBezTo>
                  <a:cubicBezTo>
                    <a:pt x="369" y="1921"/>
                    <a:pt x="484" y="1984"/>
                    <a:pt x="595" y="2046"/>
                  </a:cubicBezTo>
                  <a:cubicBezTo>
                    <a:pt x="663" y="2084"/>
                    <a:pt x="727" y="2119"/>
                    <a:pt x="787" y="2162"/>
                  </a:cubicBezTo>
                  <a:cubicBezTo>
                    <a:pt x="904" y="2245"/>
                    <a:pt x="1004" y="2354"/>
                    <a:pt x="1111" y="2471"/>
                  </a:cubicBezTo>
                  <a:cubicBezTo>
                    <a:pt x="1175" y="2541"/>
                    <a:pt x="1241" y="2615"/>
                    <a:pt x="1314" y="2683"/>
                  </a:cubicBezTo>
                  <a:cubicBezTo>
                    <a:pt x="1438" y="2800"/>
                    <a:pt x="1688" y="2994"/>
                    <a:pt x="1981" y="2994"/>
                  </a:cubicBezTo>
                  <a:cubicBezTo>
                    <a:pt x="2025" y="2994"/>
                    <a:pt x="2069" y="2990"/>
                    <a:pt x="2112" y="2981"/>
                  </a:cubicBezTo>
                  <a:cubicBezTo>
                    <a:pt x="2355" y="2932"/>
                    <a:pt x="2572" y="2728"/>
                    <a:pt x="2663" y="2461"/>
                  </a:cubicBezTo>
                  <a:cubicBezTo>
                    <a:pt x="2732" y="2259"/>
                    <a:pt x="2739" y="2024"/>
                    <a:pt x="2684" y="1743"/>
                  </a:cubicBezTo>
                  <a:cubicBezTo>
                    <a:pt x="2649" y="1564"/>
                    <a:pt x="2552" y="1351"/>
                    <a:pt x="2421" y="1139"/>
                  </a:cubicBezTo>
                  <a:cubicBezTo>
                    <a:pt x="2275" y="806"/>
                    <a:pt x="2065" y="496"/>
                    <a:pt x="1803" y="319"/>
                  </a:cubicBezTo>
                  <a:cubicBezTo>
                    <a:pt x="1762" y="293"/>
                    <a:pt x="1720" y="269"/>
                    <a:pt x="1675" y="250"/>
                  </a:cubicBezTo>
                  <a:cubicBezTo>
                    <a:pt x="1621" y="204"/>
                    <a:pt x="1568" y="163"/>
                    <a:pt x="1518" y="129"/>
                  </a:cubicBezTo>
                  <a:cubicBezTo>
                    <a:pt x="1383" y="39"/>
                    <a:pt x="1250" y="0"/>
                    <a:pt x="1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635" name="Google Shape;4635;p211"/>
            <p:cNvSpPr/>
            <p:nvPr/>
          </p:nvSpPr>
          <p:spPr>
            <a:xfrm>
              <a:off x="1697225" y="2852600"/>
              <a:ext cx="57100" cy="79325"/>
            </a:xfrm>
            <a:custGeom>
              <a:rect b="b" l="l" r="r" t="t"/>
              <a:pathLst>
                <a:path extrusionOk="0" h="3173" w="2284">
                  <a:moveTo>
                    <a:pt x="1024" y="281"/>
                  </a:moveTo>
                  <a:cubicBezTo>
                    <a:pt x="1047" y="281"/>
                    <a:pt x="1070" y="282"/>
                    <a:pt x="1091" y="284"/>
                  </a:cubicBezTo>
                  <a:cubicBezTo>
                    <a:pt x="1465" y="323"/>
                    <a:pt x="1951" y="526"/>
                    <a:pt x="1983" y="937"/>
                  </a:cubicBezTo>
                  <a:cubicBezTo>
                    <a:pt x="2009" y="1265"/>
                    <a:pt x="1839" y="2018"/>
                    <a:pt x="1408" y="2523"/>
                  </a:cubicBezTo>
                  <a:cubicBezTo>
                    <a:pt x="1252" y="2706"/>
                    <a:pt x="1100" y="2821"/>
                    <a:pt x="943" y="2876"/>
                  </a:cubicBezTo>
                  <a:cubicBezTo>
                    <a:pt x="876" y="2900"/>
                    <a:pt x="808" y="2911"/>
                    <a:pt x="742" y="2911"/>
                  </a:cubicBezTo>
                  <a:cubicBezTo>
                    <a:pt x="630" y="2911"/>
                    <a:pt x="525" y="2878"/>
                    <a:pt x="449" y="2814"/>
                  </a:cubicBezTo>
                  <a:cubicBezTo>
                    <a:pt x="270" y="2663"/>
                    <a:pt x="267" y="2381"/>
                    <a:pt x="280" y="2226"/>
                  </a:cubicBezTo>
                  <a:cubicBezTo>
                    <a:pt x="288" y="2138"/>
                    <a:pt x="303" y="2046"/>
                    <a:pt x="317" y="1955"/>
                  </a:cubicBezTo>
                  <a:cubicBezTo>
                    <a:pt x="344" y="1793"/>
                    <a:pt x="434" y="1769"/>
                    <a:pt x="425" y="1596"/>
                  </a:cubicBezTo>
                  <a:cubicBezTo>
                    <a:pt x="421" y="1509"/>
                    <a:pt x="438" y="1440"/>
                    <a:pt x="425" y="1359"/>
                  </a:cubicBezTo>
                  <a:cubicBezTo>
                    <a:pt x="407" y="1245"/>
                    <a:pt x="295" y="980"/>
                    <a:pt x="303" y="876"/>
                  </a:cubicBezTo>
                  <a:cubicBezTo>
                    <a:pt x="317" y="721"/>
                    <a:pt x="400" y="573"/>
                    <a:pt x="538" y="459"/>
                  </a:cubicBezTo>
                  <a:cubicBezTo>
                    <a:pt x="676" y="346"/>
                    <a:pt x="853" y="281"/>
                    <a:pt x="1024" y="281"/>
                  </a:cubicBezTo>
                  <a:close/>
                  <a:moveTo>
                    <a:pt x="803" y="1"/>
                  </a:moveTo>
                  <a:cubicBezTo>
                    <a:pt x="640" y="1"/>
                    <a:pt x="482" y="29"/>
                    <a:pt x="354" y="135"/>
                  </a:cubicBezTo>
                  <a:cubicBezTo>
                    <a:pt x="162" y="293"/>
                    <a:pt x="62" y="627"/>
                    <a:pt x="42" y="854"/>
                  </a:cubicBezTo>
                  <a:cubicBezTo>
                    <a:pt x="31" y="989"/>
                    <a:pt x="51" y="1118"/>
                    <a:pt x="71" y="1243"/>
                  </a:cubicBezTo>
                  <a:lnTo>
                    <a:pt x="137" y="1233"/>
                  </a:lnTo>
                  <a:lnTo>
                    <a:pt x="137" y="1233"/>
                  </a:lnTo>
                  <a:lnTo>
                    <a:pt x="72" y="1246"/>
                  </a:lnTo>
                  <a:cubicBezTo>
                    <a:pt x="84" y="1323"/>
                    <a:pt x="96" y="1395"/>
                    <a:pt x="100" y="1467"/>
                  </a:cubicBezTo>
                  <a:cubicBezTo>
                    <a:pt x="108" y="1611"/>
                    <a:pt x="84" y="1757"/>
                    <a:pt x="58" y="1912"/>
                  </a:cubicBezTo>
                  <a:lnTo>
                    <a:pt x="58" y="1914"/>
                  </a:lnTo>
                  <a:cubicBezTo>
                    <a:pt x="43" y="2008"/>
                    <a:pt x="27" y="2105"/>
                    <a:pt x="19" y="2203"/>
                  </a:cubicBezTo>
                  <a:cubicBezTo>
                    <a:pt x="1" y="2409"/>
                    <a:pt x="11" y="2787"/>
                    <a:pt x="280" y="3014"/>
                  </a:cubicBezTo>
                  <a:cubicBezTo>
                    <a:pt x="401" y="3116"/>
                    <a:pt x="566" y="3173"/>
                    <a:pt x="744" y="3173"/>
                  </a:cubicBezTo>
                  <a:cubicBezTo>
                    <a:pt x="841" y="3173"/>
                    <a:pt x="938" y="3156"/>
                    <a:pt x="1031" y="3124"/>
                  </a:cubicBezTo>
                  <a:cubicBezTo>
                    <a:pt x="1231" y="3052"/>
                    <a:pt x="1420" y="2911"/>
                    <a:pt x="1606" y="2694"/>
                  </a:cubicBezTo>
                  <a:cubicBezTo>
                    <a:pt x="1952" y="2288"/>
                    <a:pt x="2284" y="1643"/>
                    <a:pt x="2242" y="1114"/>
                  </a:cubicBezTo>
                  <a:cubicBezTo>
                    <a:pt x="2198" y="562"/>
                    <a:pt x="1602" y="75"/>
                    <a:pt x="1119" y="23"/>
                  </a:cubicBezTo>
                  <a:cubicBezTo>
                    <a:pt x="1017" y="13"/>
                    <a:pt x="909" y="1"/>
                    <a:pt x="8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636" name="Google Shape;4636;p211"/>
            <p:cNvSpPr/>
            <p:nvPr/>
          </p:nvSpPr>
          <p:spPr>
            <a:xfrm>
              <a:off x="1677700" y="2941350"/>
              <a:ext cx="45925" cy="63125"/>
            </a:xfrm>
            <a:custGeom>
              <a:rect b="b" l="l" r="r" t="t"/>
              <a:pathLst>
                <a:path extrusionOk="0" h="2525" w="1837">
                  <a:moveTo>
                    <a:pt x="822" y="262"/>
                  </a:moveTo>
                  <a:cubicBezTo>
                    <a:pt x="838" y="262"/>
                    <a:pt x="855" y="263"/>
                    <a:pt x="871" y="264"/>
                  </a:cubicBezTo>
                  <a:cubicBezTo>
                    <a:pt x="1153" y="294"/>
                    <a:pt x="1444" y="370"/>
                    <a:pt x="1468" y="679"/>
                  </a:cubicBezTo>
                  <a:cubicBezTo>
                    <a:pt x="1487" y="921"/>
                    <a:pt x="1431" y="1582"/>
                    <a:pt x="1100" y="1970"/>
                  </a:cubicBezTo>
                  <a:cubicBezTo>
                    <a:pt x="982" y="2108"/>
                    <a:pt x="867" y="2195"/>
                    <a:pt x="750" y="2237"/>
                  </a:cubicBezTo>
                  <a:cubicBezTo>
                    <a:pt x="720" y="2248"/>
                    <a:pt x="696" y="2252"/>
                    <a:pt x="677" y="2252"/>
                  </a:cubicBezTo>
                  <a:cubicBezTo>
                    <a:pt x="612" y="2252"/>
                    <a:pt x="595" y="2199"/>
                    <a:pt x="529" y="2142"/>
                  </a:cubicBezTo>
                  <a:cubicBezTo>
                    <a:pt x="398" y="2033"/>
                    <a:pt x="353" y="2001"/>
                    <a:pt x="364" y="1885"/>
                  </a:cubicBezTo>
                  <a:cubicBezTo>
                    <a:pt x="369" y="1817"/>
                    <a:pt x="286" y="1619"/>
                    <a:pt x="297" y="1551"/>
                  </a:cubicBezTo>
                  <a:lnTo>
                    <a:pt x="298" y="1548"/>
                  </a:lnTo>
                  <a:cubicBezTo>
                    <a:pt x="318" y="1420"/>
                    <a:pt x="341" y="1287"/>
                    <a:pt x="332" y="1148"/>
                  </a:cubicBezTo>
                  <a:cubicBezTo>
                    <a:pt x="329" y="1079"/>
                    <a:pt x="318" y="1014"/>
                    <a:pt x="307" y="950"/>
                  </a:cubicBezTo>
                  <a:cubicBezTo>
                    <a:pt x="294" y="862"/>
                    <a:pt x="280" y="780"/>
                    <a:pt x="287" y="702"/>
                  </a:cubicBezTo>
                  <a:cubicBezTo>
                    <a:pt x="297" y="587"/>
                    <a:pt x="358" y="478"/>
                    <a:pt x="460" y="395"/>
                  </a:cubicBezTo>
                  <a:cubicBezTo>
                    <a:pt x="563" y="311"/>
                    <a:pt x="695" y="262"/>
                    <a:pt x="822" y="262"/>
                  </a:cubicBezTo>
                  <a:close/>
                  <a:moveTo>
                    <a:pt x="822" y="0"/>
                  </a:moveTo>
                  <a:cubicBezTo>
                    <a:pt x="635" y="0"/>
                    <a:pt x="443" y="70"/>
                    <a:pt x="294" y="193"/>
                  </a:cubicBezTo>
                  <a:cubicBezTo>
                    <a:pt x="136" y="323"/>
                    <a:pt x="41" y="495"/>
                    <a:pt x="25" y="679"/>
                  </a:cubicBezTo>
                  <a:cubicBezTo>
                    <a:pt x="16" y="789"/>
                    <a:pt x="33" y="892"/>
                    <a:pt x="49" y="991"/>
                  </a:cubicBezTo>
                  <a:lnTo>
                    <a:pt x="115" y="981"/>
                  </a:lnTo>
                  <a:lnTo>
                    <a:pt x="49" y="993"/>
                  </a:lnTo>
                  <a:cubicBezTo>
                    <a:pt x="59" y="1053"/>
                    <a:pt x="68" y="1109"/>
                    <a:pt x="71" y="1162"/>
                  </a:cubicBezTo>
                  <a:cubicBezTo>
                    <a:pt x="77" y="1273"/>
                    <a:pt x="59" y="1387"/>
                    <a:pt x="39" y="1506"/>
                  </a:cubicBezTo>
                  <a:cubicBezTo>
                    <a:pt x="26" y="1580"/>
                    <a:pt x="117" y="1960"/>
                    <a:pt x="111" y="2039"/>
                  </a:cubicBezTo>
                  <a:cubicBezTo>
                    <a:pt x="96" y="2206"/>
                    <a:pt x="1" y="2208"/>
                    <a:pt x="222" y="2394"/>
                  </a:cubicBezTo>
                  <a:cubicBezTo>
                    <a:pt x="321" y="2478"/>
                    <a:pt x="457" y="2524"/>
                    <a:pt x="603" y="2524"/>
                  </a:cubicBezTo>
                  <a:cubicBezTo>
                    <a:pt x="682" y="2524"/>
                    <a:pt x="760" y="2511"/>
                    <a:pt x="837" y="2485"/>
                  </a:cubicBezTo>
                  <a:cubicBezTo>
                    <a:pt x="999" y="2427"/>
                    <a:pt x="1150" y="2314"/>
                    <a:pt x="1300" y="2140"/>
                  </a:cubicBezTo>
                  <a:cubicBezTo>
                    <a:pt x="1574" y="1818"/>
                    <a:pt x="1836" y="1305"/>
                    <a:pt x="1803" y="883"/>
                  </a:cubicBezTo>
                  <a:cubicBezTo>
                    <a:pt x="1769" y="438"/>
                    <a:pt x="1289" y="45"/>
                    <a:pt x="899" y="4"/>
                  </a:cubicBezTo>
                  <a:cubicBezTo>
                    <a:pt x="874" y="1"/>
                    <a:pt x="848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</p:grpSp>
      <p:grpSp>
        <p:nvGrpSpPr>
          <p:cNvPr id="4637" name="Google Shape;4637;p211"/>
          <p:cNvGrpSpPr/>
          <p:nvPr/>
        </p:nvGrpSpPr>
        <p:grpSpPr>
          <a:xfrm rot="-1922792">
            <a:off x="393737" y="3769542"/>
            <a:ext cx="1115999" cy="1119914"/>
            <a:chOff x="1405075" y="832450"/>
            <a:chExt cx="484700" cy="486400"/>
          </a:xfrm>
        </p:grpSpPr>
        <p:sp>
          <p:nvSpPr>
            <p:cNvPr id="4638" name="Google Shape;4638;p211"/>
            <p:cNvSpPr/>
            <p:nvPr/>
          </p:nvSpPr>
          <p:spPr>
            <a:xfrm>
              <a:off x="1758650" y="993075"/>
              <a:ext cx="127300" cy="146300"/>
            </a:xfrm>
            <a:custGeom>
              <a:rect b="b" l="l" r="r" t="t"/>
              <a:pathLst>
                <a:path extrusionOk="0" h="5852" w="5092">
                  <a:moveTo>
                    <a:pt x="3723" y="0"/>
                  </a:moveTo>
                  <a:cubicBezTo>
                    <a:pt x="3675" y="0"/>
                    <a:pt x="3631" y="31"/>
                    <a:pt x="3616" y="79"/>
                  </a:cubicBezTo>
                  <a:cubicBezTo>
                    <a:pt x="3598" y="137"/>
                    <a:pt x="3632" y="199"/>
                    <a:pt x="3691" y="217"/>
                  </a:cubicBezTo>
                  <a:cubicBezTo>
                    <a:pt x="3692" y="217"/>
                    <a:pt x="3715" y="226"/>
                    <a:pt x="3756" y="241"/>
                  </a:cubicBezTo>
                  <a:cubicBezTo>
                    <a:pt x="3941" y="313"/>
                    <a:pt x="4231" y="457"/>
                    <a:pt x="4434" y="978"/>
                  </a:cubicBezTo>
                  <a:cubicBezTo>
                    <a:pt x="4613" y="1433"/>
                    <a:pt x="5091" y="1085"/>
                    <a:pt x="4410" y="2298"/>
                  </a:cubicBezTo>
                  <a:cubicBezTo>
                    <a:pt x="3566" y="3798"/>
                    <a:pt x="2146" y="5308"/>
                    <a:pt x="1258" y="5569"/>
                  </a:cubicBezTo>
                  <a:cubicBezTo>
                    <a:pt x="1204" y="5585"/>
                    <a:pt x="1152" y="5598"/>
                    <a:pt x="1102" y="5608"/>
                  </a:cubicBezTo>
                  <a:cubicBezTo>
                    <a:pt x="1082" y="5612"/>
                    <a:pt x="1061" y="5615"/>
                    <a:pt x="1041" y="5620"/>
                  </a:cubicBezTo>
                  <a:cubicBezTo>
                    <a:pt x="992" y="5627"/>
                    <a:pt x="946" y="5630"/>
                    <a:pt x="903" y="5630"/>
                  </a:cubicBezTo>
                  <a:cubicBezTo>
                    <a:pt x="793" y="5630"/>
                    <a:pt x="707" y="5607"/>
                    <a:pt x="647" y="5561"/>
                  </a:cubicBezTo>
                  <a:cubicBezTo>
                    <a:pt x="273" y="5276"/>
                    <a:pt x="608" y="4239"/>
                    <a:pt x="835" y="3699"/>
                  </a:cubicBezTo>
                  <a:cubicBezTo>
                    <a:pt x="845" y="3673"/>
                    <a:pt x="855" y="3650"/>
                    <a:pt x="865" y="3627"/>
                  </a:cubicBezTo>
                  <a:cubicBezTo>
                    <a:pt x="871" y="3610"/>
                    <a:pt x="880" y="3594"/>
                    <a:pt x="887" y="3577"/>
                  </a:cubicBezTo>
                  <a:cubicBezTo>
                    <a:pt x="894" y="3562"/>
                    <a:pt x="901" y="3547"/>
                    <a:pt x="908" y="3533"/>
                  </a:cubicBezTo>
                  <a:cubicBezTo>
                    <a:pt x="916" y="3514"/>
                    <a:pt x="920" y="3493"/>
                    <a:pt x="917" y="3472"/>
                  </a:cubicBezTo>
                  <a:cubicBezTo>
                    <a:pt x="912" y="3435"/>
                    <a:pt x="889" y="3402"/>
                    <a:pt x="854" y="3386"/>
                  </a:cubicBezTo>
                  <a:cubicBezTo>
                    <a:pt x="840" y="3380"/>
                    <a:pt x="825" y="3376"/>
                    <a:pt x="810" y="3376"/>
                  </a:cubicBezTo>
                  <a:cubicBezTo>
                    <a:pt x="807" y="3376"/>
                    <a:pt x="803" y="3376"/>
                    <a:pt x="800" y="3376"/>
                  </a:cubicBezTo>
                  <a:cubicBezTo>
                    <a:pt x="760" y="3378"/>
                    <a:pt x="725" y="3401"/>
                    <a:pt x="706" y="3439"/>
                  </a:cubicBezTo>
                  <a:cubicBezTo>
                    <a:pt x="690" y="3474"/>
                    <a:pt x="649" y="3562"/>
                    <a:pt x="600" y="3686"/>
                  </a:cubicBezTo>
                  <a:cubicBezTo>
                    <a:pt x="386" y="4206"/>
                    <a:pt x="1" y="5345"/>
                    <a:pt x="511" y="5737"/>
                  </a:cubicBezTo>
                  <a:cubicBezTo>
                    <a:pt x="532" y="5753"/>
                    <a:pt x="553" y="5767"/>
                    <a:pt x="576" y="5780"/>
                  </a:cubicBezTo>
                  <a:cubicBezTo>
                    <a:pt x="665" y="5828"/>
                    <a:pt x="772" y="5852"/>
                    <a:pt x="898" y="5852"/>
                  </a:cubicBezTo>
                  <a:cubicBezTo>
                    <a:pt x="950" y="5852"/>
                    <a:pt x="1005" y="5848"/>
                    <a:pt x="1064" y="5840"/>
                  </a:cubicBezTo>
                  <a:cubicBezTo>
                    <a:pt x="1090" y="5836"/>
                    <a:pt x="1117" y="5832"/>
                    <a:pt x="1145" y="5827"/>
                  </a:cubicBezTo>
                  <a:cubicBezTo>
                    <a:pt x="1189" y="5817"/>
                    <a:pt x="1235" y="5808"/>
                    <a:pt x="1283" y="5794"/>
                  </a:cubicBezTo>
                  <a:cubicBezTo>
                    <a:pt x="1391" y="5764"/>
                    <a:pt x="1506" y="5722"/>
                    <a:pt x="1625" y="5671"/>
                  </a:cubicBezTo>
                  <a:cubicBezTo>
                    <a:pt x="1719" y="5631"/>
                    <a:pt x="1815" y="5584"/>
                    <a:pt x="1914" y="5531"/>
                  </a:cubicBezTo>
                  <a:cubicBezTo>
                    <a:pt x="2655" y="5131"/>
                    <a:pt x="3531" y="4376"/>
                    <a:pt x="4237" y="3358"/>
                  </a:cubicBezTo>
                  <a:cubicBezTo>
                    <a:pt x="4281" y="3293"/>
                    <a:pt x="4326" y="3224"/>
                    <a:pt x="4371" y="3157"/>
                  </a:cubicBezTo>
                  <a:cubicBezTo>
                    <a:pt x="4434" y="3059"/>
                    <a:pt x="4497" y="2958"/>
                    <a:pt x="4557" y="2855"/>
                  </a:cubicBezTo>
                  <a:cubicBezTo>
                    <a:pt x="4972" y="2147"/>
                    <a:pt x="5078" y="1522"/>
                    <a:pt x="4873" y="999"/>
                  </a:cubicBezTo>
                  <a:cubicBezTo>
                    <a:pt x="4631" y="380"/>
                    <a:pt x="4029" y="106"/>
                    <a:pt x="3823" y="28"/>
                  </a:cubicBezTo>
                  <a:cubicBezTo>
                    <a:pt x="3785" y="13"/>
                    <a:pt x="3760" y="7"/>
                    <a:pt x="3754" y="5"/>
                  </a:cubicBezTo>
                  <a:cubicBezTo>
                    <a:pt x="3743" y="2"/>
                    <a:pt x="3733" y="0"/>
                    <a:pt x="37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639" name="Google Shape;4639;p211"/>
            <p:cNvSpPr/>
            <p:nvPr/>
          </p:nvSpPr>
          <p:spPr>
            <a:xfrm>
              <a:off x="1784050" y="1071525"/>
              <a:ext cx="105725" cy="116325"/>
            </a:xfrm>
            <a:custGeom>
              <a:rect b="b" l="l" r="r" t="t"/>
              <a:pathLst>
                <a:path extrusionOk="0" h="4653" w="4229">
                  <a:moveTo>
                    <a:pt x="3243" y="1"/>
                  </a:moveTo>
                  <a:cubicBezTo>
                    <a:pt x="3186" y="1"/>
                    <a:pt x="3137" y="44"/>
                    <a:pt x="3132" y="101"/>
                  </a:cubicBezTo>
                  <a:cubicBezTo>
                    <a:pt x="3127" y="163"/>
                    <a:pt x="3171" y="217"/>
                    <a:pt x="3232" y="222"/>
                  </a:cubicBezTo>
                  <a:cubicBezTo>
                    <a:pt x="3237" y="222"/>
                    <a:pt x="3379" y="398"/>
                    <a:pt x="3584" y="715"/>
                  </a:cubicBezTo>
                  <a:cubicBezTo>
                    <a:pt x="3773" y="1005"/>
                    <a:pt x="3996" y="1298"/>
                    <a:pt x="3805" y="1863"/>
                  </a:cubicBezTo>
                  <a:cubicBezTo>
                    <a:pt x="3427" y="2979"/>
                    <a:pt x="2253" y="3710"/>
                    <a:pt x="1367" y="3949"/>
                  </a:cubicBezTo>
                  <a:cubicBezTo>
                    <a:pt x="1130" y="4013"/>
                    <a:pt x="923" y="4167"/>
                    <a:pt x="798" y="4167"/>
                  </a:cubicBezTo>
                  <a:cubicBezTo>
                    <a:pt x="772" y="4167"/>
                    <a:pt x="749" y="4160"/>
                    <a:pt x="730" y="4144"/>
                  </a:cubicBezTo>
                  <a:cubicBezTo>
                    <a:pt x="351" y="3814"/>
                    <a:pt x="1052" y="2469"/>
                    <a:pt x="1225" y="2110"/>
                  </a:cubicBezTo>
                  <a:cubicBezTo>
                    <a:pt x="1227" y="2105"/>
                    <a:pt x="1227" y="2102"/>
                    <a:pt x="1223" y="2102"/>
                  </a:cubicBezTo>
                  <a:cubicBezTo>
                    <a:pt x="1189" y="2102"/>
                    <a:pt x="916" y="2303"/>
                    <a:pt x="846" y="2303"/>
                  </a:cubicBezTo>
                  <a:cubicBezTo>
                    <a:pt x="843" y="2303"/>
                    <a:pt x="840" y="2302"/>
                    <a:pt x="837" y="2301"/>
                  </a:cubicBezTo>
                  <a:cubicBezTo>
                    <a:pt x="822" y="2294"/>
                    <a:pt x="805" y="2290"/>
                    <a:pt x="789" y="2290"/>
                  </a:cubicBezTo>
                  <a:cubicBezTo>
                    <a:pt x="748" y="2290"/>
                    <a:pt x="708" y="2313"/>
                    <a:pt x="689" y="2352"/>
                  </a:cubicBezTo>
                  <a:cubicBezTo>
                    <a:pt x="660" y="2412"/>
                    <a:pt x="1" y="3802"/>
                    <a:pt x="584" y="4312"/>
                  </a:cubicBezTo>
                  <a:cubicBezTo>
                    <a:pt x="610" y="4333"/>
                    <a:pt x="708" y="4616"/>
                    <a:pt x="738" y="4632"/>
                  </a:cubicBezTo>
                  <a:cubicBezTo>
                    <a:pt x="764" y="4646"/>
                    <a:pt x="790" y="4652"/>
                    <a:pt x="816" y="4652"/>
                  </a:cubicBezTo>
                  <a:cubicBezTo>
                    <a:pt x="968" y="4652"/>
                    <a:pt x="1140" y="4455"/>
                    <a:pt x="1408" y="4382"/>
                  </a:cubicBezTo>
                  <a:cubicBezTo>
                    <a:pt x="2221" y="4163"/>
                    <a:pt x="3568" y="3258"/>
                    <a:pt x="4015" y="1934"/>
                  </a:cubicBezTo>
                  <a:cubicBezTo>
                    <a:pt x="4229" y="1301"/>
                    <a:pt x="3953" y="798"/>
                    <a:pt x="3726" y="448"/>
                  </a:cubicBezTo>
                  <a:cubicBezTo>
                    <a:pt x="3462" y="43"/>
                    <a:pt x="3272" y="3"/>
                    <a:pt x="3253" y="1"/>
                  </a:cubicBezTo>
                  <a:cubicBezTo>
                    <a:pt x="3249" y="1"/>
                    <a:pt x="3246" y="1"/>
                    <a:pt x="3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640" name="Google Shape;4640;p211"/>
            <p:cNvSpPr/>
            <p:nvPr/>
          </p:nvSpPr>
          <p:spPr>
            <a:xfrm>
              <a:off x="1795250" y="1146275"/>
              <a:ext cx="88800" cy="86400"/>
            </a:xfrm>
            <a:custGeom>
              <a:rect b="b" l="l" r="r" t="t"/>
              <a:pathLst>
                <a:path extrusionOk="0" h="3456" w="3552">
                  <a:moveTo>
                    <a:pt x="2840" y="1"/>
                  </a:moveTo>
                  <a:cubicBezTo>
                    <a:pt x="2802" y="1"/>
                    <a:pt x="2764" y="21"/>
                    <a:pt x="2744" y="56"/>
                  </a:cubicBezTo>
                  <a:cubicBezTo>
                    <a:pt x="2713" y="109"/>
                    <a:pt x="2730" y="176"/>
                    <a:pt x="2783" y="207"/>
                  </a:cubicBezTo>
                  <a:cubicBezTo>
                    <a:pt x="2786" y="209"/>
                    <a:pt x="2908" y="436"/>
                    <a:pt x="2982" y="818"/>
                  </a:cubicBezTo>
                  <a:cubicBezTo>
                    <a:pt x="3048" y="1158"/>
                    <a:pt x="3098" y="1507"/>
                    <a:pt x="2766" y="1940"/>
                  </a:cubicBezTo>
                  <a:cubicBezTo>
                    <a:pt x="2049" y="2872"/>
                    <a:pt x="1212" y="3099"/>
                    <a:pt x="767" y="3099"/>
                  </a:cubicBezTo>
                  <a:cubicBezTo>
                    <a:pt x="728" y="3099"/>
                    <a:pt x="693" y="3097"/>
                    <a:pt x="661" y="3094"/>
                  </a:cubicBezTo>
                  <a:cubicBezTo>
                    <a:pt x="654" y="3093"/>
                    <a:pt x="648" y="3093"/>
                    <a:pt x="642" y="3093"/>
                  </a:cubicBezTo>
                  <a:cubicBezTo>
                    <a:pt x="560" y="3093"/>
                    <a:pt x="490" y="3143"/>
                    <a:pt x="449" y="3143"/>
                  </a:cubicBezTo>
                  <a:cubicBezTo>
                    <a:pt x="436" y="3143"/>
                    <a:pt x="426" y="3138"/>
                    <a:pt x="419" y="3125"/>
                  </a:cubicBezTo>
                  <a:cubicBezTo>
                    <a:pt x="301" y="2888"/>
                    <a:pt x="1022" y="1805"/>
                    <a:pt x="1406" y="1225"/>
                  </a:cubicBezTo>
                  <a:cubicBezTo>
                    <a:pt x="1414" y="1214"/>
                    <a:pt x="1407" y="1210"/>
                    <a:pt x="1391" y="1210"/>
                  </a:cubicBezTo>
                  <a:cubicBezTo>
                    <a:pt x="1349" y="1210"/>
                    <a:pt x="1244" y="1239"/>
                    <a:pt x="1181" y="1239"/>
                  </a:cubicBezTo>
                  <a:cubicBezTo>
                    <a:pt x="1164" y="1239"/>
                    <a:pt x="1150" y="1236"/>
                    <a:pt x="1141" y="1231"/>
                  </a:cubicBezTo>
                  <a:cubicBezTo>
                    <a:pt x="1123" y="1218"/>
                    <a:pt x="1101" y="1212"/>
                    <a:pt x="1080" y="1212"/>
                  </a:cubicBezTo>
                  <a:cubicBezTo>
                    <a:pt x="1044" y="1212"/>
                    <a:pt x="1009" y="1229"/>
                    <a:pt x="987" y="1262"/>
                  </a:cubicBezTo>
                  <a:cubicBezTo>
                    <a:pt x="821" y="1513"/>
                    <a:pt x="0" y="2788"/>
                    <a:pt x="221" y="3225"/>
                  </a:cubicBezTo>
                  <a:cubicBezTo>
                    <a:pt x="248" y="3278"/>
                    <a:pt x="295" y="3338"/>
                    <a:pt x="381" y="3384"/>
                  </a:cubicBezTo>
                  <a:cubicBezTo>
                    <a:pt x="442" y="3418"/>
                    <a:pt x="522" y="3443"/>
                    <a:pt x="627" y="3453"/>
                  </a:cubicBezTo>
                  <a:cubicBezTo>
                    <a:pt x="649" y="3455"/>
                    <a:pt x="672" y="3456"/>
                    <a:pt x="695" y="3456"/>
                  </a:cubicBezTo>
                  <a:cubicBezTo>
                    <a:pt x="1300" y="3456"/>
                    <a:pt x="2457" y="2775"/>
                    <a:pt x="3178" y="1835"/>
                  </a:cubicBezTo>
                  <a:cubicBezTo>
                    <a:pt x="3551" y="1349"/>
                    <a:pt x="3293" y="1189"/>
                    <a:pt x="3214" y="783"/>
                  </a:cubicBezTo>
                  <a:cubicBezTo>
                    <a:pt x="3120" y="305"/>
                    <a:pt x="2911" y="26"/>
                    <a:pt x="2895" y="16"/>
                  </a:cubicBezTo>
                  <a:cubicBezTo>
                    <a:pt x="2894" y="16"/>
                    <a:pt x="2893" y="15"/>
                    <a:pt x="2892" y="14"/>
                  </a:cubicBezTo>
                  <a:cubicBezTo>
                    <a:pt x="2876" y="5"/>
                    <a:pt x="2858" y="1"/>
                    <a:pt x="28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641" name="Google Shape;4641;p211"/>
            <p:cNvSpPr/>
            <p:nvPr/>
          </p:nvSpPr>
          <p:spPr>
            <a:xfrm>
              <a:off x="1521425" y="1020725"/>
              <a:ext cx="237225" cy="123775"/>
            </a:xfrm>
            <a:custGeom>
              <a:rect b="b" l="l" r="r" t="t"/>
              <a:pathLst>
                <a:path extrusionOk="0" h="4951" w="9489">
                  <a:moveTo>
                    <a:pt x="8101" y="0"/>
                  </a:moveTo>
                  <a:cubicBezTo>
                    <a:pt x="8053" y="0"/>
                    <a:pt x="8003" y="1"/>
                    <a:pt x="7954" y="3"/>
                  </a:cubicBezTo>
                  <a:cubicBezTo>
                    <a:pt x="7882" y="5"/>
                    <a:pt x="7807" y="10"/>
                    <a:pt x="7731" y="16"/>
                  </a:cubicBezTo>
                  <a:cubicBezTo>
                    <a:pt x="7452" y="37"/>
                    <a:pt x="7155" y="82"/>
                    <a:pt x="6854" y="139"/>
                  </a:cubicBezTo>
                  <a:cubicBezTo>
                    <a:pt x="6782" y="152"/>
                    <a:pt x="6708" y="167"/>
                    <a:pt x="6635" y="181"/>
                  </a:cubicBezTo>
                  <a:cubicBezTo>
                    <a:pt x="6317" y="246"/>
                    <a:pt x="6000" y="318"/>
                    <a:pt x="5698" y="389"/>
                  </a:cubicBezTo>
                  <a:cubicBezTo>
                    <a:pt x="5397" y="458"/>
                    <a:pt x="5113" y="525"/>
                    <a:pt x="4868" y="572"/>
                  </a:cubicBezTo>
                  <a:cubicBezTo>
                    <a:pt x="3470" y="838"/>
                    <a:pt x="124" y="1887"/>
                    <a:pt x="91" y="1897"/>
                  </a:cubicBezTo>
                  <a:cubicBezTo>
                    <a:pt x="31" y="1915"/>
                    <a:pt x="0" y="1979"/>
                    <a:pt x="17" y="2036"/>
                  </a:cubicBezTo>
                  <a:cubicBezTo>
                    <a:pt x="33" y="2084"/>
                    <a:pt x="77" y="2114"/>
                    <a:pt x="124" y="2114"/>
                  </a:cubicBezTo>
                  <a:cubicBezTo>
                    <a:pt x="135" y="2114"/>
                    <a:pt x="146" y="2112"/>
                    <a:pt x="157" y="2109"/>
                  </a:cubicBezTo>
                  <a:cubicBezTo>
                    <a:pt x="190" y="2098"/>
                    <a:pt x="955" y="1859"/>
                    <a:pt x="2342" y="1594"/>
                  </a:cubicBezTo>
                  <a:cubicBezTo>
                    <a:pt x="2591" y="1547"/>
                    <a:pt x="5388" y="882"/>
                    <a:pt x="5691" y="812"/>
                  </a:cubicBezTo>
                  <a:cubicBezTo>
                    <a:pt x="5979" y="746"/>
                    <a:pt x="6251" y="591"/>
                    <a:pt x="6566" y="527"/>
                  </a:cubicBezTo>
                  <a:cubicBezTo>
                    <a:pt x="6637" y="513"/>
                    <a:pt x="6807" y="471"/>
                    <a:pt x="6881" y="457"/>
                  </a:cubicBezTo>
                  <a:cubicBezTo>
                    <a:pt x="7182" y="402"/>
                    <a:pt x="7256" y="422"/>
                    <a:pt x="7536" y="402"/>
                  </a:cubicBezTo>
                  <a:cubicBezTo>
                    <a:pt x="7612" y="396"/>
                    <a:pt x="7911" y="229"/>
                    <a:pt x="7982" y="227"/>
                  </a:cubicBezTo>
                  <a:cubicBezTo>
                    <a:pt x="8020" y="225"/>
                    <a:pt x="8058" y="225"/>
                    <a:pt x="8095" y="225"/>
                  </a:cubicBezTo>
                  <a:cubicBezTo>
                    <a:pt x="8444" y="225"/>
                    <a:pt x="8746" y="277"/>
                    <a:pt x="8957" y="409"/>
                  </a:cubicBezTo>
                  <a:cubicBezTo>
                    <a:pt x="9075" y="482"/>
                    <a:pt x="9165" y="580"/>
                    <a:pt x="9221" y="710"/>
                  </a:cubicBezTo>
                  <a:cubicBezTo>
                    <a:pt x="9226" y="721"/>
                    <a:pt x="9231" y="733"/>
                    <a:pt x="9236" y="746"/>
                  </a:cubicBezTo>
                  <a:cubicBezTo>
                    <a:pt x="9241" y="761"/>
                    <a:pt x="9241" y="781"/>
                    <a:pt x="9234" y="811"/>
                  </a:cubicBezTo>
                  <a:lnTo>
                    <a:pt x="9233" y="811"/>
                  </a:lnTo>
                  <a:cubicBezTo>
                    <a:pt x="9217" y="877"/>
                    <a:pt x="9162" y="979"/>
                    <a:pt x="9050" y="1121"/>
                  </a:cubicBezTo>
                  <a:cubicBezTo>
                    <a:pt x="8897" y="1318"/>
                    <a:pt x="8663" y="1295"/>
                    <a:pt x="8239" y="1664"/>
                  </a:cubicBezTo>
                  <a:cubicBezTo>
                    <a:pt x="8176" y="1720"/>
                    <a:pt x="8079" y="2079"/>
                    <a:pt x="8007" y="2139"/>
                  </a:cubicBezTo>
                  <a:cubicBezTo>
                    <a:pt x="7819" y="2297"/>
                    <a:pt x="7604" y="2470"/>
                    <a:pt x="7360" y="2659"/>
                  </a:cubicBezTo>
                  <a:cubicBezTo>
                    <a:pt x="7298" y="2707"/>
                    <a:pt x="7236" y="2754"/>
                    <a:pt x="7172" y="2802"/>
                  </a:cubicBezTo>
                  <a:cubicBezTo>
                    <a:pt x="7104" y="2853"/>
                    <a:pt x="7044" y="2924"/>
                    <a:pt x="6965" y="2957"/>
                  </a:cubicBezTo>
                  <a:cubicBezTo>
                    <a:pt x="5836" y="3434"/>
                    <a:pt x="4819" y="4437"/>
                    <a:pt x="4164" y="4740"/>
                  </a:cubicBezTo>
                  <a:cubicBezTo>
                    <a:pt x="4108" y="4765"/>
                    <a:pt x="4083" y="4832"/>
                    <a:pt x="4109" y="4887"/>
                  </a:cubicBezTo>
                  <a:cubicBezTo>
                    <a:pt x="4120" y="4910"/>
                    <a:pt x="4137" y="4926"/>
                    <a:pt x="4158" y="4938"/>
                  </a:cubicBezTo>
                  <a:cubicBezTo>
                    <a:pt x="4174" y="4946"/>
                    <a:pt x="4192" y="4951"/>
                    <a:pt x="4210" y="4951"/>
                  </a:cubicBezTo>
                  <a:cubicBezTo>
                    <a:pt x="4226" y="4951"/>
                    <a:pt x="4242" y="4948"/>
                    <a:pt x="4257" y="4941"/>
                  </a:cubicBezTo>
                  <a:cubicBezTo>
                    <a:pt x="4632" y="4769"/>
                    <a:pt x="5150" y="4467"/>
                    <a:pt x="5719" y="4098"/>
                  </a:cubicBezTo>
                  <a:cubicBezTo>
                    <a:pt x="5790" y="4050"/>
                    <a:pt x="5863" y="4003"/>
                    <a:pt x="5936" y="3956"/>
                  </a:cubicBezTo>
                  <a:cubicBezTo>
                    <a:pt x="6282" y="3724"/>
                    <a:pt x="6643" y="3472"/>
                    <a:pt x="6996" y="3210"/>
                  </a:cubicBezTo>
                  <a:cubicBezTo>
                    <a:pt x="7065" y="3161"/>
                    <a:pt x="7133" y="3110"/>
                    <a:pt x="7203" y="3057"/>
                  </a:cubicBezTo>
                  <a:cubicBezTo>
                    <a:pt x="7301" y="2984"/>
                    <a:pt x="7400" y="2909"/>
                    <a:pt x="7496" y="2834"/>
                  </a:cubicBezTo>
                  <a:cubicBezTo>
                    <a:pt x="7693" y="2683"/>
                    <a:pt x="7875" y="2537"/>
                    <a:pt x="8041" y="2399"/>
                  </a:cubicBezTo>
                  <a:cubicBezTo>
                    <a:pt x="8112" y="2342"/>
                    <a:pt x="8179" y="2285"/>
                    <a:pt x="8243" y="2231"/>
                  </a:cubicBezTo>
                  <a:cubicBezTo>
                    <a:pt x="8607" y="1921"/>
                    <a:pt x="8888" y="1653"/>
                    <a:pt x="9089" y="1422"/>
                  </a:cubicBezTo>
                  <a:cubicBezTo>
                    <a:pt x="9104" y="1405"/>
                    <a:pt x="9119" y="1389"/>
                    <a:pt x="9133" y="1372"/>
                  </a:cubicBezTo>
                  <a:cubicBezTo>
                    <a:pt x="9191" y="1303"/>
                    <a:pt x="9241" y="1239"/>
                    <a:pt x="9281" y="1178"/>
                  </a:cubicBezTo>
                  <a:cubicBezTo>
                    <a:pt x="9435" y="960"/>
                    <a:pt x="9489" y="791"/>
                    <a:pt x="9445" y="669"/>
                  </a:cubicBezTo>
                  <a:cubicBezTo>
                    <a:pt x="9427" y="623"/>
                    <a:pt x="9408" y="579"/>
                    <a:pt x="9384" y="538"/>
                  </a:cubicBezTo>
                  <a:cubicBezTo>
                    <a:pt x="9327" y="435"/>
                    <a:pt x="9254" y="348"/>
                    <a:pt x="9165" y="279"/>
                  </a:cubicBezTo>
                  <a:cubicBezTo>
                    <a:pt x="9093" y="222"/>
                    <a:pt x="9012" y="175"/>
                    <a:pt x="8923" y="138"/>
                  </a:cubicBezTo>
                  <a:cubicBezTo>
                    <a:pt x="8696" y="41"/>
                    <a:pt x="8415" y="0"/>
                    <a:pt x="8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642" name="Google Shape;4642;p211"/>
            <p:cNvSpPr/>
            <p:nvPr/>
          </p:nvSpPr>
          <p:spPr>
            <a:xfrm>
              <a:off x="1624300" y="1115525"/>
              <a:ext cx="48525" cy="116775"/>
            </a:xfrm>
            <a:custGeom>
              <a:rect b="b" l="l" r="r" t="t"/>
              <a:pathLst>
                <a:path extrusionOk="0" h="4671" w="1941">
                  <a:moveTo>
                    <a:pt x="1705" y="0"/>
                  </a:moveTo>
                  <a:cubicBezTo>
                    <a:pt x="1702" y="0"/>
                    <a:pt x="1699" y="0"/>
                    <a:pt x="1697" y="0"/>
                  </a:cubicBezTo>
                  <a:cubicBezTo>
                    <a:pt x="1635" y="7"/>
                    <a:pt x="1590" y="59"/>
                    <a:pt x="1595" y="121"/>
                  </a:cubicBezTo>
                  <a:cubicBezTo>
                    <a:pt x="1596" y="125"/>
                    <a:pt x="1601" y="193"/>
                    <a:pt x="1604" y="306"/>
                  </a:cubicBezTo>
                  <a:cubicBezTo>
                    <a:pt x="1623" y="990"/>
                    <a:pt x="1724" y="3031"/>
                    <a:pt x="209" y="4099"/>
                  </a:cubicBezTo>
                  <a:cubicBezTo>
                    <a:pt x="159" y="4135"/>
                    <a:pt x="0" y="4573"/>
                    <a:pt x="36" y="4624"/>
                  </a:cubicBezTo>
                  <a:cubicBezTo>
                    <a:pt x="46" y="4638"/>
                    <a:pt x="59" y="4650"/>
                    <a:pt x="74" y="4657"/>
                  </a:cubicBezTo>
                  <a:cubicBezTo>
                    <a:pt x="90" y="4666"/>
                    <a:pt x="108" y="4671"/>
                    <a:pt x="126" y="4671"/>
                  </a:cubicBezTo>
                  <a:cubicBezTo>
                    <a:pt x="148" y="4671"/>
                    <a:pt x="171" y="4664"/>
                    <a:pt x="190" y="4650"/>
                  </a:cubicBezTo>
                  <a:cubicBezTo>
                    <a:pt x="1940" y="3416"/>
                    <a:pt x="1847" y="624"/>
                    <a:pt x="1821" y="164"/>
                  </a:cubicBezTo>
                  <a:cubicBezTo>
                    <a:pt x="1818" y="132"/>
                    <a:pt x="1817" y="112"/>
                    <a:pt x="1816" y="103"/>
                  </a:cubicBezTo>
                  <a:cubicBezTo>
                    <a:pt x="1811" y="45"/>
                    <a:pt x="1763" y="0"/>
                    <a:pt x="1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643" name="Google Shape;4643;p211"/>
            <p:cNvSpPr/>
            <p:nvPr/>
          </p:nvSpPr>
          <p:spPr>
            <a:xfrm>
              <a:off x="1712000" y="950175"/>
              <a:ext cx="19550" cy="6200"/>
            </a:xfrm>
            <a:custGeom>
              <a:rect b="b" l="l" r="r" t="t"/>
              <a:pathLst>
                <a:path extrusionOk="0" h="248" w="782">
                  <a:moveTo>
                    <a:pt x="529" y="0"/>
                  </a:moveTo>
                  <a:cubicBezTo>
                    <a:pt x="499" y="0"/>
                    <a:pt x="470" y="2"/>
                    <a:pt x="440" y="6"/>
                  </a:cubicBezTo>
                  <a:cubicBezTo>
                    <a:pt x="266" y="28"/>
                    <a:pt x="112" y="113"/>
                    <a:pt x="0" y="247"/>
                  </a:cubicBezTo>
                  <a:cubicBezTo>
                    <a:pt x="253" y="181"/>
                    <a:pt x="514" y="112"/>
                    <a:pt x="781" y="48"/>
                  </a:cubicBezTo>
                  <a:cubicBezTo>
                    <a:pt x="702" y="17"/>
                    <a:pt x="617" y="0"/>
                    <a:pt x="5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644" name="Google Shape;4644;p211"/>
            <p:cNvSpPr/>
            <p:nvPr/>
          </p:nvSpPr>
          <p:spPr>
            <a:xfrm>
              <a:off x="1747750" y="936200"/>
              <a:ext cx="109225" cy="153200"/>
            </a:xfrm>
            <a:custGeom>
              <a:rect b="b" l="l" r="r" t="t"/>
              <a:pathLst>
                <a:path extrusionOk="0" h="6128" w="4369">
                  <a:moveTo>
                    <a:pt x="1866" y="0"/>
                  </a:moveTo>
                  <a:cubicBezTo>
                    <a:pt x="1573" y="0"/>
                    <a:pt x="1241" y="32"/>
                    <a:pt x="863" y="84"/>
                  </a:cubicBezTo>
                  <a:cubicBezTo>
                    <a:pt x="790" y="95"/>
                    <a:pt x="718" y="106"/>
                    <a:pt x="643" y="117"/>
                  </a:cubicBezTo>
                  <a:lnTo>
                    <a:pt x="665" y="333"/>
                  </a:lnTo>
                  <a:cubicBezTo>
                    <a:pt x="740" y="320"/>
                    <a:pt x="813" y="310"/>
                    <a:pt x="887" y="300"/>
                  </a:cubicBezTo>
                  <a:cubicBezTo>
                    <a:pt x="1169" y="261"/>
                    <a:pt x="1430" y="240"/>
                    <a:pt x="1670" y="240"/>
                  </a:cubicBezTo>
                  <a:cubicBezTo>
                    <a:pt x="2329" y="240"/>
                    <a:pt x="2830" y="401"/>
                    <a:pt x="3195" y="806"/>
                  </a:cubicBezTo>
                  <a:cubicBezTo>
                    <a:pt x="4091" y="1801"/>
                    <a:pt x="4112" y="2167"/>
                    <a:pt x="3912" y="2607"/>
                  </a:cubicBezTo>
                  <a:cubicBezTo>
                    <a:pt x="3725" y="3019"/>
                    <a:pt x="2397" y="4590"/>
                    <a:pt x="1433" y="5409"/>
                  </a:cubicBezTo>
                  <a:cubicBezTo>
                    <a:pt x="1363" y="5468"/>
                    <a:pt x="1294" y="5524"/>
                    <a:pt x="1228" y="5575"/>
                  </a:cubicBezTo>
                  <a:cubicBezTo>
                    <a:pt x="961" y="5781"/>
                    <a:pt x="738" y="5908"/>
                    <a:pt x="593" y="5908"/>
                  </a:cubicBezTo>
                  <a:cubicBezTo>
                    <a:pt x="573" y="5908"/>
                    <a:pt x="554" y="5905"/>
                    <a:pt x="537" y="5900"/>
                  </a:cubicBezTo>
                  <a:cubicBezTo>
                    <a:pt x="481" y="5883"/>
                    <a:pt x="431" y="5854"/>
                    <a:pt x="392" y="5812"/>
                  </a:cubicBezTo>
                  <a:cubicBezTo>
                    <a:pt x="352" y="5771"/>
                    <a:pt x="320" y="5716"/>
                    <a:pt x="297" y="5649"/>
                  </a:cubicBezTo>
                  <a:cubicBezTo>
                    <a:pt x="235" y="5478"/>
                    <a:pt x="224" y="5229"/>
                    <a:pt x="275" y="4916"/>
                  </a:cubicBezTo>
                  <a:cubicBezTo>
                    <a:pt x="352" y="4441"/>
                    <a:pt x="445" y="4521"/>
                    <a:pt x="837" y="3783"/>
                  </a:cubicBezTo>
                  <a:cubicBezTo>
                    <a:pt x="895" y="3672"/>
                    <a:pt x="1081" y="2853"/>
                    <a:pt x="1147" y="2737"/>
                  </a:cubicBezTo>
                  <a:cubicBezTo>
                    <a:pt x="1278" y="2511"/>
                    <a:pt x="1461" y="2464"/>
                    <a:pt x="1585" y="2033"/>
                  </a:cubicBezTo>
                  <a:cubicBezTo>
                    <a:pt x="1602" y="1974"/>
                    <a:pt x="1605" y="1913"/>
                    <a:pt x="1555" y="1879"/>
                  </a:cubicBezTo>
                  <a:cubicBezTo>
                    <a:pt x="1536" y="1866"/>
                    <a:pt x="1515" y="1861"/>
                    <a:pt x="1494" y="1861"/>
                  </a:cubicBezTo>
                  <a:cubicBezTo>
                    <a:pt x="1458" y="1861"/>
                    <a:pt x="1422" y="1878"/>
                    <a:pt x="1400" y="1910"/>
                  </a:cubicBezTo>
                  <a:cubicBezTo>
                    <a:pt x="1298" y="2065"/>
                    <a:pt x="1201" y="2219"/>
                    <a:pt x="1108" y="2369"/>
                  </a:cubicBezTo>
                  <a:cubicBezTo>
                    <a:pt x="1043" y="2478"/>
                    <a:pt x="978" y="2586"/>
                    <a:pt x="920" y="2693"/>
                  </a:cubicBezTo>
                  <a:cubicBezTo>
                    <a:pt x="675" y="3123"/>
                    <a:pt x="477" y="3536"/>
                    <a:pt x="331" y="3918"/>
                  </a:cubicBezTo>
                  <a:cubicBezTo>
                    <a:pt x="279" y="4052"/>
                    <a:pt x="235" y="4179"/>
                    <a:pt x="195" y="4304"/>
                  </a:cubicBezTo>
                  <a:cubicBezTo>
                    <a:pt x="146" y="4461"/>
                    <a:pt x="108" y="4611"/>
                    <a:pt x="80" y="4753"/>
                  </a:cubicBezTo>
                  <a:cubicBezTo>
                    <a:pt x="67" y="4807"/>
                    <a:pt x="59" y="4861"/>
                    <a:pt x="50" y="4913"/>
                  </a:cubicBezTo>
                  <a:cubicBezTo>
                    <a:pt x="1" y="5238"/>
                    <a:pt x="12" y="5513"/>
                    <a:pt x="89" y="5725"/>
                  </a:cubicBezTo>
                  <a:cubicBezTo>
                    <a:pt x="112" y="5790"/>
                    <a:pt x="143" y="5848"/>
                    <a:pt x="179" y="5898"/>
                  </a:cubicBezTo>
                  <a:cubicBezTo>
                    <a:pt x="242" y="5991"/>
                    <a:pt x="328" y="6058"/>
                    <a:pt x="428" y="6099"/>
                  </a:cubicBezTo>
                  <a:cubicBezTo>
                    <a:pt x="443" y="6104"/>
                    <a:pt x="458" y="6109"/>
                    <a:pt x="473" y="6114"/>
                  </a:cubicBezTo>
                  <a:cubicBezTo>
                    <a:pt x="503" y="6123"/>
                    <a:pt x="535" y="6127"/>
                    <a:pt x="569" y="6127"/>
                  </a:cubicBezTo>
                  <a:cubicBezTo>
                    <a:pt x="698" y="6127"/>
                    <a:pt x="857" y="6066"/>
                    <a:pt x="1036" y="5961"/>
                  </a:cubicBezTo>
                  <a:cubicBezTo>
                    <a:pt x="1106" y="5920"/>
                    <a:pt x="1179" y="5873"/>
                    <a:pt x="1254" y="5820"/>
                  </a:cubicBezTo>
                  <a:cubicBezTo>
                    <a:pt x="1286" y="5796"/>
                    <a:pt x="1320" y="5772"/>
                    <a:pt x="1353" y="5747"/>
                  </a:cubicBezTo>
                  <a:cubicBezTo>
                    <a:pt x="1389" y="5721"/>
                    <a:pt x="1425" y="5693"/>
                    <a:pt x="1461" y="5664"/>
                  </a:cubicBezTo>
                  <a:lnTo>
                    <a:pt x="1461" y="5663"/>
                  </a:lnTo>
                  <a:cubicBezTo>
                    <a:pt x="2539" y="4807"/>
                    <a:pt x="3950" y="3459"/>
                    <a:pt x="4114" y="2698"/>
                  </a:cubicBezTo>
                  <a:cubicBezTo>
                    <a:pt x="4129" y="2633"/>
                    <a:pt x="4167" y="2577"/>
                    <a:pt x="4192" y="2517"/>
                  </a:cubicBezTo>
                  <a:cubicBezTo>
                    <a:pt x="4219" y="2446"/>
                    <a:pt x="4242" y="2375"/>
                    <a:pt x="4259" y="2303"/>
                  </a:cubicBezTo>
                  <a:cubicBezTo>
                    <a:pt x="4368" y="1870"/>
                    <a:pt x="4017" y="1340"/>
                    <a:pt x="3314" y="560"/>
                  </a:cubicBezTo>
                  <a:cubicBezTo>
                    <a:pt x="2942" y="146"/>
                    <a:pt x="2489" y="0"/>
                    <a:pt x="18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645" name="Google Shape;4645;p211"/>
            <p:cNvSpPr/>
            <p:nvPr/>
          </p:nvSpPr>
          <p:spPr>
            <a:xfrm>
              <a:off x="1405075" y="959225"/>
              <a:ext cx="314525" cy="337575"/>
            </a:xfrm>
            <a:custGeom>
              <a:rect b="b" l="l" r="r" t="t"/>
              <a:pathLst>
                <a:path extrusionOk="0" h="13503" w="12581">
                  <a:moveTo>
                    <a:pt x="11199" y="1"/>
                  </a:moveTo>
                  <a:cubicBezTo>
                    <a:pt x="11129" y="28"/>
                    <a:pt x="11059" y="55"/>
                    <a:pt x="10985" y="85"/>
                  </a:cubicBezTo>
                  <a:cubicBezTo>
                    <a:pt x="8233" y="1205"/>
                    <a:pt x="2439" y="4322"/>
                    <a:pt x="2292" y="4482"/>
                  </a:cubicBezTo>
                  <a:lnTo>
                    <a:pt x="2017" y="4922"/>
                  </a:lnTo>
                  <a:cubicBezTo>
                    <a:pt x="2007" y="4932"/>
                    <a:pt x="2001" y="4944"/>
                    <a:pt x="1995" y="4957"/>
                  </a:cubicBezTo>
                  <a:lnTo>
                    <a:pt x="104" y="10206"/>
                  </a:lnTo>
                  <a:cubicBezTo>
                    <a:pt x="1" y="10479"/>
                    <a:pt x="408" y="11108"/>
                    <a:pt x="675" y="11224"/>
                  </a:cubicBezTo>
                  <a:lnTo>
                    <a:pt x="2837" y="11967"/>
                  </a:lnTo>
                  <a:cubicBezTo>
                    <a:pt x="2996" y="12042"/>
                    <a:pt x="6138" y="13502"/>
                    <a:pt x="8598" y="13502"/>
                  </a:cubicBezTo>
                  <a:cubicBezTo>
                    <a:pt x="9112" y="13502"/>
                    <a:pt x="9597" y="13438"/>
                    <a:pt x="10018" y="13285"/>
                  </a:cubicBezTo>
                  <a:cubicBezTo>
                    <a:pt x="11100" y="12891"/>
                    <a:pt x="11864" y="12321"/>
                    <a:pt x="12381" y="11801"/>
                  </a:cubicBezTo>
                  <a:cubicBezTo>
                    <a:pt x="12453" y="11731"/>
                    <a:pt x="12519" y="11661"/>
                    <a:pt x="12581" y="11592"/>
                  </a:cubicBezTo>
                  <a:lnTo>
                    <a:pt x="12543" y="11286"/>
                  </a:lnTo>
                  <a:cubicBezTo>
                    <a:pt x="12483" y="11359"/>
                    <a:pt x="12419" y="11433"/>
                    <a:pt x="12347" y="11510"/>
                  </a:cubicBezTo>
                  <a:cubicBezTo>
                    <a:pt x="11847" y="12044"/>
                    <a:pt x="11071" y="12664"/>
                    <a:pt x="9941" y="13076"/>
                  </a:cubicBezTo>
                  <a:cubicBezTo>
                    <a:pt x="9579" y="13208"/>
                    <a:pt x="9165" y="13264"/>
                    <a:pt x="8722" y="13264"/>
                  </a:cubicBezTo>
                  <a:cubicBezTo>
                    <a:pt x="6289" y="13264"/>
                    <a:pt x="3005" y="11574"/>
                    <a:pt x="2963" y="11554"/>
                  </a:cubicBezTo>
                  <a:lnTo>
                    <a:pt x="1028" y="10611"/>
                  </a:lnTo>
                  <a:cubicBezTo>
                    <a:pt x="644" y="10448"/>
                    <a:pt x="523" y="10221"/>
                    <a:pt x="651" y="9824"/>
                  </a:cubicBezTo>
                  <a:lnTo>
                    <a:pt x="1735" y="6549"/>
                  </a:lnTo>
                  <a:cubicBezTo>
                    <a:pt x="2216" y="5284"/>
                    <a:pt x="3092" y="4137"/>
                    <a:pt x="4335" y="3597"/>
                  </a:cubicBezTo>
                  <a:cubicBezTo>
                    <a:pt x="8435" y="1813"/>
                    <a:pt x="8970" y="1147"/>
                    <a:pt x="10745" y="423"/>
                  </a:cubicBezTo>
                  <a:cubicBezTo>
                    <a:pt x="10817" y="393"/>
                    <a:pt x="11156" y="253"/>
                    <a:pt x="11225" y="226"/>
                  </a:cubicBezTo>
                  <a:lnTo>
                    <a:pt x="1119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646" name="Google Shape;4646;p211"/>
            <p:cNvSpPr/>
            <p:nvPr/>
          </p:nvSpPr>
          <p:spPr>
            <a:xfrm>
              <a:off x="1790975" y="1180175"/>
              <a:ext cx="31175" cy="18175"/>
            </a:xfrm>
            <a:custGeom>
              <a:rect b="b" l="l" r="r" t="t"/>
              <a:pathLst>
                <a:path extrusionOk="0" h="727" w="1247">
                  <a:moveTo>
                    <a:pt x="1116" y="0"/>
                  </a:moveTo>
                  <a:cubicBezTo>
                    <a:pt x="1110" y="0"/>
                    <a:pt x="1103" y="1"/>
                    <a:pt x="1096" y="2"/>
                  </a:cubicBezTo>
                  <a:cubicBezTo>
                    <a:pt x="1089" y="3"/>
                    <a:pt x="1080" y="6"/>
                    <a:pt x="1073" y="9"/>
                  </a:cubicBezTo>
                  <a:cubicBezTo>
                    <a:pt x="1058" y="17"/>
                    <a:pt x="999" y="41"/>
                    <a:pt x="912" y="83"/>
                  </a:cubicBezTo>
                  <a:lnTo>
                    <a:pt x="911" y="83"/>
                  </a:lnTo>
                  <a:cubicBezTo>
                    <a:pt x="756" y="152"/>
                    <a:pt x="507" y="266"/>
                    <a:pt x="214" y="398"/>
                  </a:cubicBezTo>
                  <a:cubicBezTo>
                    <a:pt x="144" y="429"/>
                    <a:pt x="73" y="461"/>
                    <a:pt x="0" y="495"/>
                  </a:cubicBezTo>
                  <a:lnTo>
                    <a:pt x="25" y="726"/>
                  </a:lnTo>
                  <a:cubicBezTo>
                    <a:pt x="98" y="694"/>
                    <a:pt x="168" y="661"/>
                    <a:pt x="239" y="630"/>
                  </a:cubicBezTo>
                  <a:cubicBezTo>
                    <a:pt x="467" y="525"/>
                    <a:pt x="691" y="426"/>
                    <a:pt x="891" y="335"/>
                  </a:cubicBezTo>
                  <a:cubicBezTo>
                    <a:pt x="989" y="291"/>
                    <a:pt x="1078" y="251"/>
                    <a:pt x="1164" y="212"/>
                  </a:cubicBezTo>
                  <a:cubicBezTo>
                    <a:pt x="1220" y="187"/>
                    <a:pt x="1246" y="120"/>
                    <a:pt x="1220" y="66"/>
                  </a:cubicBezTo>
                  <a:cubicBezTo>
                    <a:pt x="1212" y="48"/>
                    <a:pt x="1199" y="33"/>
                    <a:pt x="1184" y="22"/>
                  </a:cubicBezTo>
                  <a:cubicBezTo>
                    <a:pt x="1165" y="8"/>
                    <a:pt x="1141" y="0"/>
                    <a:pt x="1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647" name="Google Shape;4647;p211"/>
            <p:cNvSpPr/>
            <p:nvPr/>
          </p:nvSpPr>
          <p:spPr>
            <a:xfrm>
              <a:off x="1668125" y="832450"/>
              <a:ext cx="134425" cy="486400"/>
            </a:xfrm>
            <a:custGeom>
              <a:rect b="b" l="l" r="r" t="t"/>
              <a:pathLst>
                <a:path extrusionOk="0" h="19456" w="5377">
                  <a:moveTo>
                    <a:pt x="1097" y="1"/>
                  </a:moveTo>
                  <a:cubicBezTo>
                    <a:pt x="869" y="21"/>
                    <a:pt x="300" y="249"/>
                    <a:pt x="157" y="426"/>
                  </a:cubicBezTo>
                  <a:cubicBezTo>
                    <a:pt x="12" y="604"/>
                    <a:pt x="0" y="1276"/>
                    <a:pt x="28" y="1504"/>
                  </a:cubicBezTo>
                  <a:lnTo>
                    <a:pt x="463" y="5156"/>
                  </a:lnTo>
                  <a:lnTo>
                    <a:pt x="437" y="5776"/>
                  </a:lnTo>
                  <a:lnTo>
                    <a:pt x="767" y="7711"/>
                  </a:lnTo>
                  <a:lnTo>
                    <a:pt x="794" y="7933"/>
                  </a:lnTo>
                  <a:cubicBezTo>
                    <a:pt x="866" y="7919"/>
                    <a:pt x="939" y="7904"/>
                    <a:pt x="1013" y="7891"/>
                  </a:cubicBezTo>
                  <a:lnTo>
                    <a:pt x="986" y="7669"/>
                  </a:lnTo>
                  <a:lnTo>
                    <a:pt x="703" y="5297"/>
                  </a:lnTo>
                  <a:lnTo>
                    <a:pt x="677" y="5072"/>
                  </a:lnTo>
                  <a:lnTo>
                    <a:pt x="353" y="2353"/>
                  </a:lnTo>
                  <a:lnTo>
                    <a:pt x="326" y="2133"/>
                  </a:lnTo>
                  <a:lnTo>
                    <a:pt x="252" y="1511"/>
                  </a:lnTo>
                  <a:cubicBezTo>
                    <a:pt x="232" y="1344"/>
                    <a:pt x="383" y="835"/>
                    <a:pt x="490" y="705"/>
                  </a:cubicBezTo>
                  <a:cubicBezTo>
                    <a:pt x="596" y="573"/>
                    <a:pt x="586" y="355"/>
                    <a:pt x="664" y="349"/>
                  </a:cubicBezTo>
                  <a:lnTo>
                    <a:pt x="1591" y="269"/>
                  </a:lnTo>
                  <a:cubicBezTo>
                    <a:pt x="1633" y="265"/>
                    <a:pt x="1685" y="263"/>
                    <a:pt x="1744" y="263"/>
                  </a:cubicBezTo>
                  <a:cubicBezTo>
                    <a:pt x="2279" y="263"/>
                    <a:pt x="3417" y="416"/>
                    <a:pt x="3448" y="714"/>
                  </a:cubicBezTo>
                  <a:lnTo>
                    <a:pt x="3565" y="1810"/>
                  </a:lnTo>
                  <a:lnTo>
                    <a:pt x="3590" y="2031"/>
                  </a:lnTo>
                  <a:lnTo>
                    <a:pt x="3828" y="4267"/>
                  </a:lnTo>
                  <a:lnTo>
                    <a:pt x="3850" y="4483"/>
                  </a:lnTo>
                  <a:lnTo>
                    <a:pt x="4105" y="6843"/>
                  </a:lnTo>
                  <a:lnTo>
                    <a:pt x="4145" y="7227"/>
                  </a:lnTo>
                  <a:cubicBezTo>
                    <a:pt x="4203" y="7115"/>
                    <a:pt x="4266" y="7003"/>
                    <a:pt x="4332" y="6887"/>
                  </a:cubicBezTo>
                  <a:lnTo>
                    <a:pt x="4293" y="6519"/>
                  </a:lnTo>
                  <a:lnTo>
                    <a:pt x="4072" y="4450"/>
                  </a:lnTo>
                  <a:lnTo>
                    <a:pt x="4048" y="4234"/>
                  </a:lnTo>
                  <a:lnTo>
                    <a:pt x="3669" y="691"/>
                  </a:lnTo>
                  <a:cubicBezTo>
                    <a:pt x="3625" y="269"/>
                    <a:pt x="2648" y="1"/>
                    <a:pt x="2153" y="1"/>
                  </a:cubicBezTo>
                  <a:cubicBezTo>
                    <a:pt x="2119" y="1"/>
                    <a:pt x="2088" y="2"/>
                    <a:pt x="2059" y="5"/>
                  </a:cubicBezTo>
                  <a:lnTo>
                    <a:pt x="1097" y="1"/>
                  </a:lnTo>
                  <a:close/>
                  <a:moveTo>
                    <a:pt x="4620" y="9559"/>
                  </a:moveTo>
                  <a:cubicBezTo>
                    <a:pt x="4548" y="9618"/>
                    <a:pt x="4479" y="9674"/>
                    <a:pt x="4413" y="9725"/>
                  </a:cubicBezTo>
                  <a:lnTo>
                    <a:pt x="4422" y="9801"/>
                  </a:lnTo>
                  <a:lnTo>
                    <a:pt x="4439" y="9970"/>
                  </a:lnTo>
                  <a:lnTo>
                    <a:pt x="4456" y="10124"/>
                  </a:lnTo>
                  <a:cubicBezTo>
                    <a:pt x="4466" y="10099"/>
                    <a:pt x="4476" y="10076"/>
                    <a:pt x="4486" y="10052"/>
                  </a:cubicBezTo>
                  <a:cubicBezTo>
                    <a:pt x="4493" y="10037"/>
                    <a:pt x="4499" y="10023"/>
                    <a:pt x="4506" y="10009"/>
                  </a:cubicBezTo>
                  <a:lnTo>
                    <a:pt x="4506" y="10009"/>
                  </a:lnTo>
                  <a:cubicBezTo>
                    <a:pt x="4506" y="10007"/>
                    <a:pt x="4507" y="10005"/>
                    <a:pt x="4508" y="10003"/>
                  </a:cubicBezTo>
                  <a:cubicBezTo>
                    <a:pt x="4515" y="9987"/>
                    <a:pt x="4522" y="9972"/>
                    <a:pt x="4529" y="9958"/>
                  </a:cubicBezTo>
                  <a:cubicBezTo>
                    <a:pt x="4537" y="9939"/>
                    <a:pt x="4541" y="9918"/>
                    <a:pt x="4538" y="9897"/>
                  </a:cubicBezTo>
                  <a:lnTo>
                    <a:pt x="4538" y="9897"/>
                  </a:lnTo>
                  <a:cubicBezTo>
                    <a:pt x="4538" y="9897"/>
                    <a:pt x="4538" y="9897"/>
                    <a:pt x="4538" y="9897"/>
                  </a:cubicBezTo>
                  <a:cubicBezTo>
                    <a:pt x="4574" y="9871"/>
                    <a:pt x="4610" y="9843"/>
                    <a:pt x="4646" y="9814"/>
                  </a:cubicBezTo>
                  <a:lnTo>
                    <a:pt x="4646" y="9813"/>
                  </a:lnTo>
                  <a:lnTo>
                    <a:pt x="4620" y="9559"/>
                  </a:lnTo>
                  <a:close/>
                  <a:moveTo>
                    <a:pt x="1304" y="10333"/>
                  </a:moveTo>
                  <a:cubicBezTo>
                    <a:pt x="1236" y="10384"/>
                    <a:pt x="1167" y="10437"/>
                    <a:pt x="1097" y="10488"/>
                  </a:cubicBezTo>
                  <a:lnTo>
                    <a:pt x="1128" y="10741"/>
                  </a:lnTo>
                  <a:lnTo>
                    <a:pt x="1825" y="16579"/>
                  </a:lnTo>
                  <a:lnTo>
                    <a:pt x="1859" y="16872"/>
                  </a:lnTo>
                  <a:lnTo>
                    <a:pt x="1908" y="17286"/>
                  </a:lnTo>
                  <a:cubicBezTo>
                    <a:pt x="1911" y="17310"/>
                    <a:pt x="1922" y="17333"/>
                    <a:pt x="1940" y="17351"/>
                  </a:cubicBezTo>
                  <a:lnTo>
                    <a:pt x="4006" y="19422"/>
                  </a:lnTo>
                  <a:cubicBezTo>
                    <a:pt x="4013" y="19431"/>
                    <a:pt x="4021" y="19437"/>
                    <a:pt x="4031" y="19442"/>
                  </a:cubicBezTo>
                  <a:cubicBezTo>
                    <a:pt x="4048" y="19451"/>
                    <a:pt x="4067" y="19456"/>
                    <a:pt x="4086" y="19456"/>
                  </a:cubicBezTo>
                  <a:cubicBezTo>
                    <a:pt x="4093" y="19456"/>
                    <a:pt x="4099" y="19455"/>
                    <a:pt x="4106" y="19454"/>
                  </a:cubicBezTo>
                  <a:cubicBezTo>
                    <a:pt x="4141" y="19447"/>
                    <a:pt x="4172" y="19422"/>
                    <a:pt x="4186" y="19389"/>
                  </a:cubicBezTo>
                  <a:lnTo>
                    <a:pt x="5366" y="16666"/>
                  </a:lnTo>
                  <a:cubicBezTo>
                    <a:pt x="5374" y="16648"/>
                    <a:pt x="5377" y="16629"/>
                    <a:pt x="5374" y="16609"/>
                  </a:cubicBezTo>
                  <a:lnTo>
                    <a:pt x="5273" y="15665"/>
                  </a:lnTo>
                  <a:lnTo>
                    <a:pt x="5269" y="15633"/>
                  </a:lnTo>
                  <a:lnTo>
                    <a:pt x="5153" y="14539"/>
                  </a:lnTo>
                  <a:lnTo>
                    <a:pt x="5128" y="14307"/>
                  </a:lnTo>
                  <a:lnTo>
                    <a:pt x="5058" y="13647"/>
                  </a:lnTo>
                  <a:lnTo>
                    <a:pt x="5056" y="13645"/>
                  </a:lnTo>
                  <a:lnTo>
                    <a:pt x="4991" y="13037"/>
                  </a:lnTo>
                  <a:lnTo>
                    <a:pt x="4991" y="13035"/>
                  </a:lnTo>
                  <a:lnTo>
                    <a:pt x="4904" y="12219"/>
                  </a:lnTo>
                  <a:lnTo>
                    <a:pt x="4879" y="11993"/>
                  </a:lnTo>
                  <a:cubicBezTo>
                    <a:pt x="4825" y="12011"/>
                    <a:pt x="4773" y="12023"/>
                    <a:pt x="4724" y="12033"/>
                  </a:cubicBezTo>
                  <a:cubicBezTo>
                    <a:pt x="4703" y="12037"/>
                    <a:pt x="4682" y="12040"/>
                    <a:pt x="4662" y="12043"/>
                  </a:cubicBezTo>
                  <a:lnTo>
                    <a:pt x="4686" y="12265"/>
                  </a:lnTo>
                  <a:lnTo>
                    <a:pt x="4914" y="14403"/>
                  </a:lnTo>
                  <a:lnTo>
                    <a:pt x="4939" y="14634"/>
                  </a:lnTo>
                  <a:lnTo>
                    <a:pt x="5138" y="16489"/>
                  </a:lnTo>
                  <a:lnTo>
                    <a:pt x="5150" y="16604"/>
                  </a:lnTo>
                  <a:lnTo>
                    <a:pt x="5099" y="16722"/>
                  </a:lnTo>
                  <a:lnTo>
                    <a:pt x="4267" y="18869"/>
                  </a:lnTo>
                  <a:cubicBezTo>
                    <a:pt x="4209" y="19002"/>
                    <a:pt x="4114" y="19056"/>
                    <a:pt x="4003" y="19056"/>
                  </a:cubicBezTo>
                  <a:cubicBezTo>
                    <a:pt x="3821" y="19056"/>
                    <a:pt x="3596" y="18911"/>
                    <a:pt x="3427" y="18741"/>
                  </a:cubicBezTo>
                  <a:lnTo>
                    <a:pt x="2177" y="17274"/>
                  </a:lnTo>
                  <a:lnTo>
                    <a:pt x="2125" y="17220"/>
                  </a:lnTo>
                  <a:lnTo>
                    <a:pt x="2106" y="17061"/>
                  </a:lnTo>
                  <a:lnTo>
                    <a:pt x="2059" y="16663"/>
                  </a:lnTo>
                  <a:lnTo>
                    <a:pt x="1789" y="12645"/>
                  </a:lnTo>
                  <a:cubicBezTo>
                    <a:pt x="1766" y="12312"/>
                    <a:pt x="1712" y="11982"/>
                    <a:pt x="1624" y="11659"/>
                  </a:cubicBezTo>
                  <a:lnTo>
                    <a:pt x="1335" y="10588"/>
                  </a:lnTo>
                  <a:lnTo>
                    <a:pt x="1304" y="1033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648" name="Google Shape;4648;p211"/>
            <p:cNvSpPr/>
            <p:nvPr/>
          </p:nvSpPr>
          <p:spPr>
            <a:xfrm>
              <a:off x="1671625" y="877425"/>
              <a:ext cx="91400" cy="14075"/>
            </a:xfrm>
            <a:custGeom>
              <a:rect b="b" l="l" r="r" t="t"/>
              <a:pathLst>
                <a:path extrusionOk="0" h="563" w="3656">
                  <a:moveTo>
                    <a:pt x="3539" y="0"/>
                  </a:moveTo>
                  <a:cubicBezTo>
                    <a:pt x="3535" y="0"/>
                    <a:pt x="3532" y="0"/>
                    <a:pt x="3529" y="1"/>
                  </a:cubicBezTo>
                  <a:lnTo>
                    <a:pt x="3425" y="11"/>
                  </a:lnTo>
                  <a:lnTo>
                    <a:pt x="186" y="334"/>
                  </a:lnTo>
                  <a:lnTo>
                    <a:pt x="107" y="341"/>
                  </a:lnTo>
                  <a:cubicBezTo>
                    <a:pt x="45" y="347"/>
                    <a:pt x="0" y="401"/>
                    <a:pt x="7" y="462"/>
                  </a:cubicBezTo>
                  <a:cubicBezTo>
                    <a:pt x="11" y="501"/>
                    <a:pt x="33" y="533"/>
                    <a:pt x="65" y="549"/>
                  </a:cubicBezTo>
                  <a:cubicBezTo>
                    <a:pt x="82" y="558"/>
                    <a:pt x="102" y="563"/>
                    <a:pt x="122" y="563"/>
                  </a:cubicBezTo>
                  <a:cubicBezTo>
                    <a:pt x="124" y="563"/>
                    <a:pt x="126" y="563"/>
                    <a:pt x="128" y="563"/>
                  </a:cubicBezTo>
                  <a:lnTo>
                    <a:pt x="213" y="554"/>
                  </a:lnTo>
                  <a:lnTo>
                    <a:pt x="3450" y="232"/>
                  </a:lnTo>
                  <a:lnTo>
                    <a:pt x="3550" y="222"/>
                  </a:lnTo>
                  <a:cubicBezTo>
                    <a:pt x="3611" y="216"/>
                    <a:pt x="3656" y="162"/>
                    <a:pt x="3650" y="101"/>
                  </a:cubicBezTo>
                  <a:cubicBezTo>
                    <a:pt x="3644" y="44"/>
                    <a:pt x="3595" y="0"/>
                    <a:pt x="35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649" name="Google Shape;4649;p211"/>
            <p:cNvSpPr/>
            <p:nvPr/>
          </p:nvSpPr>
          <p:spPr>
            <a:xfrm>
              <a:off x="1716800" y="1244300"/>
              <a:ext cx="84800" cy="20475"/>
            </a:xfrm>
            <a:custGeom>
              <a:rect b="b" l="l" r="r" t="t"/>
              <a:pathLst>
                <a:path extrusionOk="0" h="819" w="3392">
                  <a:moveTo>
                    <a:pt x="3272" y="1"/>
                  </a:moveTo>
                  <a:cubicBezTo>
                    <a:pt x="3265" y="1"/>
                    <a:pt x="3258" y="1"/>
                    <a:pt x="3251" y="3"/>
                  </a:cubicBezTo>
                  <a:lnTo>
                    <a:pt x="621" y="501"/>
                  </a:lnTo>
                  <a:lnTo>
                    <a:pt x="111" y="478"/>
                  </a:lnTo>
                  <a:lnTo>
                    <a:pt x="100" y="598"/>
                  </a:lnTo>
                  <a:cubicBezTo>
                    <a:pt x="41" y="610"/>
                    <a:pt x="1" y="667"/>
                    <a:pt x="13" y="727"/>
                  </a:cubicBezTo>
                  <a:cubicBezTo>
                    <a:pt x="19" y="762"/>
                    <a:pt x="40" y="789"/>
                    <a:pt x="68" y="804"/>
                  </a:cubicBezTo>
                  <a:cubicBezTo>
                    <a:pt x="84" y="813"/>
                    <a:pt x="102" y="818"/>
                    <a:pt x="120" y="818"/>
                  </a:cubicBezTo>
                  <a:cubicBezTo>
                    <a:pt x="127" y="818"/>
                    <a:pt x="135" y="817"/>
                    <a:pt x="142" y="816"/>
                  </a:cubicBezTo>
                  <a:lnTo>
                    <a:pt x="230" y="800"/>
                  </a:lnTo>
                  <a:lnTo>
                    <a:pt x="3152" y="248"/>
                  </a:lnTo>
                  <a:lnTo>
                    <a:pt x="3292" y="221"/>
                  </a:lnTo>
                  <a:cubicBezTo>
                    <a:pt x="3353" y="209"/>
                    <a:pt x="3392" y="152"/>
                    <a:pt x="3380" y="92"/>
                  </a:cubicBezTo>
                  <a:cubicBezTo>
                    <a:pt x="3370" y="38"/>
                    <a:pt x="3324" y="1"/>
                    <a:pt x="3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650" name="Google Shape;4650;p211"/>
            <p:cNvSpPr/>
            <p:nvPr/>
          </p:nvSpPr>
          <p:spPr>
            <a:xfrm>
              <a:off x="1707400" y="950175"/>
              <a:ext cx="61750" cy="242000"/>
            </a:xfrm>
            <a:custGeom>
              <a:rect b="b" l="l" r="r" t="t"/>
              <a:pathLst>
                <a:path extrusionOk="0" h="9680" w="2470">
                  <a:moveTo>
                    <a:pt x="713" y="0"/>
                  </a:moveTo>
                  <a:cubicBezTo>
                    <a:pt x="683" y="0"/>
                    <a:pt x="654" y="2"/>
                    <a:pt x="624" y="6"/>
                  </a:cubicBezTo>
                  <a:cubicBezTo>
                    <a:pt x="450" y="28"/>
                    <a:pt x="296" y="113"/>
                    <a:pt x="184" y="247"/>
                  </a:cubicBezTo>
                  <a:cubicBezTo>
                    <a:pt x="177" y="255"/>
                    <a:pt x="170" y="262"/>
                    <a:pt x="164" y="271"/>
                  </a:cubicBezTo>
                  <a:cubicBezTo>
                    <a:pt x="51" y="418"/>
                    <a:pt x="1" y="600"/>
                    <a:pt x="25" y="784"/>
                  </a:cubicBezTo>
                  <a:lnTo>
                    <a:pt x="292" y="2837"/>
                  </a:lnTo>
                  <a:lnTo>
                    <a:pt x="322" y="3060"/>
                  </a:lnTo>
                  <a:cubicBezTo>
                    <a:pt x="397" y="3054"/>
                    <a:pt x="472" y="3051"/>
                    <a:pt x="545" y="3047"/>
                  </a:cubicBezTo>
                  <a:lnTo>
                    <a:pt x="603" y="2600"/>
                  </a:lnTo>
                  <a:lnTo>
                    <a:pt x="356" y="1325"/>
                  </a:lnTo>
                  <a:cubicBezTo>
                    <a:pt x="340" y="1201"/>
                    <a:pt x="320" y="860"/>
                    <a:pt x="398" y="760"/>
                  </a:cubicBezTo>
                  <a:cubicBezTo>
                    <a:pt x="475" y="659"/>
                    <a:pt x="455" y="493"/>
                    <a:pt x="580" y="477"/>
                  </a:cubicBezTo>
                  <a:cubicBezTo>
                    <a:pt x="672" y="465"/>
                    <a:pt x="823" y="274"/>
                    <a:pt x="913" y="274"/>
                  </a:cubicBezTo>
                  <a:cubicBezTo>
                    <a:pt x="922" y="274"/>
                    <a:pt x="930" y="276"/>
                    <a:pt x="938" y="280"/>
                  </a:cubicBezTo>
                  <a:cubicBezTo>
                    <a:pt x="1067" y="350"/>
                    <a:pt x="1161" y="477"/>
                    <a:pt x="1181" y="633"/>
                  </a:cubicBezTo>
                  <a:lnTo>
                    <a:pt x="1484" y="2960"/>
                  </a:lnTo>
                  <a:lnTo>
                    <a:pt x="1519" y="3230"/>
                  </a:lnTo>
                  <a:cubicBezTo>
                    <a:pt x="1637" y="3304"/>
                    <a:pt x="1727" y="3402"/>
                    <a:pt x="1782" y="3532"/>
                  </a:cubicBezTo>
                  <a:lnTo>
                    <a:pt x="1726" y="3100"/>
                  </a:lnTo>
                  <a:lnTo>
                    <a:pt x="1401" y="604"/>
                  </a:lnTo>
                  <a:cubicBezTo>
                    <a:pt x="1367" y="345"/>
                    <a:pt x="1194" y="137"/>
                    <a:pt x="965" y="48"/>
                  </a:cubicBezTo>
                  <a:cubicBezTo>
                    <a:pt x="886" y="17"/>
                    <a:pt x="801" y="0"/>
                    <a:pt x="713" y="0"/>
                  </a:cubicBezTo>
                  <a:close/>
                  <a:moveTo>
                    <a:pt x="1794" y="3633"/>
                  </a:moveTo>
                  <a:cubicBezTo>
                    <a:pt x="1778" y="3699"/>
                    <a:pt x="1723" y="3801"/>
                    <a:pt x="1611" y="3943"/>
                  </a:cubicBezTo>
                  <a:lnTo>
                    <a:pt x="1650" y="4244"/>
                  </a:lnTo>
                  <a:lnTo>
                    <a:pt x="1664" y="4355"/>
                  </a:lnTo>
                  <a:lnTo>
                    <a:pt x="1792" y="5339"/>
                  </a:lnTo>
                  <a:lnTo>
                    <a:pt x="2072" y="8237"/>
                  </a:lnTo>
                  <a:cubicBezTo>
                    <a:pt x="2089" y="8362"/>
                    <a:pt x="2208" y="8914"/>
                    <a:pt x="2130" y="9014"/>
                  </a:cubicBezTo>
                  <a:cubicBezTo>
                    <a:pt x="2054" y="9114"/>
                    <a:pt x="1942" y="9178"/>
                    <a:pt x="1818" y="9194"/>
                  </a:cubicBezTo>
                  <a:cubicBezTo>
                    <a:pt x="1798" y="9197"/>
                    <a:pt x="1777" y="9198"/>
                    <a:pt x="1757" y="9198"/>
                  </a:cubicBezTo>
                  <a:cubicBezTo>
                    <a:pt x="1524" y="9198"/>
                    <a:pt x="1321" y="9025"/>
                    <a:pt x="1290" y="8787"/>
                  </a:cubicBezTo>
                  <a:lnTo>
                    <a:pt x="804" y="5053"/>
                  </a:lnTo>
                  <a:lnTo>
                    <a:pt x="770" y="4788"/>
                  </a:lnTo>
                  <a:cubicBezTo>
                    <a:pt x="706" y="4843"/>
                    <a:pt x="640" y="4901"/>
                    <a:pt x="568" y="4961"/>
                  </a:cubicBezTo>
                  <a:lnTo>
                    <a:pt x="602" y="5221"/>
                  </a:lnTo>
                  <a:lnTo>
                    <a:pt x="1069" y="8816"/>
                  </a:lnTo>
                  <a:cubicBezTo>
                    <a:pt x="1099" y="9045"/>
                    <a:pt x="1177" y="9460"/>
                    <a:pt x="1366" y="9563"/>
                  </a:cubicBezTo>
                  <a:cubicBezTo>
                    <a:pt x="1475" y="9622"/>
                    <a:pt x="1781" y="9680"/>
                    <a:pt x="1956" y="9680"/>
                  </a:cubicBezTo>
                  <a:cubicBezTo>
                    <a:pt x="1980" y="9680"/>
                    <a:pt x="2002" y="9679"/>
                    <a:pt x="2020" y="9676"/>
                  </a:cubicBezTo>
                  <a:cubicBezTo>
                    <a:pt x="2204" y="9652"/>
                    <a:pt x="2193" y="9297"/>
                    <a:pt x="2306" y="9150"/>
                  </a:cubicBezTo>
                  <a:cubicBezTo>
                    <a:pt x="2420" y="9002"/>
                    <a:pt x="2470" y="8820"/>
                    <a:pt x="2446" y="8637"/>
                  </a:cubicBezTo>
                  <a:lnTo>
                    <a:pt x="2042" y="5540"/>
                  </a:lnTo>
                  <a:lnTo>
                    <a:pt x="2006" y="5253"/>
                  </a:lnTo>
                  <a:lnTo>
                    <a:pt x="1889" y="4358"/>
                  </a:lnTo>
                  <a:lnTo>
                    <a:pt x="1842" y="4000"/>
                  </a:lnTo>
                  <a:lnTo>
                    <a:pt x="1809" y="3745"/>
                  </a:lnTo>
                  <a:lnTo>
                    <a:pt x="1794" y="363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</p:grpSp>
      <p:sp>
        <p:nvSpPr>
          <p:cNvPr id="4651" name="Google Shape;4651;p211"/>
          <p:cNvSpPr/>
          <p:nvPr/>
        </p:nvSpPr>
        <p:spPr>
          <a:xfrm>
            <a:off x="383871" y="756723"/>
            <a:ext cx="658711" cy="542172"/>
          </a:xfrm>
          <a:custGeom>
            <a:rect b="b" l="l" r="r" t="t"/>
            <a:pathLst>
              <a:path extrusionOk="0" h="9258" w="11248">
                <a:moveTo>
                  <a:pt x="5937" y="3388"/>
                </a:moveTo>
                <a:cubicBezTo>
                  <a:pt x="6793" y="3388"/>
                  <a:pt x="7627" y="3826"/>
                  <a:pt x="8094" y="4613"/>
                </a:cubicBezTo>
                <a:cubicBezTo>
                  <a:pt x="8122" y="4659"/>
                  <a:pt x="8149" y="4707"/>
                  <a:pt x="8173" y="4756"/>
                </a:cubicBezTo>
                <a:lnTo>
                  <a:pt x="7540" y="5109"/>
                </a:lnTo>
                <a:cubicBezTo>
                  <a:pt x="7519" y="5066"/>
                  <a:pt x="7496" y="5023"/>
                  <a:pt x="7472" y="4983"/>
                </a:cubicBezTo>
                <a:cubicBezTo>
                  <a:pt x="7159" y="4455"/>
                  <a:pt x="6768" y="4186"/>
                  <a:pt x="6242" y="4138"/>
                </a:cubicBezTo>
                <a:cubicBezTo>
                  <a:pt x="6180" y="4132"/>
                  <a:pt x="6113" y="4129"/>
                  <a:pt x="6043" y="4129"/>
                </a:cubicBezTo>
                <a:cubicBezTo>
                  <a:pt x="5710" y="4129"/>
                  <a:pt x="5311" y="4196"/>
                  <a:pt x="5033" y="4361"/>
                </a:cubicBezTo>
                <a:cubicBezTo>
                  <a:pt x="4625" y="4603"/>
                  <a:pt x="4335" y="4990"/>
                  <a:pt x="4218" y="5452"/>
                </a:cubicBezTo>
                <a:cubicBezTo>
                  <a:pt x="4100" y="5913"/>
                  <a:pt x="4170" y="6392"/>
                  <a:pt x="4412" y="6800"/>
                </a:cubicBezTo>
                <a:cubicBezTo>
                  <a:pt x="4454" y="6871"/>
                  <a:pt x="4502" y="6940"/>
                  <a:pt x="4555" y="7005"/>
                </a:cubicBezTo>
                <a:lnTo>
                  <a:pt x="3914" y="7361"/>
                </a:lnTo>
                <a:cubicBezTo>
                  <a:pt x="3869" y="7299"/>
                  <a:pt x="3828" y="7235"/>
                  <a:pt x="3788" y="7169"/>
                </a:cubicBezTo>
                <a:cubicBezTo>
                  <a:pt x="3524" y="6725"/>
                  <a:pt x="3517" y="6183"/>
                  <a:pt x="3545" y="5711"/>
                </a:cubicBezTo>
                <a:cubicBezTo>
                  <a:pt x="3582" y="5093"/>
                  <a:pt x="3805" y="4249"/>
                  <a:pt x="4663" y="3738"/>
                </a:cubicBezTo>
                <a:cubicBezTo>
                  <a:pt x="5063" y="3501"/>
                  <a:pt x="5503" y="3388"/>
                  <a:pt x="5937" y="3388"/>
                </a:cubicBezTo>
                <a:close/>
                <a:moveTo>
                  <a:pt x="6046" y="2426"/>
                </a:moveTo>
                <a:cubicBezTo>
                  <a:pt x="6333" y="2426"/>
                  <a:pt x="6616" y="2450"/>
                  <a:pt x="6875" y="2498"/>
                </a:cubicBezTo>
                <a:cubicBezTo>
                  <a:pt x="7789" y="2666"/>
                  <a:pt x="8396" y="3128"/>
                  <a:pt x="8969" y="4093"/>
                </a:cubicBezTo>
                <a:cubicBezTo>
                  <a:pt x="9004" y="4150"/>
                  <a:pt x="9034" y="4206"/>
                  <a:pt x="9063" y="4260"/>
                </a:cubicBezTo>
                <a:lnTo>
                  <a:pt x="8392" y="4634"/>
                </a:lnTo>
                <a:cubicBezTo>
                  <a:pt x="8367" y="4584"/>
                  <a:pt x="8339" y="4534"/>
                  <a:pt x="8310" y="4485"/>
                </a:cubicBezTo>
                <a:cubicBezTo>
                  <a:pt x="7854" y="3716"/>
                  <a:pt x="6836" y="3250"/>
                  <a:pt x="6084" y="3142"/>
                </a:cubicBezTo>
                <a:cubicBezTo>
                  <a:pt x="5965" y="3125"/>
                  <a:pt x="5854" y="3117"/>
                  <a:pt x="5750" y="3117"/>
                </a:cubicBezTo>
                <a:cubicBezTo>
                  <a:pt x="5311" y="3117"/>
                  <a:pt x="4974" y="3263"/>
                  <a:pt x="4535" y="3522"/>
                </a:cubicBezTo>
                <a:cubicBezTo>
                  <a:pt x="3904" y="3898"/>
                  <a:pt x="3455" y="4498"/>
                  <a:pt x="3273" y="5211"/>
                </a:cubicBezTo>
                <a:cubicBezTo>
                  <a:pt x="3092" y="5925"/>
                  <a:pt x="3198" y="6666"/>
                  <a:pt x="3573" y="7298"/>
                </a:cubicBezTo>
                <a:cubicBezTo>
                  <a:pt x="3612" y="7363"/>
                  <a:pt x="3652" y="7425"/>
                  <a:pt x="3694" y="7483"/>
                </a:cubicBezTo>
                <a:lnTo>
                  <a:pt x="3020" y="7856"/>
                </a:lnTo>
                <a:cubicBezTo>
                  <a:pt x="2985" y="7804"/>
                  <a:pt x="2950" y="7748"/>
                  <a:pt x="2914" y="7689"/>
                </a:cubicBezTo>
                <a:cubicBezTo>
                  <a:pt x="2435" y="6881"/>
                  <a:pt x="2298" y="5934"/>
                  <a:pt x="2531" y="5022"/>
                </a:cubicBezTo>
                <a:cubicBezTo>
                  <a:pt x="2764" y="4110"/>
                  <a:pt x="3336" y="3343"/>
                  <a:pt x="4144" y="2863"/>
                </a:cubicBezTo>
                <a:cubicBezTo>
                  <a:pt x="4493" y="2656"/>
                  <a:pt x="4959" y="2515"/>
                  <a:pt x="5489" y="2456"/>
                </a:cubicBezTo>
                <a:cubicBezTo>
                  <a:pt x="5673" y="2436"/>
                  <a:pt x="5860" y="2426"/>
                  <a:pt x="6046" y="2426"/>
                </a:cubicBezTo>
                <a:close/>
                <a:moveTo>
                  <a:pt x="6085" y="1484"/>
                </a:moveTo>
                <a:cubicBezTo>
                  <a:pt x="6298" y="1484"/>
                  <a:pt x="6540" y="1490"/>
                  <a:pt x="6804" y="1507"/>
                </a:cubicBezTo>
                <a:lnTo>
                  <a:pt x="6819" y="1509"/>
                </a:lnTo>
                <a:cubicBezTo>
                  <a:pt x="7235" y="1535"/>
                  <a:pt x="7871" y="1773"/>
                  <a:pt x="8436" y="2116"/>
                </a:cubicBezTo>
                <a:cubicBezTo>
                  <a:pt x="9116" y="2526"/>
                  <a:pt x="9627" y="3034"/>
                  <a:pt x="9879" y="3548"/>
                </a:cubicBezTo>
                <a:cubicBezTo>
                  <a:pt x="9905" y="3599"/>
                  <a:pt x="9933" y="3648"/>
                  <a:pt x="9961" y="3696"/>
                </a:cubicBezTo>
                <a:cubicBezTo>
                  <a:pt x="9970" y="3712"/>
                  <a:pt x="9980" y="3728"/>
                  <a:pt x="9988" y="3746"/>
                </a:cubicBezTo>
                <a:lnTo>
                  <a:pt x="9282" y="4139"/>
                </a:lnTo>
                <a:cubicBezTo>
                  <a:pt x="9252" y="4081"/>
                  <a:pt x="9220" y="4023"/>
                  <a:pt x="9186" y="3965"/>
                </a:cubicBezTo>
                <a:cubicBezTo>
                  <a:pt x="8481" y="2779"/>
                  <a:pt x="7224" y="2119"/>
                  <a:pt x="5936" y="2119"/>
                </a:cubicBezTo>
                <a:cubicBezTo>
                  <a:pt x="5281" y="2119"/>
                  <a:pt x="4618" y="2290"/>
                  <a:pt x="4016" y="2647"/>
                </a:cubicBezTo>
                <a:cubicBezTo>
                  <a:pt x="3471" y="2970"/>
                  <a:pt x="3158" y="3216"/>
                  <a:pt x="2844" y="3737"/>
                </a:cubicBezTo>
                <a:cubicBezTo>
                  <a:pt x="2494" y="4320"/>
                  <a:pt x="2279" y="5033"/>
                  <a:pt x="2237" y="5743"/>
                </a:cubicBezTo>
                <a:cubicBezTo>
                  <a:pt x="2192" y="6517"/>
                  <a:pt x="2351" y="7234"/>
                  <a:pt x="2699" y="7817"/>
                </a:cubicBezTo>
                <a:cubicBezTo>
                  <a:pt x="2732" y="7873"/>
                  <a:pt x="2766" y="7927"/>
                  <a:pt x="2800" y="7978"/>
                </a:cubicBezTo>
                <a:lnTo>
                  <a:pt x="2090" y="8372"/>
                </a:lnTo>
                <a:cubicBezTo>
                  <a:pt x="2060" y="8325"/>
                  <a:pt x="2031" y="8278"/>
                  <a:pt x="2002" y="8230"/>
                </a:cubicBezTo>
                <a:cubicBezTo>
                  <a:pt x="1687" y="7699"/>
                  <a:pt x="1485" y="7122"/>
                  <a:pt x="1403" y="6515"/>
                </a:cubicBezTo>
                <a:cubicBezTo>
                  <a:pt x="1323" y="5927"/>
                  <a:pt x="1357" y="5337"/>
                  <a:pt x="1504" y="4760"/>
                </a:cubicBezTo>
                <a:cubicBezTo>
                  <a:pt x="1651" y="4184"/>
                  <a:pt x="1904" y="3649"/>
                  <a:pt x="2254" y="3172"/>
                </a:cubicBezTo>
                <a:cubicBezTo>
                  <a:pt x="2618" y="2678"/>
                  <a:pt x="3071" y="2267"/>
                  <a:pt x="3602" y="1952"/>
                </a:cubicBezTo>
                <a:cubicBezTo>
                  <a:pt x="4019" y="1705"/>
                  <a:pt x="4648" y="1553"/>
                  <a:pt x="5471" y="1502"/>
                </a:cubicBezTo>
                <a:cubicBezTo>
                  <a:pt x="5629" y="1492"/>
                  <a:pt x="5837" y="1484"/>
                  <a:pt x="6085" y="1484"/>
                </a:cubicBezTo>
                <a:close/>
                <a:moveTo>
                  <a:pt x="5917" y="242"/>
                </a:moveTo>
                <a:cubicBezTo>
                  <a:pt x="6363" y="242"/>
                  <a:pt x="6810" y="298"/>
                  <a:pt x="7249" y="410"/>
                </a:cubicBezTo>
                <a:cubicBezTo>
                  <a:pt x="8655" y="771"/>
                  <a:pt x="9854" y="1683"/>
                  <a:pt x="10623" y="2977"/>
                </a:cubicBezTo>
                <a:cubicBezTo>
                  <a:pt x="10653" y="3029"/>
                  <a:pt x="10720" y="3082"/>
                  <a:pt x="10792" y="3139"/>
                </a:cubicBezTo>
                <a:cubicBezTo>
                  <a:pt x="10832" y="3170"/>
                  <a:pt x="10875" y="3204"/>
                  <a:pt x="10906" y="3235"/>
                </a:cubicBezTo>
                <a:lnTo>
                  <a:pt x="10209" y="3623"/>
                </a:lnTo>
                <a:cubicBezTo>
                  <a:pt x="10173" y="3556"/>
                  <a:pt x="10136" y="3489"/>
                  <a:pt x="10096" y="3424"/>
                </a:cubicBezTo>
                <a:cubicBezTo>
                  <a:pt x="9765" y="2866"/>
                  <a:pt x="9337" y="2395"/>
                  <a:pt x="8822" y="2025"/>
                </a:cubicBezTo>
                <a:cubicBezTo>
                  <a:pt x="8329" y="1670"/>
                  <a:pt x="7772" y="1417"/>
                  <a:pt x="7166" y="1271"/>
                </a:cubicBezTo>
                <a:cubicBezTo>
                  <a:pt x="6776" y="1178"/>
                  <a:pt x="6375" y="1131"/>
                  <a:pt x="5971" y="1131"/>
                </a:cubicBezTo>
                <a:cubicBezTo>
                  <a:pt x="5125" y="1131"/>
                  <a:pt x="4269" y="1335"/>
                  <a:pt x="3477" y="1734"/>
                </a:cubicBezTo>
                <a:cubicBezTo>
                  <a:pt x="2915" y="2018"/>
                  <a:pt x="2337" y="2672"/>
                  <a:pt x="2044" y="3037"/>
                </a:cubicBezTo>
                <a:cubicBezTo>
                  <a:pt x="1441" y="3785"/>
                  <a:pt x="1099" y="4673"/>
                  <a:pt x="1057" y="5603"/>
                </a:cubicBezTo>
                <a:cubicBezTo>
                  <a:pt x="1013" y="6530"/>
                  <a:pt x="1266" y="7482"/>
                  <a:pt x="1786" y="8358"/>
                </a:cubicBezTo>
                <a:cubicBezTo>
                  <a:pt x="1813" y="8404"/>
                  <a:pt x="1841" y="8449"/>
                  <a:pt x="1870" y="8494"/>
                </a:cubicBezTo>
                <a:lnTo>
                  <a:pt x="1389" y="8761"/>
                </a:lnTo>
                <a:lnTo>
                  <a:pt x="1382" y="8764"/>
                </a:lnTo>
                <a:lnTo>
                  <a:pt x="1200" y="8946"/>
                </a:lnTo>
                <a:cubicBezTo>
                  <a:pt x="1163" y="8890"/>
                  <a:pt x="1127" y="8832"/>
                  <a:pt x="1091" y="8771"/>
                </a:cubicBezTo>
                <a:cubicBezTo>
                  <a:pt x="630" y="7996"/>
                  <a:pt x="373" y="7183"/>
                  <a:pt x="325" y="6354"/>
                </a:cubicBezTo>
                <a:cubicBezTo>
                  <a:pt x="279" y="5560"/>
                  <a:pt x="425" y="4745"/>
                  <a:pt x="761" y="3938"/>
                </a:cubicBezTo>
                <a:cubicBezTo>
                  <a:pt x="1075" y="3179"/>
                  <a:pt x="1792" y="1794"/>
                  <a:pt x="3061" y="1041"/>
                </a:cubicBezTo>
                <a:cubicBezTo>
                  <a:pt x="3950" y="513"/>
                  <a:pt x="4932" y="242"/>
                  <a:pt x="5917" y="242"/>
                </a:cubicBezTo>
                <a:close/>
                <a:moveTo>
                  <a:pt x="5928" y="0"/>
                </a:moveTo>
                <a:cubicBezTo>
                  <a:pt x="4873" y="0"/>
                  <a:pt x="3844" y="283"/>
                  <a:pt x="2932" y="825"/>
                </a:cubicBezTo>
                <a:cubicBezTo>
                  <a:pt x="2250" y="1230"/>
                  <a:pt x="1667" y="1759"/>
                  <a:pt x="1199" y="2394"/>
                </a:cubicBezTo>
                <a:cubicBezTo>
                  <a:pt x="747" y="3007"/>
                  <a:pt x="422" y="3695"/>
                  <a:pt x="233" y="4437"/>
                </a:cubicBezTo>
                <a:cubicBezTo>
                  <a:pt x="44" y="5179"/>
                  <a:pt x="0" y="5938"/>
                  <a:pt x="104" y="6693"/>
                </a:cubicBezTo>
                <a:cubicBezTo>
                  <a:pt x="209" y="7474"/>
                  <a:pt x="469" y="8217"/>
                  <a:pt x="875" y="8900"/>
                </a:cubicBezTo>
                <a:cubicBezTo>
                  <a:pt x="922" y="8980"/>
                  <a:pt x="970" y="9056"/>
                  <a:pt x="1017" y="9128"/>
                </a:cubicBezTo>
                <a:lnTo>
                  <a:pt x="1042" y="9164"/>
                </a:lnTo>
                <a:cubicBezTo>
                  <a:pt x="1069" y="9206"/>
                  <a:pt x="1125" y="9211"/>
                  <a:pt x="1179" y="9214"/>
                </a:cubicBezTo>
                <a:cubicBezTo>
                  <a:pt x="1198" y="9216"/>
                  <a:pt x="1227" y="9218"/>
                  <a:pt x="1239" y="9223"/>
                </a:cubicBezTo>
                <a:lnTo>
                  <a:pt x="1264" y="9258"/>
                </a:lnTo>
                <a:lnTo>
                  <a:pt x="1513" y="9109"/>
                </a:lnTo>
                <a:lnTo>
                  <a:pt x="2067" y="8780"/>
                </a:lnTo>
                <a:lnTo>
                  <a:pt x="2244" y="8676"/>
                </a:lnTo>
                <a:lnTo>
                  <a:pt x="3149" y="8138"/>
                </a:lnTo>
                <a:lnTo>
                  <a:pt x="3205" y="8105"/>
                </a:lnTo>
                <a:lnTo>
                  <a:pt x="4735" y="7197"/>
                </a:lnTo>
                <a:lnTo>
                  <a:pt x="4898" y="7100"/>
                </a:lnTo>
                <a:lnTo>
                  <a:pt x="4959" y="7064"/>
                </a:lnTo>
                <a:lnTo>
                  <a:pt x="4907" y="7015"/>
                </a:lnTo>
                <a:cubicBezTo>
                  <a:pt x="4900" y="7009"/>
                  <a:pt x="4894" y="7003"/>
                  <a:pt x="4887" y="6997"/>
                </a:cubicBezTo>
                <a:cubicBezTo>
                  <a:pt x="4856" y="6968"/>
                  <a:pt x="4830" y="6941"/>
                  <a:pt x="4806" y="6913"/>
                </a:cubicBezTo>
                <a:cubicBezTo>
                  <a:pt x="4777" y="6881"/>
                  <a:pt x="4758" y="6802"/>
                  <a:pt x="4741" y="6732"/>
                </a:cubicBezTo>
                <a:cubicBezTo>
                  <a:pt x="4725" y="6663"/>
                  <a:pt x="4709" y="6597"/>
                  <a:pt x="4680" y="6549"/>
                </a:cubicBezTo>
                <a:cubicBezTo>
                  <a:pt x="4471" y="6196"/>
                  <a:pt x="4402" y="5807"/>
                  <a:pt x="4488" y="5452"/>
                </a:cubicBezTo>
                <a:cubicBezTo>
                  <a:pt x="4574" y="5089"/>
                  <a:pt x="4807" y="4786"/>
                  <a:pt x="5161" y="4577"/>
                </a:cubicBezTo>
                <a:cubicBezTo>
                  <a:pt x="5405" y="4432"/>
                  <a:pt x="5674" y="4363"/>
                  <a:pt x="5939" y="4363"/>
                </a:cubicBezTo>
                <a:cubicBezTo>
                  <a:pt x="6461" y="4363"/>
                  <a:pt x="6970" y="4630"/>
                  <a:pt x="7256" y="5111"/>
                </a:cubicBezTo>
                <a:cubicBezTo>
                  <a:pt x="7307" y="5196"/>
                  <a:pt x="7350" y="5288"/>
                  <a:pt x="7383" y="5383"/>
                </a:cubicBezTo>
                <a:cubicBezTo>
                  <a:pt x="7388" y="5397"/>
                  <a:pt x="7394" y="5412"/>
                  <a:pt x="7398" y="5427"/>
                </a:cubicBezTo>
                <a:cubicBezTo>
                  <a:pt x="7410" y="5467"/>
                  <a:pt x="7420" y="5502"/>
                  <a:pt x="7425" y="5520"/>
                </a:cubicBezTo>
                <a:lnTo>
                  <a:pt x="7442" y="5589"/>
                </a:lnTo>
                <a:lnTo>
                  <a:pt x="7499" y="5555"/>
                </a:lnTo>
                <a:lnTo>
                  <a:pt x="8310" y="5073"/>
                </a:lnTo>
                <a:lnTo>
                  <a:pt x="8481" y="4972"/>
                </a:lnTo>
                <a:lnTo>
                  <a:pt x="9229" y="4529"/>
                </a:lnTo>
                <a:lnTo>
                  <a:pt x="9416" y="4418"/>
                </a:lnTo>
                <a:lnTo>
                  <a:pt x="10116" y="4002"/>
                </a:lnTo>
                <a:lnTo>
                  <a:pt x="10243" y="3926"/>
                </a:lnTo>
                <a:lnTo>
                  <a:pt x="11248" y="3330"/>
                </a:lnTo>
                <a:lnTo>
                  <a:pt x="11227" y="3285"/>
                </a:lnTo>
                <a:cubicBezTo>
                  <a:pt x="11206" y="3242"/>
                  <a:pt x="11184" y="3199"/>
                  <a:pt x="11161" y="3156"/>
                </a:cubicBezTo>
                <a:cubicBezTo>
                  <a:pt x="11161" y="3156"/>
                  <a:pt x="11161" y="3155"/>
                  <a:pt x="11161" y="3155"/>
                </a:cubicBezTo>
                <a:lnTo>
                  <a:pt x="11136" y="3107"/>
                </a:lnTo>
                <a:cubicBezTo>
                  <a:pt x="11096" y="3035"/>
                  <a:pt x="11055" y="2959"/>
                  <a:pt x="11009" y="2882"/>
                </a:cubicBezTo>
                <a:cubicBezTo>
                  <a:pt x="10001" y="1187"/>
                  <a:pt x="8219" y="112"/>
                  <a:pt x="6242" y="9"/>
                </a:cubicBezTo>
                <a:cubicBezTo>
                  <a:pt x="6137" y="3"/>
                  <a:pt x="6032" y="0"/>
                  <a:pt x="592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4652" name="Google Shape;4652;p211"/>
          <p:cNvSpPr/>
          <p:nvPr/>
        </p:nvSpPr>
        <p:spPr>
          <a:xfrm rot="-906757">
            <a:off x="3597981" y="4729094"/>
            <a:ext cx="755185" cy="17692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53" name="Google Shape;4653;p211"/>
          <p:cNvGrpSpPr/>
          <p:nvPr/>
        </p:nvGrpSpPr>
        <p:grpSpPr>
          <a:xfrm>
            <a:off x="8692549" y="1738522"/>
            <a:ext cx="221772" cy="200884"/>
            <a:chOff x="1640475" y="1197075"/>
            <a:chExt cx="55475" cy="50250"/>
          </a:xfrm>
        </p:grpSpPr>
        <p:sp>
          <p:nvSpPr>
            <p:cNvPr id="4654" name="Google Shape;4654;p21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21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21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57" name="Google Shape;4657;p211"/>
          <p:cNvSpPr/>
          <p:nvPr/>
        </p:nvSpPr>
        <p:spPr>
          <a:xfrm>
            <a:off x="8536325" y="4434061"/>
            <a:ext cx="609613" cy="95515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58" name="Google Shape;4658;p211"/>
          <p:cNvSpPr/>
          <p:nvPr/>
        </p:nvSpPr>
        <p:spPr>
          <a:xfrm rot="-6249525">
            <a:off x="1370859" y="4322855"/>
            <a:ext cx="1292681" cy="1177560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59" name="Google Shape;4659;p211"/>
          <p:cNvGrpSpPr/>
          <p:nvPr/>
        </p:nvGrpSpPr>
        <p:grpSpPr>
          <a:xfrm>
            <a:off x="1288191" y="762864"/>
            <a:ext cx="433643" cy="392824"/>
            <a:chOff x="1640475" y="1197075"/>
            <a:chExt cx="55475" cy="50250"/>
          </a:xfrm>
        </p:grpSpPr>
        <p:sp>
          <p:nvSpPr>
            <p:cNvPr id="4660" name="Google Shape;4660;p21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21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21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3" name="Google Shape;4663;p211"/>
          <p:cNvGrpSpPr/>
          <p:nvPr/>
        </p:nvGrpSpPr>
        <p:grpSpPr>
          <a:xfrm rot="-5400000">
            <a:off x="7770930" y="4597909"/>
            <a:ext cx="244822" cy="221773"/>
            <a:chOff x="1640475" y="1197075"/>
            <a:chExt cx="55475" cy="50250"/>
          </a:xfrm>
        </p:grpSpPr>
        <p:sp>
          <p:nvSpPr>
            <p:cNvPr id="4664" name="Google Shape;4664;p21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21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21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67" name="Google Shape;4667;p211"/>
          <p:cNvSpPr/>
          <p:nvPr/>
        </p:nvSpPr>
        <p:spPr>
          <a:xfrm rot="581768">
            <a:off x="8313063" y="366023"/>
            <a:ext cx="467849" cy="10960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68" name="Google Shape;4668;p211"/>
          <p:cNvGrpSpPr/>
          <p:nvPr/>
        </p:nvGrpSpPr>
        <p:grpSpPr>
          <a:xfrm>
            <a:off x="324374" y="2819347"/>
            <a:ext cx="221772" cy="200884"/>
            <a:chOff x="1640475" y="1197075"/>
            <a:chExt cx="55475" cy="50250"/>
          </a:xfrm>
        </p:grpSpPr>
        <p:sp>
          <p:nvSpPr>
            <p:cNvPr id="4669" name="Google Shape;4669;p21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21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21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2" name="Google Shape;4672;p211"/>
          <p:cNvGrpSpPr/>
          <p:nvPr/>
        </p:nvGrpSpPr>
        <p:grpSpPr>
          <a:xfrm>
            <a:off x="7880062" y="4042366"/>
            <a:ext cx="395823" cy="325965"/>
            <a:chOff x="6441550" y="2480732"/>
            <a:chExt cx="253700" cy="208925"/>
          </a:xfrm>
        </p:grpSpPr>
        <p:sp>
          <p:nvSpPr>
            <p:cNvPr id="4673" name="Google Shape;4673;p211"/>
            <p:cNvSpPr/>
            <p:nvPr/>
          </p:nvSpPr>
          <p:spPr>
            <a:xfrm>
              <a:off x="6450150" y="2496032"/>
              <a:ext cx="234200" cy="178350"/>
            </a:xfrm>
            <a:custGeom>
              <a:rect b="b" l="l" r="r" t="t"/>
              <a:pathLst>
                <a:path extrusionOk="0" h="7134" w="9368">
                  <a:moveTo>
                    <a:pt x="4659" y="0"/>
                  </a:moveTo>
                  <a:cubicBezTo>
                    <a:pt x="4607" y="0"/>
                    <a:pt x="4541" y="13"/>
                    <a:pt x="4450" y="37"/>
                  </a:cubicBezTo>
                  <a:cubicBezTo>
                    <a:pt x="3877" y="190"/>
                    <a:pt x="3484" y="1286"/>
                    <a:pt x="3251" y="1912"/>
                  </a:cubicBezTo>
                  <a:cubicBezTo>
                    <a:pt x="3320" y="1989"/>
                    <a:pt x="3277" y="2134"/>
                    <a:pt x="3165" y="2176"/>
                  </a:cubicBezTo>
                  <a:lnTo>
                    <a:pt x="3168" y="2185"/>
                  </a:lnTo>
                  <a:cubicBezTo>
                    <a:pt x="3113" y="2194"/>
                    <a:pt x="3054" y="2199"/>
                    <a:pt x="2997" y="2208"/>
                  </a:cubicBezTo>
                  <a:cubicBezTo>
                    <a:pt x="2928" y="2224"/>
                    <a:pt x="2859" y="2242"/>
                    <a:pt x="2789" y="2262"/>
                  </a:cubicBezTo>
                  <a:cubicBezTo>
                    <a:pt x="2774" y="2272"/>
                    <a:pt x="2758" y="2277"/>
                    <a:pt x="2742" y="2277"/>
                  </a:cubicBezTo>
                  <a:cubicBezTo>
                    <a:pt x="2715" y="2277"/>
                    <a:pt x="2691" y="2262"/>
                    <a:pt x="2674" y="2240"/>
                  </a:cubicBezTo>
                  <a:cubicBezTo>
                    <a:pt x="2334" y="2266"/>
                    <a:pt x="1995" y="2268"/>
                    <a:pt x="1658" y="2272"/>
                  </a:cubicBezTo>
                  <a:cubicBezTo>
                    <a:pt x="1653" y="2272"/>
                    <a:pt x="1647" y="2272"/>
                    <a:pt x="1641" y="2272"/>
                  </a:cubicBezTo>
                  <a:cubicBezTo>
                    <a:pt x="1500" y="2272"/>
                    <a:pt x="1246" y="2244"/>
                    <a:pt x="999" y="2244"/>
                  </a:cubicBezTo>
                  <a:cubicBezTo>
                    <a:pt x="731" y="2244"/>
                    <a:pt x="469" y="2277"/>
                    <a:pt x="366" y="2418"/>
                  </a:cubicBezTo>
                  <a:cubicBezTo>
                    <a:pt x="0" y="2908"/>
                    <a:pt x="2213" y="3958"/>
                    <a:pt x="2559" y="4145"/>
                  </a:cubicBezTo>
                  <a:cubicBezTo>
                    <a:pt x="2583" y="4161"/>
                    <a:pt x="2605" y="4177"/>
                    <a:pt x="2621" y="4198"/>
                  </a:cubicBezTo>
                  <a:cubicBezTo>
                    <a:pt x="2684" y="4214"/>
                    <a:pt x="2732" y="4270"/>
                    <a:pt x="2706" y="4346"/>
                  </a:cubicBezTo>
                  <a:cubicBezTo>
                    <a:pt x="2554" y="4801"/>
                    <a:pt x="2408" y="5258"/>
                    <a:pt x="2295" y="5725"/>
                  </a:cubicBezTo>
                  <a:cubicBezTo>
                    <a:pt x="2237" y="5970"/>
                    <a:pt x="2191" y="6212"/>
                    <a:pt x="2161" y="6461"/>
                  </a:cubicBezTo>
                  <a:cubicBezTo>
                    <a:pt x="2127" y="6731"/>
                    <a:pt x="1993" y="7041"/>
                    <a:pt x="2272" y="7123"/>
                  </a:cubicBezTo>
                  <a:cubicBezTo>
                    <a:pt x="2295" y="7130"/>
                    <a:pt x="2320" y="7133"/>
                    <a:pt x="2345" y="7133"/>
                  </a:cubicBezTo>
                  <a:cubicBezTo>
                    <a:pt x="2715" y="7133"/>
                    <a:pt x="3335" y="6449"/>
                    <a:pt x="3602" y="6214"/>
                  </a:cubicBezTo>
                  <a:cubicBezTo>
                    <a:pt x="3939" y="5918"/>
                    <a:pt x="4255" y="5606"/>
                    <a:pt x="4577" y="5298"/>
                  </a:cubicBezTo>
                  <a:cubicBezTo>
                    <a:pt x="4624" y="5252"/>
                    <a:pt x="4676" y="5232"/>
                    <a:pt x="4726" y="5232"/>
                  </a:cubicBezTo>
                  <a:cubicBezTo>
                    <a:pt x="4823" y="5232"/>
                    <a:pt x="4912" y="5304"/>
                    <a:pt x="4943" y="5395"/>
                  </a:cubicBezTo>
                  <a:cubicBezTo>
                    <a:pt x="5748" y="6083"/>
                    <a:pt x="6641" y="6590"/>
                    <a:pt x="7652" y="6886"/>
                  </a:cubicBezTo>
                  <a:cubicBezTo>
                    <a:pt x="7611" y="6433"/>
                    <a:pt x="7534" y="5990"/>
                    <a:pt x="7408" y="5552"/>
                  </a:cubicBezTo>
                  <a:cubicBezTo>
                    <a:pt x="7269" y="5069"/>
                    <a:pt x="7001" y="4628"/>
                    <a:pt x="6887" y="4143"/>
                  </a:cubicBezTo>
                  <a:cubicBezTo>
                    <a:pt x="6863" y="4039"/>
                    <a:pt x="6937" y="3942"/>
                    <a:pt x="7024" y="3914"/>
                  </a:cubicBezTo>
                  <a:cubicBezTo>
                    <a:pt x="7026" y="3866"/>
                    <a:pt x="7050" y="3815"/>
                    <a:pt x="7107" y="3781"/>
                  </a:cubicBezTo>
                  <a:cubicBezTo>
                    <a:pt x="7386" y="3602"/>
                    <a:pt x="9368" y="2256"/>
                    <a:pt x="9139" y="1904"/>
                  </a:cubicBezTo>
                  <a:cubicBezTo>
                    <a:pt x="9087" y="1823"/>
                    <a:pt x="8893" y="1797"/>
                    <a:pt x="8659" y="1797"/>
                  </a:cubicBezTo>
                  <a:cubicBezTo>
                    <a:pt x="8282" y="1797"/>
                    <a:pt x="7801" y="1864"/>
                    <a:pt x="7633" y="1875"/>
                  </a:cubicBezTo>
                  <a:cubicBezTo>
                    <a:pt x="7146" y="1908"/>
                    <a:pt x="6661" y="1988"/>
                    <a:pt x="6177" y="2002"/>
                  </a:cubicBezTo>
                  <a:cubicBezTo>
                    <a:pt x="6173" y="2002"/>
                    <a:pt x="6170" y="2002"/>
                    <a:pt x="6166" y="2002"/>
                  </a:cubicBezTo>
                  <a:cubicBezTo>
                    <a:pt x="6063" y="2002"/>
                    <a:pt x="6000" y="1931"/>
                    <a:pt x="5976" y="1848"/>
                  </a:cubicBezTo>
                  <a:cubicBezTo>
                    <a:pt x="5937" y="1836"/>
                    <a:pt x="5899" y="1815"/>
                    <a:pt x="5874" y="1781"/>
                  </a:cubicBezTo>
                  <a:cubicBezTo>
                    <a:pt x="5664" y="1476"/>
                    <a:pt x="5549" y="1118"/>
                    <a:pt x="5354" y="802"/>
                  </a:cubicBezTo>
                  <a:cubicBezTo>
                    <a:pt x="5241" y="617"/>
                    <a:pt x="5117" y="437"/>
                    <a:pt x="4980" y="270"/>
                  </a:cubicBezTo>
                  <a:cubicBezTo>
                    <a:pt x="4832" y="88"/>
                    <a:pt x="4795" y="0"/>
                    <a:pt x="46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211"/>
            <p:cNvSpPr/>
            <p:nvPr/>
          </p:nvSpPr>
          <p:spPr>
            <a:xfrm>
              <a:off x="6441550" y="2480732"/>
              <a:ext cx="253700" cy="208925"/>
            </a:xfrm>
            <a:custGeom>
              <a:rect b="b" l="l" r="r" t="t"/>
              <a:pathLst>
                <a:path extrusionOk="0" h="8357" w="10148">
                  <a:moveTo>
                    <a:pt x="5002" y="612"/>
                  </a:moveTo>
                  <a:cubicBezTo>
                    <a:pt x="5139" y="612"/>
                    <a:pt x="5176" y="700"/>
                    <a:pt x="5324" y="883"/>
                  </a:cubicBezTo>
                  <a:cubicBezTo>
                    <a:pt x="5461" y="1049"/>
                    <a:pt x="5585" y="1229"/>
                    <a:pt x="5698" y="1414"/>
                  </a:cubicBezTo>
                  <a:cubicBezTo>
                    <a:pt x="5893" y="1730"/>
                    <a:pt x="6008" y="2088"/>
                    <a:pt x="6219" y="2393"/>
                  </a:cubicBezTo>
                  <a:cubicBezTo>
                    <a:pt x="6243" y="2428"/>
                    <a:pt x="6281" y="2448"/>
                    <a:pt x="6320" y="2460"/>
                  </a:cubicBezTo>
                  <a:cubicBezTo>
                    <a:pt x="6344" y="2543"/>
                    <a:pt x="6408" y="2615"/>
                    <a:pt x="6512" y="2615"/>
                  </a:cubicBezTo>
                  <a:cubicBezTo>
                    <a:pt x="6515" y="2615"/>
                    <a:pt x="6518" y="2615"/>
                    <a:pt x="6521" y="2615"/>
                  </a:cubicBezTo>
                  <a:cubicBezTo>
                    <a:pt x="7006" y="2601"/>
                    <a:pt x="7490" y="2520"/>
                    <a:pt x="7977" y="2488"/>
                  </a:cubicBezTo>
                  <a:cubicBezTo>
                    <a:pt x="8145" y="2476"/>
                    <a:pt x="8627" y="2409"/>
                    <a:pt x="9004" y="2409"/>
                  </a:cubicBezTo>
                  <a:cubicBezTo>
                    <a:pt x="9238" y="2409"/>
                    <a:pt x="9431" y="2435"/>
                    <a:pt x="9483" y="2516"/>
                  </a:cubicBezTo>
                  <a:cubicBezTo>
                    <a:pt x="9711" y="2868"/>
                    <a:pt x="7730" y="4214"/>
                    <a:pt x="7451" y="4393"/>
                  </a:cubicBezTo>
                  <a:cubicBezTo>
                    <a:pt x="7394" y="4427"/>
                    <a:pt x="7370" y="4478"/>
                    <a:pt x="7368" y="4526"/>
                  </a:cubicBezTo>
                  <a:cubicBezTo>
                    <a:pt x="7281" y="4554"/>
                    <a:pt x="7207" y="4651"/>
                    <a:pt x="7231" y="4755"/>
                  </a:cubicBezTo>
                  <a:cubicBezTo>
                    <a:pt x="7345" y="5240"/>
                    <a:pt x="7613" y="5681"/>
                    <a:pt x="7752" y="6164"/>
                  </a:cubicBezTo>
                  <a:cubicBezTo>
                    <a:pt x="7878" y="6602"/>
                    <a:pt x="7955" y="7045"/>
                    <a:pt x="7996" y="7498"/>
                  </a:cubicBezTo>
                  <a:cubicBezTo>
                    <a:pt x="6985" y="7202"/>
                    <a:pt x="6092" y="6695"/>
                    <a:pt x="5287" y="6007"/>
                  </a:cubicBezTo>
                  <a:cubicBezTo>
                    <a:pt x="5256" y="5916"/>
                    <a:pt x="5167" y="5845"/>
                    <a:pt x="5070" y="5845"/>
                  </a:cubicBezTo>
                  <a:cubicBezTo>
                    <a:pt x="5020" y="5845"/>
                    <a:pt x="4968" y="5864"/>
                    <a:pt x="4921" y="5910"/>
                  </a:cubicBezTo>
                  <a:cubicBezTo>
                    <a:pt x="4599" y="6219"/>
                    <a:pt x="4283" y="6530"/>
                    <a:pt x="3946" y="6826"/>
                  </a:cubicBezTo>
                  <a:cubicBezTo>
                    <a:pt x="3678" y="7061"/>
                    <a:pt x="3059" y="7746"/>
                    <a:pt x="2689" y="7746"/>
                  </a:cubicBezTo>
                  <a:cubicBezTo>
                    <a:pt x="2663" y="7746"/>
                    <a:pt x="2639" y="7743"/>
                    <a:pt x="2616" y="7736"/>
                  </a:cubicBezTo>
                  <a:cubicBezTo>
                    <a:pt x="2337" y="7653"/>
                    <a:pt x="2471" y="7343"/>
                    <a:pt x="2505" y="7073"/>
                  </a:cubicBezTo>
                  <a:cubicBezTo>
                    <a:pt x="2535" y="6824"/>
                    <a:pt x="2581" y="6582"/>
                    <a:pt x="2639" y="6337"/>
                  </a:cubicBezTo>
                  <a:cubicBezTo>
                    <a:pt x="2752" y="5870"/>
                    <a:pt x="2898" y="5413"/>
                    <a:pt x="3050" y="4958"/>
                  </a:cubicBezTo>
                  <a:cubicBezTo>
                    <a:pt x="3076" y="4882"/>
                    <a:pt x="3028" y="4826"/>
                    <a:pt x="2965" y="4810"/>
                  </a:cubicBezTo>
                  <a:cubicBezTo>
                    <a:pt x="2949" y="4790"/>
                    <a:pt x="2928" y="4773"/>
                    <a:pt x="2903" y="4757"/>
                  </a:cubicBezTo>
                  <a:cubicBezTo>
                    <a:pt x="2557" y="4570"/>
                    <a:pt x="344" y="3520"/>
                    <a:pt x="710" y="3031"/>
                  </a:cubicBezTo>
                  <a:cubicBezTo>
                    <a:pt x="813" y="2890"/>
                    <a:pt x="1076" y="2857"/>
                    <a:pt x="1345" y="2857"/>
                  </a:cubicBezTo>
                  <a:cubicBezTo>
                    <a:pt x="1593" y="2857"/>
                    <a:pt x="1848" y="2885"/>
                    <a:pt x="1988" y="2885"/>
                  </a:cubicBezTo>
                  <a:cubicBezTo>
                    <a:pt x="1993" y="2885"/>
                    <a:pt x="1998" y="2885"/>
                    <a:pt x="2002" y="2885"/>
                  </a:cubicBezTo>
                  <a:cubicBezTo>
                    <a:pt x="2340" y="2880"/>
                    <a:pt x="2678" y="2878"/>
                    <a:pt x="3018" y="2852"/>
                  </a:cubicBezTo>
                  <a:cubicBezTo>
                    <a:pt x="3034" y="2875"/>
                    <a:pt x="3059" y="2889"/>
                    <a:pt x="3086" y="2889"/>
                  </a:cubicBezTo>
                  <a:cubicBezTo>
                    <a:pt x="3101" y="2889"/>
                    <a:pt x="3118" y="2884"/>
                    <a:pt x="3133" y="2874"/>
                  </a:cubicBezTo>
                  <a:cubicBezTo>
                    <a:pt x="3203" y="2854"/>
                    <a:pt x="3272" y="2836"/>
                    <a:pt x="3342" y="2820"/>
                  </a:cubicBezTo>
                  <a:cubicBezTo>
                    <a:pt x="3399" y="2811"/>
                    <a:pt x="3457" y="2806"/>
                    <a:pt x="3512" y="2797"/>
                  </a:cubicBezTo>
                  <a:lnTo>
                    <a:pt x="3509" y="2788"/>
                  </a:lnTo>
                  <a:cubicBezTo>
                    <a:pt x="3621" y="2746"/>
                    <a:pt x="3664" y="2601"/>
                    <a:pt x="3595" y="2524"/>
                  </a:cubicBezTo>
                  <a:cubicBezTo>
                    <a:pt x="3829" y="1899"/>
                    <a:pt x="4221" y="802"/>
                    <a:pt x="4794" y="649"/>
                  </a:cubicBezTo>
                  <a:cubicBezTo>
                    <a:pt x="4885" y="625"/>
                    <a:pt x="4951" y="612"/>
                    <a:pt x="5002" y="612"/>
                  </a:cubicBezTo>
                  <a:close/>
                  <a:moveTo>
                    <a:pt x="4825" y="1"/>
                  </a:moveTo>
                  <a:cubicBezTo>
                    <a:pt x="4820" y="1"/>
                    <a:pt x="4815" y="1"/>
                    <a:pt x="4810" y="1"/>
                  </a:cubicBezTo>
                  <a:cubicBezTo>
                    <a:pt x="4376" y="15"/>
                    <a:pt x="4159" y="546"/>
                    <a:pt x="3978" y="872"/>
                  </a:cubicBezTo>
                  <a:cubicBezTo>
                    <a:pt x="3696" y="1377"/>
                    <a:pt x="3470" y="1908"/>
                    <a:pt x="3281" y="2455"/>
                  </a:cubicBezTo>
                  <a:cubicBezTo>
                    <a:pt x="2890" y="2406"/>
                    <a:pt x="2477" y="2382"/>
                    <a:pt x="2068" y="2382"/>
                  </a:cubicBezTo>
                  <a:cubicBezTo>
                    <a:pt x="1748" y="2382"/>
                    <a:pt x="1430" y="2397"/>
                    <a:pt x="1129" y="2425"/>
                  </a:cubicBezTo>
                  <a:cubicBezTo>
                    <a:pt x="760" y="2460"/>
                    <a:pt x="289" y="2585"/>
                    <a:pt x="157" y="2979"/>
                  </a:cubicBezTo>
                  <a:cubicBezTo>
                    <a:pt x="0" y="3455"/>
                    <a:pt x="455" y="3774"/>
                    <a:pt x="785" y="4025"/>
                  </a:cubicBezTo>
                  <a:cubicBezTo>
                    <a:pt x="1360" y="4464"/>
                    <a:pt x="1988" y="4852"/>
                    <a:pt x="2662" y="5120"/>
                  </a:cubicBezTo>
                  <a:cubicBezTo>
                    <a:pt x="2334" y="5695"/>
                    <a:pt x="2145" y="6316"/>
                    <a:pt x="2056" y="6981"/>
                  </a:cubicBezTo>
                  <a:cubicBezTo>
                    <a:pt x="2004" y="7339"/>
                    <a:pt x="1847" y="7993"/>
                    <a:pt x="2203" y="8258"/>
                  </a:cubicBezTo>
                  <a:cubicBezTo>
                    <a:pt x="2296" y="8328"/>
                    <a:pt x="2395" y="8357"/>
                    <a:pt x="2495" y="8357"/>
                  </a:cubicBezTo>
                  <a:cubicBezTo>
                    <a:pt x="2829" y="8357"/>
                    <a:pt x="3181" y="8034"/>
                    <a:pt x="3410" y="7856"/>
                  </a:cubicBezTo>
                  <a:cubicBezTo>
                    <a:pt x="4013" y="7389"/>
                    <a:pt x="4591" y="6886"/>
                    <a:pt x="5124" y="6341"/>
                  </a:cubicBezTo>
                  <a:cubicBezTo>
                    <a:pt x="5978" y="7172"/>
                    <a:pt x="7028" y="7731"/>
                    <a:pt x="8185" y="8019"/>
                  </a:cubicBezTo>
                  <a:cubicBezTo>
                    <a:pt x="8204" y="8024"/>
                    <a:pt x="8222" y="8027"/>
                    <a:pt x="8241" y="8027"/>
                  </a:cubicBezTo>
                  <a:cubicBezTo>
                    <a:pt x="8360" y="8027"/>
                    <a:pt x="8477" y="7933"/>
                    <a:pt x="8472" y="7803"/>
                  </a:cubicBezTo>
                  <a:cubicBezTo>
                    <a:pt x="8428" y="6819"/>
                    <a:pt x="8267" y="5508"/>
                    <a:pt x="7633" y="4693"/>
                  </a:cubicBezTo>
                  <a:cubicBezTo>
                    <a:pt x="8239" y="4381"/>
                    <a:pt x="8806" y="3997"/>
                    <a:pt x="9305" y="3534"/>
                  </a:cubicBezTo>
                  <a:cubicBezTo>
                    <a:pt x="9585" y="3273"/>
                    <a:pt x="10148" y="2813"/>
                    <a:pt x="10051" y="2359"/>
                  </a:cubicBezTo>
                  <a:cubicBezTo>
                    <a:pt x="9976" y="2005"/>
                    <a:pt x="9624" y="1951"/>
                    <a:pt x="9300" y="1951"/>
                  </a:cubicBezTo>
                  <a:cubicBezTo>
                    <a:pt x="9174" y="1951"/>
                    <a:pt x="9052" y="1959"/>
                    <a:pt x="8952" y="1961"/>
                  </a:cubicBezTo>
                  <a:cubicBezTo>
                    <a:pt x="8153" y="1973"/>
                    <a:pt x="7303" y="1989"/>
                    <a:pt x="6523" y="2174"/>
                  </a:cubicBezTo>
                  <a:cubicBezTo>
                    <a:pt x="6424" y="1661"/>
                    <a:pt x="6102" y="1186"/>
                    <a:pt x="5793" y="777"/>
                  </a:cubicBezTo>
                  <a:cubicBezTo>
                    <a:pt x="5568" y="480"/>
                    <a:pt x="5245" y="1"/>
                    <a:pt x="48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5" name="Google Shape;4675;p211"/>
          <p:cNvGrpSpPr/>
          <p:nvPr/>
        </p:nvGrpSpPr>
        <p:grpSpPr>
          <a:xfrm>
            <a:off x="996673" y="327406"/>
            <a:ext cx="367444" cy="325950"/>
            <a:chOff x="3200749" y="4607951"/>
            <a:chExt cx="250388" cy="222113"/>
          </a:xfrm>
        </p:grpSpPr>
        <p:sp>
          <p:nvSpPr>
            <p:cNvPr id="4676" name="Google Shape;4676;p211"/>
            <p:cNvSpPr/>
            <p:nvPr/>
          </p:nvSpPr>
          <p:spPr>
            <a:xfrm>
              <a:off x="3212638" y="4655639"/>
              <a:ext cx="230435" cy="164429"/>
            </a:xfrm>
            <a:custGeom>
              <a:rect b="b" l="l" r="r" t="t"/>
              <a:pathLst>
                <a:path extrusionOk="0" h="8851" w="12404">
                  <a:moveTo>
                    <a:pt x="6842" y="0"/>
                  </a:moveTo>
                  <a:cubicBezTo>
                    <a:pt x="6707" y="0"/>
                    <a:pt x="6570" y="14"/>
                    <a:pt x="6433" y="43"/>
                  </a:cubicBezTo>
                  <a:cubicBezTo>
                    <a:pt x="5732" y="177"/>
                    <a:pt x="5165" y="644"/>
                    <a:pt x="4665" y="1111"/>
                  </a:cubicBezTo>
                  <a:cubicBezTo>
                    <a:pt x="4606" y="1169"/>
                    <a:pt x="4535" y="1196"/>
                    <a:pt x="4465" y="1196"/>
                  </a:cubicBezTo>
                  <a:cubicBezTo>
                    <a:pt x="4375" y="1196"/>
                    <a:pt x="4287" y="1152"/>
                    <a:pt x="4231" y="1078"/>
                  </a:cubicBezTo>
                  <a:cubicBezTo>
                    <a:pt x="3829" y="515"/>
                    <a:pt x="3328" y="285"/>
                    <a:pt x="2859" y="285"/>
                  </a:cubicBezTo>
                  <a:cubicBezTo>
                    <a:pt x="1772" y="285"/>
                    <a:pt x="863" y="1523"/>
                    <a:pt x="1796" y="2712"/>
                  </a:cubicBezTo>
                  <a:cubicBezTo>
                    <a:pt x="1863" y="2712"/>
                    <a:pt x="1929" y="2712"/>
                    <a:pt x="1963" y="2745"/>
                  </a:cubicBezTo>
                  <a:cubicBezTo>
                    <a:pt x="2163" y="2779"/>
                    <a:pt x="2163" y="3112"/>
                    <a:pt x="1963" y="3146"/>
                  </a:cubicBezTo>
                  <a:cubicBezTo>
                    <a:pt x="1062" y="3279"/>
                    <a:pt x="61" y="3713"/>
                    <a:pt x="28" y="4814"/>
                  </a:cubicBezTo>
                  <a:cubicBezTo>
                    <a:pt x="1" y="5765"/>
                    <a:pt x="726" y="6339"/>
                    <a:pt x="1537" y="6339"/>
                  </a:cubicBezTo>
                  <a:cubicBezTo>
                    <a:pt x="1722" y="6339"/>
                    <a:pt x="1911" y="6310"/>
                    <a:pt x="2096" y="6248"/>
                  </a:cubicBezTo>
                  <a:cubicBezTo>
                    <a:pt x="2123" y="6239"/>
                    <a:pt x="2150" y="6235"/>
                    <a:pt x="2177" y="6235"/>
                  </a:cubicBezTo>
                  <a:cubicBezTo>
                    <a:pt x="2346" y="6235"/>
                    <a:pt x="2487" y="6404"/>
                    <a:pt x="2430" y="6548"/>
                  </a:cubicBezTo>
                  <a:cubicBezTo>
                    <a:pt x="2152" y="7290"/>
                    <a:pt x="2246" y="8404"/>
                    <a:pt x="3164" y="8404"/>
                  </a:cubicBezTo>
                  <a:cubicBezTo>
                    <a:pt x="3236" y="8404"/>
                    <a:pt x="3314" y="8397"/>
                    <a:pt x="3397" y="8383"/>
                  </a:cubicBezTo>
                  <a:cubicBezTo>
                    <a:pt x="3931" y="8316"/>
                    <a:pt x="4264" y="7882"/>
                    <a:pt x="4498" y="7415"/>
                  </a:cubicBezTo>
                  <a:cubicBezTo>
                    <a:pt x="4498" y="7349"/>
                    <a:pt x="4498" y="7315"/>
                    <a:pt x="4498" y="7249"/>
                  </a:cubicBezTo>
                  <a:cubicBezTo>
                    <a:pt x="4498" y="7149"/>
                    <a:pt x="4598" y="7115"/>
                    <a:pt x="4665" y="7082"/>
                  </a:cubicBezTo>
                  <a:cubicBezTo>
                    <a:pt x="4684" y="7053"/>
                    <a:pt x="4713" y="7041"/>
                    <a:pt x="4745" y="7041"/>
                  </a:cubicBezTo>
                  <a:cubicBezTo>
                    <a:pt x="4826" y="7041"/>
                    <a:pt x="4922" y="7120"/>
                    <a:pt x="4898" y="7215"/>
                  </a:cubicBezTo>
                  <a:cubicBezTo>
                    <a:pt x="4898" y="7249"/>
                    <a:pt x="4865" y="7282"/>
                    <a:pt x="4865" y="7349"/>
                  </a:cubicBezTo>
                  <a:cubicBezTo>
                    <a:pt x="4995" y="8132"/>
                    <a:pt x="5636" y="8851"/>
                    <a:pt x="6476" y="8851"/>
                  </a:cubicBezTo>
                  <a:cubicBezTo>
                    <a:pt x="6495" y="8851"/>
                    <a:pt x="6514" y="8850"/>
                    <a:pt x="6533" y="8850"/>
                  </a:cubicBezTo>
                  <a:cubicBezTo>
                    <a:pt x="7533" y="8816"/>
                    <a:pt x="7967" y="7916"/>
                    <a:pt x="8100" y="7082"/>
                  </a:cubicBezTo>
                  <a:cubicBezTo>
                    <a:pt x="8120" y="6985"/>
                    <a:pt x="8219" y="6933"/>
                    <a:pt x="8317" y="6933"/>
                  </a:cubicBezTo>
                  <a:cubicBezTo>
                    <a:pt x="8388" y="6933"/>
                    <a:pt x="8459" y="6959"/>
                    <a:pt x="8501" y="7015"/>
                  </a:cubicBezTo>
                  <a:cubicBezTo>
                    <a:pt x="8534" y="7015"/>
                    <a:pt x="8601" y="7048"/>
                    <a:pt x="8601" y="7115"/>
                  </a:cubicBezTo>
                  <a:cubicBezTo>
                    <a:pt x="8745" y="7674"/>
                    <a:pt x="9182" y="7911"/>
                    <a:pt x="9658" y="7911"/>
                  </a:cubicBezTo>
                  <a:cubicBezTo>
                    <a:pt x="10063" y="7911"/>
                    <a:pt x="10496" y="7740"/>
                    <a:pt x="10802" y="7449"/>
                  </a:cubicBezTo>
                  <a:cubicBezTo>
                    <a:pt x="11103" y="7182"/>
                    <a:pt x="11336" y="6748"/>
                    <a:pt x="11303" y="6315"/>
                  </a:cubicBezTo>
                  <a:cubicBezTo>
                    <a:pt x="11269" y="5914"/>
                    <a:pt x="11036" y="5681"/>
                    <a:pt x="10769" y="5381"/>
                  </a:cubicBezTo>
                  <a:cubicBezTo>
                    <a:pt x="10736" y="5347"/>
                    <a:pt x="10736" y="5347"/>
                    <a:pt x="10702" y="5314"/>
                  </a:cubicBezTo>
                  <a:cubicBezTo>
                    <a:pt x="10536" y="5214"/>
                    <a:pt x="10469" y="4880"/>
                    <a:pt x="10736" y="4814"/>
                  </a:cubicBezTo>
                  <a:cubicBezTo>
                    <a:pt x="11937" y="4547"/>
                    <a:pt x="12404" y="3346"/>
                    <a:pt x="11636" y="2345"/>
                  </a:cubicBezTo>
                  <a:cubicBezTo>
                    <a:pt x="11238" y="1833"/>
                    <a:pt x="10699" y="1623"/>
                    <a:pt x="10137" y="1623"/>
                  </a:cubicBezTo>
                  <a:cubicBezTo>
                    <a:pt x="9710" y="1623"/>
                    <a:pt x="9270" y="1743"/>
                    <a:pt x="8868" y="1945"/>
                  </a:cubicBezTo>
                  <a:cubicBezTo>
                    <a:pt x="8823" y="1972"/>
                    <a:pt x="8774" y="1984"/>
                    <a:pt x="8726" y="1984"/>
                  </a:cubicBezTo>
                  <a:cubicBezTo>
                    <a:pt x="8595" y="1984"/>
                    <a:pt x="8476" y="1891"/>
                    <a:pt x="8501" y="1745"/>
                  </a:cubicBezTo>
                  <a:cubicBezTo>
                    <a:pt x="8618" y="694"/>
                    <a:pt x="7789" y="0"/>
                    <a:pt x="68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211"/>
            <p:cNvSpPr/>
            <p:nvPr/>
          </p:nvSpPr>
          <p:spPr>
            <a:xfrm>
              <a:off x="3336476" y="4617314"/>
              <a:ext cx="91717" cy="63312"/>
            </a:xfrm>
            <a:custGeom>
              <a:rect b="b" l="l" r="r" t="t"/>
              <a:pathLst>
                <a:path extrusionOk="0" h="3408" w="4937">
                  <a:moveTo>
                    <a:pt x="2449" y="1"/>
                  </a:moveTo>
                  <a:cubicBezTo>
                    <a:pt x="1460" y="1"/>
                    <a:pt x="404" y="590"/>
                    <a:pt x="0" y="1506"/>
                  </a:cubicBezTo>
                  <a:cubicBezTo>
                    <a:pt x="71" y="1498"/>
                    <a:pt x="144" y="1494"/>
                    <a:pt x="218" y="1494"/>
                  </a:cubicBezTo>
                  <a:cubicBezTo>
                    <a:pt x="458" y="1494"/>
                    <a:pt x="713" y="1538"/>
                    <a:pt x="967" y="1639"/>
                  </a:cubicBezTo>
                  <a:cubicBezTo>
                    <a:pt x="1801" y="1940"/>
                    <a:pt x="2302" y="2607"/>
                    <a:pt x="2335" y="3407"/>
                  </a:cubicBezTo>
                  <a:cubicBezTo>
                    <a:pt x="2710" y="3282"/>
                    <a:pt x="3105" y="3215"/>
                    <a:pt x="3487" y="3215"/>
                  </a:cubicBezTo>
                  <a:cubicBezTo>
                    <a:pt x="3819" y="3215"/>
                    <a:pt x="4142" y="3266"/>
                    <a:pt x="4437" y="3374"/>
                  </a:cubicBezTo>
                  <a:cubicBezTo>
                    <a:pt x="4937" y="2106"/>
                    <a:pt x="4603" y="572"/>
                    <a:pt x="3136" y="105"/>
                  </a:cubicBezTo>
                  <a:cubicBezTo>
                    <a:pt x="2917" y="34"/>
                    <a:pt x="2685" y="1"/>
                    <a:pt x="24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211"/>
            <p:cNvSpPr/>
            <p:nvPr/>
          </p:nvSpPr>
          <p:spPr>
            <a:xfrm>
              <a:off x="3200749" y="4607951"/>
              <a:ext cx="250388" cy="222113"/>
            </a:xfrm>
            <a:custGeom>
              <a:rect b="b" l="l" r="r" t="t"/>
              <a:pathLst>
                <a:path extrusionOk="0" h="11956" w="13478">
                  <a:moveTo>
                    <a:pt x="9780" y="517"/>
                  </a:moveTo>
                  <a:cubicBezTo>
                    <a:pt x="10007" y="517"/>
                    <a:pt x="10231" y="547"/>
                    <a:pt x="10442" y="609"/>
                  </a:cubicBezTo>
                  <a:cubicBezTo>
                    <a:pt x="11909" y="1076"/>
                    <a:pt x="12243" y="2610"/>
                    <a:pt x="11743" y="3878"/>
                  </a:cubicBezTo>
                  <a:cubicBezTo>
                    <a:pt x="11457" y="3773"/>
                    <a:pt x="11145" y="3722"/>
                    <a:pt x="10824" y="3722"/>
                  </a:cubicBezTo>
                  <a:cubicBezTo>
                    <a:pt x="10432" y="3722"/>
                    <a:pt x="10026" y="3798"/>
                    <a:pt x="9641" y="3945"/>
                  </a:cubicBezTo>
                  <a:cubicBezTo>
                    <a:pt x="9608" y="3111"/>
                    <a:pt x="9107" y="2444"/>
                    <a:pt x="8273" y="2143"/>
                  </a:cubicBezTo>
                  <a:cubicBezTo>
                    <a:pt x="7999" y="2061"/>
                    <a:pt x="7724" y="2001"/>
                    <a:pt x="7469" y="2001"/>
                  </a:cubicBezTo>
                  <a:cubicBezTo>
                    <a:pt x="7413" y="2001"/>
                    <a:pt x="7359" y="2004"/>
                    <a:pt x="7306" y="2010"/>
                  </a:cubicBezTo>
                  <a:cubicBezTo>
                    <a:pt x="7713" y="1087"/>
                    <a:pt x="8784" y="517"/>
                    <a:pt x="9780" y="517"/>
                  </a:cubicBezTo>
                  <a:close/>
                  <a:moveTo>
                    <a:pt x="7482" y="2567"/>
                  </a:moveTo>
                  <a:cubicBezTo>
                    <a:pt x="8429" y="2567"/>
                    <a:pt x="9258" y="3261"/>
                    <a:pt x="9141" y="4312"/>
                  </a:cubicBezTo>
                  <a:cubicBezTo>
                    <a:pt x="9116" y="4458"/>
                    <a:pt x="9235" y="4551"/>
                    <a:pt x="9366" y="4551"/>
                  </a:cubicBezTo>
                  <a:cubicBezTo>
                    <a:pt x="9414" y="4551"/>
                    <a:pt x="9463" y="4539"/>
                    <a:pt x="9508" y="4512"/>
                  </a:cubicBezTo>
                  <a:cubicBezTo>
                    <a:pt x="9910" y="4310"/>
                    <a:pt x="10350" y="4190"/>
                    <a:pt x="10777" y="4190"/>
                  </a:cubicBezTo>
                  <a:cubicBezTo>
                    <a:pt x="11339" y="4190"/>
                    <a:pt x="11878" y="4400"/>
                    <a:pt x="12276" y="4912"/>
                  </a:cubicBezTo>
                  <a:cubicBezTo>
                    <a:pt x="13044" y="5913"/>
                    <a:pt x="12577" y="7114"/>
                    <a:pt x="11376" y="7381"/>
                  </a:cubicBezTo>
                  <a:cubicBezTo>
                    <a:pt x="11109" y="7447"/>
                    <a:pt x="11176" y="7781"/>
                    <a:pt x="11342" y="7881"/>
                  </a:cubicBezTo>
                  <a:cubicBezTo>
                    <a:pt x="11376" y="7881"/>
                    <a:pt x="11376" y="7914"/>
                    <a:pt x="11409" y="7948"/>
                  </a:cubicBezTo>
                  <a:cubicBezTo>
                    <a:pt x="11676" y="8248"/>
                    <a:pt x="11909" y="8448"/>
                    <a:pt x="11943" y="8882"/>
                  </a:cubicBezTo>
                  <a:cubicBezTo>
                    <a:pt x="11976" y="9315"/>
                    <a:pt x="11743" y="9716"/>
                    <a:pt x="11442" y="10016"/>
                  </a:cubicBezTo>
                  <a:cubicBezTo>
                    <a:pt x="11139" y="10304"/>
                    <a:pt x="10711" y="10475"/>
                    <a:pt x="10309" y="10475"/>
                  </a:cubicBezTo>
                  <a:cubicBezTo>
                    <a:pt x="9829" y="10475"/>
                    <a:pt x="9386" y="10230"/>
                    <a:pt x="9241" y="9649"/>
                  </a:cubicBezTo>
                  <a:cubicBezTo>
                    <a:pt x="9241" y="9615"/>
                    <a:pt x="9174" y="9582"/>
                    <a:pt x="9141" y="9549"/>
                  </a:cubicBezTo>
                  <a:cubicBezTo>
                    <a:pt x="9099" y="9507"/>
                    <a:pt x="9029" y="9483"/>
                    <a:pt x="8959" y="9483"/>
                  </a:cubicBezTo>
                  <a:cubicBezTo>
                    <a:pt x="8860" y="9483"/>
                    <a:pt x="8760" y="9532"/>
                    <a:pt x="8740" y="9649"/>
                  </a:cubicBezTo>
                  <a:cubicBezTo>
                    <a:pt x="8607" y="10483"/>
                    <a:pt x="8173" y="11383"/>
                    <a:pt x="7173" y="11417"/>
                  </a:cubicBezTo>
                  <a:cubicBezTo>
                    <a:pt x="7137" y="11419"/>
                    <a:pt x="7102" y="11421"/>
                    <a:pt x="7068" y="11421"/>
                  </a:cubicBezTo>
                  <a:cubicBezTo>
                    <a:pt x="6252" y="11421"/>
                    <a:pt x="5633" y="10684"/>
                    <a:pt x="5505" y="9916"/>
                  </a:cubicBezTo>
                  <a:cubicBezTo>
                    <a:pt x="5505" y="9849"/>
                    <a:pt x="5538" y="9816"/>
                    <a:pt x="5538" y="9782"/>
                  </a:cubicBezTo>
                  <a:cubicBezTo>
                    <a:pt x="5562" y="9687"/>
                    <a:pt x="5466" y="9608"/>
                    <a:pt x="5385" y="9608"/>
                  </a:cubicBezTo>
                  <a:cubicBezTo>
                    <a:pt x="5353" y="9608"/>
                    <a:pt x="5324" y="9620"/>
                    <a:pt x="5305" y="9649"/>
                  </a:cubicBezTo>
                  <a:cubicBezTo>
                    <a:pt x="5238" y="9682"/>
                    <a:pt x="5138" y="9716"/>
                    <a:pt x="5138" y="9816"/>
                  </a:cubicBezTo>
                  <a:cubicBezTo>
                    <a:pt x="5138" y="9882"/>
                    <a:pt x="5138" y="9916"/>
                    <a:pt x="5138" y="9982"/>
                  </a:cubicBezTo>
                  <a:cubicBezTo>
                    <a:pt x="4904" y="10449"/>
                    <a:pt x="4571" y="10883"/>
                    <a:pt x="4037" y="10950"/>
                  </a:cubicBezTo>
                  <a:cubicBezTo>
                    <a:pt x="3954" y="10964"/>
                    <a:pt x="3876" y="10971"/>
                    <a:pt x="3804" y="10971"/>
                  </a:cubicBezTo>
                  <a:cubicBezTo>
                    <a:pt x="2890" y="10971"/>
                    <a:pt x="2822" y="9857"/>
                    <a:pt x="3070" y="9115"/>
                  </a:cubicBezTo>
                  <a:cubicBezTo>
                    <a:pt x="3127" y="8971"/>
                    <a:pt x="2986" y="8802"/>
                    <a:pt x="2817" y="8802"/>
                  </a:cubicBezTo>
                  <a:cubicBezTo>
                    <a:pt x="2790" y="8802"/>
                    <a:pt x="2763" y="8806"/>
                    <a:pt x="2736" y="8815"/>
                  </a:cubicBezTo>
                  <a:cubicBezTo>
                    <a:pt x="2551" y="8877"/>
                    <a:pt x="2362" y="8906"/>
                    <a:pt x="2177" y="8906"/>
                  </a:cubicBezTo>
                  <a:cubicBezTo>
                    <a:pt x="1366" y="8906"/>
                    <a:pt x="641" y="8332"/>
                    <a:pt x="668" y="7381"/>
                  </a:cubicBezTo>
                  <a:cubicBezTo>
                    <a:pt x="701" y="6280"/>
                    <a:pt x="1702" y="5846"/>
                    <a:pt x="2603" y="5713"/>
                  </a:cubicBezTo>
                  <a:cubicBezTo>
                    <a:pt x="2803" y="5679"/>
                    <a:pt x="2803" y="5346"/>
                    <a:pt x="2603" y="5312"/>
                  </a:cubicBezTo>
                  <a:cubicBezTo>
                    <a:pt x="2569" y="5279"/>
                    <a:pt x="2503" y="5279"/>
                    <a:pt x="2436" y="5279"/>
                  </a:cubicBezTo>
                  <a:cubicBezTo>
                    <a:pt x="1503" y="4090"/>
                    <a:pt x="2412" y="2852"/>
                    <a:pt x="3499" y="2852"/>
                  </a:cubicBezTo>
                  <a:cubicBezTo>
                    <a:pt x="3968" y="2852"/>
                    <a:pt x="4469" y="3082"/>
                    <a:pt x="4871" y="3645"/>
                  </a:cubicBezTo>
                  <a:cubicBezTo>
                    <a:pt x="4946" y="3719"/>
                    <a:pt x="5031" y="3763"/>
                    <a:pt x="5116" y="3763"/>
                  </a:cubicBezTo>
                  <a:cubicBezTo>
                    <a:pt x="5181" y="3763"/>
                    <a:pt x="5246" y="3736"/>
                    <a:pt x="5305" y="3678"/>
                  </a:cubicBezTo>
                  <a:cubicBezTo>
                    <a:pt x="5805" y="3211"/>
                    <a:pt x="6372" y="2744"/>
                    <a:pt x="7073" y="2610"/>
                  </a:cubicBezTo>
                  <a:cubicBezTo>
                    <a:pt x="7210" y="2581"/>
                    <a:pt x="7347" y="2567"/>
                    <a:pt x="7482" y="2567"/>
                  </a:cubicBezTo>
                  <a:close/>
                  <a:moveTo>
                    <a:pt x="9790" y="1"/>
                  </a:moveTo>
                  <a:cubicBezTo>
                    <a:pt x="8522" y="1"/>
                    <a:pt x="7191" y="807"/>
                    <a:pt x="6906" y="2077"/>
                  </a:cubicBezTo>
                  <a:cubicBezTo>
                    <a:pt x="6239" y="2244"/>
                    <a:pt x="5672" y="2644"/>
                    <a:pt x="5138" y="3077"/>
                  </a:cubicBezTo>
                  <a:cubicBezTo>
                    <a:pt x="4674" y="2573"/>
                    <a:pt x="4038" y="2239"/>
                    <a:pt x="3387" y="2239"/>
                  </a:cubicBezTo>
                  <a:cubicBezTo>
                    <a:pt x="2962" y="2239"/>
                    <a:pt x="2531" y="2381"/>
                    <a:pt x="2136" y="2711"/>
                  </a:cubicBezTo>
                  <a:cubicBezTo>
                    <a:pt x="1302" y="3411"/>
                    <a:pt x="1302" y="4545"/>
                    <a:pt x="1936" y="5312"/>
                  </a:cubicBezTo>
                  <a:cubicBezTo>
                    <a:pt x="868" y="5513"/>
                    <a:pt x="1" y="6513"/>
                    <a:pt x="168" y="7681"/>
                  </a:cubicBezTo>
                  <a:cubicBezTo>
                    <a:pt x="290" y="8780"/>
                    <a:pt x="1195" y="9432"/>
                    <a:pt x="2166" y="9432"/>
                  </a:cubicBezTo>
                  <a:cubicBezTo>
                    <a:pt x="2256" y="9432"/>
                    <a:pt x="2346" y="9427"/>
                    <a:pt x="2436" y="9415"/>
                  </a:cubicBezTo>
                  <a:lnTo>
                    <a:pt x="2436" y="9415"/>
                  </a:lnTo>
                  <a:cubicBezTo>
                    <a:pt x="2269" y="10283"/>
                    <a:pt x="2336" y="11283"/>
                    <a:pt x="3370" y="11517"/>
                  </a:cubicBezTo>
                  <a:cubicBezTo>
                    <a:pt x="3495" y="11546"/>
                    <a:pt x="3615" y="11559"/>
                    <a:pt x="3729" y="11559"/>
                  </a:cubicBezTo>
                  <a:cubicBezTo>
                    <a:pt x="4406" y="11559"/>
                    <a:pt x="4895" y="11082"/>
                    <a:pt x="5238" y="10483"/>
                  </a:cubicBezTo>
                  <a:cubicBezTo>
                    <a:pt x="5460" y="11340"/>
                    <a:pt x="6256" y="11955"/>
                    <a:pt x="7167" y="11955"/>
                  </a:cubicBezTo>
                  <a:cubicBezTo>
                    <a:pt x="7213" y="11955"/>
                    <a:pt x="7259" y="11954"/>
                    <a:pt x="7306" y="11950"/>
                  </a:cubicBezTo>
                  <a:cubicBezTo>
                    <a:pt x="8140" y="11917"/>
                    <a:pt x="8974" y="11217"/>
                    <a:pt x="9174" y="10383"/>
                  </a:cubicBezTo>
                  <a:cubicBezTo>
                    <a:pt x="9440" y="10773"/>
                    <a:pt x="9905" y="10956"/>
                    <a:pt x="10397" y="10956"/>
                  </a:cubicBezTo>
                  <a:cubicBezTo>
                    <a:pt x="10830" y="10956"/>
                    <a:pt x="11284" y="10815"/>
                    <a:pt x="11643" y="10549"/>
                  </a:cubicBezTo>
                  <a:cubicBezTo>
                    <a:pt x="12410" y="9949"/>
                    <a:pt x="12877" y="8381"/>
                    <a:pt x="11976" y="7747"/>
                  </a:cubicBezTo>
                  <a:cubicBezTo>
                    <a:pt x="12977" y="7280"/>
                    <a:pt x="13477" y="6113"/>
                    <a:pt x="12977" y="5046"/>
                  </a:cubicBezTo>
                  <a:cubicBezTo>
                    <a:pt x="12777" y="4645"/>
                    <a:pt x="12510" y="4345"/>
                    <a:pt x="12210" y="4112"/>
                  </a:cubicBezTo>
                  <a:cubicBezTo>
                    <a:pt x="13010" y="2711"/>
                    <a:pt x="12343" y="809"/>
                    <a:pt x="10842" y="209"/>
                  </a:cubicBezTo>
                  <a:cubicBezTo>
                    <a:pt x="10514" y="67"/>
                    <a:pt x="10155" y="1"/>
                    <a:pt x="97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4679" name="Shape 4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80" name="Google Shape;4680;p212"/>
          <p:cNvSpPr/>
          <p:nvPr/>
        </p:nvSpPr>
        <p:spPr>
          <a:xfrm>
            <a:off x="6547784" y="-278499"/>
            <a:ext cx="2631130" cy="1290026"/>
          </a:xfrm>
          <a:custGeom>
            <a:rect b="b" l="l" r="r" t="t"/>
            <a:pathLst>
              <a:path extrusionOk="0" h="8220" w="16766">
                <a:moveTo>
                  <a:pt x="16619" y="0"/>
                </a:moveTo>
                <a:lnTo>
                  <a:pt x="1" y="306"/>
                </a:lnTo>
                <a:cubicBezTo>
                  <a:pt x="61" y="421"/>
                  <a:pt x="130" y="530"/>
                  <a:pt x="209" y="629"/>
                </a:cubicBezTo>
                <a:cubicBezTo>
                  <a:pt x="561" y="1077"/>
                  <a:pt x="1090" y="1341"/>
                  <a:pt x="1620" y="1341"/>
                </a:cubicBezTo>
                <a:cubicBezTo>
                  <a:pt x="1653" y="1341"/>
                  <a:pt x="1687" y="1340"/>
                  <a:pt x="1720" y="1338"/>
                </a:cubicBezTo>
                <a:cubicBezTo>
                  <a:pt x="2137" y="1311"/>
                  <a:pt x="2547" y="1128"/>
                  <a:pt x="2959" y="1128"/>
                </a:cubicBezTo>
                <a:cubicBezTo>
                  <a:pt x="3033" y="1128"/>
                  <a:pt x="3106" y="1133"/>
                  <a:pt x="3180" y="1147"/>
                </a:cubicBezTo>
                <a:cubicBezTo>
                  <a:pt x="3277" y="1165"/>
                  <a:pt x="3367" y="1194"/>
                  <a:pt x="3455" y="1233"/>
                </a:cubicBezTo>
                <a:cubicBezTo>
                  <a:pt x="3474" y="1242"/>
                  <a:pt x="3493" y="1250"/>
                  <a:pt x="3511" y="1261"/>
                </a:cubicBezTo>
                <a:lnTo>
                  <a:pt x="3512" y="1261"/>
                </a:lnTo>
                <a:cubicBezTo>
                  <a:pt x="4178" y="1599"/>
                  <a:pt x="4587" y="2502"/>
                  <a:pt x="5216" y="2997"/>
                </a:cubicBezTo>
                <a:cubicBezTo>
                  <a:pt x="5642" y="3331"/>
                  <a:pt x="6137" y="3458"/>
                  <a:pt x="6653" y="3458"/>
                </a:cubicBezTo>
                <a:cubicBezTo>
                  <a:pt x="7281" y="3458"/>
                  <a:pt x="7939" y="3268"/>
                  <a:pt x="8534" y="3032"/>
                </a:cubicBezTo>
                <a:cubicBezTo>
                  <a:pt x="9061" y="2823"/>
                  <a:pt x="9606" y="2582"/>
                  <a:pt x="10155" y="2582"/>
                </a:cubicBezTo>
                <a:cubicBezTo>
                  <a:pt x="10271" y="2582"/>
                  <a:pt x="10386" y="2593"/>
                  <a:pt x="10502" y="2617"/>
                </a:cubicBezTo>
                <a:cubicBezTo>
                  <a:pt x="11491" y="2819"/>
                  <a:pt x="12129" y="3901"/>
                  <a:pt x="12548" y="4929"/>
                </a:cubicBezTo>
                <a:cubicBezTo>
                  <a:pt x="12966" y="5958"/>
                  <a:pt x="13334" y="7102"/>
                  <a:pt x="14165" y="7742"/>
                </a:cubicBezTo>
                <a:cubicBezTo>
                  <a:pt x="14587" y="8068"/>
                  <a:pt x="15094" y="8220"/>
                  <a:pt x="15606" y="8220"/>
                </a:cubicBezTo>
                <a:cubicBezTo>
                  <a:pt x="16002" y="8220"/>
                  <a:pt x="16401" y="8129"/>
                  <a:pt x="16766" y="7956"/>
                </a:cubicBezTo>
                <a:lnTo>
                  <a:pt x="16619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81" name="Google Shape;4681;p212"/>
          <p:cNvSpPr/>
          <p:nvPr/>
        </p:nvSpPr>
        <p:spPr>
          <a:xfrm>
            <a:off x="7408253" y="1455793"/>
            <a:ext cx="2249157" cy="4099051"/>
          </a:xfrm>
          <a:custGeom>
            <a:rect b="b" l="l" r="r" t="t"/>
            <a:pathLst>
              <a:path extrusionOk="0" h="26119" w="14332">
                <a:moveTo>
                  <a:pt x="12104" y="0"/>
                </a:moveTo>
                <a:cubicBezTo>
                  <a:pt x="11836" y="0"/>
                  <a:pt x="11579" y="100"/>
                  <a:pt x="11338" y="207"/>
                </a:cubicBezTo>
                <a:cubicBezTo>
                  <a:pt x="11049" y="335"/>
                  <a:pt x="10764" y="475"/>
                  <a:pt x="10478" y="610"/>
                </a:cubicBezTo>
                <a:cubicBezTo>
                  <a:pt x="9890" y="885"/>
                  <a:pt x="9294" y="1149"/>
                  <a:pt x="8713" y="1440"/>
                </a:cubicBezTo>
                <a:cubicBezTo>
                  <a:pt x="8495" y="1549"/>
                  <a:pt x="8298" y="1691"/>
                  <a:pt x="8201" y="1922"/>
                </a:cubicBezTo>
                <a:cubicBezTo>
                  <a:pt x="8095" y="2174"/>
                  <a:pt x="8110" y="2467"/>
                  <a:pt x="8106" y="2735"/>
                </a:cubicBezTo>
                <a:cubicBezTo>
                  <a:pt x="8097" y="3377"/>
                  <a:pt x="8121" y="4019"/>
                  <a:pt x="8176" y="4658"/>
                </a:cubicBezTo>
                <a:cubicBezTo>
                  <a:pt x="8228" y="5277"/>
                  <a:pt x="8331" y="5899"/>
                  <a:pt x="8283" y="6521"/>
                </a:cubicBezTo>
                <a:cubicBezTo>
                  <a:pt x="8242" y="7056"/>
                  <a:pt x="8055" y="7556"/>
                  <a:pt x="7761" y="8004"/>
                </a:cubicBezTo>
                <a:cubicBezTo>
                  <a:pt x="7173" y="8897"/>
                  <a:pt x="6276" y="9476"/>
                  <a:pt x="5434" y="10099"/>
                </a:cubicBezTo>
                <a:cubicBezTo>
                  <a:pt x="5008" y="10415"/>
                  <a:pt x="4600" y="10769"/>
                  <a:pt x="4338" y="11238"/>
                </a:cubicBezTo>
                <a:cubicBezTo>
                  <a:pt x="4078" y="11703"/>
                  <a:pt x="3973" y="12231"/>
                  <a:pt x="3932" y="12758"/>
                </a:cubicBezTo>
                <a:cubicBezTo>
                  <a:pt x="3854" y="13776"/>
                  <a:pt x="4023" y="14819"/>
                  <a:pt x="3717" y="15812"/>
                </a:cubicBezTo>
                <a:cubicBezTo>
                  <a:pt x="3574" y="16273"/>
                  <a:pt x="3319" y="16702"/>
                  <a:pt x="2917" y="16981"/>
                </a:cubicBezTo>
                <a:cubicBezTo>
                  <a:pt x="2489" y="17279"/>
                  <a:pt x="1977" y="17419"/>
                  <a:pt x="1536" y="17694"/>
                </a:cubicBezTo>
                <a:cubicBezTo>
                  <a:pt x="639" y="18252"/>
                  <a:pt x="327" y="19323"/>
                  <a:pt x="152" y="20304"/>
                </a:cubicBezTo>
                <a:cubicBezTo>
                  <a:pt x="48" y="20891"/>
                  <a:pt x="1" y="21500"/>
                  <a:pt x="140" y="22087"/>
                </a:cubicBezTo>
                <a:cubicBezTo>
                  <a:pt x="259" y="22589"/>
                  <a:pt x="523" y="23040"/>
                  <a:pt x="855" y="23429"/>
                </a:cubicBezTo>
                <a:cubicBezTo>
                  <a:pt x="1544" y="24236"/>
                  <a:pt x="3187" y="24329"/>
                  <a:pt x="3333" y="25366"/>
                </a:cubicBezTo>
                <a:cubicBezTo>
                  <a:pt x="3413" y="25937"/>
                  <a:pt x="4213" y="26116"/>
                  <a:pt x="4450" y="26116"/>
                </a:cubicBezTo>
                <a:cubicBezTo>
                  <a:pt x="4499" y="26116"/>
                  <a:pt x="4524" y="26108"/>
                  <a:pt x="4512" y="26094"/>
                </a:cubicBezTo>
                <a:lnTo>
                  <a:pt x="4512" y="26094"/>
                </a:lnTo>
                <a:cubicBezTo>
                  <a:pt x="5752" y="26098"/>
                  <a:pt x="6992" y="26103"/>
                  <a:pt x="8231" y="26108"/>
                </a:cubicBezTo>
                <a:cubicBezTo>
                  <a:pt x="8884" y="26110"/>
                  <a:pt x="9536" y="26113"/>
                  <a:pt x="10188" y="26115"/>
                </a:cubicBezTo>
                <a:cubicBezTo>
                  <a:pt x="10509" y="26116"/>
                  <a:pt x="10831" y="26117"/>
                  <a:pt x="11153" y="26118"/>
                </a:cubicBezTo>
                <a:cubicBezTo>
                  <a:pt x="11181" y="26118"/>
                  <a:pt x="11210" y="26118"/>
                  <a:pt x="11238" y="26118"/>
                </a:cubicBezTo>
                <a:cubicBezTo>
                  <a:pt x="11502" y="26118"/>
                  <a:pt x="11768" y="26112"/>
                  <a:pt x="12030" y="26066"/>
                </a:cubicBezTo>
                <a:cubicBezTo>
                  <a:pt x="12510" y="25980"/>
                  <a:pt x="12981" y="25708"/>
                  <a:pt x="13161" y="25232"/>
                </a:cubicBezTo>
                <a:cubicBezTo>
                  <a:pt x="13200" y="25130"/>
                  <a:pt x="13224" y="25017"/>
                  <a:pt x="13222" y="24907"/>
                </a:cubicBezTo>
                <a:cubicBezTo>
                  <a:pt x="13220" y="24778"/>
                  <a:pt x="13107" y="24687"/>
                  <a:pt x="13042" y="24582"/>
                </a:cubicBezTo>
                <a:cubicBezTo>
                  <a:pt x="12914" y="24378"/>
                  <a:pt x="12829" y="24154"/>
                  <a:pt x="12777" y="23918"/>
                </a:cubicBezTo>
                <a:cubicBezTo>
                  <a:pt x="12667" y="23424"/>
                  <a:pt x="12700" y="22903"/>
                  <a:pt x="12760" y="22402"/>
                </a:cubicBezTo>
                <a:cubicBezTo>
                  <a:pt x="12825" y="21856"/>
                  <a:pt x="12928" y="21313"/>
                  <a:pt x="12991" y="20766"/>
                </a:cubicBezTo>
                <a:cubicBezTo>
                  <a:pt x="13138" y="19498"/>
                  <a:pt x="13165" y="18220"/>
                  <a:pt x="13259" y="16947"/>
                </a:cubicBezTo>
                <a:cubicBezTo>
                  <a:pt x="13306" y="16306"/>
                  <a:pt x="13371" y="15667"/>
                  <a:pt x="13476" y="15033"/>
                </a:cubicBezTo>
                <a:cubicBezTo>
                  <a:pt x="13580" y="14418"/>
                  <a:pt x="13717" y="13809"/>
                  <a:pt x="13850" y="13199"/>
                </a:cubicBezTo>
                <a:cubicBezTo>
                  <a:pt x="14117" y="11977"/>
                  <a:pt x="14332" y="10761"/>
                  <a:pt x="14312" y="9506"/>
                </a:cubicBezTo>
                <a:cubicBezTo>
                  <a:pt x="14292" y="8213"/>
                  <a:pt x="14104" y="6931"/>
                  <a:pt x="14032" y="5641"/>
                </a:cubicBezTo>
                <a:cubicBezTo>
                  <a:pt x="13973" y="4552"/>
                  <a:pt x="14026" y="3448"/>
                  <a:pt x="13821" y="2371"/>
                </a:cubicBezTo>
                <a:cubicBezTo>
                  <a:pt x="13723" y="1854"/>
                  <a:pt x="13559" y="1346"/>
                  <a:pt x="13296" y="889"/>
                </a:cubicBezTo>
                <a:cubicBezTo>
                  <a:pt x="13046" y="456"/>
                  <a:pt x="12681" y="18"/>
                  <a:pt x="12141" y="1"/>
                </a:cubicBezTo>
                <a:cubicBezTo>
                  <a:pt x="12128" y="1"/>
                  <a:pt x="12116" y="0"/>
                  <a:pt x="12104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82" name="Google Shape;4682;p212"/>
          <p:cNvSpPr/>
          <p:nvPr/>
        </p:nvSpPr>
        <p:spPr>
          <a:xfrm>
            <a:off x="-209325" y="4063744"/>
            <a:ext cx="2549055" cy="1959992"/>
          </a:xfrm>
          <a:custGeom>
            <a:rect b="b" l="l" r="r" t="t"/>
            <a:pathLst>
              <a:path extrusionOk="0" h="12489" w="16243">
                <a:moveTo>
                  <a:pt x="3844" y="0"/>
                </a:moveTo>
                <a:cubicBezTo>
                  <a:pt x="3285" y="0"/>
                  <a:pt x="2723" y="148"/>
                  <a:pt x="2228" y="400"/>
                </a:cubicBezTo>
                <a:cubicBezTo>
                  <a:pt x="1280" y="883"/>
                  <a:pt x="590" y="1767"/>
                  <a:pt x="156" y="2720"/>
                </a:cubicBezTo>
                <a:cubicBezTo>
                  <a:pt x="49" y="2956"/>
                  <a:pt x="1" y="3596"/>
                  <a:pt x="54" y="3596"/>
                </a:cubicBezTo>
                <a:cubicBezTo>
                  <a:pt x="57" y="3596"/>
                  <a:pt x="61" y="3593"/>
                  <a:pt x="66" y="3588"/>
                </a:cubicBezTo>
                <a:cubicBezTo>
                  <a:pt x="269" y="4868"/>
                  <a:pt x="1355" y="5759"/>
                  <a:pt x="2294" y="6557"/>
                </a:cubicBezTo>
                <a:cubicBezTo>
                  <a:pt x="3560" y="7632"/>
                  <a:pt x="4723" y="8824"/>
                  <a:pt x="5756" y="10126"/>
                </a:cubicBezTo>
                <a:cubicBezTo>
                  <a:pt x="6340" y="10862"/>
                  <a:pt x="6881" y="11633"/>
                  <a:pt x="7379" y="12430"/>
                </a:cubicBezTo>
                <a:cubicBezTo>
                  <a:pt x="7403" y="12468"/>
                  <a:pt x="7442" y="12488"/>
                  <a:pt x="7481" y="12488"/>
                </a:cubicBezTo>
                <a:cubicBezTo>
                  <a:pt x="7510" y="12488"/>
                  <a:pt x="7539" y="12478"/>
                  <a:pt x="7563" y="12456"/>
                </a:cubicBezTo>
                <a:cubicBezTo>
                  <a:pt x="9372" y="10767"/>
                  <a:pt x="11182" y="9079"/>
                  <a:pt x="12991" y="7391"/>
                </a:cubicBezTo>
                <a:cubicBezTo>
                  <a:pt x="13444" y="6969"/>
                  <a:pt x="13897" y="6547"/>
                  <a:pt x="14348" y="6125"/>
                </a:cubicBezTo>
                <a:cubicBezTo>
                  <a:pt x="14774" y="5728"/>
                  <a:pt x="15224" y="5346"/>
                  <a:pt x="15621" y="4920"/>
                </a:cubicBezTo>
                <a:cubicBezTo>
                  <a:pt x="15956" y="4561"/>
                  <a:pt x="16230" y="4130"/>
                  <a:pt x="16237" y="3625"/>
                </a:cubicBezTo>
                <a:cubicBezTo>
                  <a:pt x="16243" y="3173"/>
                  <a:pt x="16055" y="2737"/>
                  <a:pt x="15772" y="2393"/>
                </a:cubicBezTo>
                <a:cubicBezTo>
                  <a:pt x="15118" y="1597"/>
                  <a:pt x="13969" y="1326"/>
                  <a:pt x="12990" y="1230"/>
                </a:cubicBezTo>
                <a:cubicBezTo>
                  <a:pt x="12782" y="1209"/>
                  <a:pt x="12575" y="1199"/>
                  <a:pt x="12369" y="1199"/>
                </a:cubicBezTo>
                <a:cubicBezTo>
                  <a:pt x="11579" y="1199"/>
                  <a:pt x="10805" y="1344"/>
                  <a:pt x="10046" y="1589"/>
                </a:cubicBezTo>
                <a:cubicBezTo>
                  <a:pt x="9458" y="1779"/>
                  <a:pt x="8842" y="1996"/>
                  <a:pt x="8230" y="1996"/>
                </a:cubicBezTo>
                <a:cubicBezTo>
                  <a:pt x="7924" y="1996"/>
                  <a:pt x="7618" y="1942"/>
                  <a:pt x="7317" y="1801"/>
                </a:cubicBezTo>
                <a:cubicBezTo>
                  <a:pt x="6411" y="1378"/>
                  <a:pt x="5786" y="517"/>
                  <a:pt x="4835" y="170"/>
                </a:cubicBezTo>
                <a:cubicBezTo>
                  <a:pt x="4516" y="54"/>
                  <a:pt x="4181" y="0"/>
                  <a:pt x="3844" y="0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83" name="Google Shape;4683;p212"/>
          <p:cNvSpPr/>
          <p:nvPr/>
        </p:nvSpPr>
        <p:spPr>
          <a:xfrm>
            <a:off x="-198340" y="-278499"/>
            <a:ext cx="1951456" cy="3795063"/>
          </a:xfrm>
          <a:custGeom>
            <a:rect b="b" l="l" r="r" t="t"/>
            <a:pathLst>
              <a:path extrusionOk="0" h="24182" w="12435">
                <a:moveTo>
                  <a:pt x="7995" y="0"/>
                </a:moveTo>
                <a:cubicBezTo>
                  <a:pt x="6753" y="0"/>
                  <a:pt x="5507" y="123"/>
                  <a:pt x="4282" y="305"/>
                </a:cubicBezTo>
                <a:cubicBezTo>
                  <a:pt x="3647" y="400"/>
                  <a:pt x="3014" y="509"/>
                  <a:pt x="2384" y="629"/>
                </a:cubicBezTo>
                <a:cubicBezTo>
                  <a:pt x="1767" y="745"/>
                  <a:pt x="1135" y="843"/>
                  <a:pt x="528" y="997"/>
                </a:cubicBezTo>
                <a:cubicBezTo>
                  <a:pt x="284" y="1059"/>
                  <a:pt x="86" y="1199"/>
                  <a:pt x="44" y="1438"/>
                </a:cubicBezTo>
                <a:cubicBezTo>
                  <a:pt x="1" y="1675"/>
                  <a:pt x="98" y="1906"/>
                  <a:pt x="177" y="2128"/>
                </a:cubicBezTo>
                <a:cubicBezTo>
                  <a:pt x="371" y="2674"/>
                  <a:pt x="529" y="3231"/>
                  <a:pt x="657" y="3795"/>
                </a:cubicBezTo>
                <a:cubicBezTo>
                  <a:pt x="1173" y="6076"/>
                  <a:pt x="1176" y="8421"/>
                  <a:pt x="1157" y="10740"/>
                </a:cubicBezTo>
                <a:cubicBezTo>
                  <a:pt x="1137" y="13166"/>
                  <a:pt x="1119" y="15594"/>
                  <a:pt x="956" y="18015"/>
                </a:cubicBezTo>
                <a:cubicBezTo>
                  <a:pt x="873" y="19227"/>
                  <a:pt x="754" y="20438"/>
                  <a:pt x="578" y="21641"/>
                </a:cubicBezTo>
                <a:cubicBezTo>
                  <a:pt x="533" y="21947"/>
                  <a:pt x="484" y="22253"/>
                  <a:pt x="431" y="22559"/>
                </a:cubicBezTo>
                <a:cubicBezTo>
                  <a:pt x="386" y="22822"/>
                  <a:pt x="322" y="23092"/>
                  <a:pt x="343" y="23359"/>
                </a:cubicBezTo>
                <a:cubicBezTo>
                  <a:pt x="374" y="23781"/>
                  <a:pt x="660" y="24173"/>
                  <a:pt x="1161" y="24181"/>
                </a:cubicBezTo>
                <a:cubicBezTo>
                  <a:pt x="1165" y="24181"/>
                  <a:pt x="1169" y="24181"/>
                  <a:pt x="1173" y="24181"/>
                </a:cubicBezTo>
                <a:cubicBezTo>
                  <a:pt x="1371" y="24181"/>
                  <a:pt x="1540" y="24099"/>
                  <a:pt x="1654" y="23951"/>
                </a:cubicBezTo>
                <a:cubicBezTo>
                  <a:pt x="1675" y="23925"/>
                  <a:pt x="1683" y="23898"/>
                  <a:pt x="1682" y="23874"/>
                </a:cubicBezTo>
                <a:lnTo>
                  <a:pt x="1682" y="23874"/>
                </a:lnTo>
                <a:cubicBezTo>
                  <a:pt x="1847" y="23898"/>
                  <a:pt x="2014" y="23909"/>
                  <a:pt x="2180" y="23909"/>
                </a:cubicBezTo>
                <a:cubicBezTo>
                  <a:pt x="2943" y="23909"/>
                  <a:pt x="3699" y="23667"/>
                  <a:pt x="4311" y="23242"/>
                </a:cubicBezTo>
                <a:cubicBezTo>
                  <a:pt x="4708" y="22966"/>
                  <a:pt x="5045" y="22616"/>
                  <a:pt x="5275" y="22211"/>
                </a:cubicBezTo>
                <a:cubicBezTo>
                  <a:pt x="5529" y="21761"/>
                  <a:pt x="5637" y="21258"/>
                  <a:pt x="5672" y="20756"/>
                </a:cubicBezTo>
                <a:cubicBezTo>
                  <a:pt x="5745" y="19694"/>
                  <a:pt x="5474" y="18600"/>
                  <a:pt x="5753" y="17552"/>
                </a:cubicBezTo>
                <a:cubicBezTo>
                  <a:pt x="5970" y="16734"/>
                  <a:pt x="6573" y="16141"/>
                  <a:pt x="7340" y="15710"/>
                </a:cubicBezTo>
                <a:cubicBezTo>
                  <a:pt x="8075" y="15296"/>
                  <a:pt x="8888" y="15018"/>
                  <a:pt x="9665" y="14682"/>
                </a:cubicBezTo>
                <a:cubicBezTo>
                  <a:pt x="10395" y="14367"/>
                  <a:pt x="11138" y="13992"/>
                  <a:pt x="11650" y="13407"/>
                </a:cubicBezTo>
                <a:cubicBezTo>
                  <a:pt x="12358" y="12597"/>
                  <a:pt x="12435" y="11553"/>
                  <a:pt x="12147" y="10578"/>
                </a:cubicBezTo>
                <a:cubicBezTo>
                  <a:pt x="11808" y="9430"/>
                  <a:pt x="11016" y="8461"/>
                  <a:pt x="10472" y="7396"/>
                </a:cubicBezTo>
                <a:cubicBezTo>
                  <a:pt x="9923" y="6314"/>
                  <a:pt x="9632" y="5096"/>
                  <a:pt x="9791" y="3904"/>
                </a:cubicBezTo>
                <a:cubicBezTo>
                  <a:pt x="9926" y="2896"/>
                  <a:pt x="10412" y="1909"/>
                  <a:pt x="11209" y="1194"/>
                </a:cubicBezTo>
                <a:cubicBezTo>
                  <a:pt x="11406" y="1016"/>
                  <a:pt x="11621" y="858"/>
                  <a:pt x="11854" y="718"/>
                </a:cubicBezTo>
                <a:cubicBezTo>
                  <a:pt x="11960" y="654"/>
                  <a:pt x="11944" y="503"/>
                  <a:pt x="11818" y="468"/>
                </a:cubicBezTo>
                <a:cubicBezTo>
                  <a:pt x="10568" y="132"/>
                  <a:pt x="9284" y="0"/>
                  <a:pt x="7995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84" name="Google Shape;4684;p212"/>
          <p:cNvSpPr txBox="1"/>
          <p:nvPr>
            <p:ph type="title"/>
          </p:nvPr>
        </p:nvSpPr>
        <p:spPr>
          <a:xfrm>
            <a:off x="2886750" y="1000350"/>
            <a:ext cx="33705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4685" name="Google Shape;4685;p212">
            <a:hlinkClick/>
          </p:cNvPr>
          <p:cNvSpPr txBox="1"/>
          <p:nvPr>
            <p:ph idx="1" type="subTitle"/>
          </p:nvPr>
        </p:nvSpPr>
        <p:spPr>
          <a:xfrm>
            <a:off x="3923225" y="3369800"/>
            <a:ext cx="1297800" cy="59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0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9pPr>
          </a:lstStyle>
          <a:p/>
        </p:txBody>
      </p:sp>
      <p:sp>
        <p:nvSpPr>
          <p:cNvPr id="4686" name="Google Shape;4686;p212"/>
          <p:cNvSpPr txBox="1"/>
          <p:nvPr>
            <p:ph idx="2" type="subTitle"/>
          </p:nvPr>
        </p:nvSpPr>
        <p:spPr>
          <a:xfrm>
            <a:off x="3041475" y="2310025"/>
            <a:ext cx="3061200" cy="59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16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9pPr>
          </a:lstStyle>
          <a:p/>
        </p:txBody>
      </p:sp>
      <p:sp>
        <p:nvSpPr>
          <p:cNvPr id="4687" name="Google Shape;4687;p212"/>
          <p:cNvSpPr/>
          <p:nvPr/>
        </p:nvSpPr>
        <p:spPr>
          <a:xfrm rot="-906775">
            <a:off x="6750650" y="4662899"/>
            <a:ext cx="605796" cy="14193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88" name="Google Shape;4688;p212"/>
          <p:cNvGrpSpPr/>
          <p:nvPr/>
        </p:nvGrpSpPr>
        <p:grpSpPr>
          <a:xfrm rot="-5400000">
            <a:off x="8632925" y="439065"/>
            <a:ext cx="221772" cy="200884"/>
            <a:chOff x="1640475" y="1197075"/>
            <a:chExt cx="55475" cy="50250"/>
          </a:xfrm>
        </p:grpSpPr>
        <p:sp>
          <p:nvSpPr>
            <p:cNvPr id="4689" name="Google Shape;4689;p21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21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21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92" name="Google Shape;4692;p212"/>
          <p:cNvSpPr/>
          <p:nvPr/>
        </p:nvSpPr>
        <p:spPr>
          <a:xfrm rot="9965797">
            <a:off x="-406843" y="3256057"/>
            <a:ext cx="993864" cy="1557213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93" name="Google Shape;4693;p212"/>
          <p:cNvGrpSpPr/>
          <p:nvPr/>
        </p:nvGrpSpPr>
        <p:grpSpPr>
          <a:xfrm rot="-6145098">
            <a:off x="1436337" y="4375587"/>
            <a:ext cx="433642" cy="392824"/>
            <a:chOff x="1640475" y="1197075"/>
            <a:chExt cx="55475" cy="50250"/>
          </a:xfrm>
        </p:grpSpPr>
        <p:sp>
          <p:nvSpPr>
            <p:cNvPr id="4694" name="Google Shape;4694;p21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21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21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7" name="Google Shape;4697;p212"/>
          <p:cNvGrpSpPr/>
          <p:nvPr/>
        </p:nvGrpSpPr>
        <p:grpSpPr>
          <a:xfrm rot="-5400000">
            <a:off x="8317492" y="3895034"/>
            <a:ext cx="244822" cy="221773"/>
            <a:chOff x="1640475" y="1197075"/>
            <a:chExt cx="55475" cy="50250"/>
          </a:xfrm>
        </p:grpSpPr>
        <p:sp>
          <p:nvSpPr>
            <p:cNvPr id="4698" name="Google Shape;4698;p21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21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21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01" name="Google Shape;4701;p212"/>
          <p:cNvSpPr/>
          <p:nvPr/>
        </p:nvSpPr>
        <p:spPr>
          <a:xfrm rot="-4322283">
            <a:off x="255217" y="529011"/>
            <a:ext cx="580167" cy="13591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02" name="Google Shape;4702;p212"/>
          <p:cNvGrpSpPr/>
          <p:nvPr/>
        </p:nvGrpSpPr>
        <p:grpSpPr>
          <a:xfrm rot="-5400000">
            <a:off x="1361674" y="491897"/>
            <a:ext cx="221772" cy="200884"/>
            <a:chOff x="1640475" y="1197075"/>
            <a:chExt cx="55475" cy="50250"/>
          </a:xfrm>
        </p:grpSpPr>
        <p:sp>
          <p:nvSpPr>
            <p:cNvPr id="4703" name="Google Shape;4703;p21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21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21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4706" name="Shape 4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7" name="Google Shape;4707;p213"/>
          <p:cNvSpPr/>
          <p:nvPr/>
        </p:nvSpPr>
        <p:spPr>
          <a:xfrm>
            <a:off x="-410657" y="-145804"/>
            <a:ext cx="4197745" cy="1131860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08" name="Google Shape;4708;p213"/>
          <p:cNvSpPr/>
          <p:nvPr/>
        </p:nvSpPr>
        <p:spPr>
          <a:xfrm rot="-6752784">
            <a:off x="2051407" y="216393"/>
            <a:ext cx="1195911" cy="1089409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09" name="Google Shape;4709;p213"/>
          <p:cNvSpPr/>
          <p:nvPr/>
        </p:nvSpPr>
        <p:spPr>
          <a:xfrm>
            <a:off x="-572725" y="2861528"/>
            <a:ext cx="2676986" cy="2789665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10" name="Google Shape;4710;p213"/>
          <p:cNvSpPr/>
          <p:nvPr/>
        </p:nvSpPr>
        <p:spPr>
          <a:xfrm>
            <a:off x="6594726" y="4161014"/>
            <a:ext cx="3033994" cy="1250590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11" name="Google Shape;4711;p213"/>
          <p:cNvSpPr/>
          <p:nvPr/>
        </p:nvSpPr>
        <p:spPr>
          <a:xfrm>
            <a:off x="6027407" y="-371325"/>
            <a:ext cx="3627154" cy="2893677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12" name="Google Shape;4712;p213"/>
          <p:cNvSpPr txBox="1"/>
          <p:nvPr>
            <p:ph type="title"/>
          </p:nvPr>
        </p:nvSpPr>
        <p:spPr>
          <a:xfrm>
            <a:off x="2085275" y="673465"/>
            <a:ext cx="4973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4713" name="Google Shape;4713;p213"/>
          <p:cNvSpPr txBox="1"/>
          <p:nvPr>
            <p:ph idx="1" type="body"/>
          </p:nvPr>
        </p:nvSpPr>
        <p:spPr>
          <a:xfrm>
            <a:off x="713225" y="1564120"/>
            <a:ext cx="7717500" cy="304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Gloria Hallelujah"/>
              <a:buChar char="●"/>
              <a:defRPr sz="1100">
                <a:latin typeface="Raleway"/>
                <a:ea typeface="Raleway"/>
                <a:cs typeface="Raleway"/>
                <a:sym typeface="Raleway"/>
              </a:defRPr>
            </a:lvl1pPr>
            <a:lvl2pPr indent="-3175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175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175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175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175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175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175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175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grpSp>
        <p:nvGrpSpPr>
          <p:cNvPr id="4714" name="Google Shape;4714;p213"/>
          <p:cNvGrpSpPr/>
          <p:nvPr/>
        </p:nvGrpSpPr>
        <p:grpSpPr>
          <a:xfrm rot="1800041">
            <a:off x="8665997" y="4106761"/>
            <a:ext cx="221773" cy="200885"/>
            <a:chOff x="1640475" y="1197075"/>
            <a:chExt cx="55475" cy="50250"/>
          </a:xfrm>
        </p:grpSpPr>
        <p:sp>
          <p:nvSpPr>
            <p:cNvPr id="4715" name="Google Shape;4715;p21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21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21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8" name="Google Shape;4718;p213"/>
          <p:cNvGrpSpPr/>
          <p:nvPr/>
        </p:nvGrpSpPr>
        <p:grpSpPr>
          <a:xfrm rot="-9900030">
            <a:off x="667534" y="4625752"/>
            <a:ext cx="215932" cy="195605"/>
            <a:chOff x="1640475" y="1197075"/>
            <a:chExt cx="55475" cy="50250"/>
          </a:xfrm>
        </p:grpSpPr>
        <p:sp>
          <p:nvSpPr>
            <p:cNvPr id="4719" name="Google Shape;4719;p21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21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21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2" name="Google Shape;4722;p213"/>
          <p:cNvGrpSpPr/>
          <p:nvPr/>
        </p:nvGrpSpPr>
        <p:grpSpPr>
          <a:xfrm rot="-5400000">
            <a:off x="8514555" y="2548984"/>
            <a:ext cx="244822" cy="221773"/>
            <a:chOff x="1640475" y="1197075"/>
            <a:chExt cx="55475" cy="50250"/>
          </a:xfrm>
        </p:grpSpPr>
        <p:sp>
          <p:nvSpPr>
            <p:cNvPr id="4723" name="Google Shape;4723;p21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21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21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26" name="Google Shape;4726;p213"/>
          <p:cNvSpPr/>
          <p:nvPr/>
        </p:nvSpPr>
        <p:spPr>
          <a:xfrm rot="912813">
            <a:off x="8372080" y="228912"/>
            <a:ext cx="529792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27" name="Google Shape;4727;p213"/>
          <p:cNvGrpSpPr/>
          <p:nvPr/>
        </p:nvGrpSpPr>
        <p:grpSpPr>
          <a:xfrm rot="-5400000">
            <a:off x="313974" y="982572"/>
            <a:ext cx="221772" cy="200884"/>
            <a:chOff x="1640475" y="1197075"/>
            <a:chExt cx="55475" cy="50250"/>
          </a:xfrm>
        </p:grpSpPr>
        <p:sp>
          <p:nvSpPr>
            <p:cNvPr id="4728" name="Google Shape;4728;p21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21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21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31" name="Google Shape;4731;p213"/>
          <p:cNvSpPr/>
          <p:nvPr/>
        </p:nvSpPr>
        <p:spPr>
          <a:xfrm>
            <a:off x="8536325" y="4434061"/>
            <a:ext cx="609613" cy="95515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32" name="Google Shape;4732;p213"/>
          <p:cNvSpPr/>
          <p:nvPr/>
        </p:nvSpPr>
        <p:spPr>
          <a:xfrm rot="-650986">
            <a:off x="1480420" y="4695682"/>
            <a:ext cx="1027315" cy="24067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4733" name="Shape 47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34" name="Google Shape;4734;p214"/>
          <p:cNvSpPr/>
          <p:nvPr/>
        </p:nvSpPr>
        <p:spPr>
          <a:xfrm rot="10800000">
            <a:off x="-75975" y="-39140"/>
            <a:ext cx="3509452" cy="1137819"/>
          </a:xfrm>
          <a:custGeom>
            <a:rect b="b" l="l" r="r" t="t"/>
            <a:pathLst>
              <a:path extrusionOk="0" h="7088" w="21862">
                <a:moveTo>
                  <a:pt x="20392" y="0"/>
                </a:moveTo>
                <a:cubicBezTo>
                  <a:pt x="19697" y="0"/>
                  <a:pt x="19010" y="139"/>
                  <a:pt x="18446" y="437"/>
                </a:cubicBezTo>
                <a:cubicBezTo>
                  <a:pt x="17368" y="1003"/>
                  <a:pt x="16913" y="1997"/>
                  <a:pt x="16387" y="2893"/>
                </a:cubicBezTo>
                <a:cubicBezTo>
                  <a:pt x="15861" y="3789"/>
                  <a:pt x="15050" y="4733"/>
                  <a:pt x="13753" y="4924"/>
                </a:cubicBezTo>
                <a:cubicBezTo>
                  <a:pt x="13587" y="4948"/>
                  <a:pt x="13420" y="4959"/>
                  <a:pt x="13253" y="4959"/>
                </a:cubicBezTo>
                <a:cubicBezTo>
                  <a:pt x="12545" y="4959"/>
                  <a:pt x="11838" y="4765"/>
                  <a:pt x="11156" y="4596"/>
                </a:cubicBezTo>
                <a:cubicBezTo>
                  <a:pt x="10391" y="4408"/>
                  <a:pt x="9551" y="4258"/>
                  <a:pt x="8748" y="4258"/>
                </a:cubicBezTo>
                <a:cubicBezTo>
                  <a:pt x="8042" y="4258"/>
                  <a:pt x="7365" y="4373"/>
                  <a:pt x="6793" y="4680"/>
                </a:cubicBezTo>
                <a:cubicBezTo>
                  <a:pt x="5978" y="5117"/>
                  <a:pt x="5461" y="5904"/>
                  <a:pt x="4593" y="6207"/>
                </a:cubicBezTo>
                <a:cubicBezTo>
                  <a:pt x="4569" y="6215"/>
                  <a:pt x="4545" y="6224"/>
                  <a:pt x="4519" y="6231"/>
                </a:cubicBezTo>
                <a:cubicBezTo>
                  <a:pt x="4407" y="6267"/>
                  <a:pt x="4286" y="6293"/>
                  <a:pt x="4160" y="6310"/>
                </a:cubicBezTo>
                <a:cubicBezTo>
                  <a:pt x="4052" y="6325"/>
                  <a:pt x="3944" y="6331"/>
                  <a:pt x="3836" y="6331"/>
                </a:cubicBezTo>
                <a:cubicBezTo>
                  <a:pt x="3306" y="6331"/>
                  <a:pt x="2774" y="6185"/>
                  <a:pt x="2236" y="6169"/>
                </a:cubicBezTo>
                <a:cubicBezTo>
                  <a:pt x="2205" y="6168"/>
                  <a:pt x="2173" y="6167"/>
                  <a:pt x="2142" y="6167"/>
                </a:cubicBezTo>
                <a:cubicBezTo>
                  <a:pt x="1432" y="6167"/>
                  <a:pt x="726" y="6406"/>
                  <a:pt x="265" y="6805"/>
                </a:cubicBezTo>
                <a:cubicBezTo>
                  <a:pt x="165" y="6893"/>
                  <a:pt x="77" y="6988"/>
                  <a:pt x="1" y="7088"/>
                </a:cubicBezTo>
                <a:lnTo>
                  <a:pt x="21862" y="7088"/>
                </a:lnTo>
                <a:lnTo>
                  <a:pt x="21862" y="210"/>
                </a:lnTo>
                <a:cubicBezTo>
                  <a:pt x="21397" y="73"/>
                  <a:pt x="20892" y="0"/>
                  <a:pt x="20392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35" name="Google Shape;4735;p214"/>
          <p:cNvSpPr/>
          <p:nvPr/>
        </p:nvSpPr>
        <p:spPr>
          <a:xfrm rot="10800000">
            <a:off x="7073611" y="4276678"/>
            <a:ext cx="2111739" cy="1036366"/>
          </a:xfrm>
          <a:custGeom>
            <a:rect b="b" l="l" r="r" t="t"/>
            <a:pathLst>
              <a:path extrusionOk="0" h="6456" w="13155">
                <a:moveTo>
                  <a:pt x="1821" y="0"/>
                </a:moveTo>
                <a:lnTo>
                  <a:pt x="1821" y="3"/>
                </a:lnTo>
                <a:lnTo>
                  <a:pt x="0" y="4"/>
                </a:lnTo>
                <a:lnTo>
                  <a:pt x="0" y="222"/>
                </a:lnTo>
                <a:lnTo>
                  <a:pt x="0" y="1236"/>
                </a:lnTo>
                <a:lnTo>
                  <a:pt x="0" y="2358"/>
                </a:lnTo>
                <a:lnTo>
                  <a:pt x="1" y="3370"/>
                </a:lnTo>
                <a:lnTo>
                  <a:pt x="1" y="4493"/>
                </a:lnTo>
                <a:lnTo>
                  <a:pt x="1" y="5504"/>
                </a:lnTo>
                <a:lnTo>
                  <a:pt x="1" y="6178"/>
                </a:lnTo>
                <a:cubicBezTo>
                  <a:pt x="369" y="6349"/>
                  <a:pt x="770" y="6456"/>
                  <a:pt x="1177" y="6456"/>
                </a:cubicBezTo>
                <a:cubicBezTo>
                  <a:pt x="1363" y="6456"/>
                  <a:pt x="1550" y="6434"/>
                  <a:pt x="1736" y="6385"/>
                </a:cubicBezTo>
                <a:cubicBezTo>
                  <a:pt x="1764" y="6378"/>
                  <a:pt x="1794" y="6370"/>
                  <a:pt x="1822" y="6361"/>
                </a:cubicBezTo>
                <a:cubicBezTo>
                  <a:pt x="1843" y="6355"/>
                  <a:pt x="1862" y="6348"/>
                  <a:pt x="1882" y="6342"/>
                </a:cubicBezTo>
                <a:cubicBezTo>
                  <a:pt x="2342" y="6188"/>
                  <a:pt x="2719" y="5901"/>
                  <a:pt x="3050" y="5558"/>
                </a:cubicBezTo>
                <a:cubicBezTo>
                  <a:pt x="3068" y="5540"/>
                  <a:pt x="3085" y="5522"/>
                  <a:pt x="3102" y="5503"/>
                </a:cubicBezTo>
                <a:cubicBezTo>
                  <a:pt x="3398" y="5189"/>
                  <a:pt x="3657" y="4831"/>
                  <a:pt x="3908" y="4490"/>
                </a:cubicBezTo>
                <a:cubicBezTo>
                  <a:pt x="3908" y="4490"/>
                  <a:pt x="3909" y="4490"/>
                  <a:pt x="3909" y="4489"/>
                </a:cubicBezTo>
                <a:cubicBezTo>
                  <a:pt x="3923" y="4471"/>
                  <a:pt x="3936" y="4455"/>
                  <a:pt x="3949" y="4436"/>
                </a:cubicBezTo>
                <a:cubicBezTo>
                  <a:pt x="4217" y="4078"/>
                  <a:pt x="4522" y="3714"/>
                  <a:pt x="4875" y="3424"/>
                </a:cubicBezTo>
                <a:cubicBezTo>
                  <a:pt x="4897" y="3405"/>
                  <a:pt x="4919" y="3387"/>
                  <a:pt x="4942" y="3369"/>
                </a:cubicBezTo>
                <a:cubicBezTo>
                  <a:pt x="5319" y="3071"/>
                  <a:pt x="5750" y="2859"/>
                  <a:pt x="6248" y="2826"/>
                </a:cubicBezTo>
                <a:cubicBezTo>
                  <a:pt x="6296" y="2822"/>
                  <a:pt x="6344" y="2821"/>
                  <a:pt x="6391" y="2821"/>
                </a:cubicBezTo>
                <a:cubicBezTo>
                  <a:pt x="7025" y="2821"/>
                  <a:pt x="7616" y="3105"/>
                  <a:pt x="8200" y="3368"/>
                </a:cubicBezTo>
                <a:cubicBezTo>
                  <a:pt x="8240" y="3387"/>
                  <a:pt x="8281" y="3405"/>
                  <a:pt x="8323" y="3423"/>
                </a:cubicBezTo>
                <a:cubicBezTo>
                  <a:pt x="8382" y="3449"/>
                  <a:pt x="8442" y="3475"/>
                  <a:pt x="8501" y="3501"/>
                </a:cubicBezTo>
                <a:cubicBezTo>
                  <a:pt x="9052" y="3734"/>
                  <a:pt x="9659" y="3908"/>
                  <a:pt x="10259" y="3908"/>
                </a:cubicBezTo>
                <a:cubicBezTo>
                  <a:pt x="10487" y="3908"/>
                  <a:pt x="10715" y="3882"/>
                  <a:pt x="10937" y="3826"/>
                </a:cubicBezTo>
                <a:cubicBezTo>
                  <a:pt x="11253" y="3746"/>
                  <a:pt x="11547" y="3604"/>
                  <a:pt x="11810" y="3423"/>
                </a:cubicBezTo>
                <a:cubicBezTo>
                  <a:pt x="11835" y="3405"/>
                  <a:pt x="11861" y="3387"/>
                  <a:pt x="11886" y="3368"/>
                </a:cubicBezTo>
                <a:cubicBezTo>
                  <a:pt x="11986" y="3295"/>
                  <a:pt x="12081" y="3217"/>
                  <a:pt x="12169" y="3134"/>
                </a:cubicBezTo>
                <a:cubicBezTo>
                  <a:pt x="12416" y="2906"/>
                  <a:pt x="12624" y="2641"/>
                  <a:pt x="12783" y="2355"/>
                </a:cubicBezTo>
                <a:cubicBezTo>
                  <a:pt x="12794" y="2337"/>
                  <a:pt x="12805" y="2319"/>
                  <a:pt x="12814" y="2300"/>
                </a:cubicBezTo>
                <a:cubicBezTo>
                  <a:pt x="12983" y="1983"/>
                  <a:pt x="13095" y="1639"/>
                  <a:pt x="13135" y="1287"/>
                </a:cubicBezTo>
                <a:cubicBezTo>
                  <a:pt x="13137" y="1269"/>
                  <a:pt x="13139" y="1251"/>
                  <a:pt x="13141" y="1232"/>
                </a:cubicBezTo>
                <a:cubicBezTo>
                  <a:pt x="13152" y="1109"/>
                  <a:pt x="13155" y="984"/>
                  <a:pt x="13149" y="860"/>
                </a:cubicBezTo>
                <a:cubicBezTo>
                  <a:pt x="13137" y="644"/>
                  <a:pt x="13096" y="428"/>
                  <a:pt x="13028" y="222"/>
                </a:cubicBezTo>
                <a:cubicBezTo>
                  <a:pt x="13023" y="204"/>
                  <a:pt x="13017" y="185"/>
                  <a:pt x="13010" y="167"/>
                </a:cubicBezTo>
                <a:cubicBezTo>
                  <a:pt x="12991" y="111"/>
                  <a:pt x="12969" y="56"/>
                  <a:pt x="12946" y="1"/>
                </a:cubicBezTo>
                <a:lnTo>
                  <a:pt x="1880" y="3"/>
                </a:lnTo>
                <a:lnTo>
                  <a:pt x="1880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36" name="Google Shape;4736;p214"/>
          <p:cNvSpPr/>
          <p:nvPr/>
        </p:nvSpPr>
        <p:spPr>
          <a:xfrm rot="10800000">
            <a:off x="-322222" y="3911478"/>
            <a:ext cx="4631379" cy="1561772"/>
          </a:xfrm>
          <a:custGeom>
            <a:rect b="b" l="l" r="r" t="t"/>
            <a:pathLst>
              <a:path extrusionOk="0" h="9729" w="28851">
                <a:moveTo>
                  <a:pt x="943" y="0"/>
                </a:moveTo>
                <a:cubicBezTo>
                  <a:pt x="631" y="0"/>
                  <a:pt x="337" y="87"/>
                  <a:pt x="179" y="380"/>
                </a:cubicBezTo>
                <a:cubicBezTo>
                  <a:pt x="1" y="711"/>
                  <a:pt x="78" y="1189"/>
                  <a:pt x="451" y="1303"/>
                </a:cubicBezTo>
                <a:cubicBezTo>
                  <a:pt x="355" y="2313"/>
                  <a:pt x="452" y="3522"/>
                  <a:pt x="1499" y="3989"/>
                </a:cubicBezTo>
                <a:cubicBezTo>
                  <a:pt x="1785" y="4117"/>
                  <a:pt x="2088" y="4165"/>
                  <a:pt x="2396" y="4165"/>
                </a:cubicBezTo>
                <a:cubicBezTo>
                  <a:pt x="3000" y="4165"/>
                  <a:pt x="3625" y="3981"/>
                  <a:pt x="4188" y="3848"/>
                </a:cubicBezTo>
                <a:cubicBezTo>
                  <a:pt x="4624" y="3745"/>
                  <a:pt x="5112" y="3633"/>
                  <a:pt x="5582" y="3633"/>
                </a:cubicBezTo>
                <a:cubicBezTo>
                  <a:pt x="6044" y="3633"/>
                  <a:pt x="6489" y="3741"/>
                  <a:pt x="6852" y="4069"/>
                </a:cubicBezTo>
                <a:cubicBezTo>
                  <a:pt x="7560" y="4711"/>
                  <a:pt x="7722" y="5737"/>
                  <a:pt x="8257" y="6500"/>
                </a:cubicBezTo>
                <a:cubicBezTo>
                  <a:pt x="8521" y="6876"/>
                  <a:pt x="8874" y="7178"/>
                  <a:pt x="9322" y="7300"/>
                </a:cubicBezTo>
                <a:cubicBezTo>
                  <a:pt x="9482" y="7344"/>
                  <a:pt x="9645" y="7363"/>
                  <a:pt x="9808" y="7363"/>
                </a:cubicBezTo>
                <a:cubicBezTo>
                  <a:pt x="10078" y="7363"/>
                  <a:pt x="10348" y="7310"/>
                  <a:pt x="10606" y="7231"/>
                </a:cubicBezTo>
                <a:cubicBezTo>
                  <a:pt x="11498" y="6959"/>
                  <a:pt x="12280" y="6380"/>
                  <a:pt x="13194" y="6184"/>
                </a:cubicBezTo>
                <a:cubicBezTo>
                  <a:pt x="13322" y="6156"/>
                  <a:pt x="13450" y="6141"/>
                  <a:pt x="13577" y="6141"/>
                </a:cubicBezTo>
                <a:cubicBezTo>
                  <a:pt x="13849" y="6141"/>
                  <a:pt x="14113" y="6211"/>
                  <a:pt x="14347" y="6376"/>
                </a:cubicBezTo>
                <a:cubicBezTo>
                  <a:pt x="14724" y="6643"/>
                  <a:pt x="14907" y="7097"/>
                  <a:pt x="15047" y="7521"/>
                </a:cubicBezTo>
                <a:cubicBezTo>
                  <a:pt x="15341" y="8400"/>
                  <a:pt x="15592" y="9554"/>
                  <a:pt x="16688" y="9709"/>
                </a:cubicBezTo>
                <a:cubicBezTo>
                  <a:pt x="16781" y="9722"/>
                  <a:pt x="16872" y="9728"/>
                  <a:pt x="16961" y="9728"/>
                </a:cubicBezTo>
                <a:cubicBezTo>
                  <a:pt x="18160" y="9728"/>
                  <a:pt x="18967" y="8588"/>
                  <a:pt x="19887" y="7966"/>
                </a:cubicBezTo>
                <a:cubicBezTo>
                  <a:pt x="20301" y="7685"/>
                  <a:pt x="20755" y="7537"/>
                  <a:pt x="21232" y="7537"/>
                </a:cubicBezTo>
                <a:cubicBezTo>
                  <a:pt x="21401" y="7537"/>
                  <a:pt x="21572" y="7556"/>
                  <a:pt x="21746" y="7593"/>
                </a:cubicBezTo>
                <a:cubicBezTo>
                  <a:pt x="22408" y="7736"/>
                  <a:pt x="23015" y="8087"/>
                  <a:pt x="23550" y="8494"/>
                </a:cubicBezTo>
                <a:cubicBezTo>
                  <a:pt x="24053" y="8876"/>
                  <a:pt x="24539" y="9361"/>
                  <a:pt x="25189" y="9466"/>
                </a:cubicBezTo>
                <a:cubicBezTo>
                  <a:pt x="25284" y="9481"/>
                  <a:pt x="25378" y="9489"/>
                  <a:pt x="25473" y="9489"/>
                </a:cubicBezTo>
                <a:cubicBezTo>
                  <a:pt x="26024" y="9489"/>
                  <a:pt x="26554" y="9240"/>
                  <a:pt x="26991" y="8910"/>
                </a:cubicBezTo>
                <a:cubicBezTo>
                  <a:pt x="27838" y="8271"/>
                  <a:pt x="28376" y="7319"/>
                  <a:pt x="28611" y="6292"/>
                </a:cubicBezTo>
                <a:cubicBezTo>
                  <a:pt x="28851" y="5239"/>
                  <a:pt x="28800" y="4124"/>
                  <a:pt x="28525" y="3084"/>
                </a:cubicBezTo>
                <a:cubicBezTo>
                  <a:pt x="28226" y="1958"/>
                  <a:pt x="27654" y="694"/>
                  <a:pt x="26488" y="261"/>
                </a:cubicBezTo>
                <a:cubicBezTo>
                  <a:pt x="26074" y="106"/>
                  <a:pt x="25631" y="64"/>
                  <a:pt x="25188" y="64"/>
                </a:cubicBezTo>
                <a:cubicBezTo>
                  <a:pt x="24971" y="64"/>
                  <a:pt x="24753" y="74"/>
                  <a:pt x="24540" y="86"/>
                </a:cubicBezTo>
                <a:cubicBezTo>
                  <a:pt x="23776" y="131"/>
                  <a:pt x="23013" y="188"/>
                  <a:pt x="22250" y="248"/>
                </a:cubicBezTo>
                <a:cubicBezTo>
                  <a:pt x="20720" y="367"/>
                  <a:pt x="19190" y="503"/>
                  <a:pt x="17661" y="628"/>
                </a:cubicBezTo>
                <a:cubicBezTo>
                  <a:pt x="15187" y="828"/>
                  <a:pt x="12704" y="996"/>
                  <a:pt x="10221" y="996"/>
                </a:cubicBezTo>
                <a:cubicBezTo>
                  <a:pt x="9649" y="996"/>
                  <a:pt x="9077" y="987"/>
                  <a:pt x="8505" y="967"/>
                </a:cubicBezTo>
                <a:cubicBezTo>
                  <a:pt x="6985" y="916"/>
                  <a:pt x="5467" y="790"/>
                  <a:pt x="3966" y="555"/>
                </a:cubicBezTo>
                <a:cubicBezTo>
                  <a:pt x="3209" y="436"/>
                  <a:pt x="2459" y="290"/>
                  <a:pt x="1714" y="116"/>
                </a:cubicBezTo>
                <a:cubicBezTo>
                  <a:pt x="1493" y="64"/>
                  <a:pt x="1211" y="0"/>
                  <a:pt x="94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37" name="Google Shape;4737;p214"/>
          <p:cNvSpPr/>
          <p:nvPr/>
        </p:nvSpPr>
        <p:spPr>
          <a:xfrm rot="10800000">
            <a:off x="7238474" y="-283427"/>
            <a:ext cx="2349802" cy="3352777"/>
          </a:xfrm>
          <a:custGeom>
            <a:rect b="b" l="l" r="r" t="t"/>
            <a:pathLst>
              <a:path extrusionOk="0" h="20886" w="14638">
                <a:moveTo>
                  <a:pt x="3191" y="1"/>
                </a:moveTo>
                <a:cubicBezTo>
                  <a:pt x="2885" y="1"/>
                  <a:pt x="2576" y="81"/>
                  <a:pt x="2295" y="191"/>
                </a:cubicBezTo>
                <a:cubicBezTo>
                  <a:pt x="1899" y="349"/>
                  <a:pt x="1532" y="564"/>
                  <a:pt x="1185" y="809"/>
                </a:cubicBezTo>
                <a:cubicBezTo>
                  <a:pt x="1218" y="721"/>
                  <a:pt x="1252" y="633"/>
                  <a:pt x="1287" y="547"/>
                </a:cubicBezTo>
                <a:cubicBezTo>
                  <a:pt x="1332" y="438"/>
                  <a:pt x="1242" y="367"/>
                  <a:pt x="1149" y="367"/>
                </a:cubicBezTo>
                <a:cubicBezTo>
                  <a:pt x="1089" y="367"/>
                  <a:pt x="1027" y="397"/>
                  <a:pt x="998" y="467"/>
                </a:cubicBezTo>
                <a:cubicBezTo>
                  <a:pt x="147" y="2564"/>
                  <a:pt x="0" y="4857"/>
                  <a:pt x="71" y="7096"/>
                </a:cubicBezTo>
                <a:cubicBezTo>
                  <a:pt x="107" y="8264"/>
                  <a:pt x="200" y="9428"/>
                  <a:pt x="285" y="10592"/>
                </a:cubicBezTo>
                <a:cubicBezTo>
                  <a:pt x="378" y="11838"/>
                  <a:pt x="471" y="13083"/>
                  <a:pt x="565" y="14328"/>
                </a:cubicBezTo>
                <a:cubicBezTo>
                  <a:pt x="660" y="15573"/>
                  <a:pt x="755" y="16818"/>
                  <a:pt x="852" y="18063"/>
                </a:cubicBezTo>
                <a:cubicBezTo>
                  <a:pt x="895" y="18617"/>
                  <a:pt x="909" y="19183"/>
                  <a:pt x="997" y="19731"/>
                </a:cubicBezTo>
                <a:cubicBezTo>
                  <a:pt x="1063" y="20137"/>
                  <a:pt x="1227" y="20580"/>
                  <a:pt x="1623" y="20768"/>
                </a:cubicBezTo>
                <a:cubicBezTo>
                  <a:pt x="1853" y="20878"/>
                  <a:pt x="2108" y="20885"/>
                  <a:pt x="2359" y="20885"/>
                </a:cubicBezTo>
                <a:cubicBezTo>
                  <a:pt x="2678" y="20885"/>
                  <a:pt x="2997" y="20884"/>
                  <a:pt x="3315" y="20883"/>
                </a:cubicBezTo>
                <a:cubicBezTo>
                  <a:pt x="3934" y="20882"/>
                  <a:pt x="4551" y="20881"/>
                  <a:pt x="5168" y="20880"/>
                </a:cubicBezTo>
                <a:cubicBezTo>
                  <a:pt x="6413" y="20878"/>
                  <a:pt x="7658" y="20875"/>
                  <a:pt x="8904" y="20873"/>
                </a:cubicBezTo>
                <a:cubicBezTo>
                  <a:pt x="8946" y="20873"/>
                  <a:pt x="8987" y="20873"/>
                  <a:pt x="9029" y="20873"/>
                </a:cubicBezTo>
                <a:cubicBezTo>
                  <a:pt x="9733" y="20873"/>
                  <a:pt x="10440" y="20882"/>
                  <a:pt x="11147" y="20882"/>
                </a:cubicBezTo>
                <a:cubicBezTo>
                  <a:pt x="11621" y="20882"/>
                  <a:pt x="12096" y="20878"/>
                  <a:pt x="12569" y="20863"/>
                </a:cubicBezTo>
                <a:cubicBezTo>
                  <a:pt x="13054" y="20848"/>
                  <a:pt x="13560" y="20768"/>
                  <a:pt x="13928" y="20425"/>
                </a:cubicBezTo>
                <a:cubicBezTo>
                  <a:pt x="14266" y="20112"/>
                  <a:pt x="14409" y="19650"/>
                  <a:pt x="14479" y="19208"/>
                </a:cubicBezTo>
                <a:cubicBezTo>
                  <a:pt x="14615" y="18346"/>
                  <a:pt x="14637" y="17435"/>
                  <a:pt x="14556" y="16567"/>
                </a:cubicBezTo>
                <a:cubicBezTo>
                  <a:pt x="14480" y="15744"/>
                  <a:pt x="14290" y="14898"/>
                  <a:pt x="13827" y="14200"/>
                </a:cubicBezTo>
                <a:cubicBezTo>
                  <a:pt x="13606" y="13867"/>
                  <a:pt x="13329" y="13578"/>
                  <a:pt x="13000" y="13350"/>
                </a:cubicBezTo>
                <a:cubicBezTo>
                  <a:pt x="12618" y="13086"/>
                  <a:pt x="12175" y="12928"/>
                  <a:pt x="11727" y="12811"/>
                </a:cubicBezTo>
                <a:cubicBezTo>
                  <a:pt x="10841" y="12580"/>
                  <a:pt x="9808" y="12500"/>
                  <a:pt x="9119" y="11827"/>
                </a:cubicBezTo>
                <a:cubicBezTo>
                  <a:pt x="8381" y="11106"/>
                  <a:pt x="8246" y="10000"/>
                  <a:pt x="8306" y="9020"/>
                </a:cubicBezTo>
                <a:cubicBezTo>
                  <a:pt x="8344" y="8404"/>
                  <a:pt x="8449" y="7795"/>
                  <a:pt x="8518" y="7181"/>
                </a:cubicBezTo>
                <a:cubicBezTo>
                  <a:pt x="8574" y="6676"/>
                  <a:pt x="8621" y="6136"/>
                  <a:pt x="8417" y="5654"/>
                </a:cubicBezTo>
                <a:cubicBezTo>
                  <a:pt x="7771" y="4140"/>
                  <a:pt x="5341" y="4868"/>
                  <a:pt x="4856" y="3246"/>
                </a:cubicBezTo>
                <a:cubicBezTo>
                  <a:pt x="4619" y="2457"/>
                  <a:pt x="4843" y="1582"/>
                  <a:pt x="4492" y="818"/>
                </a:cubicBezTo>
                <a:cubicBezTo>
                  <a:pt x="4321" y="450"/>
                  <a:pt x="3993" y="161"/>
                  <a:pt x="3598" y="53"/>
                </a:cubicBezTo>
                <a:cubicBezTo>
                  <a:pt x="3465" y="17"/>
                  <a:pt x="3328" y="1"/>
                  <a:pt x="3191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38" name="Google Shape;4738;p214"/>
          <p:cNvSpPr txBox="1"/>
          <p:nvPr>
            <p:ph type="title"/>
          </p:nvPr>
        </p:nvSpPr>
        <p:spPr>
          <a:xfrm>
            <a:off x="2715675" y="758952"/>
            <a:ext cx="37125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739" name="Google Shape;4739;p214"/>
          <p:cNvSpPr/>
          <p:nvPr/>
        </p:nvSpPr>
        <p:spPr>
          <a:xfrm rot="10545964">
            <a:off x="1016839" y="203702"/>
            <a:ext cx="1057317" cy="823815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40" name="Google Shape;4740;p214"/>
          <p:cNvGrpSpPr/>
          <p:nvPr/>
        </p:nvGrpSpPr>
        <p:grpSpPr>
          <a:xfrm rot="-9900030">
            <a:off x="1630759" y="4533277"/>
            <a:ext cx="215932" cy="195605"/>
            <a:chOff x="1640475" y="1197075"/>
            <a:chExt cx="55475" cy="50250"/>
          </a:xfrm>
        </p:grpSpPr>
        <p:sp>
          <p:nvSpPr>
            <p:cNvPr id="4741" name="Google Shape;4741;p21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21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21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44" name="Google Shape;4744;p214"/>
          <p:cNvSpPr/>
          <p:nvPr/>
        </p:nvSpPr>
        <p:spPr>
          <a:xfrm rot="-650935">
            <a:off x="207474" y="4629032"/>
            <a:ext cx="827555" cy="19386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45" name="Google Shape;4745;p214"/>
          <p:cNvGrpSpPr/>
          <p:nvPr/>
        </p:nvGrpSpPr>
        <p:grpSpPr>
          <a:xfrm rot="10799956">
            <a:off x="274842" y="539507"/>
            <a:ext cx="438380" cy="397116"/>
            <a:chOff x="1640475" y="1197075"/>
            <a:chExt cx="55475" cy="50250"/>
          </a:xfrm>
        </p:grpSpPr>
        <p:sp>
          <p:nvSpPr>
            <p:cNvPr id="4746" name="Google Shape;4746;p21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21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21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9" name="Google Shape;4749;p214"/>
          <p:cNvGrpSpPr/>
          <p:nvPr/>
        </p:nvGrpSpPr>
        <p:grpSpPr>
          <a:xfrm rot="-3600112">
            <a:off x="8113026" y="595917"/>
            <a:ext cx="262456" cy="237752"/>
            <a:chOff x="1640475" y="1197075"/>
            <a:chExt cx="55475" cy="50250"/>
          </a:xfrm>
        </p:grpSpPr>
        <p:sp>
          <p:nvSpPr>
            <p:cNvPr id="4750" name="Google Shape;4750;p21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21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21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53" name="Google Shape;4753;p214"/>
          <p:cNvSpPr/>
          <p:nvPr/>
        </p:nvSpPr>
        <p:spPr>
          <a:xfrm rot="-9900028">
            <a:off x="6801862" y="268233"/>
            <a:ext cx="1038050" cy="243182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54" name="Google Shape;4754;p214"/>
          <p:cNvSpPr/>
          <p:nvPr/>
        </p:nvSpPr>
        <p:spPr>
          <a:xfrm rot="-9900036">
            <a:off x="8356794" y="3991332"/>
            <a:ext cx="450073" cy="665412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55" name="Google Shape;4755;p214"/>
          <p:cNvGrpSpPr/>
          <p:nvPr/>
        </p:nvGrpSpPr>
        <p:grpSpPr>
          <a:xfrm rot="6300003">
            <a:off x="7781718" y="4528539"/>
            <a:ext cx="330831" cy="299687"/>
            <a:chOff x="1640475" y="1197075"/>
            <a:chExt cx="55475" cy="50250"/>
          </a:xfrm>
        </p:grpSpPr>
        <p:sp>
          <p:nvSpPr>
            <p:cNvPr id="4756" name="Google Shape;4756;p21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21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21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59" name="Google Shape;4759;p214"/>
          <p:cNvSpPr txBox="1"/>
          <p:nvPr>
            <p:ph idx="1" type="subTitle"/>
          </p:nvPr>
        </p:nvSpPr>
        <p:spPr>
          <a:xfrm>
            <a:off x="1168831" y="2580725"/>
            <a:ext cx="3206100" cy="155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marR="9144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760" name="Google Shape;4760;p214"/>
          <p:cNvSpPr txBox="1"/>
          <p:nvPr>
            <p:ph idx="2" type="subTitle"/>
          </p:nvPr>
        </p:nvSpPr>
        <p:spPr>
          <a:xfrm>
            <a:off x="5028995" y="2580725"/>
            <a:ext cx="3206100" cy="155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4761" name="Shape 4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2" name="Google Shape;4762;p215"/>
          <p:cNvSpPr/>
          <p:nvPr/>
        </p:nvSpPr>
        <p:spPr>
          <a:xfrm flipH="1" rot="10800000">
            <a:off x="6925170" y="-409585"/>
            <a:ext cx="2610037" cy="2720058"/>
          </a:xfrm>
          <a:custGeom>
            <a:rect b="b" l="l" r="r" t="t"/>
            <a:pathLst>
              <a:path extrusionOk="0" h="17059" w="16369">
                <a:moveTo>
                  <a:pt x="10538" y="1"/>
                </a:moveTo>
                <a:cubicBezTo>
                  <a:pt x="9733" y="1"/>
                  <a:pt x="8932" y="153"/>
                  <a:pt x="8209" y="515"/>
                </a:cubicBezTo>
                <a:cubicBezTo>
                  <a:pt x="7233" y="1004"/>
                  <a:pt x="6396" y="1857"/>
                  <a:pt x="6084" y="2920"/>
                </a:cubicBezTo>
                <a:cubicBezTo>
                  <a:pt x="5733" y="4112"/>
                  <a:pt x="6127" y="5357"/>
                  <a:pt x="5884" y="6560"/>
                </a:cubicBezTo>
                <a:cubicBezTo>
                  <a:pt x="5644" y="7754"/>
                  <a:pt x="4612" y="8436"/>
                  <a:pt x="3688" y="9100"/>
                </a:cubicBezTo>
                <a:cubicBezTo>
                  <a:pt x="2685" y="9819"/>
                  <a:pt x="1822" y="10680"/>
                  <a:pt x="1187" y="11745"/>
                </a:cubicBezTo>
                <a:cubicBezTo>
                  <a:pt x="569" y="12782"/>
                  <a:pt x="0" y="14113"/>
                  <a:pt x="309" y="15339"/>
                </a:cubicBezTo>
                <a:cubicBezTo>
                  <a:pt x="443" y="15869"/>
                  <a:pt x="737" y="16372"/>
                  <a:pt x="1186" y="16695"/>
                </a:cubicBezTo>
                <a:cubicBezTo>
                  <a:pt x="1565" y="16966"/>
                  <a:pt x="2011" y="17058"/>
                  <a:pt x="2463" y="17058"/>
                </a:cubicBezTo>
                <a:cubicBezTo>
                  <a:pt x="2614" y="17058"/>
                  <a:pt x="2766" y="17048"/>
                  <a:pt x="2915" y="17031"/>
                </a:cubicBezTo>
                <a:cubicBezTo>
                  <a:pt x="3625" y="16948"/>
                  <a:pt x="4330" y="16784"/>
                  <a:pt x="5032" y="16653"/>
                </a:cubicBezTo>
                <a:cubicBezTo>
                  <a:pt x="5778" y="16514"/>
                  <a:pt x="6525" y="16374"/>
                  <a:pt x="7271" y="16235"/>
                </a:cubicBezTo>
                <a:cubicBezTo>
                  <a:pt x="10255" y="15678"/>
                  <a:pt x="13240" y="15122"/>
                  <a:pt x="16225" y="14565"/>
                </a:cubicBezTo>
                <a:cubicBezTo>
                  <a:pt x="16319" y="14547"/>
                  <a:pt x="16369" y="14453"/>
                  <a:pt x="16334" y="14366"/>
                </a:cubicBezTo>
                <a:cubicBezTo>
                  <a:pt x="15910" y="13292"/>
                  <a:pt x="15542" y="12197"/>
                  <a:pt x="15242" y="11083"/>
                </a:cubicBezTo>
                <a:cubicBezTo>
                  <a:pt x="14709" y="9114"/>
                  <a:pt x="14380" y="7098"/>
                  <a:pt x="14239" y="5065"/>
                </a:cubicBezTo>
                <a:cubicBezTo>
                  <a:pt x="14136" y="3556"/>
                  <a:pt x="14047" y="1835"/>
                  <a:pt x="12931" y="701"/>
                </a:cubicBezTo>
                <a:cubicBezTo>
                  <a:pt x="13074" y="700"/>
                  <a:pt x="12339" y="230"/>
                  <a:pt x="12009" y="160"/>
                </a:cubicBezTo>
                <a:cubicBezTo>
                  <a:pt x="11529" y="58"/>
                  <a:pt x="11033" y="1"/>
                  <a:pt x="10538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63" name="Google Shape;4763;p215"/>
          <p:cNvSpPr/>
          <p:nvPr/>
        </p:nvSpPr>
        <p:spPr>
          <a:xfrm flipH="1" rot="10800000">
            <a:off x="-411125" y="-175837"/>
            <a:ext cx="2957957" cy="1219474"/>
          </a:xfrm>
          <a:custGeom>
            <a:rect b="b" l="l" r="r" t="t"/>
            <a:pathLst>
              <a:path extrusionOk="0" h="7648" w="18551">
                <a:moveTo>
                  <a:pt x="8398" y="1"/>
                </a:moveTo>
                <a:cubicBezTo>
                  <a:pt x="8203" y="1"/>
                  <a:pt x="8005" y="44"/>
                  <a:pt x="7810" y="140"/>
                </a:cubicBezTo>
                <a:cubicBezTo>
                  <a:pt x="7272" y="403"/>
                  <a:pt x="6909" y="991"/>
                  <a:pt x="6614" y="1543"/>
                </a:cubicBezTo>
                <a:cubicBezTo>
                  <a:pt x="6307" y="2117"/>
                  <a:pt x="6031" y="2729"/>
                  <a:pt x="5562" y="3157"/>
                </a:cubicBezTo>
                <a:cubicBezTo>
                  <a:pt x="5343" y="3357"/>
                  <a:pt x="5078" y="3500"/>
                  <a:pt x="4796" y="3515"/>
                </a:cubicBezTo>
                <a:cubicBezTo>
                  <a:pt x="4779" y="3516"/>
                  <a:pt x="4761" y="3516"/>
                  <a:pt x="4744" y="3516"/>
                </a:cubicBezTo>
                <a:cubicBezTo>
                  <a:pt x="4475" y="3516"/>
                  <a:pt x="4218" y="3410"/>
                  <a:pt x="3979" y="3274"/>
                </a:cubicBezTo>
                <a:cubicBezTo>
                  <a:pt x="3615" y="3067"/>
                  <a:pt x="3265" y="2787"/>
                  <a:pt x="2878" y="2633"/>
                </a:cubicBezTo>
                <a:lnTo>
                  <a:pt x="2848" y="2622"/>
                </a:lnTo>
                <a:cubicBezTo>
                  <a:pt x="2713" y="2571"/>
                  <a:pt x="2573" y="2535"/>
                  <a:pt x="2426" y="2524"/>
                </a:cubicBezTo>
                <a:cubicBezTo>
                  <a:pt x="2397" y="2522"/>
                  <a:pt x="2367" y="2521"/>
                  <a:pt x="2338" y="2521"/>
                </a:cubicBezTo>
                <a:cubicBezTo>
                  <a:pt x="1819" y="2521"/>
                  <a:pt x="1364" y="2853"/>
                  <a:pt x="878" y="3039"/>
                </a:cubicBezTo>
                <a:cubicBezTo>
                  <a:pt x="860" y="2988"/>
                  <a:pt x="814" y="2962"/>
                  <a:pt x="771" y="2962"/>
                </a:cubicBezTo>
                <a:cubicBezTo>
                  <a:pt x="719" y="2962"/>
                  <a:pt x="671" y="2999"/>
                  <a:pt x="675" y="3075"/>
                </a:cubicBezTo>
                <a:cubicBezTo>
                  <a:pt x="676" y="3085"/>
                  <a:pt x="676" y="3095"/>
                  <a:pt x="677" y="3105"/>
                </a:cubicBezTo>
                <a:cubicBezTo>
                  <a:pt x="641" y="3115"/>
                  <a:pt x="663" y="3351"/>
                  <a:pt x="684" y="3351"/>
                </a:cubicBezTo>
                <a:cubicBezTo>
                  <a:pt x="684" y="3351"/>
                  <a:pt x="684" y="3351"/>
                  <a:pt x="684" y="3351"/>
                </a:cubicBezTo>
                <a:lnTo>
                  <a:pt x="684" y="3351"/>
                </a:lnTo>
                <a:cubicBezTo>
                  <a:pt x="700" y="4396"/>
                  <a:pt x="480" y="5438"/>
                  <a:pt x="40" y="6361"/>
                </a:cubicBezTo>
                <a:cubicBezTo>
                  <a:pt x="1" y="6444"/>
                  <a:pt x="42" y="6541"/>
                  <a:pt x="125" y="6547"/>
                </a:cubicBezTo>
                <a:cubicBezTo>
                  <a:pt x="520" y="6573"/>
                  <a:pt x="913" y="6601"/>
                  <a:pt x="1308" y="6628"/>
                </a:cubicBezTo>
                <a:cubicBezTo>
                  <a:pt x="2919" y="6739"/>
                  <a:pt x="4531" y="6851"/>
                  <a:pt x="6142" y="6962"/>
                </a:cubicBezTo>
                <a:cubicBezTo>
                  <a:pt x="7754" y="7074"/>
                  <a:pt x="9365" y="7184"/>
                  <a:pt x="10977" y="7295"/>
                </a:cubicBezTo>
                <a:cubicBezTo>
                  <a:pt x="12587" y="7407"/>
                  <a:pt x="14196" y="7526"/>
                  <a:pt x="15806" y="7629"/>
                </a:cubicBezTo>
                <a:cubicBezTo>
                  <a:pt x="15970" y="7639"/>
                  <a:pt x="16139" y="7648"/>
                  <a:pt x="16308" y="7648"/>
                </a:cubicBezTo>
                <a:cubicBezTo>
                  <a:pt x="16770" y="7648"/>
                  <a:pt x="17238" y="7584"/>
                  <a:pt x="17642" y="7319"/>
                </a:cubicBezTo>
                <a:cubicBezTo>
                  <a:pt x="18126" y="7004"/>
                  <a:pt x="18405" y="6441"/>
                  <a:pt x="18479" y="5822"/>
                </a:cubicBezTo>
                <a:cubicBezTo>
                  <a:pt x="18551" y="5210"/>
                  <a:pt x="18426" y="4561"/>
                  <a:pt x="18155" y="4033"/>
                </a:cubicBezTo>
                <a:cubicBezTo>
                  <a:pt x="18001" y="3734"/>
                  <a:pt x="17799" y="3450"/>
                  <a:pt x="17538" y="3266"/>
                </a:cubicBezTo>
                <a:cubicBezTo>
                  <a:pt x="17335" y="3121"/>
                  <a:pt x="17111" y="3062"/>
                  <a:pt x="16880" y="3062"/>
                </a:cubicBezTo>
                <a:cubicBezTo>
                  <a:pt x="16779" y="3062"/>
                  <a:pt x="16677" y="3073"/>
                  <a:pt x="16575" y="3094"/>
                </a:cubicBezTo>
                <a:cubicBezTo>
                  <a:pt x="16223" y="3166"/>
                  <a:pt x="15888" y="3319"/>
                  <a:pt x="15537" y="3397"/>
                </a:cubicBezTo>
                <a:cubicBezTo>
                  <a:pt x="15268" y="3457"/>
                  <a:pt x="14994" y="3485"/>
                  <a:pt x="14721" y="3485"/>
                </a:cubicBezTo>
                <a:cubicBezTo>
                  <a:pt x="14673" y="3485"/>
                  <a:pt x="14624" y="3484"/>
                  <a:pt x="14575" y="3482"/>
                </a:cubicBezTo>
                <a:cubicBezTo>
                  <a:pt x="13922" y="3460"/>
                  <a:pt x="13281" y="3278"/>
                  <a:pt x="12679" y="2996"/>
                </a:cubicBezTo>
                <a:cubicBezTo>
                  <a:pt x="12065" y="2707"/>
                  <a:pt x="11491" y="2306"/>
                  <a:pt x="10973" y="1835"/>
                </a:cubicBezTo>
                <a:cubicBezTo>
                  <a:pt x="10470" y="1378"/>
                  <a:pt x="10039" y="821"/>
                  <a:pt x="9498" y="418"/>
                </a:cubicBezTo>
                <a:cubicBezTo>
                  <a:pt x="9163" y="167"/>
                  <a:pt x="8785" y="1"/>
                  <a:pt x="8398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64" name="Google Shape;4764;p215"/>
          <p:cNvSpPr/>
          <p:nvPr/>
        </p:nvSpPr>
        <p:spPr>
          <a:xfrm flipH="1" rot="10800000">
            <a:off x="5284589" y="4138897"/>
            <a:ext cx="4092603" cy="1103872"/>
          </a:xfrm>
          <a:custGeom>
            <a:rect b="b" l="l" r="r" t="t"/>
            <a:pathLst>
              <a:path extrusionOk="0" h="6923" w="25667">
                <a:moveTo>
                  <a:pt x="95" y="1"/>
                </a:moveTo>
                <a:lnTo>
                  <a:pt x="95" y="1"/>
                </a:lnTo>
                <a:cubicBezTo>
                  <a:pt x="3" y="325"/>
                  <a:pt x="0" y="652"/>
                  <a:pt x="124" y="980"/>
                </a:cubicBezTo>
                <a:cubicBezTo>
                  <a:pt x="169" y="1098"/>
                  <a:pt x="231" y="1215"/>
                  <a:pt x="310" y="1328"/>
                </a:cubicBezTo>
                <a:cubicBezTo>
                  <a:pt x="324" y="1349"/>
                  <a:pt x="339" y="1369"/>
                  <a:pt x="355" y="1389"/>
                </a:cubicBezTo>
                <a:cubicBezTo>
                  <a:pt x="699" y="1846"/>
                  <a:pt x="1304" y="2249"/>
                  <a:pt x="2067" y="2533"/>
                </a:cubicBezTo>
                <a:cubicBezTo>
                  <a:pt x="2123" y="2554"/>
                  <a:pt x="2182" y="2574"/>
                  <a:pt x="2240" y="2594"/>
                </a:cubicBezTo>
                <a:cubicBezTo>
                  <a:pt x="2505" y="2684"/>
                  <a:pt x="2788" y="2761"/>
                  <a:pt x="3082" y="2820"/>
                </a:cubicBezTo>
                <a:cubicBezTo>
                  <a:pt x="3121" y="2828"/>
                  <a:pt x="3160" y="2836"/>
                  <a:pt x="3199" y="2843"/>
                </a:cubicBezTo>
                <a:cubicBezTo>
                  <a:pt x="3235" y="2848"/>
                  <a:pt x="3269" y="2855"/>
                  <a:pt x="3304" y="2861"/>
                </a:cubicBezTo>
                <a:cubicBezTo>
                  <a:pt x="4479" y="3062"/>
                  <a:pt x="5837" y="3029"/>
                  <a:pt x="6823" y="3420"/>
                </a:cubicBezTo>
                <a:cubicBezTo>
                  <a:pt x="7054" y="3512"/>
                  <a:pt x="7246" y="3619"/>
                  <a:pt x="7410" y="3737"/>
                </a:cubicBezTo>
                <a:cubicBezTo>
                  <a:pt x="7438" y="3757"/>
                  <a:pt x="7465" y="3777"/>
                  <a:pt x="7492" y="3798"/>
                </a:cubicBezTo>
                <a:cubicBezTo>
                  <a:pt x="7907" y="4126"/>
                  <a:pt x="8126" y="4532"/>
                  <a:pt x="8351" y="4940"/>
                </a:cubicBezTo>
                <a:cubicBezTo>
                  <a:pt x="8363" y="4960"/>
                  <a:pt x="8375" y="4981"/>
                  <a:pt x="8386" y="5002"/>
                </a:cubicBezTo>
                <a:cubicBezTo>
                  <a:pt x="8613" y="5409"/>
                  <a:pt x="8857" y="5814"/>
                  <a:pt x="9326" y="6143"/>
                </a:cubicBezTo>
                <a:cubicBezTo>
                  <a:pt x="9338" y="6152"/>
                  <a:pt x="9350" y="6161"/>
                  <a:pt x="9363" y="6170"/>
                </a:cubicBezTo>
                <a:cubicBezTo>
                  <a:pt x="9381" y="6181"/>
                  <a:pt x="9399" y="6193"/>
                  <a:pt x="9417" y="6205"/>
                </a:cubicBezTo>
                <a:cubicBezTo>
                  <a:pt x="10107" y="6649"/>
                  <a:pt x="11200" y="6895"/>
                  <a:pt x="12290" y="6920"/>
                </a:cubicBezTo>
                <a:cubicBezTo>
                  <a:pt x="12359" y="6922"/>
                  <a:pt x="12429" y="6922"/>
                  <a:pt x="12498" y="6922"/>
                </a:cubicBezTo>
                <a:cubicBezTo>
                  <a:pt x="13546" y="6922"/>
                  <a:pt x="14580" y="6739"/>
                  <a:pt x="15482" y="6457"/>
                </a:cubicBezTo>
                <a:cubicBezTo>
                  <a:pt x="15733" y="6379"/>
                  <a:pt x="15977" y="6292"/>
                  <a:pt x="16221" y="6206"/>
                </a:cubicBezTo>
                <a:cubicBezTo>
                  <a:pt x="16279" y="6185"/>
                  <a:pt x="16336" y="6163"/>
                  <a:pt x="16394" y="6143"/>
                </a:cubicBezTo>
                <a:cubicBezTo>
                  <a:pt x="17021" y="5919"/>
                  <a:pt x="17650" y="5699"/>
                  <a:pt x="18381" y="5606"/>
                </a:cubicBezTo>
                <a:cubicBezTo>
                  <a:pt x="18666" y="5570"/>
                  <a:pt x="18954" y="5554"/>
                  <a:pt x="19242" y="5554"/>
                </a:cubicBezTo>
                <a:cubicBezTo>
                  <a:pt x="20278" y="5554"/>
                  <a:pt x="21323" y="5757"/>
                  <a:pt x="22324" y="5932"/>
                </a:cubicBezTo>
                <a:cubicBezTo>
                  <a:pt x="22780" y="6013"/>
                  <a:pt x="23253" y="6086"/>
                  <a:pt x="23731" y="6144"/>
                </a:cubicBezTo>
                <a:cubicBezTo>
                  <a:pt x="23920" y="6169"/>
                  <a:pt x="24110" y="6189"/>
                  <a:pt x="24302" y="6207"/>
                </a:cubicBezTo>
                <a:cubicBezTo>
                  <a:pt x="24756" y="6249"/>
                  <a:pt x="25213" y="6274"/>
                  <a:pt x="25664" y="6275"/>
                </a:cubicBezTo>
                <a:lnTo>
                  <a:pt x="25664" y="6144"/>
                </a:lnTo>
                <a:lnTo>
                  <a:pt x="25665" y="5003"/>
                </a:lnTo>
                <a:lnTo>
                  <a:pt x="25665" y="3738"/>
                </a:lnTo>
                <a:lnTo>
                  <a:pt x="25666" y="2596"/>
                </a:lnTo>
                <a:lnTo>
                  <a:pt x="25666" y="1331"/>
                </a:lnTo>
                <a:lnTo>
                  <a:pt x="25667" y="5"/>
                </a:lnTo>
                <a:lnTo>
                  <a:pt x="3200" y="2"/>
                </a:lnTo>
                <a:lnTo>
                  <a:pt x="3083" y="2"/>
                </a:lnTo>
                <a:lnTo>
                  <a:pt x="95" y="1"/>
                </a:ln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65" name="Google Shape;4765;p215"/>
          <p:cNvSpPr/>
          <p:nvPr/>
        </p:nvSpPr>
        <p:spPr>
          <a:xfrm flipH="1">
            <a:off x="-391991" y="2569272"/>
            <a:ext cx="3425783" cy="2856228"/>
          </a:xfrm>
          <a:custGeom>
            <a:rect b="b" l="l" r="r" t="t"/>
            <a:pathLst>
              <a:path extrusionOk="0" h="17913" w="21485">
                <a:moveTo>
                  <a:pt x="16498" y="0"/>
                </a:moveTo>
                <a:cubicBezTo>
                  <a:pt x="16431" y="0"/>
                  <a:pt x="16363" y="2"/>
                  <a:pt x="16295" y="5"/>
                </a:cubicBezTo>
                <a:cubicBezTo>
                  <a:pt x="14773" y="76"/>
                  <a:pt x="13358" y="913"/>
                  <a:pt x="11838" y="913"/>
                </a:cubicBezTo>
                <a:cubicBezTo>
                  <a:pt x="11828" y="913"/>
                  <a:pt x="11819" y="913"/>
                  <a:pt x="11809" y="913"/>
                </a:cubicBezTo>
                <a:cubicBezTo>
                  <a:pt x="10328" y="903"/>
                  <a:pt x="8942" y="90"/>
                  <a:pt x="7502" y="90"/>
                </a:cubicBezTo>
                <a:cubicBezTo>
                  <a:pt x="7296" y="90"/>
                  <a:pt x="7089" y="106"/>
                  <a:pt x="6880" y="144"/>
                </a:cubicBezTo>
                <a:cubicBezTo>
                  <a:pt x="6031" y="300"/>
                  <a:pt x="5298" y="798"/>
                  <a:pt x="4738" y="1383"/>
                </a:cubicBezTo>
                <a:cubicBezTo>
                  <a:pt x="4125" y="2021"/>
                  <a:pt x="3678" y="2792"/>
                  <a:pt x="3546" y="3606"/>
                </a:cubicBezTo>
                <a:cubicBezTo>
                  <a:pt x="3331" y="4945"/>
                  <a:pt x="3958" y="6365"/>
                  <a:pt x="3330" y="7612"/>
                </a:cubicBezTo>
                <a:cubicBezTo>
                  <a:pt x="2843" y="8573"/>
                  <a:pt x="1725" y="9179"/>
                  <a:pt x="1025" y="10039"/>
                </a:cubicBezTo>
                <a:cubicBezTo>
                  <a:pt x="129" y="11143"/>
                  <a:pt x="1" y="12623"/>
                  <a:pt x="493" y="13871"/>
                </a:cubicBezTo>
                <a:cubicBezTo>
                  <a:pt x="985" y="15119"/>
                  <a:pt x="2039" y="16147"/>
                  <a:pt x="3280" y="16894"/>
                </a:cubicBezTo>
                <a:cubicBezTo>
                  <a:pt x="4303" y="17509"/>
                  <a:pt x="5501" y="17913"/>
                  <a:pt x="6745" y="17913"/>
                </a:cubicBezTo>
                <a:cubicBezTo>
                  <a:pt x="7100" y="17913"/>
                  <a:pt x="7459" y="17880"/>
                  <a:pt x="7819" y="17810"/>
                </a:cubicBezTo>
                <a:cubicBezTo>
                  <a:pt x="9799" y="17422"/>
                  <a:pt x="10027" y="16541"/>
                  <a:pt x="10831" y="15097"/>
                </a:cubicBezTo>
                <a:cubicBezTo>
                  <a:pt x="11709" y="13519"/>
                  <a:pt x="13719" y="12697"/>
                  <a:pt x="15584" y="12036"/>
                </a:cubicBezTo>
                <a:cubicBezTo>
                  <a:pt x="17450" y="11376"/>
                  <a:pt x="19474" y="10648"/>
                  <a:pt x="20504" y="9137"/>
                </a:cubicBezTo>
                <a:cubicBezTo>
                  <a:pt x="21026" y="8370"/>
                  <a:pt x="21230" y="7476"/>
                  <a:pt x="21324" y="6598"/>
                </a:cubicBezTo>
                <a:cubicBezTo>
                  <a:pt x="21484" y="5087"/>
                  <a:pt x="21327" y="3511"/>
                  <a:pt x="20489" y="2207"/>
                </a:cubicBezTo>
                <a:cubicBezTo>
                  <a:pt x="19684" y="953"/>
                  <a:pt x="18161" y="0"/>
                  <a:pt x="16498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66" name="Google Shape;4766;p215"/>
          <p:cNvSpPr txBox="1"/>
          <p:nvPr>
            <p:ph type="title"/>
          </p:nvPr>
        </p:nvSpPr>
        <p:spPr>
          <a:xfrm>
            <a:off x="2715675" y="758952"/>
            <a:ext cx="37125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4767" name="Google Shape;4767;p215"/>
          <p:cNvGrpSpPr/>
          <p:nvPr/>
        </p:nvGrpSpPr>
        <p:grpSpPr>
          <a:xfrm rot="-9900030">
            <a:off x="271409" y="845202"/>
            <a:ext cx="215932" cy="195605"/>
            <a:chOff x="1640475" y="1197075"/>
            <a:chExt cx="55475" cy="50250"/>
          </a:xfrm>
        </p:grpSpPr>
        <p:sp>
          <p:nvSpPr>
            <p:cNvPr id="4768" name="Google Shape;4768;p21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21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21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1" name="Google Shape;4771;p215"/>
          <p:cNvGrpSpPr/>
          <p:nvPr/>
        </p:nvGrpSpPr>
        <p:grpSpPr>
          <a:xfrm rot="6524430">
            <a:off x="349879" y="2378626"/>
            <a:ext cx="279618" cy="253294"/>
            <a:chOff x="1640475" y="1197075"/>
            <a:chExt cx="55475" cy="50250"/>
          </a:xfrm>
        </p:grpSpPr>
        <p:sp>
          <p:nvSpPr>
            <p:cNvPr id="4772" name="Google Shape;4772;p21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21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21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75" name="Google Shape;4775;p215"/>
          <p:cNvSpPr/>
          <p:nvPr/>
        </p:nvSpPr>
        <p:spPr>
          <a:xfrm flipH="1" rot="-2121718">
            <a:off x="6738637" y="226323"/>
            <a:ext cx="888103" cy="20804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76" name="Google Shape;4776;p215"/>
          <p:cNvSpPr/>
          <p:nvPr/>
        </p:nvSpPr>
        <p:spPr>
          <a:xfrm flipH="1" rot="-10799883">
            <a:off x="217109" y="4797573"/>
            <a:ext cx="545177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77" name="Google Shape;4777;p215"/>
          <p:cNvGrpSpPr/>
          <p:nvPr/>
        </p:nvGrpSpPr>
        <p:grpSpPr>
          <a:xfrm rot="6300012">
            <a:off x="8577095" y="3925450"/>
            <a:ext cx="290790" cy="263412"/>
            <a:chOff x="1640475" y="1197075"/>
            <a:chExt cx="55475" cy="50250"/>
          </a:xfrm>
        </p:grpSpPr>
        <p:sp>
          <p:nvSpPr>
            <p:cNvPr id="4778" name="Google Shape;4778;p21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21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21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81" name="Google Shape;4781;p215"/>
          <p:cNvSpPr/>
          <p:nvPr/>
        </p:nvSpPr>
        <p:spPr>
          <a:xfrm rot="10800000">
            <a:off x="5828025" y="4022950"/>
            <a:ext cx="1167574" cy="854200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82" name="Google Shape;4782;p215"/>
          <p:cNvSpPr/>
          <p:nvPr/>
        </p:nvSpPr>
        <p:spPr>
          <a:xfrm rot="-10431843">
            <a:off x="-54140" y="-118627"/>
            <a:ext cx="520982" cy="81628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4783" name="Shape 4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4" name="Google Shape;4784;p216"/>
          <p:cNvSpPr/>
          <p:nvPr/>
        </p:nvSpPr>
        <p:spPr>
          <a:xfrm>
            <a:off x="-212202" y="2778871"/>
            <a:ext cx="2502288" cy="2607656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85" name="Google Shape;4785;p216"/>
          <p:cNvSpPr/>
          <p:nvPr/>
        </p:nvSpPr>
        <p:spPr>
          <a:xfrm>
            <a:off x="6580375" y="4142426"/>
            <a:ext cx="2928340" cy="1246805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86" name="Google Shape;4786;p216"/>
          <p:cNvSpPr/>
          <p:nvPr/>
        </p:nvSpPr>
        <p:spPr>
          <a:xfrm>
            <a:off x="-60710" y="-32232"/>
            <a:ext cx="3923803" cy="1058013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87" name="Google Shape;4787;p216"/>
          <p:cNvSpPr/>
          <p:nvPr/>
        </p:nvSpPr>
        <p:spPr>
          <a:xfrm>
            <a:off x="5957247" y="-243037"/>
            <a:ext cx="3390448" cy="2704882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88" name="Google Shape;4788;p216"/>
          <p:cNvSpPr txBox="1"/>
          <p:nvPr>
            <p:ph idx="1" type="body"/>
          </p:nvPr>
        </p:nvSpPr>
        <p:spPr>
          <a:xfrm>
            <a:off x="5169350" y="1897913"/>
            <a:ext cx="2997000" cy="226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●"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indent="-3048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○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048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■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048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●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048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○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048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■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048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●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048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○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048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■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grpSp>
        <p:nvGrpSpPr>
          <p:cNvPr id="4789" name="Google Shape;4789;p216"/>
          <p:cNvGrpSpPr/>
          <p:nvPr/>
        </p:nvGrpSpPr>
        <p:grpSpPr>
          <a:xfrm rot="1800041">
            <a:off x="8665997" y="4106761"/>
            <a:ext cx="221773" cy="200885"/>
            <a:chOff x="1640475" y="1197075"/>
            <a:chExt cx="55475" cy="50250"/>
          </a:xfrm>
        </p:grpSpPr>
        <p:sp>
          <p:nvSpPr>
            <p:cNvPr id="4790" name="Google Shape;4790;p21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21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21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3" name="Google Shape;4793;p216"/>
          <p:cNvGrpSpPr/>
          <p:nvPr/>
        </p:nvGrpSpPr>
        <p:grpSpPr>
          <a:xfrm rot="-9900030">
            <a:off x="667534" y="4625752"/>
            <a:ext cx="215932" cy="195605"/>
            <a:chOff x="1640475" y="1197075"/>
            <a:chExt cx="55475" cy="50250"/>
          </a:xfrm>
        </p:grpSpPr>
        <p:sp>
          <p:nvSpPr>
            <p:cNvPr id="4794" name="Google Shape;4794;p21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21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21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7" name="Google Shape;4797;p216"/>
          <p:cNvGrpSpPr/>
          <p:nvPr/>
        </p:nvGrpSpPr>
        <p:grpSpPr>
          <a:xfrm rot="-5400000">
            <a:off x="8514555" y="2548984"/>
            <a:ext cx="244822" cy="221773"/>
            <a:chOff x="1640475" y="1197075"/>
            <a:chExt cx="55475" cy="50250"/>
          </a:xfrm>
        </p:grpSpPr>
        <p:sp>
          <p:nvSpPr>
            <p:cNvPr id="4798" name="Google Shape;4798;p21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21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21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01" name="Google Shape;4801;p216"/>
          <p:cNvSpPr/>
          <p:nvPr/>
        </p:nvSpPr>
        <p:spPr>
          <a:xfrm rot="912813">
            <a:off x="8372080" y="228912"/>
            <a:ext cx="529792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02" name="Google Shape;4802;p216"/>
          <p:cNvGrpSpPr/>
          <p:nvPr/>
        </p:nvGrpSpPr>
        <p:grpSpPr>
          <a:xfrm rot="-5400000">
            <a:off x="313974" y="982572"/>
            <a:ext cx="221772" cy="200884"/>
            <a:chOff x="1640475" y="1197075"/>
            <a:chExt cx="55475" cy="50250"/>
          </a:xfrm>
        </p:grpSpPr>
        <p:sp>
          <p:nvSpPr>
            <p:cNvPr id="4803" name="Google Shape;4803;p21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21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21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06" name="Google Shape;4806;p216"/>
          <p:cNvSpPr/>
          <p:nvPr/>
        </p:nvSpPr>
        <p:spPr>
          <a:xfrm>
            <a:off x="8536325" y="4434061"/>
            <a:ext cx="609613" cy="95515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07" name="Google Shape;4807;p216"/>
          <p:cNvSpPr/>
          <p:nvPr/>
        </p:nvSpPr>
        <p:spPr>
          <a:xfrm rot="-807259">
            <a:off x="1440942" y="4787382"/>
            <a:ext cx="1060734" cy="248492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08" name="Google Shape;4808;p216"/>
          <p:cNvSpPr txBox="1"/>
          <p:nvPr>
            <p:ph type="title"/>
          </p:nvPr>
        </p:nvSpPr>
        <p:spPr>
          <a:xfrm>
            <a:off x="3284000" y="759398"/>
            <a:ext cx="2576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4809" name="Shape 48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0" name="Google Shape;4810;p217"/>
          <p:cNvSpPr/>
          <p:nvPr/>
        </p:nvSpPr>
        <p:spPr>
          <a:xfrm>
            <a:off x="-42230" y="3467513"/>
            <a:ext cx="3634529" cy="1998485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11" name="Google Shape;4811;p217"/>
          <p:cNvSpPr/>
          <p:nvPr/>
        </p:nvSpPr>
        <p:spPr>
          <a:xfrm>
            <a:off x="-288300" y="-384812"/>
            <a:ext cx="3133499" cy="2020960"/>
          </a:xfrm>
          <a:custGeom>
            <a:rect b="b" l="l" r="r" t="t"/>
            <a:pathLst>
              <a:path extrusionOk="0" h="11330" w="20526">
                <a:moveTo>
                  <a:pt x="12939" y="1"/>
                </a:moveTo>
                <a:cubicBezTo>
                  <a:pt x="11999" y="1"/>
                  <a:pt x="11086" y="167"/>
                  <a:pt x="10169" y="370"/>
                </a:cubicBezTo>
                <a:cubicBezTo>
                  <a:pt x="9691" y="476"/>
                  <a:pt x="9213" y="584"/>
                  <a:pt x="8731" y="667"/>
                </a:cubicBezTo>
                <a:cubicBezTo>
                  <a:pt x="8234" y="750"/>
                  <a:pt x="7732" y="802"/>
                  <a:pt x="7229" y="839"/>
                </a:cubicBezTo>
                <a:cubicBezTo>
                  <a:pt x="6231" y="913"/>
                  <a:pt x="5230" y="935"/>
                  <a:pt x="4235" y="1052"/>
                </a:cubicBezTo>
                <a:cubicBezTo>
                  <a:pt x="3806" y="1102"/>
                  <a:pt x="3380" y="1184"/>
                  <a:pt x="2951" y="1235"/>
                </a:cubicBezTo>
                <a:cubicBezTo>
                  <a:pt x="2746" y="1260"/>
                  <a:pt x="2537" y="1279"/>
                  <a:pt x="2328" y="1279"/>
                </a:cubicBezTo>
                <a:cubicBezTo>
                  <a:pt x="2138" y="1279"/>
                  <a:pt x="1948" y="1263"/>
                  <a:pt x="1762" y="1222"/>
                </a:cubicBezTo>
                <a:cubicBezTo>
                  <a:pt x="1578" y="1180"/>
                  <a:pt x="1402" y="1113"/>
                  <a:pt x="1242" y="1012"/>
                </a:cubicBezTo>
                <a:cubicBezTo>
                  <a:pt x="1161" y="960"/>
                  <a:pt x="1089" y="870"/>
                  <a:pt x="988" y="868"/>
                </a:cubicBezTo>
                <a:cubicBezTo>
                  <a:pt x="985" y="868"/>
                  <a:pt x="983" y="868"/>
                  <a:pt x="981" y="868"/>
                </a:cubicBezTo>
                <a:cubicBezTo>
                  <a:pt x="897" y="868"/>
                  <a:pt x="810" y="887"/>
                  <a:pt x="732" y="917"/>
                </a:cubicBezTo>
                <a:cubicBezTo>
                  <a:pt x="360" y="1060"/>
                  <a:pt x="147" y="1435"/>
                  <a:pt x="79" y="1816"/>
                </a:cubicBezTo>
                <a:cubicBezTo>
                  <a:pt x="38" y="2046"/>
                  <a:pt x="37" y="2279"/>
                  <a:pt x="38" y="2512"/>
                </a:cubicBezTo>
                <a:cubicBezTo>
                  <a:pt x="38" y="2767"/>
                  <a:pt x="39" y="3024"/>
                  <a:pt x="40" y="3279"/>
                </a:cubicBezTo>
                <a:cubicBezTo>
                  <a:pt x="42" y="3797"/>
                  <a:pt x="44" y="4315"/>
                  <a:pt x="46" y="4833"/>
                </a:cubicBezTo>
                <a:cubicBezTo>
                  <a:pt x="50" y="5817"/>
                  <a:pt x="54" y="6803"/>
                  <a:pt x="57" y="7787"/>
                </a:cubicBezTo>
                <a:cubicBezTo>
                  <a:pt x="55" y="7786"/>
                  <a:pt x="54" y="7785"/>
                  <a:pt x="52" y="7785"/>
                </a:cubicBezTo>
                <a:cubicBezTo>
                  <a:pt x="0" y="7785"/>
                  <a:pt x="101" y="8649"/>
                  <a:pt x="628" y="8724"/>
                </a:cubicBezTo>
                <a:cubicBezTo>
                  <a:pt x="1441" y="8840"/>
                  <a:pt x="1514" y="10145"/>
                  <a:pt x="2146" y="10693"/>
                </a:cubicBezTo>
                <a:cubicBezTo>
                  <a:pt x="2452" y="10957"/>
                  <a:pt x="2805" y="11167"/>
                  <a:pt x="3199" y="11261"/>
                </a:cubicBezTo>
                <a:cubicBezTo>
                  <a:pt x="3402" y="11310"/>
                  <a:pt x="3609" y="11330"/>
                  <a:pt x="3816" y="11330"/>
                </a:cubicBezTo>
                <a:cubicBezTo>
                  <a:pt x="4077" y="11330"/>
                  <a:pt x="4340" y="11298"/>
                  <a:pt x="4597" y="11251"/>
                </a:cubicBezTo>
                <a:cubicBezTo>
                  <a:pt x="5367" y="11113"/>
                  <a:pt x="6207" y="10865"/>
                  <a:pt x="6645" y="10152"/>
                </a:cubicBezTo>
                <a:cubicBezTo>
                  <a:pt x="6859" y="9801"/>
                  <a:pt x="6970" y="9395"/>
                  <a:pt x="7203" y="9055"/>
                </a:cubicBezTo>
                <a:cubicBezTo>
                  <a:pt x="7421" y="8736"/>
                  <a:pt x="7758" y="8532"/>
                  <a:pt x="8120" y="8419"/>
                </a:cubicBezTo>
                <a:cubicBezTo>
                  <a:pt x="8559" y="8282"/>
                  <a:pt x="9011" y="8265"/>
                  <a:pt x="9465" y="8265"/>
                </a:cubicBezTo>
                <a:cubicBezTo>
                  <a:pt x="9615" y="8265"/>
                  <a:pt x="9765" y="8267"/>
                  <a:pt x="9915" y="8267"/>
                </a:cubicBezTo>
                <a:cubicBezTo>
                  <a:pt x="10115" y="8267"/>
                  <a:pt x="10316" y="8264"/>
                  <a:pt x="10515" y="8248"/>
                </a:cubicBezTo>
                <a:cubicBezTo>
                  <a:pt x="10927" y="8216"/>
                  <a:pt x="11342" y="8132"/>
                  <a:pt x="11707" y="7927"/>
                </a:cubicBezTo>
                <a:cubicBezTo>
                  <a:pt x="12074" y="7718"/>
                  <a:pt x="12352" y="7394"/>
                  <a:pt x="12600" y="7055"/>
                </a:cubicBezTo>
                <a:cubicBezTo>
                  <a:pt x="13089" y="6385"/>
                  <a:pt x="13543" y="5673"/>
                  <a:pt x="14244" y="5207"/>
                </a:cubicBezTo>
                <a:cubicBezTo>
                  <a:pt x="14594" y="4972"/>
                  <a:pt x="14986" y="4825"/>
                  <a:pt x="15405" y="4792"/>
                </a:cubicBezTo>
                <a:cubicBezTo>
                  <a:pt x="15494" y="4785"/>
                  <a:pt x="15582" y="4782"/>
                  <a:pt x="15670" y="4782"/>
                </a:cubicBezTo>
                <a:cubicBezTo>
                  <a:pt x="16070" y="4782"/>
                  <a:pt x="16469" y="4843"/>
                  <a:pt x="16866" y="4877"/>
                </a:cubicBezTo>
                <a:cubicBezTo>
                  <a:pt x="17302" y="4915"/>
                  <a:pt x="17740" y="4933"/>
                  <a:pt x="18178" y="4933"/>
                </a:cubicBezTo>
                <a:cubicBezTo>
                  <a:pt x="18243" y="4933"/>
                  <a:pt x="18309" y="4933"/>
                  <a:pt x="18374" y="4932"/>
                </a:cubicBezTo>
                <a:cubicBezTo>
                  <a:pt x="18585" y="4929"/>
                  <a:pt x="18814" y="4941"/>
                  <a:pt x="19012" y="4857"/>
                </a:cubicBezTo>
                <a:cubicBezTo>
                  <a:pt x="19193" y="4780"/>
                  <a:pt x="19305" y="4623"/>
                  <a:pt x="19390" y="4450"/>
                </a:cubicBezTo>
                <a:cubicBezTo>
                  <a:pt x="19618" y="3989"/>
                  <a:pt x="19825" y="3515"/>
                  <a:pt x="20041" y="3049"/>
                </a:cubicBezTo>
                <a:cubicBezTo>
                  <a:pt x="20147" y="2821"/>
                  <a:pt x="20256" y="2595"/>
                  <a:pt x="20357" y="2365"/>
                </a:cubicBezTo>
                <a:cubicBezTo>
                  <a:pt x="20444" y="2165"/>
                  <a:pt x="20525" y="1951"/>
                  <a:pt x="20518" y="1728"/>
                </a:cubicBezTo>
                <a:cubicBezTo>
                  <a:pt x="20505" y="1297"/>
                  <a:pt x="20161" y="1008"/>
                  <a:pt x="19822" y="810"/>
                </a:cubicBezTo>
                <a:cubicBezTo>
                  <a:pt x="19463" y="601"/>
                  <a:pt x="19065" y="469"/>
                  <a:pt x="18660" y="392"/>
                </a:cubicBezTo>
                <a:cubicBezTo>
                  <a:pt x="17815" y="229"/>
                  <a:pt x="16950" y="272"/>
                  <a:pt x="16095" y="224"/>
                </a:cubicBezTo>
                <a:cubicBezTo>
                  <a:pt x="15084" y="168"/>
                  <a:pt x="14079" y="19"/>
                  <a:pt x="13065" y="2"/>
                </a:cubicBezTo>
                <a:cubicBezTo>
                  <a:pt x="13023" y="1"/>
                  <a:pt x="12981" y="1"/>
                  <a:pt x="12939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12" name="Google Shape;4812;p217"/>
          <p:cNvSpPr/>
          <p:nvPr/>
        </p:nvSpPr>
        <p:spPr>
          <a:xfrm>
            <a:off x="7304265" y="-384807"/>
            <a:ext cx="1985649" cy="2326869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13" name="Google Shape;4813;p217"/>
          <p:cNvSpPr/>
          <p:nvPr/>
        </p:nvSpPr>
        <p:spPr>
          <a:xfrm>
            <a:off x="5568694" y="4237688"/>
            <a:ext cx="3721240" cy="1536322"/>
          </a:xfrm>
          <a:custGeom>
            <a:rect b="b" l="l" r="r" t="t"/>
            <a:pathLst>
              <a:path extrusionOk="0" h="8613" w="24376">
                <a:moveTo>
                  <a:pt x="12572" y="1"/>
                </a:moveTo>
                <a:cubicBezTo>
                  <a:pt x="11930" y="1"/>
                  <a:pt x="11305" y="137"/>
                  <a:pt x="10778" y="460"/>
                </a:cubicBezTo>
                <a:cubicBezTo>
                  <a:pt x="10193" y="818"/>
                  <a:pt x="9818" y="1341"/>
                  <a:pt x="9503" y="1852"/>
                </a:cubicBezTo>
                <a:cubicBezTo>
                  <a:pt x="9167" y="2398"/>
                  <a:pt x="8889" y="2969"/>
                  <a:pt x="8475" y="3485"/>
                </a:cubicBezTo>
                <a:cubicBezTo>
                  <a:pt x="8044" y="4023"/>
                  <a:pt x="7451" y="4445"/>
                  <a:pt x="6633" y="4599"/>
                </a:cubicBezTo>
                <a:cubicBezTo>
                  <a:pt x="6259" y="4669"/>
                  <a:pt x="5879" y="4690"/>
                  <a:pt x="5496" y="4690"/>
                </a:cubicBezTo>
                <a:cubicBezTo>
                  <a:pt x="4945" y="4690"/>
                  <a:pt x="4388" y="4646"/>
                  <a:pt x="3837" y="4646"/>
                </a:cubicBezTo>
                <a:cubicBezTo>
                  <a:pt x="3701" y="4646"/>
                  <a:pt x="3564" y="4649"/>
                  <a:pt x="3429" y="4656"/>
                </a:cubicBezTo>
                <a:cubicBezTo>
                  <a:pt x="2927" y="4680"/>
                  <a:pt x="2424" y="4755"/>
                  <a:pt x="1974" y="4934"/>
                </a:cubicBezTo>
                <a:cubicBezTo>
                  <a:pt x="1568" y="5095"/>
                  <a:pt x="1218" y="5332"/>
                  <a:pt x="943" y="5611"/>
                </a:cubicBezTo>
                <a:cubicBezTo>
                  <a:pt x="425" y="6133"/>
                  <a:pt x="179" y="6806"/>
                  <a:pt x="311" y="7456"/>
                </a:cubicBezTo>
                <a:cubicBezTo>
                  <a:pt x="309" y="7456"/>
                  <a:pt x="307" y="7456"/>
                  <a:pt x="305" y="7456"/>
                </a:cubicBezTo>
                <a:cubicBezTo>
                  <a:pt x="282" y="7456"/>
                  <a:pt x="258" y="7461"/>
                  <a:pt x="234" y="7475"/>
                </a:cubicBezTo>
                <a:cubicBezTo>
                  <a:pt x="83" y="7556"/>
                  <a:pt x="1" y="7677"/>
                  <a:pt x="4" y="7821"/>
                </a:cubicBezTo>
                <a:cubicBezTo>
                  <a:pt x="12" y="8172"/>
                  <a:pt x="404" y="8373"/>
                  <a:pt x="826" y="8396"/>
                </a:cubicBezTo>
                <a:cubicBezTo>
                  <a:pt x="860" y="8398"/>
                  <a:pt x="894" y="8399"/>
                  <a:pt x="929" y="8399"/>
                </a:cubicBezTo>
                <a:cubicBezTo>
                  <a:pt x="1162" y="8399"/>
                  <a:pt x="1397" y="8361"/>
                  <a:pt x="1626" y="8334"/>
                </a:cubicBezTo>
                <a:cubicBezTo>
                  <a:pt x="1931" y="8297"/>
                  <a:pt x="2238" y="8262"/>
                  <a:pt x="2544" y="8230"/>
                </a:cubicBezTo>
                <a:cubicBezTo>
                  <a:pt x="3747" y="8107"/>
                  <a:pt x="4958" y="8023"/>
                  <a:pt x="6170" y="7965"/>
                </a:cubicBezTo>
                <a:cubicBezTo>
                  <a:pt x="8591" y="7850"/>
                  <a:pt x="11019" y="7838"/>
                  <a:pt x="13445" y="7824"/>
                </a:cubicBezTo>
                <a:cubicBezTo>
                  <a:pt x="13813" y="7822"/>
                  <a:pt x="14182" y="7820"/>
                  <a:pt x="14552" y="7820"/>
                </a:cubicBezTo>
                <a:cubicBezTo>
                  <a:pt x="16507" y="7820"/>
                  <a:pt x="18472" y="7870"/>
                  <a:pt x="20390" y="8174"/>
                </a:cubicBezTo>
                <a:cubicBezTo>
                  <a:pt x="20952" y="8264"/>
                  <a:pt x="21511" y="8375"/>
                  <a:pt x="22057" y="8512"/>
                </a:cubicBezTo>
                <a:cubicBezTo>
                  <a:pt x="22240" y="8558"/>
                  <a:pt x="22430" y="8612"/>
                  <a:pt x="22625" y="8612"/>
                </a:cubicBezTo>
                <a:cubicBezTo>
                  <a:pt x="22665" y="8612"/>
                  <a:pt x="22706" y="8610"/>
                  <a:pt x="22747" y="8605"/>
                </a:cubicBezTo>
                <a:cubicBezTo>
                  <a:pt x="22986" y="8575"/>
                  <a:pt x="23126" y="8437"/>
                  <a:pt x="23188" y="8265"/>
                </a:cubicBezTo>
                <a:cubicBezTo>
                  <a:pt x="23342" y="7840"/>
                  <a:pt x="23440" y="7396"/>
                  <a:pt x="23556" y="6963"/>
                </a:cubicBezTo>
                <a:cubicBezTo>
                  <a:pt x="23675" y="6520"/>
                  <a:pt x="23785" y="6077"/>
                  <a:pt x="23879" y="5631"/>
                </a:cubicBezTo>
                <a:cubicBezTo>
                  <a:pt x="24251" y="3879"/>
                  <a:pt x="24375" y="2063"/>
                  <a:pt x="23717" y="343"/>
                </a:cubicBezTo>
                <a:cubicBezTo>
                  <a:pt x="23697" y="293"/>
                  <a:pt x="23642" y="267"/>
                  <a:pt x="23586" y="267"/>
                </a:cubicBezTo>
                <a:cubicBezTo>
                  <a:pt x="23541" y="267"/>
                  <a:pt x="23495" y="284"/>
                  <a:pt x="23467" y="317"/>
                </a:cubicBezTo>
                <a:cubicBezTo>
                  <a:pt x="23327" y="480"/>
                  <a:pt x="23169" y="631"/>
                  <a:pt x="22991" y="769"/>
                </a:cubicBezTo>
                <a:cubicBezTo>
                  <a:pt x="22274" y="1328"/>
                  <a:pt x="21289" y="1670"/>
                  <a:pt x="20281" y="1764"/>
                </a:cubicBezTo>
                <a:cubicBezTo>
                  <a:pt x="20062" y="1784"/>
                  <a:pt x="19841" y="1794"/>
                  <a:pt x="19620" y="1794"/>
                </a:cubicBezTo>
                <a:cubicBezTo>
                  <a:pt x="18644" y="1794"/>
                  <a:pt x="17671" y="1601"/>
                  <a:pt x="16789" y="1286"/>
                </a:cubicBezTo>
                <a:cubicBezTo>
                  <a:pt x="15722" y="905"/>
                  <a:pt x="14754" y="349"/>
                  <a:pt x="13607" y="110"/>
                </a:cubicBezTo>
                <a:cubicBezTo>
                  <a:pt x="13266" y="40"/>
                  <a:pt x="12917" y="1"/>
                  <a:pt x="12572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14" name="Google Shape;4814;p217"/>
          <p:cNvSpPr txBox="1"/>
          <p:nvPr>
            <p:ph type="title"/>
          </p:nvPr>
        </p:nvSpPr>
        <p:spPr>
          <a:xfrm>
            <a:off x="2756200" y="1967475"/>
            <a:ext cx="3631500" cy="105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grpSp>
        <p:nvGrpSpPr>
          <p:cNvPr id="4815" name="Google Shape;4815;p217"/>
          <p:cNvGrpSpPr/>
          <p:nvPr/>
        </p:nvGrpSpPr>
        <p:grpSpPr>
          <a:xfrm rot="4517592">
            <a:off x="8550732" y="3940914"/>
            <a:ext cx="221771" cy="200883"/>
            <a:chOff x="1640475" y="1197075"/>
            <a:chExt cx="55475" cy="50250"/>
          </a:xfrm>
        </p:grpSpPr>
        <p:sp>
          <p:nvSpPr>
            <p:cNvPr id="4816" name="Google Shape;4816;p21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21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21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9" name="Google Shape;4819;p217"/>
          <p:cNvGrpSpPr/>
          <p:nvPr/>
        </p:nvGrpSpPr>
        <p:grpSpPr>
          <a:xfrm rot="7199963">
            <a:off x="965918" y="4533021"/>
            <a:ext cx="215935" cy="195604"/>
            <a:chOff x="1640475" y="1197075"/>
            <a:chExt cx="55475" cy="50250"/>
          </a:xfrm>
        </p:grpSpPr>
        <p:sp>
          <p:nvSpPr>
            <p:cNvPr id="4820" name="Google Shape;4820;p21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21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21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23" name="Google Shape;4823;p217"/>
          <p:cNvSpPr/>
          <p:nvPr/>
        </p:nvSpPr>
        <p:spPr>
          <a:xfrm rot="2368484">
            <a:off x="3584583" y="348032"/>
            <a:ext cx="529784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24" name="Google Shape;4824;p217"/>
          <p:cNvGrpSpPr/>
          <p:nvPr/>
        </p:nvGrpSpPr>
        <p:grpSpPr>
          <a:xfrm rot="-9900000">
            <a:off x="1490015" y="185475"/>
            <a:ext cx="347165" cy="314462"/>
            <a:chOff x="1640475" y="1197075"/>
            <a:chExt cx="55475" cy="50250"/>
          </a:xfrm>
        </p:grpSpPr>
        <p:sp>
          <p:nvSpPr>
            <p:cNvPr id="4825" name="Google Shape;4825;p21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21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21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8" name="Google Shape;4828;p217"/>
          <p:cNvGrpSpPr/>
          <p:nvPr/>
        </p:nvGrpSpPr>
        <p:grpSpPr>
          <a:xfrm rot="-9900030">
            <a:off x="7815634" y="527852"/>
            <a:ext cx="215932" cy="195605"/>
            <a:chOff x="1640475" y="1197075"/>
            <a:chExt cx="55475" cy="50250"/>
          </a:xfrm>
        </p:grpSpPr>
        <p:sp>
          <p:nvSpPr>
            <p:cNvPr id="4829" name="Google Shape;4829;p21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21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21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32" name="Google Shape;4832;p217"/>
          <p:cNvSpPr/>
          <p:nvPr/>
        </p:nvSpPr>
        <p:spPr>
          <a:xfrm rot="-8289780">
            <a:off x="7855805" y="1479192"/>
            <a:ext cx="1153753" cy="844089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33" name="Google Shape;4833;p217"/>
          <p:cNvSpPr/>
          <p:nvPr/>
        </p:nvSpPr>
        <p:spPr>
          <a:xfrm rot="-120">
            <a:off x="8278108" y="4777486"/>
            <a:ext cx="529792" cy="12411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4834" name="Shape 4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35" name="Google Shape;4835;p218"/>
          <p:cNvSpPr/>
          <p:nvPr/>
        </p:nvSpPr>
        <p:spPr>
          <a:xfrm>
            <a:off x="6638737" y="-95375"/>
            <a:ext cx="2579952" cy="1264894"/>
          </a:xfrm>
          <a:custGeom>
            <a:rect b="b" l="l" r="r" t="t"/>
            <a:pathLst>
              <a:path extrusionOk="0" h="8220" w="16766">
                <a:moveTo>
                  <a:pt x="16619" y="0"/>
                </a:moveTo>
                <a:lnTo>
                  <a:pt x="1" y="306"/>
                </a:lnTo>
                <a:cubicBezTo>
                  <a:pt x="61" y="421"/>
                  <a:pt x="130" y="530"/>
                  <a:pt x="209" y="629"/>
                </a:cubicBezTo>
                <a:cubicBezTo>
                  <a:pt x="561" y="1077"/>
                  <a:pt x="1090" y="1341"/>
                  <a:pt x="1620" y="1341"/>
                </a:cubicBezTo>
                <a:cubicBezTo>
                  <a:pt x="1653" y="1341"/>
                  <a:pt x="1687" y="1340"/>
                  <a:pt x="1720" y="1338"/>
                </a:cubicBezTo>
                <a:cubicBezTo>
                  <a:pt x="2137" y="1311"/>
                  <a:pt x="2547" y="1128"/>
                  <a:pt x="2959" y="1128"/>
                </a:cubicBezTo>
                <a:cubicBezTo>
                  <a:pt x="3033" y="1128"/>
                  <a:pt x="3106" y="1133"/>
                  <a:pt x="3180" y="1147"/>
                </a:cubicBezTo>
                <a:cubicBezTo>
                  <a:pt x="3277" y="1165"/>
                  <a:pt x="3367" y="1194"/>
                  <a:pt x="3455" y="1233"/>
                </a:cubicBezTo>
                <a:cubicBezTo>
                  <a:pt x="3474" y="1242"/>
                  <a:pt x="3493" y="1250"/>
                  <a:pt x="3511" y="1261"/>
                </a:cubicBezTo>
                <a:lnTo>
                  <a:pt x="3512" y="1261"/>
                </a:lnTo>
                <a:cubicBezTo>
                  <a:pt x="4178" y="1599"/>
                  <a:pt x="4587" y="2502"/>
                  <a:pt x="5216" y="2997"/>
                </a:cubicBezTo>
                <a:cubicBezTo>
                  <a:pt x="5642" y="3331"/>
                  <a:pt x="6137" y="3458"/>
                  <a:pt x="6653" y="3458"/>
                </a:cubicBezTo>
                <a:cubicBezTo>
                  <a:pt x="7281" y="3458"/>
                  <a:pt x="7939" y="3268"/>
                  <a:pt x="8534" y="3032"/>
                </a:cubicBezTo>
                <a:cubicBezTo>
                  <a:pt x="9061" y="2823"/>
                  <a:pt x="9606" y="2582"/>
                  <a:pt x="10155" y="2582"/>
                </a:cubicBezTo>
                <a:cubicBezTo>
                  <a:pt x="10271" y="2582"/>
                  <a:pt x="10386" y="2593"/>
                  <a:pt x="10502" y="2617"/>
                </a:cubicBezTo>
                <a:cubicBezTo>
                  <a:pt x="11491" y="2819"/>
                  <a:pt x="12129" y="3901"/>
                  <a:pt x="12548" y="4929"/>
                </a:cubicBezTo>
                <a:cubicBezTo>
                  <a:pt x="12966" y="5958"/>
                  <a:pt x="13334" y="7102"/>
                  <a:pt x="14165" y="7742"/>
                </a:cubicBezTo>
                <a:cubicBezTo>
                  <a:pt x="14587" y="8068"/>
                  <a:pt x="15094" y="8220"/>
                  <a:pt x="15606" y="8220"/>
                </a:cubicBezTo>
                <a:cubicBezTo>
                  <a:pt x="16002" y="8220"/>
                  <a:pt x="16401" y="8129"/>
                  <a:pt x="16766" y="7956"/>
                </a:cubicBezTo>
                <a:lnTo>
                  <a:pt x="16619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36" name="Google Shape;4836;p218"/>
          <p:cNvSpPr/>
          <p:nvPr/>
        </p:nvSpPr>
        <p:spPr>
          <a:xfrm>
            <a:off x="7429385" y="1585074"/>
            <a:ext cx="2205408" cy="4019192"/>
          </a:xfrm>
          <a:custGeom>
            <a:rect b="b" l="l" r="r" t="t"/>
            <a:pathLst>
              <a:path extrusionOk="0" h="26119" w="14332">
                <a:moveTo>
                  <a:pt x="12104" y="0"/>
                </a:moveTo>
                <a:cubicBezTo>
                  <a:pt x="11836" y="0"/>
                  <a:pt x="11579" y="100"/>
                  <a:pt x="11338" y="207"/>
                </a:cubicBezTo>
                <a:cubicBezTo>
                  <a:pt x="11049" y="335"/>
                  <a:pt x="10764" y="475"/>
                  <a:pt x="10478" y="610"/>
                </a:cubicBezTo>
                <a:cubicBezTo>
                  <a:pt x="9890" y="885"/>
                  <a:pt x="9294" y="1149"/>
                  <a:pt x="8713" y="1440"/>
                </a:cubicBezTo>
                <a:cubicBezTo>
                  <a:pt x="8495" y="1549"/>
                  <a:pt x="8298" y="1691"/>
                  <a:pt x="8201" y="1922"/>
                </a:cubicBezTo>
                <a:cubicBezTo>
                  <a:pt x="8095" y="2174"/>
                  <a:pt x="8110" y="2467"/>
                  <a:pt x="8106" y="2735"/>
                </a:cubicBezTo>
                <a:cubicBezTo>
                  <a:pt x="8097" y="3377"/>
                  <a:pt x="8121" y="4019"/>
                  <a:pt x="8176" y="4658"/>
                </a:cubicBezTo>
                <a:cubicBezTo>
                  <a:pt x="8228" y="5277"/>
                  <a:pt x="8331" y="5899"/>
                  <a:pt x="8283" y="6521"/>
                </a:cubicBezTo>
                <a:cubicBezTo>
                  <a:pt x="8242" y="7056"/>
                  <a:pt x="8055" y="7556"/>
                  <a:pt x="7761" y="8004"/>
                </a:cubicBezTo>
                <a:cubicBezTo>
                  <a:pt x="7173" y="8897"/>
                  <a:pt x="6276" y="9476"/>
                  <a:pt x="5434" y="10099"/>
                </a:cubicBezTo>
                <a:cubicBezTo>
                  <a:pt x="5008" y="10415"/>
                  <a:pt x="4600" y="10769"/>
                  <a:pt x="4338" y="11238"/>
                </a:cubicBezTo>
                <a:cubicBezTo>
                  <a:pt x="4078" y="11703"/>
                  <a:pt x="3973" y="12231"/>
                  <a:pt x="3932" y="12758"/>
                </a:cubicBezTo>
                <a:cubicBezTo>
                  <a:pt x="3854" y="13776"/>
                  <a:pt x="4023" y="14819"/>
                  <a:pt x="3717" y="15812"/>
                </a:cubicBezTo>
                <a:cubicBezTo>
                  <a:pt x="3574" y="16273"/>
                  <a:pt x="3319" y="16702"/>
                  <a:pt x="2917" y="16981"/>
                </a:cubicBezTo>
                <a:cubicBezTo>
                  <a:pt x="2489" y="17279"/>
                  <a:pt x="1977" y="17419"/>
                  <a:pt x="1536" y="17694"/>
                </a:cubicBezTo>
                <a:cubicBezTo>
                  <a:pt x="639" y="18252"/>
                  <a:pt x="327" y="19323"/>
                  <a:pt x="152" y="20304"/>
                </a:cubicBezTo>
                <a:cubicBezTo>
                  <a:pt x="48" y="20891"/>
                  <a:pt x="1" y="21500"/>
                  <a:pt x="140" y="22087"/>
                </a:cubicBezTo>
                <a:cubicBezTo>
                  <a:pt x="259" y="22589"/>
                  <a:pt x="523" y="23040"/>
                  <a:pt x="855" y="23429"/>
                </a:cubicBezTo>
                <a:cubicBezTo>
                  <a:pt x="1544" y="24236"/>
                  <a:pt x="3187" y="24329"/>
                  <a:pt x="3333" y="25366"/>
                </a:cubicBezTo>
                <a:cubicBezTo>
                  <a:pt x="3413" y="25937"/>
                  <a:pt x="4213" y="26116"/>
                  <a:pt x="4450" y="26116"/>
                </a:cubicBezTo>
                <a:cubicBezTo>
                  <a:pt x="4499" y="26116"/>
                  <a:pt x="4524" y="26108"/>
                  <a:pt x="4512" y="26094"/>
                </a:cubicBezTo>
                <a:lnTo>
                  <a:pt x="4512" y="26094"/>
                </a:lnTo>
                <a:cubicBezTo>
                  <a:pt x="5752" y="26098"/>
                  <a:pt x="6992" y="26103"/>
                  <a:pt x="8231" y="26108"/>
                </a:cubicBezTo>
                <a:cubicBezTo>
                  <a:pt x="8884" y="26110"/>
                  <a:pt x="9536" y="26113"/>
                  <a:pt x="10188" y="26115"/>
                </a:cubicBezTo>
                <a:cubicBezTo>
                  <a:pt x="10509" y="26116"/>
                  <a:pt x="10831" y="26117"/>
                  <a:pt x="11153" y="26118"/>
                </a:cubicBezTo>
                <a:cubicBezTo>
                  <a:pt x="11181" y="26118"/>
                  <a:pt x="11210" y="26118"/>
                  <a:pt x="11238" y="26118"/>
                </a:cubicBezTo>
                <a:cubicBezTo>
                  <a:pt x="11502" y="26118"/>
                  <a:pt x="11768" y="26112"/>
                  <a:pt x="12030" y="26066"/>
                </a:cubicBezTo>
                <a:cubicBezTo>
                  <a:pt x="12510" y="25980"/>
                  <a:pt x="12981" y="25708"/>
                  <a:pt x="13161" y="25232"/>
                </a:cubicBezTo>
                <a:cubicBezTo>
                  <a:pt x="13200" y="25130"/>
                  <a:pt x="13224" y="25017"/>
                  <a:pt x="13222" y="24907"/>
                </a:cubicBezTo>
                <a:cubicBezTo>
                  <a:pt x="13220" y="24778"/>
                  <a:pt x="13107" y="24687"/>
                  <a:pt x="13042" y="24582"/>
                </a:cubicBezTo>
                <a:cubicBezTo>
                  <a:pt x="12914" y="24378"/>
                  <a:pt x="12829" y="24154"/>
                  <a:pt x="12777" y="23918"/>
                </a:cubicBezTo>
                <a:cubicBezTo>
                  <a:pt x="12667" y="23424"/>
                  <a:pt x="12700" y="22903"/>
                  <a:pt x="12760" y="22402"/>
                </a:cubicBezTo>
                <a:cubicBezTo>
                  <a:pt x="12825" y="21856"/>
                  <a:pt x="12928" y="21313"/>
                  <a:pt x="12991" y="20766"/>
                </a:cubicBezTo>
                <a:cubicBezTo>
                  <a:pt x="13138" y="19498"/>
                  <a:pt x="13165" y="18220"/>
                  <a:pt x="13259" y="16947"/>
                </a:cubicBezTo>
                <a:cubicBezTo>
                  <a:pt x="13306" y="16306"/>
                  <a:pt x="13371" y="15667"/>
                  <a:pt x="13476" y="15033"/>
                </a:cubicBezTo>
                <a:cubicBezTo>
                  <a:pt x="13580" y="14418"/>
                  <a:pt x="13717" y="13809"/>
                  <a:pt x="13850" y="13199"/>
                </a:cubicBezTo>
                <a:cubicBezTo>
                  <a:pt x="14117" y="11977"/>
                  <a:pt x="14332" y="10761"/>
                  <a:pt x="14312" y="9506"/>
                </a:cubicBezTo>
                <a:cubicBezTo>
                  <a:pt x="14292" y="8213"/>
                  <a:pt x="14104" y="6931"/>
                  <a:pt x="14032" y="5641"/>
                </a:cubicBezTo>
                <a:cubicBezTo>
                  <a:pt x="13973" y="4552"/>
                  <a:pt x="14026" y="3448"/>
                  <a:pt x="13821" y="2371"/>
                </a:cubicBezTo>
                <a:cubicBezTo>
                  <a:pt x="13723" y="1854"/>
                  <a:pt x="13559" y="1346"/>
                  <a:pt x="13296" y="889"/>
                </a:cubicBezTo>
                <a:cubicBezTo>
                  <a:pt x="13046" y="456"/>
                  <a:pt x="12681" y="18"/>
                  <a:pt x="12141" y="1"/>
                </a:cubicBezTo>
                <a:cubicBezTo>
                  <a:pt x="12128" y="1"/>
                  <a:pt x="12116" y="0"/>
                  <a:pt x="12104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37" name="Google Shape;4837;p218"/>
          <p:cNvSpPr/>
          <p:nvPr/>
        </p:nvSpPr>
        <p:spPr>
          <a:xfrm>
            <a:off x="-265362" y="3987346"/>
            <a:ext cx="2499473" cy="1921807"/>
          </a:xfrm>
          <a:custGeom>
            <a:rect b="b" l="l" r="r" t="t"/>
            <a:pathLst>
              <a:path extrusionOk="0" h="12489" w="16243">
                <a:moveTo>
                  <a:pt x="3844" y="0"/>
                </a:moveTo>
                <a:cubicBezTo>
                  <a:pt x="3285" y="0"/>
                  <a:pt x="2723" y="148"/>
                  <a:pt x="2228" y="400"/>
                </a:cubicBezTo>
                <a:cubicBezTo>
                  <a:pt x="1280" y="883"/>
                  <a:pt x="590" y="1767"/>
                  <a:pt x="156" y="2720"/>
                </a:cubicBezTo>
                <a:cubicBezTo>
                  <a:pt x="49" y="2956"/>
                  <a:pt x="1" y="3596"/>
                  <a:pt x="54" y="3596"/>
                </a:cubicBezTo>
                <a:cubicBezTo>
                  <a:pt x="57" y="3596"/>
                  <a:pt x="61" y="3593"/>
                  <a:pt x="66" y="3588"/>
                </a:cubicBezTo>
                <a:cubicBezTo>
                  <a:pt x="269" y="4868"/>
                  <a:pt x="1355" y="5759"/>
                  <a:pt x="2294" y="6557"/>
                </a:cubicBezTo>
                <a:cubicBezTo>
                  <a:pt x="3560" y="7632"/>
                  <a:pt x="4723" y="8824"/>
                  <a:pt x="5756" y="10126"/>
                </a:cubicBezTo>
                <a:cubicBezTo>
                  <a:pt x="6340" y="10862"/>
                  <a:pt x="6881" y="11633"/>
                  <a:pt x="7379" y="12430"/>
                </a:cubicBezTo>
                <a:cubicBezTo>
                  <a:pt x="7403" y="12468"/>
                  <a:pt x="7442" y="12488"/>
                  <a:pt x="7481" y="12488"/>
                </a:cubicBezTo>
                <a:cubicBezTo>
                  <a:pt x="7510" y="12488"/>
                  <a:pt x="7539" y="12478"/>
                  <a:pt x="7563" y="12456"/>
                </a:cubicBezTo>
                <a:cubicBezTo>
                  <a:pt x="9372" y="10767"/>
                  <a:pt x="11182" y="9079"/>
                  <a:pt x="12991" y="7391"/>
                </a:cubicBezTo>
                <a:cubicBezTo>
                  <a:pt x="13444" y="6969"/>
                  <a:pt x="13897" y="6547"/>
                  <a:pt x="14348" y="6125"/>
                </a:cubicBezTo>
                <a:cubicBezTo>
                  <a:pt x="14774" y="5728"/>
                  <a:pt x="15224" y="5346"/>
                  <a:pt x="15621" y="4920"/>
                </a:cubicBezTo>
                <a:cubicBezTo>
                  <a:pt x="15956" y="4561"/>
                  <a:pt x="16230" y="4130"/>
                  <a:pt x="16237" y="3625"/>
                </a:cubicBezTo>
                <a:cubicBezTo>
                  <a:pt x="16243" y="3173"/>
                  <a:pt x="16055" y="2737"/>
                  <a:pt x="15772" y="2393"/>
                </a:cubicBezTo>
                <a:cubicBezTo>
                  <a:pt x="15118" y="1597"/>
                  <a:pt x="13969" y="1326"/>
                  <a:pt x="12990" y="1230"/>
                </a:cubicBezTo>
                <a:cubicBezTo>
                  <a:pt x="12782" y="1209"/>
                  <a:pt x="12575" y="1199"/>
                  <a:pt x="12369" y="1199"/>
                </a:cubicBezTo>
                <a:cubicBezTo>
                  <a:pt x="11579" y="1199"/>
                  <a:pt x="10805" y="1344"/>
                  <a:pt x="10046" y="1589"/>
                </a:cubicBezTo>
                <a:cubicBezTo>
                  <a:pt x="9458" y="1779"/>
                  <a:pt x="8842" y="1996"/>
                  <a:pt x="8230" y="1996"/>
                </a:cubicBezTo>
                <a:cubicBezTo>
                  <a:pt x="7924" y="1996"/>
                  <a:pt x="7618" y="1942"/>
                  <a:pt x="7317" y="1801"/>
                </a:cubicBezTo>
                <a:cubicBezTo>
                  <a:pt x="6411" y="1378"/>
                  <a:pt x="5786" y="517"/>
                  <a:pt x="4835" y="170"/>
                </a:cubicBezTo>
                <a:cubicBezTo>
                  <a:pt x="4516" y="54"/>
                  <a:pt x="4181" y="0"/>
                  <a:pt x="3844" y="0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38" name="Google Shape;4838;p218"/>
          <p:cNvSpPr/>
          <p:nvPr/>
        </p:nvSpPr>
        <p:spPr>
          <a:xfrm>
            <a:off x="-254591" y="-217300"/>
            <a:ext cx="1913498" cy="3721126"/>
          </a:xfrm>
          <a:custGeom>
            <a:rect b="b" l="l" r="r" t="t"/>
            <a:pathLst>
              <a:path extrusionOk="0" h="24182" w="12435">
                <a:moveTo>
                  <a:pt x="7995" y="0"/>
                </a:moveTo>
                <a:cubicBezTo>
                  <a:pt x="6753" y="0"/>
                  <a:pt x="5507" y="123"/>
                  <a:pt x="4282" y="305"/>
                </a:cubicBezTo>
                <a:cubicBezTo>
                  <a:pt x="3647" y="400"/>
                  <a:pt x="3014" y="509"/>
                  <a:pt x="2384" y="629"/>
                </a:cubicBezTo>
                <a:cubicBezTo>
                  <a:pt x="1767" y="745"/>
                  <a:pt x="1135" y="843"/>
                  <a:pt x="528" y="997"/>
                </a:cubicBezTo>
                <a:cubicBezTo>
                  <a:pt x="284" y="1059"/>
                  <a:pt x="86" y="1199"/>
                  <a:pt x="44" y="1438"/>
                </a:cubicBezTo>
                <a:cubicBezTo>
                  <a:pt x="1" y="1675"/>
                  <a:pt x="98" y="1906"/>
                  <a:pt x="177" y="2128"/>
                </a:cubicBezTo>
                <a:cubicBezTo>
                  <a:pt x="371" y="2674"/>
                  <a:pt x="529" y="3231"/>
                  <a:pt x="657" y="3795"/>
                </a:cubicBezTo>
                <a:cubicBezTo>
                  <a:pt x="1173" y="6076"/>
                  <a:pt x="1176" y="8421"/>
                  <a:pt x="1157" y="10740"/>
                </a:cubicBezTo>
                <a:cubicBezTo>
                  <a:pt x="1137" y="13166"/>
                  <a:pt x="1119" y="15594"/>
                  <a:pt x="956" y="18015"/>
                </a:cubicBezTo>
                <a:cubicBezTo>
                  <a:pt x="873" y="19227"/>
                  <a:pt x="754" y="20438"/>
                  <a:pt x="578" y="21641"/>
                </a:cubicBezTo>
                <a:cubicBezTo>
                  <a:pt x="533" y="21947"/>
                  <a:pt x="484" y="22253"/>
                  <a:pt x="431" y="22559"/>
                </a:cubicBezTo>
                <a:cubicBezTo>
                  <a:pt x="386" y="22822"/>
                  <a:pt x="322" y="23092"/>
                  <a:pt x="343" y="23359"/>
                </a:cubicBezTo>
                <a:cubicBezTo>
                  <a:pt x="374" y="23781"/>
                  <a:pt x="660" y="24173"/>
                  <a:pt x="1161" y="24181"/>
                </a:cubicBezTo>
                <a:cubicBezTo>
                  <a:pt x="1165" y="24181"/>
                  <a:pt x="1169" y="24181"/>
                  <a:pt x="1173" y="24181"/>
                </a:cubicBezTo>
                <a:cubicBezTo>
                  <a:pt x="1371" y="24181"/>
                  <a:pt x="1540" y="24099"/>
                  <a:pt x="1654" y="23951"/>
                </a:cubicBezTo>
                <a:cubicBezTo>
                  <a:pt x="1675" y="23925"/>
                  <a:pt x="1683" y="23898"/>
                  <a:pt x="1682" y="23874"/>
                </a:cubicBezTo>
                <a:lnTo>
                  <a:pt x="1682" y="23874"/>
                </a:lnTo>
                <a:cubicBezTo>
                  <a:pt x="1847" y="23898"/>
                  <a:pt x="2014" y="23909"/>
                  <a:pt x="2180" y="23909"/>
                </a:cubicBezTo>
                <a:cubicBezTo>
                  <a:pt x="2943" y="23909"/>
                  <a:pt x="3699" y="23667"/>
                  <a:pt x="4311" y="23242"/>
                </a:cubicBezTo>
                <a:cubicBezTo>
                  <a:pt x="4708" y="22966"/>
                  <a:pt x="5045" y="22616"/>
                  <a:pt x="5275" y="22211"/>
                </a:cubicBezTo>
                <a:cubicBezTo>
                  <a:pt x="5529" y="21761"/>
                  <a:pt x="5637" y="21258"/>
                  <a:pt x="5672" y="20756"/>
                </a:cubicBezTo>
                <a:cubicBezTo>
                  <a:pt x="5745" y="19694"/>
                  <a:pt x="5474" y="18600"/>
                  <a:pt x="5753" y="17552"/>
                </a:cubicBezTo>
                <a:cubicBezTo>
                  <a:pt x="5970" y="16734"/>
                  <a:pt x="6573" y="16141"/>
                  <a:pt x="7340" y="15710"/>
                </a:cubicBezTo>
                <a:cubicBezTo>
                  <a:pt x="8075" y="15296"/>
                  <a:pt x="8888" y="15018"/>
                  <a:pt x="9665" y="14682"/>
                </a:cubicBezTo>
                <a:cubicBezTo>
                  <a:pt x="10395" y="14367"/>
                  <a:pt x="11138" y="13992"/>
                  <a:pt x="11650" y="13407"/>
                </a:cubicBezTo>
                <a:cubicBezTo>
                  <a:pt x="12358" y="12597"/>
                  <a:pt x="12435" y="11553"/>
                  <a:pt x="12147" y="10578"/>
                </a:cubicBezTo>
                <a:cubicBezTo>
                  <a:pt x="11808" y="9430"/>
                  <a:pt x="11016" y="8461"/>
                  <a:pt x="10472" y="7396"/>
                </a:cubicBezTo>
                <a:cubicBezTo>
                  <a:pt x="9923" y="6314"/>
                  <a:pt x="9632" y="5096"/>
                  <a:pt x="9791" y="3904"/>
                </a:cubicBezTo>
                <a:cubicBezTo>
                  <a:pt x="9926" y="2896"/>
                  <a:pt x="10412" y="1909"/>
                  <a:pt x="11209" y="1194"/>
                </a:cubicBezTo>
                <a:cubicBezTo>
                  <a:pt x="11406" y="1016"/>
                  <a:pt x="11621" y="858"/>
                  <a:pt x="11854" y="718"/>
                </a:cubicBezTo>
                <a:cubicBezTo>
                  <a:pt x="11960" y="654"/>
                  <a:pt x="11944" y="503"/>
                  <a:pt x="11818" y="468"/>
                </a:cubicBezTo>
                <a:cubicBezTo>
                  <a:pt x="10568" y="132"/>
                  <a:pt x="9284" y="0"/>
                  <a:pt x="7995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39" name="Google Shape;4839;p218"/>
          <p:cNvSpPr txBox="1"/>
          <p:nvPr>
            <p:ph type="title"/>
          </p:nvPr>
        </p:nvSpPr>
        <p:spPr>
          <a:xfrm>
            <a:off x="1080884" y="2182263"/>
            <a:ext cx="2984100" cy="66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4840" name="Google Shape;4840;p218"/>
          <p:cNvSpPr txBox="1"/>
          <p:nvPr>
            <p:ph idx="1" type="body"/>
          </p:nvPr>
        </p:nvSpPr>
        <p:spPr>
          <a:xfrm>
            <a:off x="4739711" y="1770750"/>
            <a:ext cx="3540300" cy="1602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04800" lvl="0" marL="4572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●"/>
              <a:defRPr sz="1800"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indent="-3048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048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048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048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048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048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048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048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841" name="Google Shape;4841;p218"/>
          <p:cNvSpPr txBox="1"/>
          <p:nvPr>
            <p:ph idx="2" type="title"/>
          </p:nvPr>
        </p:nvSpPr>
        <p:spPr>
          <a:xfrm>
            <a:off x="3387900" y="758952"/>
            <a:ext cx="23682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4842" name="Google Shape;4842;p218"/>
          <p:cNvGrpSpPr/>
          <p:nvPr/>
        </p:nvGrpSpPr>
        <p:grpSpPr>
          <a:xfrm rot="-6300012">
            <a:off x="8329017" y="3907657"/>
            <a:ext cx="221774" cy="200886"/>
            <a:chOff x="1640475" y="1197075"/>
            <a:chExt cx="55475" cy="50250"/>
          </a:xfrm>
        </p:grpSpPr>
        <p:sp>
          <p:nvSpPr>
            <p:cNvPr id="4843" name="Google Shape;4843;p21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21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21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6" name="Google Shape;4846;p218"/>
          <p:cNvGrpSpPr/>
          <p:nvPr/>
        </p:nvGrpSpPr>
        <p:grpSpPr>
          <a:xfrm rot="-5936682">
            <a:off x="8631239" y="386219"/>
            <a:ext cx="215933" cy="195605"/>
            <a:chOff x="1640475" y="1197075"/>
            <a:chExt cx="55475" cy="50250"/>
          </a:xfrm>
        </p:grpSpPr>
        <p:sp>
          <p:nvSpPr>
            <p:cNvPr id="4847" name="Google Shape;4847;p21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21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21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50" name="Google Shape;4850;p218"/>
          <p:cNvSpPr/>
          <p:nvPr/>
        </p:nvSpPr>
        <p:spPr>
          <a:xfrm rot="-597351">
            <a:off x="6767407" y="4790731"/>
            <a:ext cx="529781" cy="1241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51" name="Google Shape;4851;p218"/>
          <p:cNvGrpSpPr/>
          <p:nvPr/>
        </p:nvGrpSpPr>
        <p:grpSpPr>
          <a:xfrm rot="-4966591">
            <a:off x="1215563" y="428704"/>
            <a:ext cx="244639" cy="221602"/>
            <a:chOff x="1640475" y="1197075"/>
            <a:chExt cx="55475" cy="50250"/>
          </a:xfrm>
        </p:grpSpPr>
        <p:sp>
          <p:nvSpPr>
            <p:cNvPr id="4852" name="Google Shape;4852;p21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21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21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5" name="Google Shape;4855;p218"/>
          <p:cNvGrpSpPr/>
          <p:nvPr/>
        </p:nvGrpSpPr>
        <p:grpSpPr>
          <a:xfrm rot="-5400136">
            <a:off x="1436469" y="4381433"/>
            <a:ext cx="420678" cy="381051"/>
            <a:chOff x="1640475" y="1197075"/>
            <a:chExt cx="55475" cy="50250"/>
          </a:xfrm>
        </p:grpSpPr>
        <p:sp>
          <p:nvSpPr>
            <p:cNvPr id="4856" name="Google Shape;4856;p21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21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21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59" name="Google Shape;4859;p218"/>
          <p:cNvSpPr/>
          <p:nvPr/>
        </p:nvSpPr>
        <p:spPr>
          <a:xfrm flipH="1" rot="1865663">
            <a:off x="-99215" y="3419180"/>
            <a:ext cx="609603" cy="955142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60" name="Google Shape;4860;p218"/>
          <p:cNvSpPr/>
          <p:nvPr/>
        </p:nvSpPr>
        <p:spPr>
          <a:xfrm rot="-3264252">
            <a:off x="255856" y="807468"/>
            <a:ext cx="529775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4861" name="Shape 48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62" name="Google Shape;4862;p219"/>
          <p:cNvSpPr/>
          <p:nvPr>
            <p:ph idx="2" type="pic"/>
          </p:nvPr>
        </p:nvSpPr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4863" name="Google Shape;4863;p219"/>
          <p:cNvSpPr txBox="1"/>
          <p:nvPr>
            <p:ph type="title"/>
          </p:nvPr>
        </p:nvSpPr>
        <p:spPr>
          <a:xfrm>
            <a:off x="821675" y="3707975"/>
            <a:ext cx="28812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864" name="Google Shape;4864;p219"/>
          <p:cNvSpPr/>
          <p:nvPr/>
        </p:nvSpPr>
        <p:spPr>
          <a:xfrm>
            <a:off x="5777548" y="-948481"/>
            <a:ext cx="4112727" cy="2805948"/>
          </a:xfrm>
          <a:custGeom>
            <a:rect b="b" l="l" r="r" t="t"/>
            <a:pathLst>
              <a:path extrusionOk="0" h="113820" w="166828">
                <a:moveTo>
                  <a:pt x="37921" y="1"/>
                </a:moveTo>
                <a:cubicBezTo>
                  <a:pt x="36836" y="1"/>
                  <a:pt x="35541" y="330"/>
                  <a:pt x="34305" y="1407"/>
                </a:cubicBezTo>
                <a:cubicBezTo>
                  <a:pt x="23972" y="10416"/>
                  <a:pt x="8738" y="14467"/>
                  <a:pt x="4398" y="27982"/>
                </a:cubicBezTo>
                <a:cubicBezTo>
                  <a:pt x="0" y="41680"/>
                  <a:pt x="7520" y="58250"/>
                  <a:pt x="21045" y="63486"/>
                </a:cubicBezTo>
                <a:cubicBezTo>
                  <a:pt x="22997" y="64243"/>
                  <a:pt x="25102" y="64731"/>
                  <a:pt x="27186" y="64731"/>
                </a:cubicBezTo>
                <a:cubicBezTo>
                  <a:pt x="28926" y="64731"/>
                  <a:pt x="30652" y="64391"/>
                  <a:pt x="32263" y="63581"/>
                </a:cubicBezTo>
                <a:cubicBezTo>
                  <a:pt x="35432" y="61989"/>
                  <a:pt x="37547" y="59068"/>
                  <a:pt x="39281" y="56069"/>
                </a:cubicBezTo>
                <a:cubicBezTo>
                  <a:pt x="41088" y="52945"/>
                  <a:pt x="42569" y="49589"/>
                  <a:pt x="44777" y="46713"/>
                </a:cubicBezTo>
                <a:cubicBezTo>
                  <a:pt x="46806" y="44071"/>
                  <a:pt x="49700" y="42214"/>
                  <a:pt x="52852" y="41193"/>
                </a:cubicBezTo>
                <a:cubicBezTo>
                  <a:pt x="54502" y="40658"/>
                  <a:pt x="56271" y="40357"/>
                  <a:pt x="58033" y="40357"/>
                </a:cubicBezTo>
                <a:cubicBezTo>
                  <a:pt x="59582" y="40357"/>
                  <a:pt x="61125" y="40589"/>
                  <a:pt x="62577" y="41099"/>
                </a:cubicBezTo>
                <a:cubicBezTo>
                  <a:pt x="65894" y="42264"/>
                  <a:pt x="68169" y="44781"/>
                  <a:pt x="69461" y="48008"/>
                </a:cubicBezTo>
                <a:cubicBezTo>
                  <a:pt x="70920" y="51651"/>
                  <a:pt x="71214" y="55625"/>
                  <a:pt x="72500" y="59321"/>
                </a:cubicBezTo>
                <a:cubicBezTo>
                  <a:pt x="73761" y="62945"/>
                  <a:pt x="76246" y="66870"/>
                  <a:pt x="80098" y="68098"/>
                </a:cubicBezTo>
                <a:cubicBezTo>
                  <a:pt x="80924" y="68361"/>
                  <a:pt x="81738" y="68476"/>
                  <a:pt x="82539" y="68476"/>
                </a:cubicBezTo>
                <a:cubicBezTo>
                  <a:pt x="84915" y="68476"/>
                  <a:pt x="87181" y="67468"/>
                  <a:pt x="89338" y="66338"/>
                </a:cubicBezTo>
                <a:cubicBezTo>
                  <a:pt x="91372" y="65273"/>
                  <a:pt x="93666" y="63918"/>
                  <a:pt x="96008" y="63918"/>
                </a:cubicBezTo>
                <a:cubicBezTo>
                  <a:pt x="96706" y="63918"/>
                  <a:pt x="97408" y="64039"/>
                  <a:pt x="98109" y="64323"/>
                </a:cubicBezTo>
                <a:cubicBezTo>
                  <a:pt x="101824" y="65830"/>
                  <a:pt x="103218" y="70593"/>
                  <a:pt x="104170" y="74096"/>
                </a:cubicBezTo>
                <a:cubicBezTo>
                  <a:pt x="105294" y="78232"/>
                  <a:pt x="106341" y="82392"/>
                  <a:pt x="107639" y="86478"/>
                </a:cubicBezTo>
                <a:cubicBezTo>
                  <a:pt x="110173" y="94464"/>
                  <a:pt x="113842" y="102270"/>
                  <a:pt x="120376" y="107758"/>
                </a:cubicBezTo>
                <a:cubicBezTo>
                  <a:pt x="124773" y="111451"/>
                  <a:pt x="130232" y="113819"/>
                  <a:pt x="135852" y="113819"/>
                </a:cubicBezTo>
                <a:cubicBezTo>
                  <a:pt x="137764" y="113819"/>
                  <a:pt x="139695" y="113545"/>
                  <a:pt x="141609" y="112956"/>
                </a:cubicBezTo>
                <a:cubicBezTo>
                  <a:pt x="148075" y="110966"/>
                  <a:pt x="152915" y="105717"/>
                  <a:pt x="156292" y="100059"/>
                </a:cubicBezTo>
                <a:cubicBezTo>
                  <a:pt x="159974" y="93886"/>
                  <a:pt x="162303" y="87008"/>
                  <a:pt x="164024" y="80059"/>
                </a:cubicBezTo>
                <a:cubicBezTo>
                  <a:pt x="165781" y="72965"/>
                  <a:pt x="166828" y="65469"/>
                  <a:pt x="165704" y="58187"/>
                </a:cubicBezTo>
                <a:cubicBezTo>
                  <a:pt x="164530" y="50572"/>
                  <a:pt x="160681" y="43928"/>
                  <a:pt x="154464" y="39322"/>
                </a:cubicBezTo>
                <a:cubicBezTo>
                  <a:pt x="147232" y="33964"/>
                  <a:pt x="138199" y="31294"/>
                  <a:pt x="129697" y="28706"/>
                </a:cubicBezTo>
                <a:cubicBezTo>
                  <a:pt x="120365" y="25866"/>
                  <a:pt x="110897" y="23505"/>
                  <a:pt x="101432" y="21160"/>
                </a:cubicBezTo>
                <a:cubicBezTo>
                  <a:pt x="82523" y="16474"/>
                  <a:pt x="63390" y="11839"/>
                  <a:pt x="45718" y="3432"/>
                </a:cubicBezTo>
                <a:cubicBezTo>
                  <a:pt x="43955" y="2593"/>
                  <a:pt x="42210" y="1715"/>
                  <a:pt x="40486" y="799"/>
                </a:cubicBezTo>
                <a:cubicBezTo>
                  <a:pt x="40674" y="722"/>
                  <a:pt x="39528" y="1"/>
                  <a:pt x="3792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4865" name="Shape 48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66" name="Google Shape;4866;p220"/>
          <p:cNvSpPr/>
          <p:nvPr/>
        </p:nvSpPr>
        <p:spPr>
          <a:xfrm rot="10800000">
            <a:off x="-157853" y="4139715"/>
            <a:ext cx="2673716" cy="1310885"/>
          </a:xfrm>
          <a:custGeom>
            <a:rect b="b" l="l" r="r" t="t"/>
            <a:pathLst>
              <a:path extrusionOk="0" h="8220" w="16766">
                <a:moveTo>
                  <a:pt x="16619" y="0"/>
                </a:moveTo>
                <a:lnTo>
                  <a:pt x="1" y="306"/>
                </a:lnTo>
                <a:cubicBezTo>
                  <a:pt x="61" y="421"/>
                  <a:pt x="130" y="530"/>
                  <a:pt x="209" y="629"/>
                </a:cubicBezTo>
                <a:cubicBezTo>
                  <a:pt x="561" y="1077"/>
                  <a:pt x="1090" y="1341"/>
                  <a:pt x="1620" y="1341"/>
                </a:cubicBezTo>
                <a:cubicBezTo>
                  <a:pt x="1653" y="1341"/>
                  <a:pt x="1687" y="1340"/>
                  <a:pt x="1720" y="1338"/>
                </a:cubicBezTo>
                <a:cubicBezTo>
                  <a:pt x="2137" y="1311"/>
                  <a:pt x="2547" y="1128"/>
                  <a:pt x="2959" y="1128"/>
                </a:cubicBezTo>
                <a:cubicBezTo>
                  <a:pt x="3033" y="1128"/>
                  <a:pt x="3106" y="1133"/>
                  <a:pt x="3180" y="1147"/>
                </a:cubicBezTo>
                <a:cubicBezTo>
                  <a:pt x="3277" y="1165"/>
                  <a:pt x="3367" y="1194"/>
                  <a:pt x="3455" y="1233"/>
                </a:cubicBezTo>
                <a:cubicBezTo>
                  <a:pt x="3474" y="1242"/>
                  <a:pt x="3493" y="1250"/>
                  <a:pt x="3511" y="1261"/>
                </a:cubicBezTo>
                <a:lnTo>
                  <a:pt x="3512" y="1261"/>
                </a:lnTo>
                <a:cubicBezTo>
                  <a:pt x="4178" y="1599"/>
                  <a:pt x="4587" y="2502"/>
                  <a:pt x="5216" y="2997"/>
                </a:cubicBezTo>
                <a:cubicBezTo>
                  <a:pt x="5642" y="3331"/>
                  <a:pt x="6137" y="3458"/>
                  <a:pt x="6653" y="3458"/>
                </a:cubicBezTo>
                <a:cubicBezTo>
                  <a:pt x="7281" y="3458"/>
                  <a:pt x="7939" y="3268"/>
                  <a:pt x="8534" y="3032"/>
                </a:cubicBezTo>
                <a:cubicBezTo>
                  <a:pt x="9061" y="2823"/>
                  <a:pt x="9606" y="2582"/>
                  <a:pt x="10155" y="2582"/>
                </a:cubicBezTo>
                <a:cubicBezTo>
                  <a:pt x="10271" y="2582"/>
                  <a:pt x="10386" y="2593"/>
                  <a:pt x="10502" y="2617"/>
                </a:cubicBezTo>
                <a:cubicBezTo>
                  <a:pt x="11491" y="2819"/>
                  <a:pt x="12129" y="3901"/>
                  <a:pt x="12548" y="4929"/>
                </a:cubicBezTo>
                <a:cubicBezTo>
                  <a:pt x="12966" y="5958"/>
                  <a:pt x="13334" y="7102"/>
                  <a:pt x="14165" y="7742"/>
                </a:cubicBezTo>
                <a:cubicBezTo>
                  <a:pt x="14587" y="8068"/>
                  <a:pt x="15094" y="8220"/>
                  <a:pt x="15606" y="8220"/>
                </a:cubicBezTo>
                <a:cubicBezTo>
                  <a:pt x="16002" y="8220"/>
                  <a:pt x="16401" y="8129"/>
                  <a:pt x="16766" y="7956"/>
                </a:cubicBezTo>
                <a:lnTo>
                  <a:pt x="16619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67" name="Google Shape;4867;p220"/>
          <p:cNvSpPr/>
          <p:nvPr/>
        </p:nvSpPr>
        <p:spPr>
          <a:xfrm rot="10800000">
            <a:off x="-684513" y="-456871"/>
            <a:ext cx="2285560" cy="4165328"/>
          </a:xfrm>
          <a:custGeom>
            <a:rect b="b" l="l" r="r" t="t"/>
            <a:pathLst>
              <a:path extrusionOk="0" h="26119" w="14332">
                <a:moveTo>
                  <a:pt x="12104" y="0"/>
                </a:moveTo>
                <a:cubicBezTo>
                  <a:pt x="11836" y="0"/>
                  <a:pt x="11579" y="100"/>
                  <a:pt x="11338" y="207"/>
                </a:cubicBezTo>
                <a:cubicBezTo>
                  <a:pt x="11049" y="335"/>
                  <a:pt x="10764" y="475"/>
                  <a:pt x="10478" y="610"/>
                </a:cubicBezTo>
                <a:cubicBezTo>
                  <a:pt x="9890" y="885"/>
                  <a:pt x="9294" y="1149"/>
                  <a:pt x="8713" y="1440"/>
                </a:cubicBezTo>
                <a:cubicBezTo>
                  <a:pt x="8495" y="1549"/>
                  <a:pt x="8298" y="1691"/>
                  <a:pt x="8201" y="1922"/>
                </a:cubicBezTo>
                <a:cubicBezTo>
                  <a:pt x="8095" y="2174"/>
                  <a:pt x="8110" y="2467"/>
                  <a:pt x="8106" y="2735"/>
                </a:cubicBezTo>
                <a:cubicBezTo>
                  <a:pt x="8097" y="3377"/>
                  <a:pt x="8121" y="4019"/>
                  <a:pt x="8176" y="4658"/>
                </a:cubicBezTo>
                <a:cubicBezTo>
                  <a:pt x="8228" y="5277"/>
                  <a:pt x="8331" y="5899"/>
                  <a:pt x="8283" y="6521"/>
                </a:cubicBezTo>
                <a:cubicBezTo>
                  <a:pt x="8242" y="7056"/>
                  <a:pt x="8055" y="7556"/>
                  <a:pt x="7761" y="8004"/>
                </a:cubicBezTo>
                <a:cubicBezTo>
                  <a:pt x="7173" y="8897"/>
                  <a:pt x="6276" y="9476"/>
                  <a:pt x="5434" y="10099"/>
                </a:cubicBezTo>
                <a:cubicBezTo>
                  <a:pt x="5008" y="10415"/>
                  <a:pt x="4600" y="10769"/>
                  <a:pt x="4338" y="11238"/>
                </a:cubicBezTo>
                <a:cubicBezTo>
                  <a:pt x="4078" y="11703"/>
                  <a:pt x="3973" y="12231"/>
                  <a:pt x="3932" y="12758"/>
                </a:cubicBezTo>
                <a:cubicBezTo>
                  <a:pt x="3854" y="13776"/>
                  <a:pt x="4023" y="14819"/>
                  <a:pt x="3717" y="15812"/>
                </a:cubicBezTo>
                <a:cubicBezTo>
                  <a:pt x="3574" y="16273"/>
                  <a:pt x="3319" y="16702"/>
                  <a:pt x="2917" y="16981"/>
                </a:cubicBezTo>
                <a:cubicBezTo>
                  <a:pt x="2489" y="17279"/>
                  <a:pt x="1977" y="17419"/>
                  <a:pt x="1536" y="17694"/>
                </a:cubicBezTo>
                <a:cubicBezTo>
                  <a:pt x="639" y="18252"/>
                  <a:pt x="327" y="19323"/>
                  <a:pt x="152" y="20304"/>
                </a:cubicBezTo>
                <a:cubicBezTo>
                  <a:pt x="48" y="20891"/>
                  <a:pt x="1" y="21500"/>
                  <a:pt x="140" y="22087"/>
                </a:cubicBezTo>
                <a:cubicBezTo>
                  <a:pt x="259" y="22589"/>
                  <a:pt x="523" y="23040"/>
                  <a:pt x="855" y="23429"/>
                </a:cubicBezTo>
                <a:cubicBezTo>
                  <a:pt x="1544" y="24236"/>
                  <a:pt x="3187" y="24329"/>
                  <a:pt x="3333" y="25366"/>
                </a:cubicBezTo>
                <a:cubicBezTo>
                  <a:pt x="3413" y="25937"/>
                  <a:pt x="4213" y="26116"/>
                  <a:pt x="4450" y="26116"/>
                </a:cubicBezTo>
                <a:cubicBezTo>
                  <a:pt x="4499" y="26116"/>
                  <a:pt x="4524" y="26108"/>
                  <a:pt x="4512" y="26094"/>
                </a:cubicBezTo>
                <a:lnTo>
                  <a:pt x="4512" y="26094"/>
                </a:lnTo>
                <a:cubicBezTo>
                  <a:pt x="5752" y="26098"/>
                  <a:pt x="6992" y="26103"/>
                  <a:pt x="8231" y="26108"/>
                </a:cubicBezTo>
                <a:cubicBezTo>
                  <a:pt x="8884" y="26110"/>
                  <a:pt x="9536" y="26113"/>
                  <a:pt x="10188" y="26115"/>
                </a:cubicBezTo>
                <a:cubicBezTo>
                  <a:pt x="10509" y="26116"/>
                  <a:pt x="10831" y="26117"/>
                  <a:pt x="11153" y="26118"/>
                </a:cubicBezTo>
                <a:cubicBezTo>
                  <a:pt x="11181" y="26118"/>
                  <a:pt x="11210" y="26118"/>
                  <a:pt x="11238" y="26118"/>
                </a:cubicBezTo>
                <a:cubicBezTo>
                  <a:pt x="11502" y="26118"/>
                  <a:pt x="11768" y="26112"/>
                  <a:pt x="12030" y="26066"/>
                </a:cubicBezTo>
                <a:cubicBezTo>
                  <a:pt x="12510" y="25980"/>
                  <a:pt x="12981" y="25708"/>
                  <a:pt x="13161" y="25232"/>
                </a:cubicBezTo>
                <a:cubicBezTo>
                  <a:pt x="13200" y="25130"/>
                  <a:pt x="13224" y="25017"/>
                  <a:pt x="13222" y="24907"/>
                </a:cubicBezTo>
                <a:cubicBezTo>
                  <a:pt x="13220" y="24778"/>
                  <a:pt x="13107" y="24687"/>
                  <a:pt x="13042" y="24582"/>
                </a:cubicBezTo>
                <a:cubicBezTo>
                  <a:pt x="12914" y="24378"/>
                  <a:pt x="12829" y="24154"/>
                  <a:pt x="12777" y="23918"/>
                </a:cubicBezTo>
                <a:cubicBezTo>
                  <a:pt x="12667" y="23424"/>
                  <a:pt x="12700" y="22903"/>
                  <a:pt x="12760" y="22402"/>
                </a:cubicBezTo>
                <a:cubicBezTo>
                  <a:pt x="12825" y="21856"/>
                  <a:pt x="12928" y="21313"/>
                  <a:pt x="12991" y="20766"/>
                </a:cubicBezTo>
                <a:cubicBezTo>
                  <a:pt x="13138" y="19498"/>
                  <a:pt x="13165" y="18220"/>
                  <a:pt x="13259" y="16947"/>
                </a:cubicBezTo>
                <a:cubicBezTo>
                  <a:pt x="13306" y="16306"/>
                  <a:pt x="13371" y="15667"/>
                  <a:pt x="13476" y="15033"/>
                </a:cubicBezTo>
                <a:cubicBezTo>
                  <a:pt x="13580" y="14418"/>
                  <a:pt x="13717" y="13809"/>
                  <a:pt x="13850" y="13199"/>
                </a:cubicBezTo>
                <a:cubicBezTo>
                  <a:pt x="14117" y="11977"/>
                  <a:pt x="14332" y="10761"/>
                  <a:pt x="14312" y="9506"/>
                </a:cubicBezTo>
                <a:cubicBezTo>
                  <a:pt x="14292" y="8213"/>
                  <a:pt x="14104" y="6931"/>
                  <a:pt x="14032" y="5641"/>
                </a:cubicBezTo>
                <a:cubicBezTo>
                  <a:pt x="13973" y="4552"/>
                  <a:pt x="14026" y="3448"/>
                  <a:pt x="13821" y="2371"/>
                </a:cubicBezTo>
                <a:cubicBezTo>
                  <a:pt x="13723" y="1854"/>
                  <a:pt x="13559" y="1346"/>
                  <a:pt x="13296" y="889"/>
                </a:cubicBezTo>
                <a:cubicBezTo>
                  <a:pt x="13046" y="456"/>
                  <a:pt x="12681" y="18"/>
                  <a:pt x="12141" y="1"/>
                </a:cubicBezTo>
                <a:cubicBezTo>
                  <a:pt x="12128" y="1"/>
                  <a:pt x="12116" y="0"/>
                  <a:pt x="12104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68" name="Google Shape;4868;p220"/>
          <p:cNvSpPr/>
          <p:nvPr/>
        </p:nvSpPr>
        <p:spPr>
          <a:xfrm rot="10800000">
            <a:off x="6791989" y="-953560"/>
            <a:ext cx="2590312" cy="1991683"/>
          </a:xfrm>
          <a:custGeom>
            <a:rect b="b" l="l" r="r" t="t"/>
            <a:pathLst>
              <a:path extrusionOk="0" h="12489" w="16243">
                <a:moveTo>
                  <a:pt x="3844" y="0"/>
                </a:moveTo>
                <a:cubicBezTo>
                  <a:pt x="3285" y="0"/>
                  <a:pt x="2723" y="148"/>
                  <a:pt x="2228" y="400"/>
                </a:cubicBezTo>
                <a:cubicBezTo>
                  <a:pt x="1280" y="883"/>
                  <a:pt x="590" y="1767"/>
                  <a:pt x="156" y="2720"/>
                </a:cubicBezTo>
                <a:cubicBezTo>
                  <a:pt x="49" y="2956"/>
                  <a:pt x="1" y="3596"/>
                  <a:pt x="54" y="3596"/>
                </a:cubicBezTo>
                <a:cubicBezTo>
                  <a:pt x="57" y="3596"/>
                  <a:pt x="61" y="3593"/>
                  <a:pt x="66" y="3588"/>
                </a:cubicBezTo>
                <a:cubicBezTo>
                  <a:pt x="269" y="4868"/>
                  <a:pt x="1355" y="5759"/>
                  <a:pt x="2294" y="6557"/>
                </a:cubicBezTo>
                <a:cubicBezTo>
                  <a:pt x="3560" y="7632"/>
                  <a:pt x="4723" y="8824"/>
                  <a:pt x="5756" y="10126"/>
                </a:cubicBezTo>
                <a:cubicBezTo>
                  <a:pt x="6340" y="10862"/>
                  <a:pt x="6881" y="11633"/>
                  <a:pt x="7379" y="12430"/>
                </a:cubicBezTo>
                <a:cubicBezTo>
                  <a:pt x="7403" y="12468"/>
                  <a:pt x="7442" y="12488"/>
                  <a:pt x="7481" y="12488"/>
                </a:cubicBezTo>
                <a:cubicBezTo>
                  <a:pt x="7510" y="12488"/>
                  <a:pt x="7539" y="12478"/>
                  <a:pt x="7563" y="12456"/>
                </a:cubicBezTo>
                <a:cubicBezTo>
                  <a:pt x="9372" y="10767"/>
                  <a:pt x="11182" y="9079"/>
                  <a:pt x="12991" y="7391"/>
                </a:cubicBezTo>
                <a:cubicBezTo>
                  <a:pt x="13444" y="6969"/>
                  <a:pt x="13897" y="6547"/>
                  <a:pt x="14348" y="6125"/>
                </a:cubicBezTo>
                <a:cubicBezTo>
                  <a:pt x="14774" y="5728"/>
                  <a:pt x="15224" y="5346"/>
                  <a:pt x="15621" y="4920"/>
                </a:cubicBezTo>
                <a:cubicBezTo>
                  <a:pt x="15956" y="4561"/>
                  <a:pt x="16230" y="4130"/>
                  <a:pt x="16237" y="3625"/>
                </a:cubicBezTo>
                <a:cubicBezTo>
                  <a:pt x="16243" y="3173"/>
                  <a:pt x="16055" y="2737"/>
                  <a:pt x="15772" y="2393"/>
                </a:cubicBezTo>
                <a:cubicBezTo>
                  <a:pt x="15118" y="1597"/>
                  <a:pt x="13969" y="1326"/>
                  <a:pt x="12990" y="1230"/>
                </a:cubicBezTo>
                <a:cubicBezTo>
                  <a:pt x="12782" y="1209"/>
                  <a:pt x="12575" y="1199"/>
                  <a:pt x="12369" y="1199"/>
                </a:cubicBezTo>
                <a:cubicBezTo>
                  <a:pt x="11579" y="1199"/>
                  <a:pt x="10805" y="1344"/>
                  <a:pt x="10046" y="1589"/>
                </a:cubicBezTo>
                <a:cubicBezTo>
                  <a:pt x="9458" y="1779"/>
                  <a:pt x="8842" y="1996"/>
                  <a:pt x="8230" y="1996"/>
                </a:cubicBezTo>
                <a:cubicBezTo>
                  <a:pt x="7924" y="1996"/>
                  <a:pt x="7618" y="1942"/>
                  <a:pt x="7317" y="1801"/>
                </a:cubicBezTo>
                <a:cubicBezTo>
                  <a:pt x="6411" y="1378"/>
                  <a:pt x="5786" y="517"/>
                  <a:pt x="4835" y="170"/>
                </a:cubicBezTo>
                <a:cubicBezTo>
                  <a:pt x="4516" y="54"/>
                  <a:pt x="4181" y="0"/>
                  <a:pt x="3844" y="0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69" name="Google Shape;4869;p220"/>
          <p:cNvSpPr/>
          <p:nvPr/>
        </p:nvSpPr>
        <p:spPr>
          <a:xfrm rot="10800000">
            <a:off x="7388097" y="1594175"/>
            <a:ext cx="1983041" cy="3856424"/>
          </a:xfrm>
          <a:custGeom>
            <a:rect b="b" l="l" r="r" t="t"/>
            <a:pathLst>
              <a:path extrusionOk="0" h="24182" w="12435">
                <a:moveTo>
                  <a:pt x="7995" y="0"/>
                </a:moveTo>
                <a:cubicBezTo>
                  <a:pt x="6753" y="0"/>
                  <a:pt x="5507" y="123"/>
                  <a:pt x="4282" y="305"/>
                </a:cubicBezTo>
                <a:cubicBezTo>
                  <a:pt x="3647" y="400"/>
                  <a:pt x="3014" y="509"/>
                  <a:pt x="2384" y="629"/>
                </a:cubicBezTo>
                <a:cubicBezTo>
                  <a:pt x="1767" y="745"/>
                  <a:pt x="1135" y="843"/>
                  <a:pt x="528" y="997"/>
                </a:cubicBezTo>
                <a:cubicBezTo>
                  <a:pt x="284" y="1059"/>
                  <a:pt x="86" y="1199"/>
                  <a:pt x="44" y="1438"/>
                </a:cubicBezTo>
                <a:cubicBezTo>
                  <a:pt x="1" y="1675"/>
                  <a:pt x="98" y="1906"/>
                  <a:pt x="177" y="2128"/>
                </a:cubicBezTo>
                <a:cubicBezTo>
                  <a:pt x="371" y="2674"/>
                  <a:pt x="529" y="3231"/>
                  <a:pt x="657" y="3795"/>
                </a:cubicBezTo>
                <a:cubicBezTo>
                  <a:pt x="1173" y="6076"/>
                  <a:pt x="1176" y="8421"/>
                  <a:pt x="1157" y="10740"/>
                </a:cubicBezTo>
                <a:cubicBezTo>
                  <a:pt x="1137" y="13166"/>
                  <a:pt x="1119" y="15594"/>
                  <a:pt x="956" y="18015"/>
                </a:cubicBezTo>
                <a:cubicBezTo>
                  <a:pt x="873" y="19227"/>
                  <a:pt x="754" y="20438"/>
                  <a:pt x="578" y="21641"/>
                </a:cubicBezTo>
                <a:cubicBezTo>
                  <a:pt x="533" y="21947"/>
                  <a:pt x="484" y="22253"/>
                  <a:pt x="431" y="22559"/>
                </a:cubicBezTo>
                <a:cubicBezTo>
                  <a:pt x="386" y="22822"/>
                  <a:pt x="322" y="23092"/>
                  <a:pt x="343" y="23359"/>
                </a:cubicBezTo>
                <a:cubicBezTo>
                  <a:pt x="374" y="23781"/>
                  <a:pt x="660" y="24173"/>
                  <a:pt x="1161" y="24181"/>
                </a:cubicBezTo>
                <a:cubicBezTo>
                  <a:pt x="1165" y="24181"/>
                  <a:pt x="1169" y="24181"/>
                  <a:pt x="1173" y="24181"/>
                </a:cubicBezTo>
                <a:cubicBezTo>
                  <a:pt x="1371" y="24181"/>
                  <a:pt x="1540" y="24099"/>
                  <a:pt x="1654" y="23951"/>
                </a:cubicBezTo>
                <a:cubicBezTo>
                  <a:pt x="1675" y="23925"/>
                  <a:pt x="1683" y="23898"/>
                  <a:pt x="1682" y="23874"/>
                </a:cubicBezTo>
                <a:lnTo>
                  <a:pt x="1682" y="23874"/>
                </a:lnTo>
                <a:cubicBezTo>
                  <a:pt x="1847" y="23898"/>
                  <a:pt x="2014" y="23909"/>
                  <a:pt x="2180" y="23909"/>
                </a:cubicBezTo>
                <a:cubicBezTo>
                  <a:pt x="2943" y="23909"/>
                  <a:pt x="3699" y="23667"/>
                  <a:pt x="4311" y="23242"/>
                </a:cubicBezTo>
                <a:cubicBezTo>
                  <a:pt x="4708" y="22966"/>
                  <a:pt x="5045" y="22616"/>
                  <a:pt x="5275" y="22211"/>
                </a:cubicBezTo>
                <a:cubicBezTo>
                  <a:pt x="5529" y="21761"/>
                  <a:pt x="5637" y="21258"/>
                  <a:pt x="5672" y="20756"/>
                </a:cubicBezTo>
                <a:cubicBezTo>
                  <a:pt x="5745" y="19694"/>
                  <a:pt x="5474" y="18600"/>
                  <a:pt x="5753" y="17552"/>
                </a:cubicBezTo>
                <a:cubicBezTo>
                  <a:pt x="5970" y="16734"/>
                  <a:pt x="6573" y="16141"/>
                  <a:pt x="7340" y="15710"/>
                </a:cubicBezTo>
                <a:cubicBezTo>
                  <a:pt x="8075" y="15296"/>
                  <a:pt x="8888" y="15018"/>
                  <a:pt x="9665" y="14682"/>
                </a:cubicBezTo>
                <a:cubicBezTo>
                  <a:pt x="10395" y="14367"/>
                  <a:pt x="11138" y="13992"/>
                  <a:pt x="11650" y="13407"/>
                </a:cubicBezTo>
                <a:cubicBezTo>
                  <a:pt x="12358" y="12597"/>
                  <a:pt x="12435" y="11553"/>
                  <a:pt x="12147" y="10578"/>
                </a:cubicBezTo>
                <a:cubicBezTo>
                  <a:pt x="11808" y="9430"/>
                  <a:pt x="11016" y="8461"/>
                  <a:pt x="10472" y="7396"/>
                </a:cubicBezTo>
                <a:cubicBezTo>
                  <a:pt x="9923" y="6314"/>
                  <a:pt x="9632" y="5096"/>
                  <a:pt x="9791" y="3904"/>
                </a:cubicBezTo>
                <a:cubicBezTo>
                  <a:pt x="9926" y="2896"/>
                  <a:pt x="10412" y="1909"/>
                  <a:pt x="11209" y="1194"/>
                </a:cubicBezTo>
                <a:cubicBezTo>
                  <a:pt x="11406" y="1016"/>
                  <a:pt x="11621" y="858"/>
                  <a:pt x="11854" y="718"/>
                </a:cubicBezTo>
                <a:cubicBezTo>
                  <a:pt x="11960" y="654"/>
                  <a:pt x="11944" y="503"/>
                  <a:pt x="11818" y="468"/>
                </a:cubicBezTo>
                <a:cubicBezTo>
                  <a:pt x="10568" y="132"/>
                  <a:pt x="9284" y="0"/>
                  <a:pt x="7995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70" name="Google Shape;4870;p220"/>
          <p:cNvSpPr txBox="1"/>
          <p:nvPr>
            <p:ph hasCustomPrompt="1" type="title"/>
          </p:nvPr>
        </p:nvSpPr>
        <p:spPr>
          <a:xfrm>
            <a:off x="3196100" y="1106125"/>
            <a:ext cx="27519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871" name="Google Shape;4871;p220"/>
          <p:cNvSpPr txBox="1"/>
          <p:nvPr>
            <p:ph idx="2" type="title"/>
          </p:nvPr>
        </p:nvSpPr>
        <p:spPr>
          <a:xfrm>
            <a:off x="2835100" y="3533700"/>
            <a:ext cx="3474000" cy="53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grpSp>
        <p:nvGrpSpPr>
          <p:cNvPr id="4872" name="Google Shape;4872;p220"/>
          <p:cNvGrpSpPr/>
          <p:nvPr/>
        </p:nvGrpSpPr>
        <p:grpSpPr>
          <a:xfrm rot="4499945">
            <a:off x="238776" y="4505523"/>
            <a:ext cx="215934" cy="195605"/>
            <a:chOff x="1640475" y="1197075"/>
            <a:chExt cx="55475" cy="50250"/>
          </a:xfrm>
        </p:grpSpPr>
        <p:sp>
          <p:nvSpPr>
            <p:cNvPr id="4873" name="Google Shape;4873;p22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22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22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6" name="Google Shape;4876;p220"/>
          <p:cNvGrpSpPr/>
          <p:nvPr/>
        </p:nvGrpSpPr>
        <p:grpSpPr>
          <a:xfrm rot="5627155">
            <a:off x="558570" y="1047404"/>
            <a:ext cx="267257" cy="242085"/>
            <a:chOff x="1640475" y="1197075"/>
            <a:chExt cx="55475" cy="50250"/>
          </a:xfrm>
        </p:grpSpPr>
        <p:sp>
          <p:nvSpPr>
            <p:cNvPr id="4877" name="Google Shape;4877;p22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22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22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80" name="Google Shape;4880;p220"/>
          <p:cNvSpPr/>
          <p:nvPr/>
        </p:nvSpPr>
        <p:spPr>
          <a:xfrm flipH="1" rot="9000107">
            <a:off x="1795856" y="321729"/>
            <a:ext cx="615242" cy="14412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81" name="Google Shape;4881;p220"/>
          <p:cNvSpPr/>
          <p:nvPr/>
        </p:nvSpPr>
        <p:spPr>
          <a:xfrm flipH="1" rot="5400117">
            <a:off x="8313434" y="4440398"/>
            <a:ext cx="545177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82" name="Google Shape;4882;p220"/>
          <p:cNvGrpSpPr/>
          <p:nvPr/>
        </p:nvGrpSpPr>
        <p:grpSpPr>
          <a:xfrm rot="6300044">
            <a:off x="7574076" y="4480872"/>
            <a:ext cx="228603" cy="207086"/>
            <a:chOff x="1640475" y="1197075"/>
            <a:chExt cx="55475" cy="50250"/>
          </a:xfrm>
        </p:grpSpPr>
        <p:sp>
          <p:nvSpPr>
            <p:cNvPr id="4883" name="Google Shape;4883;p22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22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22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86" name="Google Shape;4886;p220"/>
          <p:cNvSpPr/>
          <p:nvPr/>
        </p:nvSpPr>
        <p:spPr>
          <a:xfrm rot="-1919016">
            <a:off x="8596771" y="46344"/>
            <a:ext cx="809521" cy="1268426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4887" name="Shape 488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_1">
    <p:spTree>
      <p:nvGrpSpPr>
        <p:cNvPr id="4888" name="Shape 48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89" name="Google Shape;4889;p222"/>
          <p:cNvSpPr/>
          <p:nvPr/>
        </p:nvSpPr>
        <p:spPr>
          <a:xfrm>
            <a:off x="5203188" y="3304363"/>
            <a:ext cx="4205930" cy="2291529"/>
          </a:xfrm>
          <a:custGeom>
            <a:rect b="b" l="l" r="r" t="t"/>
            <a:pathLst>
              <a:path extrusionOk="0" h="14261" w="26175">
                <a:moveTo>
                  <a:pt x="21312" y="0"/>
                </a:moveTo>
                <a:cubicBezTo>
                  <a:pt x="20977" y="0"/>
                  <a:pt x="20642" y="41"/>
                  <a:pt x="20313" y="99"/>
                </a:cubicBezTo>
                <a:cubicBezTo>
                  <a:pt x="19331" y="273"/>
                  <a:pt x="18260" y="586"/>
                  <a:pt x="17702" y="1484"/>
                </a:cubicBezTo>
                <a:cubicBezTo>
                  <a:pt x="17428" y="1925"/>
                  <a:pt x="17287" y="2436"/>
                  <a:pt x="16990" y="2864"/>
                </a:cubicBezTo>
                <a:cubicBezTo>
                  <a:pt x="16710" y="3266"/>
                  <a:pt x="16282" y="3522"/>
                  <a:pt x="15821" y="3664"/>
                </a:cubicBezTo>
                <a:cubicBezTo>
                  <a:pt x="15261" y="3837"/>
                  <a:pt x="14685" y="3858"/>
                  <a:pt x="14107" y="3858"/>
                </a:cubicBezTo>
                <a:cubicBezTo>
                  <a:pt x="13914" y="3858"/>
                  <a:pt x="13720" y="3856"/>
                  <a:pt x="13527" y="3856"/>
                </a:cubicBezTo>
                <a:cubicBezTo>
                  <a:pt x="13273" y="3856"/>
                  <a:pt x="13019" y="3860"/>
                  <a:pt x="12766" y="3880"/>
                </a:cubicBezTo>
                <a:cubicBezTo>
                  <a:pt x="12240" y="3921"/>
                  <a:pt x="11711" y="4025"/>
                  <a:pt x="11246" y="4285"/>
                </a:cubicBezTo>
                <a:cubicBezTo>
                  <a:pt x="10777" y="4547"/>
                  <a:pt x="10423" y="4956"/>
                  <a:pt x="10107" y="5381"/>
                </a:cubicBezTo>
                <a:cubicBezTo>
                  <a:pt x="9484" y="6224"/>
                  <a:pt x="8906" y="7121"/>
                  <a:pt x="8012" y="7708"/>
                </a:cubicBezTo>
                <a:cubicBezTo>
                  <a:pt x="7566" y="8003"/>
                  <a:pt x="7065" y="8190"/>
                  <a:pt x="6530" y="8231"/>
                </a:cubicBezTo>
                <a:cubicBezTo>
                  <a:pt x="6418" y="8239"/>
                  <a:pt x="6306" y="8243"/>
                  <a:pt x="6194" y="8243"/>
                </a:cubicBezTo>
                <a:cubicBezTo>
                  <a:pt x="5684" y="8243"/>
                  <a:pt x="5174" y="8166"/>
                  <a:pt x="4666" y="8122"/>
                </a:cubicBezTo>
                <a:cubicBezTo>
                  <a:pt x="4112" y="8075"/>
                  <a:pt x="3557" y="8052"/>
                  <a:pt x="3001" y="8052"/>
                </a:cubicBezTo>
                <a:cubicBezTo>
                  <a:pt x="2916" y="8052"/>
                  <a:pt x="2830" y="8052"/>
                  <a:pt x="2744" y="8054"/>
                </a:cubicBezTo>
                <a:cubicBezTo>
                  <a:pt x="2475" y="8057"/>
                  <a:pt x="2183" y="8043"/>
                  <a:pt x="1931" y="8148"/>
                </a:cubicBezTo>
                <a:cubicBezTo>
                  <a:pt x="1700" y="8244"/>
                  <a:pt x="1557" y="8443"/>
                  <a:pt x="1448" y="8660"/>
                </a:cubicBezTo>
                <a:cubicBezTo>
                  <a:pt x="1157" y="9242"/>
                  <a:pt x="895" y="9837"/>
                  <a:pt x="618" y="10425"/>
                </a:cubicBezTo>
                <a:cubicBezTo>
                  <a:pt x="483" y="10711"/>
                  <a:pt x="344" y="10996"/>
                  <a:pt x="215" y="11284"/>
                </a:cubicBezTo>
                <a:cubicBezTo>
                  <a:pt x="103" y="11537"/>
                  <a:pt x="1" y="11806"/>
                  <a:pt x="9" y="12087"/>
                </a:cubicBezTo>
                <a:cubicBezTo>
                  <a:pt x="26" y="12628"/>
                  <a:pt x="464" y="12993"/>
                  <a:pt x="898" y="13242"/>
                </a:cubicBezTo>
                <a:cubicBezTo>
                  <a:pt x="1355" y="13506"/>
                  <a:pt x="1863" y="13671"/>
                  <a:pt x="2379" y="13769"/>
                </a:cubicBezTo>
                <a:cubicBezTo>
                  <a:pt x="3456" y="13974"/>
                  <a:pt x="4560" y="13920"/>
                  <a:pt x="5650" y="13980"/>
                </a:cubicBezTo>
                <a:cubicBezTo>
                  <a:pt x="6939" y="14051"/>
                  <a:pt x="8222" y="14239"/>
                  <a:pt x="9514" y="14259"/>
                </a:cubicBezTo>
                <a:cubicBezTo>
                  <a:pt x="9569" y="14260"/>
                  <a:pt x="9623" y="14261"/>
                  <a:pt x="9677" y="14261"/>
                </a:cubicBezTo>
                <a:cubicBezTo>
                  <a:pt x="10875" y="14261"/>
                  <a:pt x="12038" y="14052"/>
                  <a:pt x="13207" y="13797"/>
                </a:cubicBezTo>
                <a:cubicBezTo>
                  <a:pt x="13817" y="13663"/>
                  <a:pt x="14426" y="13526"/>
                  <a:pt x="15041" y="13424"/>
                </a:cubicBezTo>
                <a:cubicBezTo>
                  <a:pt x="15675" y="13317"/>
                  <a:pt x="16315" y="13253"/>
                  <a:pt x="16956" y="13206"/>
                </a:cubicBezTo>
                <a:cubicBezTo>
                  <a:pt x="18228" y="13113"/>
                  <a:pt x="19506" y="13085"/>
                  <a:pt x="20774" y="12938"/>
                </a:cubicBezTo>
                <a:cubicBezTo>
                  <a:pt x="21322" y="12875"/>
                  <a:pt x="21864" y="12773"/>
                  <a:pt x="22412" y="12707"/>
                </a:cubicBezTo>
                <a:cubicBezTo>
                  <a:pt x="22674" y="12676"/>
                  <a:pt x="22942" y="12652"/>
                  <a:pt x="23208" y="12652"/>
                </a:cubicBezTo>
                <a:cubicBezTo>
                  <a:pt x="23451" y="12652"/>
                  <a:pt x="23692" y="12672"/>
                  <a:pt x="23928" y="12724"/>
                </a:cubicBezTo>
                <a:cubicBezTo>
                  <a:pt x="24162" y="12777"/>
                  <a:pt x="24387" y="12861"/>
                  <a:pt x="24591" y="12989"/>
                </a:cubicBezTo>
                <a:cubicBezTo>
                  <a:pt x="24696" y="13055"/>
                  <a:pt x="24788" y="13167"/>
                  <a:pt x="24915" y="13170"/>
                </a:cubicBezTo>
                <a:cubicBezTo>
                  <a:pt x="24918" y="13170"/>
                  <a:pt x="24920" y="13170"/>
                  <a:pt x="24923" y="13170"/>
                </a:cubicBezTo>
                <a:cubicBezTo>
                  <a:pt x="25030" y="13170"/>
                  <a:pt x="25141" y="13147"/>
                  <a:pt x="25241" y="13108"/>
                </a:cubicBezTo>
                <a:cubicBezTo>
                  <a:pt x="25716" y="12928"/>
                  <a:pt x="25988" y="12456"/>
                  <a:pt x="26075" y="11977"/>
                </a:cubicBezTo>
                <a:cubicBezTo>
                  <a:pt x="26127" y="11687"/>
                  <a:pt x="26128" y="11393"/>
                  <a:pt x="26127" y="11099"/>
                </a:cubicBezTo>
                <a:cubicBezTo>
                  <a:pt x="26126" y="10779"/>
                  <a:pt x="26124" y="10457"/>
                  <a:pt x="26123" y="10135"/>
                </a:cubicBezTo>
                <a:cubicBezTo>
                  <a:pt x="26121" y="9483"/>
                  <a:pt x="26118" y="8831"/>
                  <a:pt x="26116" y="8179"/>
                </a:cubicBezTo>
                <a:cubicBezTo>
                  <a:pt x="26112" y="6939"/>
                  <a:pt x="26107" y="5700"/>
                  <a:pt x="26102" y="4459"/>
                </a:cubicBezTo>
                <a:lnTo>
                  <a:pt x="26102" y="4459"/>
                </a:lnTo>
                <a:cubicBezTo>
                  <a:pt x="26105" y="4461"/>
                  <a:pt x="26107" y="4462"/>
                  <a:pt x="26109" y="4462"/>
                </a:cubicBezTo>
                <a:cubicBezTo>
                  <a:pt x="26174" y="4462"/>
                  <a:pt x="26046" y="3375"/>
                  <a:pt x="25375" y="3280"/>
                </a:cubicBezTo>
                <a:cubicBezTo>
                  <a:pt x="24338" y="3135"/>
                  <a:pt x="24244" y="1492"/>
                  <a:pt x="23438" y="803"/>
                </a:cubicBezTo>
                <a:cubicBezTo>
                  <a:pt x="23048" y="470"/>
                  <a:pt x="22597" y="206"/>
                  <a:pt x="22095" y="87"/>
                </a:cubicBezTo>
                <a:cubicBezTo>
                  <a:pt x="21837" y="25"/>
                  <a:pt x="21575" y="0"/>
                  <a:pt x="21312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90" name="Google Shape;4890;p222"/>
          <p:cNvSpPr/>
          <p:nvPr/>
        </p:nvSpPr>
        <p:spPr>
          <a:xfrm>
            <a:off x="-450899" y="3428735"/>
            <a:ext cx="2089708" cy="2096136"/>
          </a:xfrm>
          <a:custGeom>
            <a:rect b="b" l="l" r="r" t="t"/>
            <a:pathLst>
              <a:path extrusionOk="0" h="13045" w="13005">
                <a:moveTo>
                  <a:pt x="1922" y="1"/>
                </a:moveTo>
                <a:cubicBezTo>
                  <a:pt x="1849" y="1"/>
                  <a:pt x="1776" y="4"/>
                  <a:pt x="1703" y="11"/>
                </a:cubicBezTo>
                <a:cubicBezTo>
                  <a:pt x="1260" y="54"/>
                  <a:pt x="818" y="227"/>
                  <a:pt x="503" y="551"/>
                </a:cubicBezTo>
                <a:cubicBezTo>
                  <a:pt x="150" y="913"/>
                  <a:pt x="38" y="1411"/>
                  <a:pt x="20" y="1903"/>
                </a:cubicBezTo>
                <a:cubicBezTo>
                  <a:pt x="0" y="2484"/>
                  <a:pt x="46" y="3073"/>
                  <a:pt x="66" y="3654"/>
                </a:cubicBezTo>
                <a:cubicBezTo>
                  <a:pt x="86" y="4273"/>
                  <a:pt x="107" y="4891"/>
                  <a:pt x="127" y="5509"/>
                </a:cubicBezTo>
                <a:lnTo>
                  <a:pt x="374" y="12928"/>
                </a:lnTo>
                <a:cubicBezTo>
                  <a:pt x="376" y="12996"/>
                  <a:pt x="429" y="13044"/>
                  <a:pt x="492" y="13044"/>
                </a:cubicBezTo>
                <a:cubicBezTo>
                  <a:pt x="501" y="13044"/>
                  <a:pt x="511" y="13043"/>
                  <a:pt x="520" y="13041"/>
                </a:cubicBezTo>
                <a:cubicBezTo>
                  <a:pt x="1437" y="12830"/>
                  <a:pt x="2365" y="12670"/>
                  <a:pt x="3299" y="12564"/>
                </a:cubicBezTo>
                <a:cubicBezTo>
                  <a:pt x="4235" y="12458"/>
                  <a:pt x="5175" y="12406"/>
                  <a:pt x="6116" y="12406"/>
                </a:cubicBezTo>
                <a:cubicBezTo>
                  <a:pt x="6835" y="12406"/>
                  <a:pt x="7554" y="12436"/>
                  <a:pt x="8271" y="12496"/>
                </a:cubicBezTo>
                <a:cubicBezTo>
                  <a:pt x="8728" y="12533"/>
                  <a:pt x="9209" y="12577"/>
                  <a:pt x="9687" y="12577"/>
                </a:cubicBezTo>
                <a:cubicBezTo>
                  <a:pt x="10492" y="12577"/>
                  <a:pt x="11288" y="12454"/>
                  <a:pt x="11947" y="11977"/>
                </a:cubicBezTo>
                <a:lnTo>
                  <a:pt x="11947" y="11977"/>
                </a:lnTo>
                <a:cubicBezTo>
                  <a:pt x="11945" y="11988"/>
                  <a:pt x="11948" y="11993"/>
                  <a:pt x="11955" y="11993"/>
                </a:cubicBezTo>
                <a:cubicBezTo>
                  <a:pt x="12017" y="11993"/>
                  <a:pt x="12409" y="11534"/>
                  <a:pt x="12496" y="11300"/>
                </a:cubicBezTo>
                <a:cubicBezTo>
                  <a:pt x="12866" y="10319"/>
                  <a:pt x="13005" y="9208"/>
                  <a:pt x="12677" y="8195"/>
                </a:cubicBezTo>
                <a:cubicBezTo>
                  <a:pt x="12404" y="7349"/>
                  <a:pt x="11818" y="6569"/>
                  <a:pt x="11000" y="6188"/>
                </a:cubicBezTo>
                <a:cubicBezTo>
                  <a:pt x="10082" y="5759"/>
                  <a:pt x="9032" y="5924"/>
                  <a:pt x="8092" y="5581"/>
                </a:cubicBezTo>
                <a:cubicBezTo>
                  <a:pt x="7160" y="5240"/>
                  <a:pt x="6737" y="4324"/>
                  <a:pt x="6316" y="3499"/>
                </a:cubicBezTo>
                <a:cubicBezTo>
                  <a:pt x="5859" y="2602"/>
                  <a:pt x="5271" y="1802"/>
                  <a:pt x="4492" y="1159"/>
                </a:cubicBezTo>
                <a:cubicBezTo>
                  <a:pt x="3786" y="579"/>
                  <a:pt x="2870" y="1"/>
                  <a:pt x="1922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91" name="Google Shape;4891;p222"/>
          <p:cNvSpPr/>
          <p:nvPr/>
        </p:nvSpPr>
        <p:spPr>
          <a:xfrm>
            <a:off x="-317690" y="-239105"/>
            <a:ext cx="3916858" cy="1383980"/>
          </a:xfrm>
          <a:custGeom>
            <a:rect b="b" l="l" r="r" t="t"/>
            <a:pathLst>
              <a:path extrusionOk="0" h="8613" w="24376">
                <a:moveTo>
                  <a:pt x="1748" y="0"/>
                </a:moveTo>
                <a:cubicBezTo>
                  <a:pt x="1709" y="0"/>
                  <a:pt x="1669" y="2"/>
                  <a:pt x="1629" y="7"/>
                </a:cubicBezTo>
                <a:cubicBezTo>
                  <a:pt x="1391" y="38"/>
                  <a:pt x="1250" y="176"/>
                  <a:pt x="1187" y="347"/>
                </a:cubicBezTo>
                <a:cubicBezTo>
                  <a:pt x="1033" y="773"/>
                  <a:pt x="935" y="1218"/>
                  <a:pt x="819" y="1650"/>
                </a:cubicBezTo>
                <a:cubicBezTo>
                  <a:pt x="701" y="2092"/>
                  <a:pt x="590" y="2536"/>
                  <a:pt x="496" y="2983"/>
                </a:cubicBezTo>
                <a:cubicBezTo>
                  <a:pt x="126" y="4733"/>
                  <a:pt x="0" y="6549"/>
                  <a:pt x="659" y="8271"/>
                </a:cubicBezTo>
                <a:cubicBezTo>
                  <a:pt x="678" y="8321"/>
                  <a:pt x="733" y="8346"/>
                  <a:pt x="790" y="8346"/>
                </a:cubicBezTo>
                <a:cubicBezTo>
                  <a:pt x="835" y="8346"/>
                  <a:pt x="881" y="8329"/>
                  <a:pt x="910" y="8296"/>
                </a:cubicBezTo>
                <a:cubicBezTo>
                  <a:pt x="1048" y="8134"/>
                  <a:pt x="1206" y="7983"/>
                  <a:pt x="1385" y="7843"/>
                </a:cubicBezTo>
                <a:cubicBezTo>
                  <a:pt x="2101" y="7284"/>
                  <a:pt x="3087" y="6944"/>
                  <a:pt x="4095" y="6849"/>
                </a:cubicBezTo>
                <a:cubicBezTo>
                  <a:pt x="4314" y="6828"/>
                  <a:pt x="4534" y="6818"/>
                  <a:pt x="4754" y="6818"/>
                </a:cubicBezTo>
                <a:cubicBezTo>
                  <a:pt x="5730" y="6818"/>
                  <a:pt x="6704" y="7012"/>
                  <a:pt x="7586" y="7328"/>
                </a:cubicBezTo>
                <a:cubicBezTo>
                  <a:pt x="8653" y="7708"/>
                  <a:pt x="9622" y="8264"/>
                  <a:pt x="10770" y="8502"/>
                </a:cubicBezTo>
                <a:cubicBezTo>
                  <a:pt x="11110" y="8573"/>
                  <a:pt x="11460" y="8612"/>
                  <a:pt x="11804" y="8612"/>
                </a:cubicBezTo>
                <a:cubicBezTo>
                  <a:pt x="12445" y="8612"/>
                  <a:pt x="13071" y="8476"/>
                  <a:pt x="13597" y="8154"/>
                </a:cubicBezTo>
                <a:cubicBezTo>
                  <a:pt x="14183" y="7795"/>
                  <a:pt x="14557" y="7273"/>
                  <a:pt x="14873" y="6761"/>
                </a:cubicBezTo>
                <a:cubicBezTo>
                  <a:pt x="15208" y="6214"/>
                  <a:pt x="15488" y="5645"/>
                  <a:pt x="15900" y="5129"/>
                </a:cubicBezTo>
                <a:cubicBezTo>
                  <a:pt x="16333" y="4590"/>
                  <a:pt x="16925" y="4168"/>
                  <a:pt x="17743" y="4015"/>
                </a:cubicBezTo>
                <a:cubicBezTo>
                  <a:pt x="18117" y="3945"/>
                  <a:pt x="18497" y="3924"/>
                  <a:pt x="18879" y="3924"/>
                </a:cubicBezTo>
                <a:cubicBezTo>
                  <a:pt x="19431" y="3924"/>
                  <a:pt x="19988" y="3967"/>
                  <a:pt x="20538" y="3967"/>
                </a:cubicBezTo>
                <a:cubicBezTo>
                  <a:pt x="20675" y="3967"/>
                  <a:pt x="20811" y="3964"/>
                  <a:pt x="20947" y="3958"/>
                </a:cubicBezTo>
                <a:cubicBezTo>
                  <a:pt x="21449" y="3933"/>
                  <a:pt x="21952" y="3857"/>
                  <a:pt x="22403" y="3679"/>
                </a:cubicBezTo>
                <a:cubicBezTo>
                  <a:pt x="22808" y="3518"/>
                  <a:pt x="23157" y="3280"/>
                  <a:pt x="23433" y="3003"/>
                </a:cubicBezTo>
                <a:cubicBezTo>
                  <a:pt x="23951" y="2479"/>
                  <a:pt x="24196" y="1807"/>
                  <a:pt x="24066" y="1157"/>
                </a:cubicBezTo>
                <a:lnTo>
                  <a:pt x="24066" y="1157"/>
                </a:lnTo>
                <a:cubicBezTo>
                  <a:pt x="24067" y="1158"/>
                  <a:pt x="24069" y="1158"/>
                  <a:pt x="24071" y="1158"/>
                </a:cubicBezTo>
                <a:cubicBezTo>
                  <a:pt x="24093" y="1158"/>
                  <a:pt x="24117" y="1151"/>
                  <a:pt x="24142" y="1138"/>
                </a:cubicBezTo>
                <a:cubicBezTo>
                  <a:pt x="24292" y="1056"/>
                  <a:pt x="24376" y="935"/>
                  <a:pt x="24372" y="792"/>
                </a:cubicBezTo>
                <a:cubicBezTo>
                  <a:pt x="24363" y="440"/>
                  <a:pt x="23972" y="240"/>
                  <a:pt x="23550" y="217"/>
                </a:cubicBezTo>
                <a:cubicBezTo>
                  <a:pt x="23514" y="215"/>
                  <a:pt x="23478" y="215"/>
                  <a:pt x="23442" y="215"/>
                </a:cubicBezTo>
                <a:cubicBezTo>
                  <a:pt x="23211" y="215"/>
                  <a:pt x="22977" y="252"/>
                  <a:pt x="22750" y="280"/>
                </a:cubicBezTo>
                <a:cubicBezTo>
                  <a:pt x="22445" y="317"/>
                  <a:pt x="22139" y="351"/>
                  <a:pt x="21832" y="383"/>
                </a:cubicBezTo>
                <a:cubicBezTo>
                  <a:pt x="20628" y="507"/>
                  <a:pt x="19418" y="590"/>
                  <a:pt x="18207" y="648"/>
                </a:cubicBezTo>
                <a:cubicBezTo>
                  <a:pt x="15784" y="762"/>
                  <a:pt x="13357" y="774"/>
                  <a:pt x="10932" y="789"/>
                </a:cubicBezTo>
                <a:cubicBezTo>
                  <a:pt x="10568" y="791"/>
                  <a:pt x="10203" y="793"/>
                  <a:pt x="9838" y="793"/>
                </a:cubicBezTo>
                <a:cubicBezTo>
                  <a:pt x="7878" y="793"/>
                  <a:pt x="5909" y="743"/>
                  <a:pt x="3985" y="438"/>
                </a:cubicBezTo>
                <a:cubicBezTo>
                  <a:pt x="3423" y="348"/>
                  <a:pt x="2866" y="237"/>
                  <a:pt x="2318" y="100"/>
                </a:cubicBezTo>
                <a:cubicBezTo>
                  <a:pt x="2134" y="55"/>
                  <a:pt x="1943" y="0"/>
                  <a:pt x="1748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92" name="Google Shape;4892;p222"/>
          <p:cNvSpPr/>
          <p:nvPr/>
        </p:nvSpPr>
        <p:spPr>
          <a:xfrm>
            <a:off x="5829867" y="-831076"/>
            <a:ext cx="4345244" cy="3055586"/>
          </a:xfrm>
          <a:custGeom>
            <a:rect b="b" l="l" r="r" t="t"/>
            <a:pathLst>
              <a:path extrusionOk="0" h="19016" w="27042">
                <a:moveTo>
                  <a:pt x="5311" y="0"/>
                </a:moveTo>
                <a:cubicBezTo>
                  <a:pt x="5179" y="0"/>
                  <a:pt x="5075" y="178"/>
                  <a:pt x="5211" y="262"/>
                </a:cubicBezTo>
                <a:cubicBezTo>
                  <a:pt x="5431" y="399"/>
                  <a:pt x="5652" y="530"/>
                  <a:pt x="5876" y="657"/>
                </a:cubicBezTo>
                <a:cubicBezTo>
                  <a:pt x="3749" y="1565"/>
                  <a:pt x="1452" y="2798"/>
                  <a:pt x="713" y="5101"/>
                </a:cubicBezTo>
                <a:cubicBezTo>
                  <a:pt x="0" y="7321"/>
                  <a:pt x="1219" y="10007"/>
                  <a:pt x="3411" y="10856"/>
                </a:cubicBezTo>
                <a:cubicBezTo>
                  <a:pt x="3728" y="10979"/>
                  <a:pt x="4069" y="11058"/>
                  <a:pt x="4406" y="11058"/>
                </a:cubicBezTo>
                <a:cubicBezTo>
                  <a:pt x="4688" y="11058"/>
                  <a:pt x="4968" y="11003"/>
                  <a:pt x="5229" y="10871"/>
                </a:cubicBezTo>
                <a:cubicBezTo>
                  <a:pt x="5743" y="10614"/>
                  <a:pt x="6086" y="10140"/>
                  <a:pt x="6367" y="9654"/>
                </a:cubicBezTo>
                <a:cubicBezTo>
                  <a:pt x="6660" y="9147"/>
                  <a:pt x="6901" y="8604"/>
                  <a:pt x="7258" y="8138"/>
                </a:cubicBezTo>
                <a:cubicBezTo>
                  <a:pt x="7586" y="7709"/>
                  <a:pt x="8056" y="7408"/>
                  <a:pt x="8567" y="7243"/>
                </a:cubicBezTo>
                <a:cubicBezTo>
                  <a:pt x="8835" y="7156"/>
                  <a:pt x="9122" y="7107"/>
                  <a:pt x="9407" y="7107"/>
                </a:cubicBezTo>
                <a:cubicBezTo>
                  <a:pt x="9658" y="7107"/>
                  <a:pt x="9908" y="7145"/>
                  <a:pt x="10143" y="7227"/>
                </a:cubicBezTo>
                <a:cubicBezTo>
                  <a:pt x="10681" y="7416"/>
                  <a:pt x="11050" y="7824"/>
                  <a:pt x="11259" y="8347"/>
                </a:cubicBezTo>
                <a:cubicBezTo>
                  <a:pt x="11495" y="8938"/>
                  <a:pt x="11543" y="9582"/>
                  <a:pt x="11752" y="10181"/>
                </a:cubicBezTo>
                <a:cubicBezTo>
                  <a:pt x="11957" y="10769"/>
                  <a:pt x="12358" y="11405"/>
                  <a:pt x="12983" y="11603"/>
                </a:cubicBezTo>
                <a:cubicBezTo>
                  <a:pt x="13117" y="11646"/>
                  <a:pt x="13250" y="11665"/>
                  <a:pt x="13380" y="11665"/>
                </a:cubicBezTo>
                <a:cubicBezTo>
                  <a:pt x="13765" y="11665"/>
                  <a:pt x="14132" y="11502"/>
                  <a:pt x="14481" y="11319"/>
                </a:cubicBezTo>
                <a:cubicBezTo>
                  <a:pt x="14811" y="11146"/>
                  <a:pt x="15183" y="10926"/>
                  <a:pt x="15563" y="10926"/>
                </a:cubicBezTo>
                <a:cubicBezTo>
                  <a:pt x="15675" y="10926"/>
                  <a:pt x="15789" y="10946"/>
                  <a:pt x="15902" y="10992"/>
                </a:cubicBezTo>
                <a:cubicBezTo>
                  <a:pt x="16505" y="11236"/>
                  <a:pt x="16731" y="12009"/>
                  <a:pt x="16886" y="12576"/>
                </a:cubicBezTo>
                <a:cubicBezTo>
                  <a:pt x="17067" y="13246"/>
                  <a:pt x="17237" y="13920"/>
                  <a:pt x="17447" y="14583"/>
                </a:cubicBezTo>
                <a:cubicBezTo>
                  <a:pt x="17859" y="15878"/>
                  <a:pt x="18454" y="17143"/>
                  <a:pt x="19512" y="18032"/>
                </a:cubicBezTo>
                <a:cubicBezTo>
                  <a:pt x="20225" y="18631"/>
                  <a:pt x="21110" y="19015"/>
                  <a:pt x="22020" y="19015"/>
                </a:cubicBezTo>
                <a:cubicBezTo>
                  <a:pt x="22330" y="19015"/>
                  <a:pt x="22643" y="18971"/>
                  <a:pt x="22954" y="18875"/>
                </a:cubicBezTo>
                <a:cubicBezTo>
                  <a:pt x="24002" y="18552"/>
                  <a:pt x="24786" y="17702"/>
                  <a:pt x="25334" y="16784"/>
                </a:cubicBezTo>
                <a:cubicBezTo>
                  <a:pt x="25931" y="15784"/>
                  <a:pt x="26309" y="14669"/>
                  <a:pt x="26587" y="13543"/>
                </a:cubicBezTo>
                <a:cubicBezTo>
                  <a:pt x="26872" y="12393"/>
                  <a:pt x="27042" y="11178"/>
                  <a:pt x="26859" y="9998"/>
                </a:cubicBezTo>
                <a:cubicBezTo>
                  <a:pt x="26669" y="8763"/>
                  <a:pt x="26045" y="7686"/>
                  <a:pt x="25037" y="6940"/>
                </a:cubicBezTo>
                <a:cubicBezTo>
                  <a:pt x="23865" y="6071"/>
                  <a:pt x="22401" y="5638"/>
                  <a:pt x="21023" y="5219"/>
                </a:cubicBezTo>
                <a:cubicBezTo>
                  <a:pt x="19511" y="4758"/>
                  <a:pt x="17976" y="4376"/>
                  <a:pt x="16442" y="3995"/>
                </a:cubicBezTo>
                <a:cubicBezTo>
                  <a:pt x="13377" y="3236"/>
                  <a:pt x="10276" y="2484"/>
                  <a:pt x="7410" y="1122"/>
                </a:cubicBezTo>
                <a:cubicBezTo>
                  <a:pt x="7124" y="986"/>
                  <a:pt x="6842" y="844"/>
                  <a:pt x="6563" y="695"/>
                </a:cubicBezTo>
                <a:cubicBezTo>
                  <a:pt x="6622" y="671"/>
                  <a:pt x="6682" y="645"/>
                  <a:pt x="6742" y="621"/>
                </a:cubicBezTo>
                <a:cubicBezTo>
                  <a:pt x="6901" y="557"/>
                  <a:pt x="6828" y="333"/>
                  <a:pt x="6684" y="333"/>
                </a:cubicBezTo>
                <a:cubicBezTo>
                  <a:pt x="6666" y="333"/>
                  <a:pt x="6646" y="336"/>
                  <a:pt x="6625" y="345"/>
                </a:cubicBezTo>
                <a:cubicBezTo>
                  <a:pt x="6492" y="400"/>
                  <a:pt x="6358" y="454"/>
                  <a:pt x="6223" y="510"/>
                </a:cubicBezTo>
                <a:cubicBezTo>
                  <a:pt x="5943" y="355"/>
                  <a:pt x="5666" y="194"/>
                  <a:pt x="5394" y="25"/>
                </a:cubicBezTo>
                <a:cubicBezTo>
                  <a:pt x="5366" y="8"/>
                  <a:pt x="5338" y="0"/>
                  <a:pt x="5311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93" name="Google Shape;4893;p222"/>
          <p:cNvSpPr txBox="1"/>
          <p:nvPr>
            <p:ph type="title"/>
          </p:nvPr>
        </p:nvSpPr>
        <p:spPr>
          <a:xfrm>
            <a:off x="2288175" y="673625"/>
            <a:ext cx="4567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894" name="Google Shape;4894;p222"/>
          <p:cNvSpPr txBox="1"/>
          <p:nvPr>
            <p:ph idx="2" type="title"/>
          </p:nvPr>
        </p:nvSpPr>
        <p:spPr>
          <a:xfrm>
            <a:off x="800269" y="1911450"/>
            <a:ext cx="2305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895" name="Google Shape;4895;p222"/>
          <p:cNvSpPr txBox="1"/>
          <p:nvPr>
            <p:ph idx="1" type="subTitle"/>
          </p:nvPr>
        </p:nvSpPr>
        <p:spPr>
          <a:xfrm>
            <a:off x="704869" y="2650375"/>
            <a:ext cx="24963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896" name="Google Shape;4896;p222"/>
          <p:cNvSpPr txBox="1"/>
          <p:nvPr>
            <p:ph idx="3" type="title"/>
          </p:nvPr>
        </p:nvSpPr>
        <p:spPr>
          <a:xfrm>
            <a:off x="3419624" y="1911450"/>
            <a:ext cx="2305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897" name="Google Shape;4897;p222"/>
          <p:cNvSpPr txBox="1"/>
          <p:nvPr>
            <p:ph idx="4" type="subTitle"/>
          </p:nvPr>
        </p:nvSpPr>
        <p:spPr>
          <a:xfrm>
            <a:off x="3324974" y="2650375"/>
            <a:ext cx="24960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898" name="Google Shape;4898;p222"/>
          <p:cNvSpPr txBox="1"/>
          <p:nvPr>
            <p:ph idx="5" type="title"/>
          </p:nvPr>
        </p:nvSpPr>
        <p:spPr>
          <a:xfrm>
            <a:off x="800269" y="3344850"/>
            <a:ext cx="2305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899" name="Google Shape;4899;p222"/>
          <p:cNvSpPr txBox="1"/>
          <p:nvPr>
            <p:ph idx="6" type="subTitle"/>
          </p:nvPr>
        </p:nvSpPr>
        <p:spPr>
          <a:xfrm>
            <a:off x="704869" y="4083775"/>
            <a:ext cx="24963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900" name="Google Shape;4900;p222"/>
          <p:cNvSpPr txBox="1"/>
          <p:nvPr>
            <p:ph idx="7" type="title"/>
          </p:nvPr>
        </p:nvSpPr>
        <p:spPr>
          <a:xfrm>
            <a:off x="3419624" y="3344850"/>
            <a:ext cx="2305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901" name="Google Shape;4901;p222"/>
          <p:cNvSpPr txBox="1"/>
          <p:nvPr>
            <p:ph idx="8" type="subTitle"/>
          </p:nvPr>
        </p:nvSpPr>
        <p:spPr>
          <a:xfrm>
            <a:off x="3324749" y="4083775"/>
            <a:ext cx="24960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902" name="Google Shape;4902;p222"/>
          <p:cNvSpPr txBox="1"/>
          <p:nvPr>
            <p:ph idx="9" type="title"/>
          </p:nvPr>
        </p:nvSpPr>
        <p:spPr>
          <a:xfrm>
            <a:off x="6038978" y="1911450"/>
            <a:ext cx="2305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903" name="Google Shape;4903;p222"/>
          <p:cNvSpPr txBox="1"/>
          <p:nvPr>
            <p:ph idx="13" type="subTitle"/>
          </p:nvPr>
        </p:nvSpPr>
        <p:spPr>
          <a:xfrm>
            <a:off x="5944778" y="2650375"/>
            <a:ext cx="24939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904" name="Google Shape;4904;p222"/>
          <p:cNvSpPr txBox="1"/>
          <p:nvPr>
            <p:ph idx="14" type="title"/>
          </p:nvPr>
        </p:nvSpPr>
        <p:spPr>
          <a:xfrm>
            <a:off x="6038978" y="3344850"/>
            <a:ext cx="2305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905" name="Google Shape;4905;p222"/>
          <p:cNvSpPr txBox="1"/>
          <p:nvPr>
            <p:ph idx="15" type="subTitle"/>
          </p:nvPr>
        </p:nvSpPr>
        <p:spPr>
          <a:xfrm>
            <a:off x="5944328" y="4083775"/>
            <a:ext cx="24948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grpSp>
        <p:nvGrpSpPr>
          <p:cNvPr id="4906" name="Google Shape;4906;p222"/>
          <p:cNvGrpSpPr/>
          <p:nvPr/>
        </p:nvGrpSpPr>
        <p:grpSpPr>
          <a:xfrm rot="-900055">
            <a:off x="1167109" y="4603778"/>
            <a:ext cx="215934" cy="195605"/>
            <a:chOff x="1640475" y="1197075"/>
            <a:chExt cx="55475" cy="50250"/>
          </a:xfrm>
        </p:grpSpPr>
        <p:sp>
          <p:nvSpPr>
            <p:cNvPr id="4907" name="Google Shape;4907;p22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22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22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0" name="Google Shape;4910;p222"/>
          <p:cNvGrpSpPr/>
          <p:nvPr/>
        </p:nvGrpSpPr>
        <p:grpSpPr>
          <a:xfrm rot="-8100037">
            <a:off x="377992" y="990483"/>
            <a:ext cx="359745" cy="325869"/>
            <a:chOff x="1640475" y="1197075"/>
            <a:chExt cx="55475" cy="50250"/>
          </a:xfrm>
        </p:grpSpPr>
        <p:sp>
          <p:nvSpPr>
            <p:cNvPr id="4911" name="Google Shape;4911;p22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22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22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14" name="Google Shape;4914;p222"/>
          <p:cNvSpPr/>
          <p:nvPr/>
        </p:nvSpPr>
        <p:spPr>
          <a:xfrm flipH="1" rot="9000131">
            <a:off x="391072" y="296850"/>
            <a:ext cx="434381" cy="10175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15" name="Google Shape;4915;p222"/>
          <p:cNvSpPr/>
          <p:nvPr/>
        </p:nvSpPr>
        <p:spPr>
          <a:xfrm flipH="1" rot="-9899901">
            <a:off x="4997960" y="4783869"/>
            <a:ext cx="545173" cy="12772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16" name="Google Shape;4916;p222"/>
          <p:cNvGrpSpPr/>
          <p:nvPr/>
        </p:nvGrpSpPr>
        <p:grpSpPr>
          <a:xfrm rot="-5399917">
            <a:off x="6572843" y="4726244"/>
            <a:ext cx="228601" cy="207085"/>
            <a:chOff x="1640475" y="1197075"/>
            <a:chExt cx="55475" cy="50250"/>
          </a:xfrm>
        </p:grpSpPr>
        <p:sp>
          <p:nvSpPr>
            <p:cNvPr id="4917" name="Google Shape;4917;p22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22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22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20" name="Google Shape;4920;p222"/>
          <p:cNvSpPr/>
          <p:nvPr/>
        </p:nvSpPr>
        <p:spPr>
          <a:xfrm flipH="1" rot="-143173">
            <a:off x="2772855" y="285646"/>
            <a:ext cx="970033" cy="22723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21" name="Google Shape;4921;p222"/>
          <p:cNvGrpSpPr/>
          <p:nvPr/>
        </p:nvGrpSpPr>
        <p:grpSpPr>
          <a:xfrm rot="-8100136">
            <a:off x="8520138" y="497852"/>
            <a:ext cx="296715" cy="268776"/>
            <a:chOff x="1640475" y="1197075"/>
            <a:chExt cx="55475" cy="50250"/>
          </a:xfrm>
        </p:grpSpPr>
        <p:sp>
          <p:nvSpPr>
            <p:cNvPr id="4922" name="Google Shape;4922;p22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22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22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25" name="Google Shape;4925;p222"/>
          <p:cNvSpPr/>
          <p:nvPr/>
        </p:nvSpPr>
        <p:spPr>
          <a:xfrm rot="-2700202">
            <a:off x="-77262" y="3989952"/>
            <a:ext cx="1057332" cy="823806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 1">
  <p:cSld name="CUSTOM_1_2">
    <p:spTree>
      <p:nvGrpSpPr>
        <p:cNvPr id="4926" name="Shape 49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27" name="Google Shape;4927;p223"/>
          <p:cNvSpPr txBox="1"/>
          <p:nvPr>
            <p:ph type="title"/>
          </p:nvPr>
        </p:nvSpPr>
        <p:spPr>
          <a:xfrm>
            <a:off x="3195425" y="673625"/>
            <a:ext cx="2753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928" name="Google Shape;4928;p223">
            <a:hlinkClick/>
          </p:cNvPr>
          <p:cNvSpPr txBox="1"/>
          <p:nvPr>
            <p:ph idx="2" type="title"/>
          </p:nvPr>
        </p:nvSpPr>
        <p:spPr>
          <a:xfrm>
            <a:off x="6692209" y="2629375"/>
            <a:ext cx="16224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929" name="Google Shape;4929;p223"/>
          <p:cNvSpPr txBox="1"/>
          <p:nvPr>
            <p:ph idx="1" type="subTitle"/>
          </p:nvPr>
        </p:nvSpPr>
        <p:spPr>
          <a:xfrm>
            <a:off x="6651584" y="3403300"/>
            <a:ext cx="1703400" cy="663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930" name="Google Shape;4930;p223">
            <a:hlinkClick/>
          </p:cNvPr>
          <p:cNvSpPr txBox="1"/>
          <p:nvPr>
            <p:ph idx="3" type="title"/>
          </p:nvPr>
        </p:nvSpPr>
        <p:spPr>
          <a:xfrm>
            <a:off x="4738037" y="2629375"/>
            <a:ext cx="16224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931" name="Google Shape;4931;p223"/>
          <p:cNvSpPr txBox="1"/>
          <p:nvPr>
            <p:ph idx="4" type="subTitle"/>
          </p:nvPr>
        </p:nvSpPr>
        <p:spPr>
          <a:xfrm>
            <a:off x="4697412" y="3403300"/>
            <a:ext cx="1703400" cy="663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932" name="Google Shape;4932;p223">
            <a:hlinkClick/>
          </p:cNvPr>
          <p:cNvSpPr txBox="1"/>
          <p:nvPr>
            <p:ph idx="5" type="title"/>
          </p:nvPr>
        </p:nvSpPr>
        <p:spPr>
          <a:xfrm>
            <a:off x="2783831" y="2629375"/>
            <a:ext cx="16224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933" name="Google Shape;4933;p223"/>
          <p:cNvSpPr txBox="1"/>
          <p:nvPr>
            <p:ph idx="6" type="subTitle"/>
          </p:nvPr>
        </p:nvSpPr>
        <p:spPr>
          <a:xfrm>
            <a:off x="2743206" y="3403300"/>
            <a:ext cx="1703400" cy="663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934" name="Google Shape;4934;p223">
            <a:hlinkClick/>
          </p:cNvPr>
          <p:cNvSpPr txBox="1"/>
          <p:nvPr>
            <p:ph idx="7" type="title"/>
          </p:nvPr>
        </p:nvSpPr>
        <p:spPr>
          <a:xfrm>
            <a:off x="829641" y="2629375"/>
            <a:ext cx="16224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935" name="Google Shape;4935;p223"/>
          <p:cNvSpPr txBox="1"/>
          <p:nvPr>
            <p:ph idx="8" type="subTitle"/>
          </p:nvPr>
        </p:nvSpPr>
        <p:spPr>
          <a:xfrm>
            <a:off x="789016" y="3403300"/>
            <a:ext cx="1703400" cy="663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4936" name="Google Shape;4936;p223"/>
          <p:cNvSpPr txBox="1"/>
          <p:nvPr>
            <p:ph hasCustomPrompt="1" idx="9" type="title"/>
          </p:nvPr>
        </p:nvSpPr>
        <p:spPr>
          <a:xfrm>
            <a:off x="789016" y="1880125"/>
            <a:ext cx="17034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937" name="Google Shape;4937;p223"/>
          <p:cNvSpPr txBox="1"/>
          <p:nvPr>
            <p:ph hasCustomPrompt="1" idx="13" type="title"/>
          </p:nvPr>
        </p:nvSpPr>
        <p:spPr>
          <a:xfrm>
            <a:off x="2743206" y="1880125"/>
            <a:ext cx="17034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938" name="Google Shape;4938;p223"/>
          <p:cNvSpPr txBox="1"/>
          <p:nvPr>
            <p:ph hasCustomPrompt="1" idx="14" type="title"/>
          </p:nvPr>
        </p:nvSpPr>
        <p:spPr>
          <a:xfrm>
            <a:off x="4697412" y="1880125"/>
            <a:ext cx="17034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939" name="Google Shape;4939;p223"/>
          <p:cNvSpPr txBox="1"/>
          <p:nvPr>
            <p:ph hasCustomPrompt="1" idx="15" type="title"/>
          </p:nvPr>
        </p:nvSpPr>
        <p:spPr>
          <a:xfrm>
            <a:off x="6651584" y="1880125"/>
            <a:ext cx="17034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940" name="Google Shape;4940;p223"/>
          <p:cNvSpPr/>
          <p:nvPr/>
        </p:nvSpPr>
        <p:spPr>
          <a:xfrm rot="-5400000">
            <a:off x="6877487" y="-1944521"/>
            <a:ext cx="2285560" cy="4165328"/>
          </a:xfrm>
          <a:custGeom>
            <a:rect b="b" l="l" r="r" t="t"/>
            <a:pathLst>
              <a:path extrusionOk="0" h="26119" w="14332">
                <a:moveTo>
                  <a:pt x="12104" y="0"/>
                </a:moveTo>
                <a:cubicBezTo>
                  <a:pt x="11836" y="0"/>
                  <a:pt x="11579" y="100"/>
                  <a:pt x="11338" y="207"/>
                </a:cubicBezTo>
                <a:cubicBezTo>
                  <a:pt x="11049" y="335"/>
                  <a:pt x="10764" y="475"/>
                  <a:pt x="10478" y="610"/>
                </a:cubicBezTo>
                <a:cubicBezTo>
                  <a:pt x="9890" y="885"/>
                  <a:pt x="9294" y="1149"/>
                  <a:pt x="8713" y="1440"/>
                </a:cubicBezTo>
                <a:cubicBezTo>
                  <a:pt x="8495" y="1549"/>
                  <a:pt x="8298" y="1691"/>
                  <a:pt x="8201" y="1922"/>
                </a:cubicBezTo>
                <a:cubicBezTo>
                  <a:pt x="8095" y="2174"/>
                  <a:pt x="8110" y="2467"/>
                  <a:pt x="8106" y="2735"/>
                </a:cubicBezTo>
                <a:cubicBezTo>
                  <a:pt x="8097" y="3377"/>
                  <a:pt x="8121" y="4019"/>
                  <a:pt x="8176" y="4658"/>
                </a:cubicBezTo>
                <a:cubicBezTo>
                  <a:pt x="8228" y="5277"/>
                  <a:pt x="8331" y="5899"/>
                  <a:pt x="8283" y="6521"/>
                </a:cubicBezTo>
                <a:cubicBezTo>
                  <a:pt x="8242" y="7056"/>
                  <a:pt x="8055" y="7556"/>
                  <a:pt x="7761" y="8004"/>
                </a:cubicBezTo>
                <a:cubicBezTo>
                  <a:pt x="7173" y="8897"/>
                  <a:pt x="6276" y="9476"/>
                  <a:pt x="5434" y="10099"/>
                </a:cubicBezTo>
                <a:cubicBezTo>
                  <a:pt x="5008" y="10415"/>
                  <a:pt x="4600" y="10769"/>
                  <a:pt x="4338" y="11238"/>
                </a:cubicBezTo>
                <a:cubicBezTo>
                  <a:pt x="4078" y="11703"/>
                  <a:pt x="3973" y="12231"/>
                  <a:pt x="3932" y="12758"/>
                </a:cubicBezTo>
                <a:cubicBezTo>
                  <a:pt x="3854" y="13776"/>
                  <a:pt x="4023" y="14819"/>
                  <a:pt x="3717" y="15812"/>
                </a:cubicBezTo>
                <a:cubicBezTo>
                  <a:pt x="3574" y="16273"/>
                  <a:pt x="3319" y="16702"/>
                  <a:pt x="2917" y="16981"/>
                </a:cubicBezTo>
                <a:cubicBezTo>
                  <a:pt x="2489" y="17279"/>
                  <a:pt x="1977" y="17419"/>
                  <a:pt x="1536" y="17694"/>
                </a:cubicBezTo>
                <a:cubicBezTo>
                  <a:pt x="639" y="18252"/>
                  <a:pt x="327" y="19323"/>
                  <a:pt x="152" y="20304"/>
                </a:cubicBezTo>
                <a:cubicBezTo>
                  <a:pt x="48" y="20891"/>
                  <a:pt x="1" y="21500"/>
                  <a:pt x="140" y="22087"/>
                </a:cubicBezTo>
                <a:cubicBezTo>
                  <a:pt x="259" y="22589"/>
                  <a:pt x="523" y="23040"/>
                  <a:pt x="855" y="23429"/>
                </a:cubicBezTo>
                <a:cubicBezTo>
                  <a:pt x="1544" y="24236"/>
                  <a:pt x="3187" y="24329"/>
                  <a:pt x="3333" y="25366"/>
                </a:cubicBezTo>
                <a:cubicBezTo>
                  <a:pt x="3413" y="25937"/>
                  <a:pt x="4213" y="26116"/>
                  <a:pt x="4450" y="26116"/>
                </a:cubicBezTo>
                <a:cubicBezTo>
                  <a:pt x="4499" y="26116"/>
                  <a:pt x="4524" y="26108"/>
                  <a:pt x="4512" y="26094"/>
                </a:cubicBezTo>
                <a:lnTo>
                  <a:pt x="4512" y="26094"/>
                </a:lnTo>
                <a:cubicBezTo>
                  <a:pt x="5752" y="26098"/>
                  <a:pt x="6992" y="26103"/>
                  <a:pt x="8231" y="26108"/>
                </a:cubicBezTo>
                <a:cubicBezTo>
                  <a:pt x="8884" y="26110"/>
                  <a:pt x="9536" y="26113"/>
                  <a:pt x="10188" y="26115"/>
                </a:cubicBezTo>
                <a:cubicBezTo>
                  <a:pt x="10509" y="26116"/>
                  <a:pt x="10831" y="26117"/>
                  <a:pt x="11153" y="26118"/>
                </a:cubicBezTo>
                <a:cubicBezTo>
                  <a:pt x="11181" y="26118"/>
                  <a:pt x="11210" y="26118"/>
                  <a:pt x="11238" y="26118"/>
                </a:cubicBezTo>
                <a:cubicBezTo>
                  <a:pt x="11502" y="26118"/>
                  <a:pt x="11768" y="26112"/>
                  <a:pt x="12030" y="26066"/>
                </a:cubicBezTo>
                <a:cubicBezTo>
                  <a:pt x="12510" y="25980"/>
                  <a:pt x="12981" y="25708"/>
                  <a:pt x="13161" y="25232"/>
                </a:cubicBezTo>
                <a:cubicBezTo>
                  <a:pt x="13200" y="25130"/>
                  <a:pt x="13224" y="25017"/>
                  <a:pt x="13222" y="24907"/>
                </a:cubicBezTo>
                <a:cubicBezTo>
                  <a:pt x="13220" y="24778"/>
                  <a:pt x="13107" y="24687"/>
                  <a:pt x="13042" y="24582"/>
                </a:cubicBezTo>
                <a:cubicBezTo>
                  <a:pt x="12914" y="24378"/>
                  <a:pt x="12829" y="24154"/>
                  <a:pt x="12777" y="23918"/>
                </a:cubicBezTo>
                <a:cubicBezTo>
                  <a:pt x="12667" y="23424"/>
                  <a:pt x="12700" y="22903"/>
                  <a:pt x="12760" y="22402"/>
                </a:cubicBezTo>
                <a:cubicBezTo>
                  <a:pt x="12825" y="21856"/>
                  <a:pt x="12928" y="21313"/>
                  <a:pt x="12991" y="20766"/>
                </a:cubicBezTo>
                <a:cubicBezTo>
                  <a:pt x="13138" y="19498"/>
                  <a:pt x="13165" y="18220"/>
                  <a:pt x="13259" y="16947"/>
                </a:cubicBezTo>
                <a:cubicBezTo>
                  <a:pt x="13306" y="16306"/>
                  <a:pt x="13371" y="15667"/>
                  <a:pt x="13476" y="15033"/>
                </a:cubicBezTo>
                <a:cubicBezTo>
                  <a:pt x="13580" y="14418"/>
                  <a:pt x="13717" y="13809"/>
                  <a:pt x="13850" y="13199"/>
                </a:cubicBezTo>
                <a:cubicBezTo>
                  <a:pt x="14117" y="11977"/>
                  <a:pt x="14332" y="10761"/>
                  <a:pt x="14312" y="9506"/>
                </a:cubicBezTo>
                <a:cubicBezTo>
                  <a:pt x="14292" y="8213"/>
                  <a:pt x="14104" y="6931"/>
                  <a:pt x="14032" y="5641"/>
                </a:cubicBezTo>
                <a:cubicBezTo>
                  <a:pt x="13973" y="4552"/>
                  <a:pt x="14026" y="3448"/>
                  <a:pt x="13821" y="2371"/>
                </a:cubicBezTo>
                <a:cubicBezTo>
                  <a:pt x="13723" y="1854"/>
                  <a:pt x="13559" y="1346"/>
                  <a:pt x="13296" y="889"/>
                </a:cubicBezTo>
                <a:cubicBezTo>
                  <a:pt x="13046" y="456"/>
                  <a:pt x="12681" y="18"/>
                  <a:pt x="12141" y="1"/>
                </a:cubicBezTo>
                <a:cubicBezTo>
                  <a:pt x="12128" y="1"/>
                  <a:pt x="12116" y="0"/>
                  <a:pt x="12104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41" name="Google Shape;4941;p223"/>
          <p:cNvSpPr/>
          <p:nvPr/>
        </p:nvSpPr>
        <p:spPr>
          <a:xfrm flipH="1" rot="10800000">
            <a:off x="6650172" y="3948028"/>
            <a:ext cx="2673716" cy="1310885"/>
          </a:xfrm>
          <a:custGeom>
            <a:rect b="b" l="l" r="r" t="t"/>
            <a:pathLst>
              <a:path extrusionOk="0" h="8220" w="16766">
                <a:moveTo>
                  <a:pt x="16619" y="0"/>
                </a:moveTo>
                <a:lnTo>
                  <a:pt x="1" y="306"/>
                </a:lnTo>
                <a:cubicBezTo>
                  <a:pt x="61" y="421"/>
                  <a:pt x="130" y="530"/>
                  <a:pt x="209" y="629"/>
                </a:cubicBezTo>
                <a:cubicBezTo>
                  <a:pt x="561" y="1077"/>
                  <a:pt x="1090" y="1341"/>
                  <a:pt x="1620" y="1341"/>
                </a:cubicBezTo>
                <a:cubicBezTo>
                  <a:pt x="1653" y="1341"/>
                  <a:pt x="1687" y="1340"/>
                  <a:pt x="1720" y="1338"/>
                </a:cubicBezTo>
                <a:cubicBezTo>
                  <a:pt x="2137" y="1311"/>
                  <a:pt x="2547" y="1128"/>
                  <a:pt x="2959" y="1128"/>
                </a:cubicBezTo>
                <a:cubicBezTo>
                  <a:pt x="3033" y="1128"/>
                  <a:pt x="3106" y="1133"/>
                  <a:pt x="3180" y="1147"/>
                </a:cubicBezTo>
                <a:cubicBezTo>
                  <a:pt x="3277" y="1165"/>
                  <a:pt x="3367" y="1194"/>
                  <a:pt x="3455" y="1233"/>
                </a:cubicBezTo>
                <a:cubicBezTo>
                  <a:pt x="3474" y="1242"/>
                  <a:pt x="3493" y="1250"/>
                  <a:pt x="3511" y="1261"/>
                </a:cubicBezTo>
                <a:lnTo>
                  <a:pt x="3512" y="1261"/>
                </a:lnTo>
                <a:cubicBezTo>
                  <a:pt x="4178" y="1599"/>
                  <a:pt x="4587" y="2502"/>
                  <a:pt x="5216" y="2997"/>
                </a:cubicBezTo>
                <a:cubicBezTo>
                  <a:pt x="5642" y="3331"/>
                  <a:pt x="6137" y="3458"/>
                  <a:pt x="6653" y="3458"/>
                </a:cubicBezTo>
                <a:cubicBezTo>
                  <a:pt x="7281" y="3458"/>
                  <a:pt x="7939" y="3268"/>
                  <a:pt x="8534" y="3032"/>
                </a:cubicBezTo>
                <a:cubicBezTo>
                  <a:pt x="9061" y="2823"/>
                  <a:pt x="9606" y="2582"/>
                  <a:pt x="10155" y="2582"/>
                </a:cubicBezTo>
                <a:cubicBezTo>
                  <a:pt x="10271" y="2582"/>
                  <a:pt x="10386" y="2593"/>
                  <a:pt x="10502" y="2617"/>
                </a:cubicBezTo>
                <a:cubicBezTo>
                  <a:pt x="11491" y="2819"/>
                  <a:pt x="12129" y="3901"/>
                  <a:pt x="12548" y="4929"/>
                </a:cubicBezTo>
                <a:cubicBezTo>
                  <a:pt x="12966" y="5958"/>
                  <a:pt x="13334" y="7102"/>
                  <a:pt x="14165" y="7742"/>
                </a:cubicBezTo>
                <a:cubicBezTo>
                  <a:pt x="14587" y="8068"/>
                  <a:pt x="15094" y="8220"/>
                  <a:pt x="15606" y="8220"/>
                </a:cubicBezTo>
                <a:cubicBezTo>
                  <a:pt x="16002" y="8220"/>
                  <a:pt x="16401" y="8129"/>
                  <a:pt x="16766" y="7956"/>
                </a:cubicBezTo>
                <a:lnTo>
                  <a:pt x="16619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42" name="Google Shape;4942;p223"/>
          <p:cNvSpPr/>
          <p:nvPr/>
        </p:nvSpPr>
        <p:spPr>
          <a:xfrm rot="8100000">
            <a:off x="-821724" y="-537528"/>
            <a:ext cx="2590333" cy="1991668"/>
          </a:xfrm>
          <a:custGeom>
            <a:rect b="b" l="l" r="r" t="t"/>
            <a:pathLst>
              <a:path extrusionOk="0" h="12489" w="16243">
                <a:moveTo>
                  <a:pt x="3844" y="0"/>
                </a:moveTo>
                <a:cubicBezTo>
                  <a:pt x="3285" y="0"/>
                  <a:pt x="2723" y="148"/>
                  <a:pt x="2228" y="400"/>
                </a:cubicBezTo>
                <a:cubicBezTo>
                  <a:pt x="1280" y="883"/>
                  <a:pt x="590" y="1767"/>
                  <a:pt x="156" y="2720"/>
                </a:cubicBezTo>
                <a:cubicBezTo>
                  <a:pt x="49" y="2956"/>
                  <a:pt x="1" y="3596"/>
                  <a:pt x="54" y="3596"/>
                </a:cubicBezTo>
                <a:cubicBezTo>
                  <a:pt x="57" y="3596"/>
                  <a:pt x="61" y="3593"/>
                  <a:pt x="66" y="3588"/>
                </a:cubicBezTo>
                <a:cubicBezTo>
                  <a:pt x="269" y="4868"/>
                  <a:pt x="1355" y="5759"/>
                  <a:pt x="2294" y="6557"/>
                </a:cubicBezTo>
                <a:cubicBezTo>
                  <a:pt x="3560" y="7632"/>
                  <a:pt x="4723" y="8824"/>
                  <a:pt x="5756" y="10126"/>
                </a:cubicBezTo>
                <a:cubicBezTo>
                  <a:pt x="6340" y="10862"/>
                  <a:pt x="6881" y="11633"/>
                  <a:pt x="7379" y="12430"/>
                </a:cubicBezTo>
                <a:cubicBezTo>
                  <a:pt x="7403" y="12468"/>
                  <a:pt x="7442" y="12488"/>
                  <a:pt x="7481" y="12488"/>
                </a:cubicBezTo>
                <a:cubicBezTo>
                  <a:pt x="7510" y="12488"/>
                  <a:pt x="7539" y="12478"/>
                  <a:pt x="7563" y="12456"/>
                </a:cubicBezTo>
                <a:cubicBezTo>
                  <a:pt x="9372" y="10767"/>
                  <a:pt x="11182" y="9079"/>
                  <a:pt x="12991" y="7391"/>
                </a:cubicBezTo>
                <a:cubicBezTo>
                  <a:pt x="13444" y="6969"/>
                  <a:pt x="13897" y="6547"/>
                  <a:pt x="14348" y="6125"/>
                </a:cubicBezTo>
                <a:cubicBezTo>
                  <a:pt x="14774" y="5728"/>
                  <a:pt x="15224" y="5346"/>
                  <a:pt x="15621" y="4920"/>
                </a:cubicBezTo>
                <a:cubicBezTo>
                  <a:pt x="15956" y="4561"/>
                  <a:pt x="16230" y="4130"/>
                  <a:pt x="16237" y="3625"/>
                </a:cubicBezTo>
                <a:cubicBezTo>
                  <a:pt x="16243" y="3173"/>
                  <a:pt x="16055" y="2737"/>
                  <a:pt x="15772" y="2393"/>
                </a:cubicBezTo>
                <a:cubicBezTo>
                  <a:pt x="15118" y="1597"/>
                  <a:pt x="13969" y="1326"/>
                  <a:pt x="12990" y="1230"/>
                </a:cubicBezTo>
                <a:cubicBezTo>
                  <a:pt x="12782" y="1209"/>
                  <a:pt x="12575" y="1199"/>
                  <a:pt x="12369" y="1199"/>
                </a:cubicBezTo>
                <a:cubicBezTo>
                  <a:pt x="11579" y="1199"/>
                  <a:pt x="10805" y="1344"/>
                  <a:pt x="10046" y="1589"/>
                </a:cubicBezTo>
                <a:cubicBezTo>
                  <a:pt x="9458" y="1779"/>
                  <a:pt x="8842" y="1996"/>
                  <a:pt x="8230" y="1996"/>
                </a:cubicBezTo>
                <a:cubicBezTo>
                  <a:pt x="7924" y="1996"/>
                  <a:pt x="7618" y="1942"/>
                  <a:pt x="7317" y="1801"/>
                </a:cubicBezTo>
                <a:cubicBezTo>
                  <a:pt x="6411" y="1378"/>
                  <a:pt x="5786" y="517"/>
                  <a:pt x="4835" y="170"/>
                </a:cubicBezTo>
                <a:cubicBezTo>
                  <a:pt x="4516" y="54"/>
                  <a:pt x="4181" y="0"/>
                  <a:pt x="3844" y="0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43" name="Google Shape;4943;p223"/>
          <p:cNvSpPr/>
          <p:nvPr/>
        </p:nvSpPr>
        <p:spPr>
          <a:xfrm rot="-5400000">
            <a:off x="-482253" y="2967250"/>
            <a:ext cx="1983041" cy="3856424"/>
          </a:xfrm>
          <a:custGeom>
            <a:rect b="b" l="l" r="r" t="t"/>
            <a:pathLst>
              <a:path extrusionOk="0" h="24182" w="12435">
                <a:moveTo>
                  <a:pt x="7995" y="0"/>
                </a:moveTo>
                <a:cubicBezTo>
                  <a:pt x="6753" y="0"/>
                  <a:pt x="5507" y="123"/>
                  <a:pt x="4282" y="305"/>
                </a:cubicBezTo>
                <a:cubicBezTo>
                  <a:pt x="3647" y="400"/>
                  <a:pt x="3014" y="509"/>
                  <a:pt x="2384" y="629"/>
                </a:cubicBezTo>
                <a:cubicBezTo>
                  <a:pt x="1767" y="745"/>
                  <a:pt x="1135" y="843"/>
                  <a:pt x="528" y="997"/>
                </a:cubicBezTo>
                <a:cubicBezTo>
                  <a:pt x="284" y="1059"/>
                  <a:pt x="86" y="1199"/>
                  <a:pt x="44" y="1438"/>
                </a:cubicBezTo>
                <a:cubicBezTo>
                  <a:pt x="1" y="1675"/>
                  <a:pt x="98" y="1906"/>
                  <a:pt x="177" y="2128"/>
                </a:cubicBezTo>
                <a:cubicBezTo>
                  <a:pt x="371" y="2674"/>
                  <a:pt x="529" y="3231"/>
                  <a:pt x="657" y="3795"/>
                </a:cubicBezTo>
                <a:cubicBezTo>
                  <a:pt x="1173" y="6076"/>
                  <a:pt x="1176" y="8421"/>
                  <a:pt x="1157" y="10740"/>
                </a:cubicBezTo>
                <a:cubicBezTo>
                  <a:pt x="1137" y="13166"/>
                  <a:pt x="1119" y="15594"/>
                  <a:pt x="956" y="18015"/>
                </a:cubicBezTo>
                <a:cubicBezTo>
                  <a:pt x="873" y="19227"/>
                  <a:pt x="754" y="20438"/>
                  <a:pt x="578" y="21641"/>
                </a:cubicBezTo>
                <a:cubicBezTo>
                  <a:pt x="533" y="21947"/>
                  <a:pt x="484" y="22253"/>
                  <a:pt x="431" y="22559"/>
                </a:cubicBezTo>
                <a:cubicBezTo>
                  <a:pt x="386" y="22822"/>
                  <a:pt x="322" y="23092"/>
                  <a:pt x="343" y="23359"/>
                </a:cubicBezTo>
                <a:cubicBezTo>
                  <a:pt x="374" y="23781"/>
                  <a:pt x="660" y="24173"/>
                  <a:pt x="1161" y="24181"/>
                </a:cubicBezTo>
                <a:cubicBezTo>
                  <a:pt x="1165" y="24181"/>
                  <a:pt x="1169" y="24181"/>
                  <a:pt x="1173" y="24181"/>
                </a:cubicBezTo>
                <a:cubicBezTo>
                  <a:pt x="1371" y="24181"/>
                  <a:pt x="1540" y="24099"/>
                  <a:pt x="1654" y="23951"/>
                </a:cubicBezTo>
                <a:cubicBezTo>
                  <a:pt x="1675" y="23925"/>
                  <a:pt x="1683" y="23898"/>
                  <a:pt x="1682" y="23874"/>
                </a:cubicBezTo>
                <a:lnTo>
                  <a:pt x="1682" y="23874"/>
                </a:lnTo>
                <a:cubicBezTo>
                  <a:pt x="1847" y="23898"/>
                  <a:pt x="2014" y="23909"/>
                  <a:pt x="2180" y="23909"/>
                </a:cubicBezTo>
                <a:cubicBezTo>
                  <a:pt x="2943" y="23909"/>
                  <a:pt x="3699" y="23667"/>
                  <a:pt x="4311" y="23242"/>
                </a:cubicBezTo>
                <a:cubicBezTo>
                  <a:pt x="4708" y="22966"/>
                  <a:pt x="5045" y="22616"/>
                  <a:pt x="5275" y="22211"/>
                </a:cubicBezTo>
                <a:cubicBezTo>
                  <a:pt x="5529" y="21761"/>
                  <a:pt x="5637" y="21258"/>
                  <a:pt x="5672" y="20756"/>
                </a:cubicBezTo>
                <a:cubicBezTo>
                  <a:pt x="5745" y="19694"/>
                  <a:pt x="5474" y="18600"/>
                  <a:pt x="5753" y="17552"/>
                </a:cubicBezTo>
                <a:cubicBezTo>
                  <a:pt x="5970" y="16734"/>
                  <a:pt x="6573" y="16141"/>
                  <a:pt x="7340" y="15710"/>
                </a:cubicBezTo>
                <a:cubicBezTo>
                  <a:pt x="8075" y="15296"/>
                  <a:pt x="8888" y="15018"/>
                  <a:pt x="9665" y="14682"/>
                </a:cubicBezTo>
                <a:cubicBezTo>
                  <a:pt x="10395" y="14367"/>
                  <a:pt x="11138" y="13992"/>
                  <a:pt x="11650" y="13407"/>
                </a:cubicBezTo>
                <a:cubicBezTo>
                  <a:pt x="12358" y="12597"/>
                  <a:pt x="12435" y="11553"/>
                  <a:pt x="12147" y="10578"/>
                </a:cubicBezTo>
                <a:cubicBezTo>
                  <a:pt x="11808" y="9430"/>
                  <a:pt x="11016" y="8461"/>
                  <a:pt x="10472" y="7396"/>
                </a:cubicBezTo>
                <a:cubicBezTo>
                  <a:pt x="9923" y="6314"/>
                  <a:pt x="9632" y="5096"/>
                  <a:pt x="9791" y="3904"/>
                </a:cubicBezTo>
                <a:cubicBezTo>
                  <a:pt x="9926" y="2896"/>
                  <a:pt x="10412" y="1909"/>
                  <a:pt x="11209" y="1194"/>
                </a:cubicBezTo>
                <a:cubicBezTo>
                  <a:pt x="11406" y="1016"/>
                  <a:pt x="11621" y="858"/>
                  <a:pt x="11854" y="718"/>
                </a:cubicBezTo>
                <a:cubicBezTo>
                  <a:pt x="11960" y="654"/>
                  <a:pt x="11944" y="503"/>
                  <a:pt x="11818" y="468"/>
                </a:cubicBezTo>
                <a:cubicBezTo>
                  <a:pt x="10568" y="132"/>
                  <a:pt x="9284" y="0"/>
                  <a:pt x="7995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44" name="Google Shape;4944;p223"/>
          <p:cNvGrpSpPr/>
          <p:nvPr/>
        </p:nvGrpSpPr>
        <p:grpSpPr>
          <a:xfrm rot="4499945">
            <a:off x="541788" y="4505661"/>
            <a:ext cx="215934" cy="195605"/>
            <a:chOff x="1640475" y="1197075"/>
            <a:chExt cx="55475" cy="50250"/>
          </a:xfrm>
        </p:grpSpPr>
        <p:sp>
          <p:nvSpPr>
            <p:cNvPr id="4945" name="Google Shape;4945;p22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22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22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48" name="Google Shape;4948;p223"/>
          <p:cNvSpPr/>
          <p:nvPr/>
        </p:nvSpPr>
        <p:spPr>
          <a:xfrm flipH="1" rot="9000107">
            <a:off x="1432356" y="253729"/>
            <a:ext cx="615242" cy="14412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49" name="Google Shape;4949;p223"/>
          <p:cNvSpPr/>
          <p:nvPr/>
        </p:nvSpPr>
        <p:spPr>
          <a:xfrm flipH="1" rot="5400117">
            <a:off x="8338934" y="4440398"/>
            <a:ext cx="545177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50" name="Google Shape;4950;p223"/>
          <p:cNvGrpSpPr/>
          <p:nvPr/>
        </p:nvGrpSpPr>
        <p:grpSpPr>
          <a:xfrm rot="3412077">
            <a:off x="7544730" y="4598335"/>
            <a:ext cx="228601" cy="207083"/>
            <a:chOff x="1640475" y="1197075"/>
            <a:chExt cx="55475" cy="50250"/>
          </a:xfrm>
        </p:grpSpPr>
        <p:sp>
          <p:nvSpPr>
            <p:cNvPr id="4951" name="Google Shape;4951;p22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22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22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4" name="Google Shape;4954;p223"/>
          <p:cNvGrpSpPr/>
          <p:nvPr/>
        </p:nvGrpSpPr>
        <p:grpSpPr>
          <a:xfrm rot="5627155">
            <a:off x="8483770" y="851641"/>
            <a:ext cx="267257" cy="242085"/>
            <a:chOff x="1640475" y="1197075"/>
            <a:chExt cx="55475" cy="50250"/>
          </a:xfrm>
        </p:grpSpPr>
        <p:sp>
          <p:nvSpPr>
            <p:cNvPr id="4955" name="Google Shape;4955;p22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22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22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58" name="Google Shape;4958;p223"/>
          <p:cNvSpPr/>
          <p:nvPr/>
        </p:nvSpPr>
        <p:spPr>
          <a:xfrm rot="3218474">
            <a:off x="2157332" y="4435042"/>
            <a:ext cx="809522" cy="1268427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59" name="Google Shape;4959;p223"/>
          <p:cNvGrpSpPr/>
          <p:nvPr/>
        </p:nvGrpSpPr>
        <p:grpSpPr>
          <a:xfrm rot="-5400136">
            <a:off x="507506" y="880058"/>
            <a:ext cx="420678" cy="381051"/>
            <a:chOff x="1640475" y="1197075"/>
            <a:chExt cx="55475" cy="50250"/>
          </a:xfrm>
        </p:grpSpPr>
        <p:sp>
          <p:nvSpPr>
            <p:cNvPr id="4960" name="Google Shape;4960;p22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22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22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2">
    <p:spTree>
      <p:nvGrpSpPr>
        <p:cNvPr id="4963" name="Shape 49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64" name="Google Shape;4964;p224"/>
          <p:cNvSpPr/>
          <p:nvPr/>
        </p:nvSpPr>
        <p:spPr>
          <a:xfrm>
            <a:off x="5203188" y="3304363"/>
            <a:ext cx="4205930" cy="2291529"/>
          </a:xfrm>
          <a:custGeom>
            <a:rect b="b" l="l" r="r" t="t"/>
            <a:pathLst>
              <a:path extrusionOk="0" h="14261" w="26175">
                <a:moveTo>
                  <a:pt x="21312" y="0"/>
                </a:moveTo>
                <a:cubicBezTo>
                  <a:pt x="20977" y="0"/>
                  <a:pt x="20642" y="41"/>
                  <a:pt x="20313" y="99"/>
                </a:cubicBezTo>
                <a:cubicBezTo>
                  <a:pt x="19331" y="273"/>
                  <a:pt x="18260" y="586"/>
                  <a:pt x="17702" y="1484"/>
                </a:cubicBezTo>
                <a:cubicBezTo>
                  <a:pt x="17428" y="1925"/>
                  <a:pt x="17287" y="2436"/>
                  <a:pt x="16990" y="2864"/>
                </a:cubicBezTo>
                <a:cubicBezTo>
                  <a:pt x="16710" y="3266"/>
                  <a:pt x="16282" y="3522"/>
                  <a:pt x="15821" y="3664"/>
                </a:cubicBezTo>
                <a:cubicBezTo>
                  <a:pt x="15261" y="3837"/>
                  <a:pt x="14685" y="3858"/>
                  <a:pt x="14107" y="3858"/>
                </a:cubicBezTo>
                <a:cubicBezTo>
                  <a:pt x="13914" y="3858"/>
                  <a:pt x="13720" y="3856"/>
                  <a:pt x="13527" y="3856"/>
                </a:cubicBezTo>
                <a:cubicBezTo>
                  <a:pt x="13273" y="3856"/>
                  <a:pt x="13019" y="3860"/>
                  <a:pt x="12766" y="3880"/>
                </a:cubicBezTo>
                <a:cubicBezTo>
                  <a:pt x="12240" y="3921"/>
                  <a:pt x="11711" y="4025"/>
                  <a:pt x="11246" y="4285"/>
                </a:cubicBezTo>
                <a:cubicBezTo>
                  <a:pt x="10777" y="4547"/>
                  <a:pt x="10423" y="4956"/>
                  <a:pt x="10107" y="5381"/>
                </a:cubicBezTo>
                <a:cubicBezTo>
                  <a:pt x="9484" y="6224"/>
                  <a:pt x="8906" y="7121"/>
                  <a:pt x="8012" y="7708"/>
                </a:cubicBezTo>
                <a:cubicBezTo>
                  <a:pt x="7566" y="8003"/>
                  <a:pt x="7065" y="8190"/>
                  <a:pt x="6530" y="8231"/>
                </a:cubicBezTo>
                <a:cubicBezTo>
                  <a:pt x="6418" y="8239"/>
                  <a:pt x="6306" y="8243"/>
                  <a:pt x="6194" y="8243"/>
                </a:cubicBezTo>
                <a:cubicBezTo>
                  <a:pt x="5684" y="8243"/>
                  <a:pt x="5174" y="8166"/>
                  <a:pt x="4666" y="8122"/>
                </a:cubicBezTo>
                <a:cubicBezTo>
                  <a:pt x="4112" y="8075"/>
                  <a:pt x="3557" y="8052"/>
                  <a:pt x="3001" y="8052"/>
                </a:cubicBezTo>
                <a:cubicBezTo>
                  <a:pt x="2916" y="8052"/>
                  <a:pt x="2830" y="8052"/>
                  <a:pt x="2744" y="8054"/>
                </a:cubicBezTo>
                <a:cubicBezTo>
                  <a:pt x="2475" y="8057"/>
                  <a:pt x="2183" y="8043"/>
                  <a:pt x="1931" y="8148"/>
                </a:cubicBezTo>
                <a:cubicBezTo>
                  <a:pt x="1700" y="8244"/>
                  <a:pt x="1557" y="8443"/>
                  <a:pt x="1448" y="8660"/>
                </a:cubicBezTo>
                <a:cubicBezTo>
                  <a:pt x="1157" y="9242"/>
                  <a:pt x="895" y="9837"/>
                  <a:pt x="618" y="10425"/>
                </a:cubicBezTo>
                <a:cubicBezTo>
                  <a:pt x="483" y="10711"/>
                  <a:pt x="344" y="10996"/>
                  <a:pt x="215" y="11284"/>
                </a:cubicBezTo>
                <a:cubicBezTo>
                  <a:pt x="103" y="11537"/>
                  <a:pt x="1" y="11806"/>
                  <a:pt x="9" y="12087"/>
                </a:cubicBezTo>
                <a:cubicBezTo>
                  <a:pt x="26" y="12628"/>
                  <a:pt x="464" y="12993"/>
                  <a:pt x="898" y="13242"/>
                </a:cubicBezTo>
                <a:cubicBezTo>
                  <a:pt x="1355" y="13506"/>
                  <a:pt x="1863" y="13671"/>
                  <a:pt x="2379" y="13769"/>
                </a:cubicBezTo>
                <a:cubicBezTo>
                  <a:pt x="3456" y="13974"/>
                  <a:pt x="4560" y="13920"/>
                  <a:pt x="5650" y="13980"/>
                </a:cubicBezTo>
                <a:cubicBezTo>
                  <a:pt x="6939" y="14051"/>
                  <a:pt x="8222" y="14239"/>
                  <a:pt x="9514" y="14259"/>
                </a:cubicBezTo>
                <a:cubicBezTo>
                  <a:pt x="9569" y="14260"/>
                  <a:pt x="9623" y="14261"/>
                  <a:pt x="9677" y="14261"/>
                </a:cubicBezTo>
                <a:cubicBezTo>
                  <a:pt x="10875" y="14261"/>
                  <a:pt x="12038" y="14052"/>
                  <a:pt x="13207" y="13797"/>
                </a:cubicBezTo>
                <a:cubicBezTo>
                  <a:pt x="13817" y="13663"/>
                  <a:pt x="14426" y="13526"/>
                  <a:pt x="15041" y="13424"/>
                </a:cubicBezTo>
                <a:cubicBezTo>
                  <a:pt x="15675" y="13317"/>
                  <a:pt x="16315" y="13253"/>
                  <a:pt x="16956" y="13206"/>
                </a:cubicBezTo>
                <a:cubicBezTo>
                  <a:pt x="18228" y="13113"/>
                  <a:pt x="19506" y="13085"/>
                  <a:pt x="20774" y="12938"/>
                </a:cubicBezTo>
                <a:cubicBezTo>
                  <a:pt x="21322" y="12875"/>
                  <a:pt x="21864" y="12773"/>
                  <a:pt x="22412" y="12707"/>
                </a:cubicBezTo>
                <a:cubicBezTo>
                  <a:pt x="22674" y="12676"/>
                  <a:pt x="22942" y="12652"/>
                  <a:pt x="23208" y="12652"/>
                </a:cubicBezTo>
                <a:cubicBezTo>
                  <a:pt x="23451" y="12652"/>
                  <a:pt x="23692" y="12672"/>
                  <a:pt x="23928" y="12724"/>
                </a:cubicBezTo>
                <a:cubicBezTo>
                  <a:pt x="24162" y="12777"/>
                  <a:pt x="24387" y="12861"/>
                  <a:pt x="24591" y="12989"/>
                </a:cubicBezTo>
                <a:cubicBezTo>
                  <a:pt x="24696" y="13055"/>
                  <a:pt x="24788" y="13167"/>
                  <a:pt x="24915" y="13170"/>
                </a:cubicBezTo>
                <a:cubicBezTo>
                  <a:pt x="24918" y="13170"/>
                  <a:pt x="24920" y="13170"/>
                  <a:pt x="24923" y="13170"/>
                </a:cubicBezTo>
                <a:cubicBezTo>
                  <a:pt x="25030" y="13170"/>
                  <a:pt x="25141" y="13147"/>
                  <a:pt x="25241" y="13108"/>
                </a:cubicBezTo>
                <a:cubicBezTo>
                  <a:pt x="25716" y="12928"/>
                  <a:pt x="25988" y="12456"/>
                  <a:pt x="26075" y="11977"/>
                </a:cubicBezTo>
                <a:cubicBezTo>
                  <a:pt x="26127" y="11687"/>
                  <a:pt x="26128" y="11393"/>
                  <a:pt x="26127" y="11099"/>
                </a:cubicBezTo>
                <a:cubicBezTo>
                  <a:pt x="26126" y="10779"/>
                  <a:pt x="26124" y="10457"/>
                  <a:pt x="26123" y="10135"/>
                </a:cubicBezTo>
                <a:cubicBezTo>
                  <a:pt x="26121" y="9483"/>
                  <a:pt x="26118" y="8831"/>
                  <a:pt x="26116" y="8179"/>
                </a:cubicBezTo>
                <a:cubicBezTo>
                  <a:pt x="26112" y="6939"/>
                  <a:pt x="26107" y="5700"/>
                  <a:pt x="26102" y="4459"/>
                </a:cubicBezTo>
                <a:lnTo>
                  <a:pt x="26102" y="4459"/>
                </a:lnTo>
                <a:cubicBezTo>
                  <a:pt x="26105" y="4461"/>
                  <a:pt x="26107" y="4462"/>
                  <a:pt x="26109" y="4462"/>
                </a:cubicBezTo>
                <a:cubicBezTo>
                  <a:pt x="26174" y="4462"/>
                  <a:pt x="26046" y="3375"/>
                  <a:pt x="25375" y="3280"/>
                </a:cubicBezTo>
                <a:cubicBezTo>
                  <a:pt x="24338" y="3135"/>
                  <a:pt x="24244" y="1492"/>
                  <a:pt x="23438" y="803"/>
                </a:cubicBezTo>
                <a:cubicBezTo>
                  <a:pt x="23048" y="470"/>
                  <a:pt x="22597" y="206"/>
                  <a:pt x="22095" y="87"/>
                </a:cubicBezTo>
                <a:cubicBezTo>
                  <a:pt x="21837" y="25"/>
                  <a:pt x="21575" y="0"/>
                  <a:pt x="21312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65" name="Google Shape;4965;p224"/>
          <p:cNvSpPr/>
          <p:nvPr/>
        </p:nvSpPr>
        <p:spPr>
          <a:xfrm>
            <a:off x="-450899" y="3428735"/>
            <a:ext cx="2089708" cy="2096136"/>
          </a:xfrm>
          <a:custGeom>
            <a:rect b="b" l="l" r="r" t="t"/>
            <a:pathLst>
              <a:path extrusionOk="0" h="13045" w="13005">
                <a:moveTo>
                  <a:pt x="1922" y="1"/>
                </a:moveTo>
                <a:cubicBezTo>
                  <a:pt x="1849" y="1"/>
                  <a:pt x="1776" y="4"/>
                  <a:pt x="1703" y="11"/>
                </a:cubicBezTo>
                <a:cubicBezTo>
                  <a:pt x="1260" y="54"/>
                  <a:pt x="818" y="227"/>
                  <a:pt x="503" y="551"/>
                </a:cubicBezTo>
                <a:cubicBezTo>
                  <a:pt x="150" y="913"/>
                  <a:pt x="38" y="1411"/>
                  <a:pt x="20" y="1903"/>
                </a:cubicBezTo>
                <a:cubicBezTo>
                  <a:pt x="0" y="2484"/>
                  <a:pt x="46" y="3073"/>
                  <a:pt x="66" y="3654"/>
                </a:cubicBezTo>
                <a:cubicBezTo>
                  <a:pt x="86" y="4273"/>
                  <a:pt x="107" y="4891"/>
                  <a:pt x="127" y="5509"/>
                </a:cubicBezTo>
                <a:lnTo>
                  <a:pt x="374" y="12928"/>
                </a:lnTo>
                <a:cubicBezTo>
                  <a:pt x="376" y="12996"/>
                  <a:pt x="429" y="13044"/>
                  <a:pt x="492" y="13044"/>
                </a:cubicBezTo>
                <a:cubicBezTo>
                  <a:pt x="501" y="13044"/>
                  <a:pt x="511" y="13043"/>
                  <a:pt x="520" y="13041"/>
                </a:cubicBezTo>
                <a:cubicBezTo>
                  <a:pt x="1437" y="12830"/>
                  <a:pt x="2365" y="12670"/>
                  <a:pt x="3299" y="12564"/>
                </a:cubicBezTo>
                <a:cubicBezTo>
                  <a:pt x="4235" y="12458"/>
                  <a:pt x="5175" y="12406"/>
                  <a:pt x="6116" y="12406"/>
                </a:cubicBezTo>
                <a:cubicBezTo>
                  <a:pt x="6835" y="12406"/>
                  <a:pt x="7554" y="12436"/>
                  <a:pt x="8271" y="12496"/>
                </a:cubicBezTo>
                <a:cubicBezTo>
                  <a:pt x="8728" y="12533"/>
                  <a:pt x="9209" y="12577"/>
                  <a:pt x="9687" y="12577"/>
                </a:cubicBezTo>
                <a:cubicBezTo>
                  <a:pt x="10492" y="12577"/>
                  <a:pt x="11288" y="12454"/>
                  <a:pt x="11947" y="11977"/>
                </a:cubicBezTo>
                <a:lnTo>
                  <a:pt x="11947" y="11977"/>
                </a:lnTo>
                <a:cubicBezTo>
                  <a:pt x="11945" y="11988"/>
                  <a:pt x="11948" y="11993"/>
                  <a:pt x="11955" y="11993"/>
                </a:cubicBezTo>
                <a:cubicBezTo>
                  <a:pt x="12017" y="11993"/>
                  <a:pt x="12409" y="11534"/>
                  <a:pt x="12496" y="11300"/>
                </a:cubicBezTo>
                <a:cubicBezTo>
                  <a:pt x="12866" y="10319"/>
                  <a:pt x="13005" y="9208"/>
                  <a:pt x="12677" y="8195"/>
                </a:cubicBezTo>
                <a:cubicBezTo>
                  <a:pt x="12404" y="7349"/>
                  <a:pt x="11818" y="6569"/>
                  <a:pt x="11000" y="6188"/>
                </a:cubicBezTo>
                <a:cubicBezTo>
                  <a:pt x="10082" y="5759"/>
                  <a:pt x="9032" y="5924"/>
                  <a:pt x="8092" y="5581"/>
                </a:cubicBezTo>
                <a:cubicBezTo>
                  <a:pt x="7160" y="5240"/>
                  <a:pt x="6737" y="4324"/>
                  <a:pt x="6316" y="3499"/>
                </a:cubicBezTo>
                <a:cubicBezTo>
                  <a:pt x="5859" y="2602"/>
                  <a:pt x="5271" y="1802"/>
                  <a:pt x="4492" y="1159"/>
                </a:cubicBezTo>
                <a:cubicBezTo>
                  <a:pt x="3786" y="579"/>
                  <a:pt x="2870" y="1"/>
                  <a:pt x="1922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66" name="Google Shape;4966;p224"/>
          <p:cNvSpPr/>
          <p:nvPr/>
        </p:nvSpPr>
        <p:spPr>
          <a:xfrm>
            <a:off x="-317690" y="-239105"/>
            <a:ext cx="3916858" cy="1383980"/>
          </a:xfrm>
          <a:custGeom>
            <a:rect b="b" l="l" r="r" t="t"/>
            <a:pathLst>
              <a:path extrusionOk="0" h="8613" w="24376">
                <a:moveTo>
                  <a:pt x="1748" y="0"/>
                </a:moveTo>
                <a:cubicBezTo>
                  <a:pt x="1709" y="0"/>
                  <a:pt x="1669" y="2"/>
                  <a:pt x="1629" y="7"/>
                </a:cubicBezTo>
                <a:cubicBezTo>
                  <a:pt x="1391" y="38"/>
                  <a:pt x="1250" y="176"/>
                  <a:pt x="1187" y="347"/>
                </a:cubicBezTo>
                <a:cubicBezTo>
                  <a:pt x="1033" y="773"/>
                  <a:pt x="935" y="1218"/>
                  <a:pt x="819" y="1650"/>
                </a:cubicBezTo>
                <a:cubicBezTo>
                  <a:pt x="701" y="2092"/>
                  <a:pt x="590" y="2536"/>
                  <a:pt x="496" y="2983"/>
                </a:cubicBezTo>
                <a:cubicBezTo>
                  <a:pt x="126" y="4733"/>
                  <a:pt x="0" y="6549"/>
                  <a:pt x="659" y="8271"/>
                </a:cubicBezTo>
                <a:cubicBezTo>
                  <a:pt x="678" y="8321"/>
                  <a:pt x="733" y="8346"/>
                  <a:pt x="790" y="8346"/>
                </a:cubicBezTo>
                <a:cubicBezTo>
                  <a:pt x="835" y="8346"/>
                  <a:pt x="881" y="8329"/>
                  <a:pt x="910" y="8296"/>
                </a:cubicBezTo>
                <a:cubicBezTo>
                  <a:pt x="1048" y="8134"/>
                  <a:pt x="1206" y="7983"/>
                  <a:pt x="1385" y="7843"/>
                </a:cubicBezTo>
                <a:cubicBezTo>
                  <a:pt x="2101" y="7284"/>
                  <a:pt x="3087" y="6944"/>
                  <a:pt x="4095" y="6849"/>
                </a:cubicBezTo>
                <a:cubicBezTo>
                  <a:pt x="4314" y="6828"/>
                  <a:pt x="4534" y="6818"/>
                  <a:pt x="4754" y="6818"/>
                </a:cubicBezTo>
                <a:cubicBezTo>
                  <a:pt x="5730" y="6818"/>
                  <a:pt x="6704" y="7012"/>
                  <a:pt x="7586" y="7328"/>
                </a:cubicBezTo>
                <a:cubicBezTo>
                  <a:pt x="8653" y="7708"/>
                  <a:pt x="9622" y="8264"/>
                  <a:pt x="10770" y="8502"/>
                </a:cubicBezTo>
                <a:cubicBezTo>
                  <a:pt x="11110" y="8573"/>
                  <a:pt x="11460" y="8612"/>
                  <a:pt x="11804" y="8612"/>
                </a:cubicBezTo>
                <a:cubicBezTo>
                  <a:pt x="12445" y="8612"/>
                  <a:pt x="13071" y="8476"/>
                  <a:pt x="13597" y="8154"/>
                </a:cubicBezTo>
                <a:cubicBezTo>
                  <a:pt x="14183" y="7795"/>
                  <a:pt x="14557" y="7273"/>
                  <a:pt x="14873" y="6761"/>
                </a:cubicBezTo>
                <a:cubicBezTo>
                  <a:pt x="15208" y="6214"/>
                  <a:pt x="15488" y="5645"/>
                  <a:pt x="15900" y="5129"/>
                </a:cubicBezTo>
                <a:cubicBezTo>
                  <a:pt x="16333" y="4590"/>
                  <a:pt x="16925" y="4168"/>
                  <a:pt x="17743" y="4015"/>
                </a:cubicBezTo>
                <a:cubicBezTo>
                  <a:pt x="18117" y="3945"/>
                  <a:pt x="18497" y="3924"/>
                  <a:pt x="18879" y="3924"/>
                </a:cubicBezTo>
                <a:cubicBezTo>
                  <a:pt x="19431" y="3924"/>
                  <a:pt x="19988" y="3967"/>
                  <a:pt x="20538" y="3967"/>
                </a:cubicBezTo>
                <a:cubicBezTo>
                  <a:pt x="20675" y="3967"/>
                  <a:pt x="20811" y="3964"/>
                  <a:pt x="20947" y="3958"/>
                </a:cubicBezTo>
                <a:cubicBezTo>
                  <a:pt x="21449" y="3933"/>
                  <a:pt x="21952" y="3857"/>
                  <a:pt x="22403" y="3679"/>
                </a:cubicBezTo>
                <a:cubicBezTo>
                  <a:pt x="22808" y="3518"/>
                  <a:pt x="23157" y="3280"/>
                  <a:pt x="23433" y="3003"/>
                </a:cubicBezTo>
                <a:cubicBezTo>
                  <a:pt x="23951" y="2479"/>
                  <a:pt x="24196" y="1807"/>
                  <a:pt x="24066" y="1157"/>
                </a:cubicBezTo>
                <a:lnTo>
                  <a:pt x="24066" y="1157"/>
                </a:lnTo>
                <a:cubicBezTo>
                  <a:pt x="24067" y="1158"/>
                  <a:pt x="24069" y="1158"/>
                  <a:pt x="24071" y="1158"/>
                </a:cubicBezTo>
                <a:cubicBezTo>
                  <a:pt x="24093" y="1158"/>
                  <a:pt x="24117" y="1151"/>
                  <a:pt x="24142" y="1138"/>
                </a:cubicBezTo>
                <a:cubicBezTo>
                  <a:pt x="24292" y="1056"/>
                  <a:pt x="24376" y="935"/>
                  <a:pt x="24372" y="792"/>
                </a:cubicBezTo>
                <a:cubicBezTo>
                  <a:pt x="24363" y="440"/>
                  <a:pt x="23972" y="240"/>
                  <a:pt x="23550" y="217"/>
                </a:cubicBezTo>
                <a:cubicBezTo>
                  <a:pt x="23514" y="215"/>
                  <a:pt x="23478" y="215"/>
                  <a:pt x="23442" y="215"/>
                </a:cubicBezTo>
                <a:cubicBezTo>
                  <a:pt x="23211" y="215"/>
                  <a:pt x="22977" y="252"/>
                  <a:pt x="22750" y="280"/>
                </a:cubicBezTo>
                <a:cubicBezTo>
                  <a:pt x="22445" y="317"/>
                  <a:pt x="22139" y="351"/>
                  <a:pt x="21832" y="383"/>
                </a:cubicBezTo>
                <a:cubicBezTo>
                  <a:pt x="20628" y="507"/>
                  <a:pt x="19418" y="590"/>
                  <a:pt x="18207" y="648"/>
                </a:cubicBezTo>
                <a:cubicBezTo>
                  <a:pt x="15784" y="762"/>
                  <a:pt x="13357" y="774"/>
                  <a:pt x="10932" y="789"/>
                </a:cubicBezTo>
                <a:cubicBezTo>
                  <a:pt x="10568" y="791"/>
                  <a:pt x="10203" y="793"/>
                  <a:pt x="9838" y="793"/>
                </a:cubicBezTo>
                <a:cubicBezTo>
                  <a:pt x="7878" y="793"/>
                  <a:pt x="5909" y="743"/>
                  <a:pt x="3985" y="438"/>
                </a:cubicBezTo>
                <a:cubicBezTo>
                  <a:pt x="3423" y="348"/>
                  <a:pt x="2866" y="237"/>
                  <a:pt x="2318" y="100"/>
                </a:cubicBezTo>
                <a:cubicBezTo>
                  <a:pt x="2134" y="55"/>
                  <a:pt x="1943" y="0"/>
                  <a:pt x="1748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67" name="Google Shape;4967;p224"/>
          <p:cNvSpPr/>
          <p:nvPr/>
        </p:nvSpPr>
        <p:spPr>
          <a:xfrm>
            <a:off x="5829867" y="-831076"/>
            <a:ext cx="4345244" cy="3055586"/>
          </a:xfrm>
          <a:custGeom>
            <a:rect b="b" l="l" r="r" t="t"/>
            <a:pathLst>
              <a:path extrusionOk="0" h="19016" w="27042">
                <a:moveTo>
                  <a:pt x="5311" y="0"/>
                </a:moveTo>
                <a:cubicBezTo>
                  <a:pt x="5179" y="0"/>
                  <a:pt x="5075" y="178"/>
                  <a:pt x="5211" y="262"/>
                </a:cubicBezTo>
                <a:cubicBezTo>
                  <a:pt x="5431" y="399"/>
                  <a:pt x="5652" y="530"/>
                  <a:pt x="5876" y="657"/>
                </a:cubicBezTo>
                <a:cubicBezTo>
                  <a:pt x="3749" y="1565"/>
                  <a:pt x="1452" y="2798"/>
                  <a:pt x="713" y="5101"/>
                </a:cubicBezTo>
                <a:cubicBezTo>
                  <a:pt x="0" y="7321"/>
                  <a:pt x="1219" y="10007"/>
                  <a:pt x="3411" y="10856"/>
                </a:cubicBezTo>
                <a:cubicBezTo>
                  <a:pt x="3728" y="10979"/>
                  <a:pt x="4069" y="11058"/>
                  <a:pt x="4406" y="11058"/>
                </a:cubicBezTo>
                <a:cubicBezTo>
                  <a:pt x="4688" y="11058"/>
                  <a:pt x="4968" y="11003"/>
                  <a:pt x="5229" y="10871"/>
                </a:cubicBezTo>
                <a:cubicBezTo>
                  <a:pt x="5743" y="10614"/>
                  <a:pt x="6086" y="10140"/>
                  <a:pt x="6367" y="9654"/>
                </a:cubicBezTo>
                <a:cubicBezTo>
                  <a:pt x="6660" y="9147"/>
                  <a:pt x="6901" y="8604"/>
                  <a:pt x="7258" y="8138"/>
                </a:cubicBezTo>
                <a:cubicBezTo>
                  <a:pt x="7586" y="7709"/>
                  <a:pt x="8056" y="7408"/>
                  <a:pt x="8567" y="7243"/>
                </a:cubicBezTo>
                <a:cubicBezTo>
                  <a:pt x="8835" y="7156"/>
                  <a:pt x="9122" y="7107"/>
                  <a:pt x="9407" y="7107"/>
                </a:cubicBezTo>
                <a:cubicBezTo>
                  <a:pt x="9658" y="7107"/>
                  <a:pt x="9908" y="7145"/>
                  <a:pt x="10143" y="7227"/>
                </a:cubicBezTo>
                <a:cubicBezTo>
                  <a:pt x="10681" y="7416"/>
                  <a:pt x="11050" y="7824"/>
                  <a:pt x="11259" y="8347"/>
                </a:cubicBezTo>
                <a:cubicBezTo>
                  <a:pt x="11495" y="8938"/>
                  <a:pt x="11543" y="9582"/>
                  <a:pt x="11752" y="10181"/>
                </a:cubicBezTo>
                <a:cubicBezTo>
                  <a:pt x="11957" y="10769"/>
                  <a:pt x="12358" y="11405"/>
                  <a:pt x="12983" y="11603"/>
                </a:cubicBezTo>
                <a:cubicBezTo>
                  <a:pt x="13117" y="11646"/>
                  <a:pt x="13250" y="11665"/>
                  <a:pt x="13380" y="11665"/>
                </a:cubicBezTo>
                <a:cubicBezTo>
                  <a:pt x="13765" y="11665"/>
                  <a:pt x="14132" y="11502"/>
                  <a:pt x="14481" y="11319"/>
                </a:cubicBezTo>
                <a:cubicBezTo>
                  <a:pt x="14811" y="11146"/>
                  <a:pt x="15183" y="10926"/>
                  <a:pt x="15563" y="10926"/>
                </a:cubicBezTo>
                <a:cubicBezTo>
                  <a:pt x="15675" y="10926"/>
                  <a:pt x="15789" y="10946"/>
                  <a:pt x="15902" y="10992"/>
                </a:cubicBezTo>
                <a:cubicBezTo>
                  <a:pt x="16505" y="11236"/>
                  <a:pt x="16731" y="12009"/>
                  <a:pt x="16886" y="12576"/>
                </a:cubicBezTo>
                <a:cubicBezTo>
                  <a:pt x="17067" y="13246"/>
                  <a:pt x="17237" y="13920"/>
                  <a:pt x="17447" y="14583"/>
                </a:cubicBezTo>
                <a:cubicBezTo>
                  <a:pt x="17859" y="15878"/>
                  <a:pt x="18454" y="17143"/>
                  <a:pt x="19512" y="18032"/>
                </a:cubicBezTo>
                <a:cubicBezTo>
                  <a:pt x="20225" y="18631"/>
                  <a:pt x="21110" y="19015"/>
                  <a:pt x="22020" y="19015"/>
                </a:cubicBezTo>
                <a:cubicBezTo>
                  <a:pt x="22330" y="19015"/>
                  <a:pt x="22643" y="18971"/>
                  <a:pt x="22954" y="18875"/>
                </a:cubicBezTo>
                <a:cubicBezTo>
                  <a:pt x="24002" y="18552"/>
                  <a:pt x="24786" y="17702"/>
                  <a:pt x="25334" y="16784"/>
                </a:cubicBezTo>
                <a:cubicBezTo>
                  <a:pt x="25931" y="15784"/>
                  <a:pt x="26309" y="14669"/>
                  <a:pt x="26587" y="13543"/>
                </a:cubicBezTo>
                <a:cubicBezTo>
                  <a:pt x="26872" y="12393"/>
                  <a:pt x="27042" y="11178"/>
                  <a:pt x="26859" y="9998"/>
                </a:cubicBezTo>
                <a:cubicBezTo>
                  <a:pt x="26669" y="8763"/>
                  <a:pt x="26045" y="7686"/>
                  <a:pt x="25037" y="6940"/>
                </a:cubicBezTo>
                <a:cubicBezTo>
                  <a:pt x="23865" y="6071"/>
                  <a:pt x="22401" y="5638"/>
                  <a:pt x="21023" y="5219"/>
                </a:cubicBezTo>
                <a:cubicBezTo>
                  <a:pt x="19511" y="4758"/>
                  <a:pt x="17976" y="4376"/>
                  <a:pt x="16442" y="3995"/>
                </a:cubicBezTo>
                <a:cubicBezTo>
                  <a:pt x="13377" y="3236"/>
                  <a:pt x="10276" y="2484"/>
                  <a:pt x="7410" y="1122"/>
                </a:cubicBezTo>
                <a:cubicBezTo>
                  <a:pt x="7124" y="986"/>
                  <a:pt x="6842" y="844"/>
                  <a:pt x="6563" y="695"/>
                </a:cubicBezTo>
                <a:cubicBezTo>
                  <a:pt x="6622" y="671"/>
                  <a:pt x="6682" y="645"/>
                  <a:pt x="6742" y="621"/>
                </a:cubicBezTo>
                <a:cubicBezTo>
                  <a:pt x="6901" y="557"/>
                  <a:pt x="6828" y="333"/>
                  <a:pt x="6684" y="333"/>
                </a:cubicBezTo>
                <a:cubicBezTo>
                  <a:pt x="6666" y="333"/>
                  <a:pt x="6646" y="336"/>
                  <a:pt x="6625" y="345"/>
                </a:cubicBezTo>
                <a:cubicBezTo>
                  <a:pt x="6492" y="400"/>
                  <a:pt x="6358" y="454"/>
                  <a:pt x="6223" y="510"/>
                </a:cubicBezTo>
                <a:cubicBezTo>
                  <a:pt x="5943" y="355"/>
                  <a:pt x="5666" y="194"/>
                  <a:pt x="5394" y="25"/>
                </a:cubicBezTo>
                <a:cubicBezTo>
                  <a:pt x="5366" y="8"/>
                  <a:pt x="5338" y="0"/>
                  <a:pt x="5311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68" name="Google Shape;4968;p224"/>
          <p:cNvGrpSpPr/>
          <p:nvPr/>
        </p:nvGrpSpPr>
        <p:grpSpPr>
          <a:xfrm>
            <a:off x="1116830" y="990139"/>
            <a:ext cx="6909619" cy="3217654"/>
            <a:chOff x="3689050" y="919857"/>
            <a:chExt cx="1419425" cy="685950"/>
          </a:xfrm>
        </p:grpSpPr>
        <p:sp>
          <p:nvSpPr>
            <p:cNvPr id="4969" name="Google Shape;4969;p224"/>
            <p:cNvSpPr/>
            <p:nvPr/>
          </p:nvSpPr>
          <p:spPr>
            <a:xfrm>
              <a:off x="3945175" y="932332"/>
              <a:ext cx="912600" cy="143950"/>
            </a:xfrm>
            <a:custGeom>
              <a:rect b="b" l="l" r="r" t="t"/>
              <a:pathLst>
                <a:path extrusionOk="0" h="5758" w="36504">
                  <a:moveTo>
                    <a:pt x="18144" y="1"/>
                  </a:moveTo>
                  <a:cubicBezTo>
                    <a:pt x="17036" y="1634"/>
                    <a:pt x="15167" y="2647"/>
                    <a:pt x="13238" y="2647"/>
                  </a:cubicBezTo>
                  <a:cubicBezTo>
                    <a:pt x="12616" y="2647"/>
                    <a:pt x="11989" y="2542"/>
                    <a:pt x="11379" y="2319"/>
                  </a:cubicBezTo>
                  <a:cubicBezTo>
                    <a:pt x="9365" y="1581"/>
                    <a:pt x="7828" y="320"/>
                    <a:pt x="5593" y="191"/>
                  </a:cubicBezTo>
                  <a:cubicBezTo>
                    <a:pt x="5449" y="183"/>
                    <a:pt x="5300" y="178"/>
                    <a:pt x="5147" y="178"/>
                  </a:cubicBezTo>
                  <a:cubicBezTo>
                    <a:pt x="2960" y="178"/>
                    <a:pt x="0" y="1073"/>
                    <a:pt x="333" y="3758"/>
                  </a:cubicBezTo>
                  <a:cubicBezTo>
                    <a:pt x="340" y="3806"/>
                    <a:pt x="331" y="3848"/>
                    <a:pt x="315" y="3883"/>
                  </a:cubicBezTo>
                  <a:lnTo>
                    <a:pt x="993" y="3938"/>
                  </a:lnTo>
                  <a:cubicBezTo>
                    <a:pt x="1146" y="3384"/>
                    <a:pt x="1456" y="2883"/>
                    <a:pt x="2007" y="2472"/>
                  </a:cubicBezTo>
                  <a:cubicBezTo>
                    <a:pt x="2725" y="1941"/>
                    <a:pt x="3583" y="1727"/>
                    <a:pt x="4450" y="1727"/>
                  </a:cubicBezTo>
                  <a:cubicBezTo>
                    <a:pt x="4894" y="1727"/>
                    <a:pt x="5341" y="1783"/>
                    <a:pt x="5773" y="1881"/>
                  </a:cubicBezTo>
                  <a:cubicBezTo>
                    <a:pt x="7779" y="2336"/>
                    <a:pt x="9550" y="3481"/>
                    <a:pt x="11575" y="3897"/>
                  </a:cubicBezTo>
                  <a:cubicBezTo>
                    <a:pt x="12135" y="4012"/>
                    <a:pt x="12699" y="4074"/>
                    <a:pt x="13255" y="4074"/>
                  </a:cubicBezTo>
                  <a:cubicBezTo>
                    <a:pt x="14893" y="4074"/>
                    <a:pt x="16460" y="3538"/>
                    <a:pt x="17629" y="2251"/>
                  </a:cubicBezTo>
                  <a:cubicBezTo>
                    <a:pt x="17624" y="2245"/>
                    <a:pt x="17618" y="2243"/>
                    <a:pt x="17612" y="2239"/>
                  </a:cubicBezTo>
                  <a:cubicBezTo>
                    <a:pt x="17546" y="2178"/>
                    <a:pt x="17611" y="2069"/>
                    <a:pt x="17685" y="2069"/>
                  </a:cubicBezTo>
                  <a:cubicBezTo>
                    <a:pt x="17701" y="2069"/>
                    <a:pt x="17717" y="2074"/>
                    <a:pt x="17733" y="2086"/>
                  </a:cubicBezTo>
                  <a:cubicBezTo>
                    <a:pt x="19239" y="3237"/>
                    <a:pt x="20937" y="3852"/>
                    <a:pt x="22793" y="3852"/>
                  </a:cubicBezTo>
                  <a:cubicBezTo>
                    <a:pt x="23059" y="3852"/>
                    <a:pt x="23328" y="3839"/>
                    <a:pt x="23600" y="3814"/>
                  </a:cubicBezTo>
                  <a:cubicBezTo>
                    <a:pt x="25712" y="3617"/>
                    <a:pt x="27523" y="2689"/>
                    <a:pt x="29519" y="2088"/>
                  </a:cubicBezTo>
                  <a:cubicBezTo>
                    <a:pt x="30068" y="1923"/>
                    <a:pt x="30659" y="1810"/>
                    <a:pt x="31242" y="1810"/>
                  </a:cubicBezTo>
                  <a:cubicBezTo>
                    <a:pt x="31952" y="1810"/>
                    <a:pt x="32648" y="1978"/>
                    <a:pt x="33237" y="2426"/>
                  </a:cubicBezTo>
                  <a:cubicBezTo>
                    <a:pt x="34260" y="3201"/>
                    <a:pt x="34563" y="4547"/>
                    <a:pt x="34740" y="5758"/>
                  </a:cubicBezTo>
                  <a:cubicBezTo>
                    <a:pt x="35271" y="5233"/>
                    <a:pt x="35867" y="4776"/>
                    <a:pt x="36504" y="4388"/>
                  </a:cubicBezTo>
                  <a:lnTo>
                    <a:pt x="36202" y="3998"/>
                  </a:lnTo>
                  <a:cubicBezTo>
                    <a:pt x="36068" y="3998"/>
                    <a:pt x="35934" y="3919"/>
                    <a:pt x="35955" y="3758"/>
                  </a:cubicBezTo>
                  <a:cubicBezTo>
                    <a:pt x="36287" y="1073"/>
                    <a:pt x="33327" y="178"/>
                    <a:pt x="31142" y="178"/>
                  </a:cubicBezTo>
                  <a:cubicBezTo>
                    <a:pt x="30989" y="178"/>
                    <a:pt x="30840" y="183"/>
                    <a:pt x="30696" y="191"/>
                  </a:cubicBezTo>
                  <a:cubicBezTo>
                    <a:pt x="28460" y="320"/>
                    <a:pt x="26922" y="1581"/>
                    <a:pt x="24909" y="2319"/>
                  </a:cubicBezTo>
                  <a:cubicBezTo>
                    <a:pt x="24299" y="2542"/>
                    <a:pt x="23672" y="2647"/>
                    <a:pt x="23051" y="2647"/>
                  </a:cubicBezTo>
                  <a:cubicBezTo>
                    <a:pt x="21122" y="2647"/>
                    <a:pt x="19251" y="1634"/>
                    <a:pt x="18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224"/>
            <p:cNvSpPr/>
            <p:nvPr/>
          </p:nvSpPr>
          <p:spPr>
            <a:xfrm>
              <a:off x="3701525" y="974157"/>
              <a:ext cx="1029900" cy="620125"/>
            </a:xfrm>
            <a:custGeom>
              <a:rect b="b" l="l" r="r" t="t"/>
              <a:pathLst>
                <a:path extrusionOk="0" h="24805" w="41196">
                  <a:moveTo>
                    <a:pt x="3847" y="1"/>
                  </a:moveTo>
                  <a:cubicBezTo>
                    <a:pt x="2137" y="1"/>
                    <a:pt x="763" y="859"/>
                    <a:pt x="677" y="3336"/>
                  </a:cubicBezTo>
                  <a:cubicBezTo>
                    <a:pt x="613" y="5220"/>
                    <a:pt x="2550" y="9525"/>
                    <a:pt x="1" y="10579"/>
                  </a:cubicBezTo>
                  <a:cubicBezTo>
                    <a:pt x="3011" y="11967"/>
                    <a:pt x="594" y="15800"/>
                    <a:pt x="538" y="18000"/>
                  </a:cubicBezTo>
                  <a:cubicBezTo>
                    <a:pt x="478" y="20293"/>
                    <a:pt x="2067" y="21963"/>
                    <a:pt x="4339" y="22062"/>
                  </a:cubicBezTo>
                  <a:cubicBezTo>
                    <a:pt x="4416" y="22065"/>
                    <a:pt x="4492" y="22067"/>
                    <a:pt x="4568" y="22067"/>
                  </a:cubicBezTo>
                  <a:cubicBezTo>
                    <a:pt x="6475" y="22067"/>
                    <a:pt x="8130" y="21013"/>
                    <a:pt x="9855" y="20327"/>
                  </a:cubicBezTo>
                  <a:cubicBezTo>
                    <a:pt x="9870" y="20321"/>
                    <a:pt x="9884" y="20318"/>
                    <a:pt x="9897" y="20318"/>
                  </a:cubicBezTo>
                  <a:cubicBezTo>
                    <a:pt x="9969" y="20318"/>
                    <a:pt x="9999" y="20406"/>
                    <a:pt x="9975" y="20473"/>
                  </a:cubicBezTo>
                  <a:cubicBezTo>
                    <a:pt x="10009" y="20508"/>
                    <a:pt x="10035" y="20551"/>
                    <a:pt x="10039" y="20611"/>
                  </a:cubicBezTo>
                  <a:cubicBezTo>
                    <a:pt x="10252" y="22943"/>
                    <a:pt x="12007" y="24671"/>
                    <a:pt x="14359" y="24796"/>
                  </a:cubicBezTo>
                  <a:cubicBezTo>
                    <a:pt x="14475" y="24802"/>
                    <a:pt x="14590" y="24805"/>
                    <a:pt x="14705" y="24805"/>
                  </a:cubicBezTo>
                  <a:cubicBezTo>
                    <a:pt x="16578" y="24805"/>
                    <a:pt x="18354" y="24022"/>
                    <a:pt x="20081" y="23387"/>
                  </a:cubicBezTo>
                  <a:cubicBezTo>
                    <a:pt x="21335" y="22924"/>
                    <a:pt x="22685" y="22498"/>
                    <a:pt x="24038" y="22498"/>
                  </a:cubicBezTo>
                  <a:cubicBezTo>
                    <a:pt x="24447" y="22498"/>
                    <a:pt x="24856" y="22537"/>
                    <a:pt x="25262" y="22625"/>
                  </a:cubicBezTo>
                  <a:cubicBezTo>
                    <a:pt x="26320" y="22854"/>
                    <a:pt x="27557" y="23480"/>
                    <a:pt x="27889" y="24581"/>
                  </a:cubicBezTo>
                  <a:cubicBezTo>
                    <a:pt x="28223" y="23480"/>
                    <a:pt x="29460" y="22854"/>
                    <a:pt x="30517" y="22625"/>
                  </a:cubicBezTo>
                  <a:cubicBezTo>
                    <a:pt x="30924" y="22537"/>
                    <a:pt x="31332" y="22498"/>
                    <a:pt x="31741" y="22498"/>
                  </a:cubicBezTo>
                  <a:cubicBezTo>
                    <a:pt x="33094" y="22498"/>
                    <a:pt x="34445" y="22924"/>
                    <a:pt x="35698" y="23387"/>
                  </a:cubicBezTo>
                  <a:cubicBezTo>
                    <a:pt x="37422" y="24022"/>
                    <a:pt x="39197" y="24803"/>
                    <a:pt x="41066" y="24803"/>
                  </a:cubicBezTo>
                  <a:cubicBezTo>
                    <a:pt x="41109" y="24803"/>
                    <a:pt x="41153" y="24803"/>
                    <a:pt x="41196" y="24802"/>
                  </a:cubicBezTo>
                  <a:lnTo>
                    <a:pt x="41189" y="24209"/>
                  </a:lnTo>
                  <a:cubicBezTo>
                    <a:pt x="41152" y="24211"/>
                    <a:pt x="41115" y="24211"/>
                    <a:pt x="41077" y="24211"/>
                  </a:cubicBezTo>
                  <a:cubicBezTo>
                    <a:pt x="40614" y="24211"/>
                    <a:pt x="40111" y="24107"/>
                    <a:pt x="39568" y="23867"/>
                  </a:cubicBezTo>
                  <a:cubicBezTo>
                    <a:pt x="38792" y="23528"/>
                    <a:pt x="38112" y="23001"/>
                    <a:pt x="37352" y="22627"/>
                  </a:cubicBezTo>
                  <a:cubicBezTo>
                    <a:pt x="36364" y="22138"/>
                    <a:pt x="35299" y="21806"/>
                    <a:pt x="34214" y="21623"/>
                  </a:cubicBezTo>
                  <a:cubicBezTo>
                    <a:pt x="33591" y="21518"/>
                    <a:pt x="32969" y="21469"/>
                    <a:pt x="32350" y="21469"/>
                  </a:cubicBezTo>
                  <a:cubicBezTo>
                    <a:pt x="30774" y="21469"/>
                    <a:pt x="29218" y="21789"/>
                    <a:pt x="27714" y="22329"/>
                  </a:cubicBezTo>
                  <a:cubicBezTo>
                    <a:pt x="27705" y="22333"/>
                    <a:pt x="27696" y="22335"/>
                    <a:pt x="27687" y="22335"/>
                  </a:cubicBezTo>
                  <a:cubicBezTo>
                    <a:pt x="27663" y="22335"/>
                    <a:pt x="27642" y="22322"/>
                    <a:pt x="27629" y="22305"/>
                  </a:cubicBezTo>
                  <a:lnTo>
                    <a:pt x="27603" y="22334"/>
                  </a:lnTo>
                  <a:cubicBezTo>
                    <a:pt x="27656" y="22378"/>
                    <a:pt x="27710" y="22422"/>
                    <a:pt x="27760" y="22470"/>
                  </a:cubicBezTo>
                  <a:cubicBezTo>
                    <a:pt x="27879" y="22578"/>
                    <a:pt x="27768" y="22737"/>
                    <a:pt x="27642" y="22737"/>
                  </a:cubicBezTo>
                  <a:cubicBezTo>
                    <a:pt x="27606" y="22737"/>
                    <a:pt x="27570" y="22724"/>
                    <a:pt x="27537" y="22694"/>
                  </a:cubicBezTo>
                  <a:cubicBezTo>
                    <a:pt x="26519" y="21773"/>
                    <a:pt x="25347" y="21448"/>
                    <a:pt x="24107" y="21448"/>
                  </a:cubicBezTo>
                  <a:cubicBezTo>
                    <a:pt x="21397" y="21448"/>
                    <a:pt x="18367" y="23003"/>
                    <a:pt x="15932" y="23289"/>
                  </a:cubicBezTo>
                  <a:cubicBezTo>
                    <a:pt x="15723" y="23314"/>
                    <a:pt x="15519" y="23326"/>
                    <a:pt x="15320" y="23326"/>
                  </a:cubicBezTo>
                  <a:cubicBezTo>
                    <a:pt x="12671" y="23326"/>
                    <a:pt x="10863" y="21230"/>
                    <a:pt x="10185" y="18734"/>
                  </a:cubicBezTo>
                  <a:lnTo>
                    <a:pt x="10069" y="18766"/>
                  </a:lnTo>
                  <a:cubicBezTo>
                    <a:pt x="10081" y="18794"/>
                    <a:pt x="10079" y="18827"/>
                    <a:pt x="10053" y="18850"/>
                  </a:cubicBezTo>
                  <a:cubicBezTo>
                    <a:pt x="8921" y="19817"/>
                    <a:pt x="6790" y="20981"/>
                    <a:pt x="4952" y="20981"/>
                  </a:cubicBezTo>
                  <a:cubicBezTo>
                    <a:pt x="4112" y="20981"/>
                    <a:pt x="3333" y="20737"/>
                    <a:pt x="2739" y="20120"/>
                  </a:cubicBezTo>
                  <a:cubicBezTo>
                    <a:pt x="243" y="17529"/>
                    <a:pt x="4568" y="13482"/>
                    <a:pt x="1838" y="11034"/>
                  </a:cubicBezTo>
                  <a:lnTo>
                    <a:pt x="1838" y="11034"/>
                  </a:lnTo>
                  <a:cubicBezTo>
                    <a:pt x="1827" y="11038"/>
                    <a:pt x="1816" y="11040"/>
                    <a:pt x="1806" y="11040"/>
                  </a:cubicBezTo>
                  <a:cubicBezTo>
                    <a:pt x="1733" y="11040"/>
                    <a:pt x="1687" y="10950"/>
                    <a:pt x="1741" y="10891"/>
                  </a:cubicBezTo>
                  <a:cubicBezTo>
                    <a:pt x="1737" y="10809"/>
                    <a:pt x="1817" y="10732"/>
                    <a:pt x="1904" y="10732"/>
                  </a:cubicBezTo>
                  <a:cubicBezTo>
                    <a:pt x="1918" y="10732"/>
                    <a:pt x="1933" y="10734"/>
                    <a:pt x="1947" y="10738"/>
                  </a:cubicBezTo>
                  <a:cubicBezTo>
                    <a:pt x="4939" y="8501"/>
                    <a:pt x="196" y="4163"/>
                    <a:pt x="2832" y="2011"/>
                  </a:cubicBezTo>
                  <a:cubicBezTo>
                    <a:pt x="3326" y="1608"/>
                    <a:pt x="3893" y="1443"/>
                    <a:pt x="4496" y="1443"/>
                  </a:cubicBezTo>
                  <a:cubicBezTo>
                    <a:pt x="6603" y="1443"/>
                    <a:pt x="9147" y="3457"/>
                    <a:pt x="10538" y="4354"/>
                  </a:cubicBezTo>
                  <a:cubicBezTo>
                    <a:pt x="10582" y="4382"/>
                    <a:pt x="10600" y="4424"/>
                    <a:pt x="10600" y="4463"/>
                  </a:cubicBezTo>
                  <a:lnTo>
                    <a:pt x="10705" y="4449"/>
                  </a:lnTo>
                  <a:cubicBezTo>
                    <a:pt x="10594" y="3692"/>
                    <a:pt x="10550" y="2939"/>
                    <a:pt x="10739" y="2265"/>
                  </a:cubicBezTo>
                  <a:lnTo>
                    <a:pt x="10061" y="2209"/>
                  </a:lnTo>
                  <a:cubicBezTo>
                    <a:pt x="10019" y="2287"/>
                    <a:pt x="9926" y="2325"/>
                    <a:pt x="9832" y="2325"/>
                  </a:cubicBezTo>
                  <a:cubicBezTo>
                    <a:pt x="9764" y="2325"/>
                    <a:pt x="9695" y="2305"/>
                    <a:pt x="9645" y="2265"/>
                  </a:cubicBezTo>
                  <a:cubicBezTo>
                    <a:pt x="8242" y="1145"/>
                    <a:pt x="5821" y="1"/>
                    <a:pt x="38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224"/>
            <p:cNvSpPr/>
            <p:nvPr/>
          </p:nvSpPr>
          <p:spPr>
            <a:xfrm>
              <a:off x="4731250" y="974157"/>
              <a:ext cx="364750" cy="620075"/>
            </a:xfrm>
            <a:custGeom>
              <a:rect b="b" l="l" r="r" t="t"/>
              <a:pathLst>
                <a:path extrusionOk="0" h="24803" w="14590">
                  <a:moveTo>
                    <a:pt x="10745" y="1"/>
                  </a:moveTo>
                  <a:cubicBezTo>
                    <a:pt x="8771" y="1"/>
                    <a:pt x="6350" y="1145"/>
                    <a:pt x="4947" y="2265"/>
                  </a:cubicBezTo>
                  <a:cubicBezTo>
                    <a:pt x="4895" y="2304"/>
                    <a:pt x="4826" y="2325"/>
                    <a:pt x="4760" y="2325"/>
                  </a:cubicBezTo>
                  <a:lnTo>
                    <a:pt x="5062" y="2715"/>
                  </a:lnTo>
                  <a:cubicBezTo>
                    <a:pt x="5699" y="2328"/>
                    <a:pt x="6378" y="2008"/>
                    <a:pt x="7082" y="1757"/>
                  </a:cubicBezTo>
                  <a:cubicBezTo>
                    <a:pt x="7873" y="1474"/>
                    <a:pt x="8982" y="1106"/>
                    <a:pt x="9976" y="1106"/>
                  </a:cubicBezTo>
                  <a:cubicBezTo>
                    <a:pt x="10413" y="1106"/>
                    <a:pt x="10827" y="1177"/>
                    <a:pt x="11182" y="1358"/>
                  </a:cubicBezTo>
                  <a:cubicBezTo>
                    <a:pt x="12247" y="1898"/>
                    <a:pt x="12651" y="3163"/>
                    <a:pt x="12647" y="4280"/>
                  </a:cubicBezTo>
                  <a:cubicBezTo>
                    <a:pt x="12641" y="6296"/>
                    <a:pt x="11480" y="8423"/>
                    <a:pt x="12856" y="10245"/>
                  </a:cubicBezTo>
                  <a:cubicBezTo>
                    <a:pt x="12914" y="10318"/>
                    <a:pt x="12891" y="10392"/>
                    <a:pt x="12836" y="10436"/>
                  </a:cubicBezTo>
                  <a:lnTo>
                    <a:pt x="12852" y="10459"/>
                  </a:lnTo>
                  <a:cubicBezTo>
                    <a:pt x="12880" y="10436"/>
                    <a:pt x="12907" y="10416"/>
                    <a:pt x="12935" y="10397"/>
                  </a:cubicBezTo>
                  <a:cubicBezTo>
                    <a:pt x="12964" y="10377"/>
                    <a:pt x="12993" y="10369"/>
                    <a:pt x="13020" y="10369"/>
                  </a:cubicBezTo>
                  <a:cubicBezTo>
                    <a:pt x="13151" y="10369"/>
                    <a:pt x="13237" y="10577"/>
                    <a:pt x="13096" y="10674"/>
                  </a:cubicBezTo>
                  <a:cubicBezTo>
                    <a:pt x="9979" y="12831"/>
                    <a:pt x="14313" y="17215"/>
                    <a:pt x="11808" y="19785"/>
                  </a:cubicBezTo>
                  <a:cubicBezTo>
                    <a:pt x="11256" y="20352"/>
                    <a:pt x="10533" y="20576"/>
                    <a:pt x="9745" y="20576"/>
                  </a:cubicBezTo>
                  <a:cubicBezTo>
                    <a:pt x="7840" y="20576"/>
                    <a:pt x="5552" y="19265"/>
                    <a:pt x="4357" y="18293"/>
                  </a:cubicBezTo>
                  <a:lnTo>
                    <a:pt x="4299" y="18365"/>
                  </a:lnTo>
                  <a:cubicBezTo>
                    <a:pt x="4339" y="18400"/>
                    <a:pt x="4362" y="18455"/>
                    <a:pt x="4348" y="18522"/>
                  </a:cubicBezTo>
                  <a:cubicBezTo>
                    <a:pt x="3856" y="20820"/>
                    <a:pt x="2515" y="24108"/>
                    <a:pt x="0" y="24209"/>
                  </a:cubicBezTo>
                  <a:lnTo>
                    <a:pt x="7" y="24802"/>
                  </a:lnTo>
                  <a:cubicBezTo>
                    <a:pt x="82" y="24802"/>
                    <a:pt x="157" y="24800"/>
                    <a:pt x="231" y="24796"/>
                  </a:cubicBezTo>
                  <a:cubicBezTo>
                    <a:pt x="2584" y="24671"/>
                    <a:pt x="4339" y="22943"/>
                    <a:pt x="4551" y="20611"/>
                  </a:cubicBezTo>
                  <a:cubicBezTo>
                    <a:pt x="4556" y="20551"/>
                    <a:pt x="4583" y="20508"/>
                    <a:pt x="4615" y="20473"/>
                  </a:cubicBezTo>
                  <a:cubicBezTo>
                    <a:pt x="4592" y="20407"/>
                    <a:pt x="4622" y="20319"/>
                    <a:pt x="4693" y="20319"/>
                  </a:cubicBezTo>
                  <a:cubicBezTo>
                    <a:pt x="4706" y="20319"/>
                    <a:pt x="4721" y="20322"/>
                    <a:pt x="4736" y="20328"/>
                  </a:cubicBezTo>
                  <a:cubicBezTo>
                    <a:pt x="6461" y="21013"/>
                    <a:pt x="8116" y="22067"/>
                    <a:pt x="10022" y="22067"/>
                  </a:cubicBezTo>
                  <a:cubicBezTo>
                    <a:pt x="10098" y="22067"/>
                    <a:pt x="10175" y="22065"/>
                    <a:pt x="10252" y="22062"/>
                  </a:cubicBezTo>
                  <a:cubicBezTo>
                    <a:pt x="12524" y="21963"/>
                    <a:pt x="14112" y="20293"/>
                    <a:pt x="14053" y="18000"/>
                  </a:cubicBezTo>
                  <a:cubicBezTo>
                    <a:pt x="13997" y="15800"/>
                    <a:pt x="11580" y="11967"/>
                    <a:pt x="14590" y="10579"/>
                  </a:cubicBezTo>
                  <a:cubicBezTo>
                    <a:pt x="12044" y="9525"/>
                    <a:pt x="13979" y="5220"/>
                    <a:pt x="13914" y="3336"/>
                  </a:cubicBezTo>
                  <a:cubicBezTo>
                    <a:pt x="13829" y="859"/>
                    <a:pt x="12455" y="1"/>
                    <a:pt x="107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224"/>
            <p:cNvSpPr/>
            <p:nvPr/>
          </p:nvSpPr>
          <p:spPr>
            <a:xfrm>
              <a:off x="3689050" y="919857"/>
              <a:ext cx="1419425" cy="685950"/>
            </a:xfrm>
            <a:custGeom>
              <a:rect b="b" l="l" r="r" t="t"/>
              <a:pathLst>
                <a:path extrusionOk="0" h="27438" w="56777">
                  <a:moveTo>
                    <a:pt x="28389" y="500"/>
                  </a:moveTo>
                  <a:cubicBezTo>
                    <a:pt x="29496" y="2133"/>
                    <a:pt x="31368" y="3146"/>
                    <a:pt x="33296" y="3146"/>
                  </a:cubicBezTo>
                  <a:cubicBezTo>
                    <a:pt x="33917" y="3146"/>
                    <a:pt x="34544" y="3041"/>
                    <a:pt x="35154" y="2818"/>
                  </a:cubicBezTo>
                  <a:cubicBezTo>
                    <a:pt x="37167" y="2080"/>
                    <a:pt x="38706" y="819"/>
                    <a:pt x="40941" y="690"/>
                  </a:cubicBezTo>
                  <a:cubicBezTo>
                    <a:pt x="41085" y="682"/>
                    <a:pt x="41234" y="677"/>
                    <a:pt x="41387" y="677"/>
                  </a:cubicBezTo>
                  <a:cubicBezTo>
                    <a:pt x="43573" y="677"/>
                    <a:pt x="46532" y="1572"/>
                    <a:pt x="46200" y="4257"/>
                  </a:cubicBezTo>
                  <a:cubicBezTo>
                    <a:pt x="46179" y="4418"/>
                    <a:pt x="46313" y="4497"/>
                    <a:pt x="46447" y="4497"/>
                  </a:cubicBezTo>
                  <a:cubicBezTo>
                    <a:pt x="46514" y="4497"/>
                    <a:pt x="46583" y="4476"/>
                    <a:pt x="46633" y="4437"/>
                  </a:cubicBezTo>
                  <a:cubicBezTo>
                    <a:pt x="48037" y="3317"/>
                    <a:pt x="50458" y="2173"/>
                    <a:pt x="52433" y="2173"/>
                  </a:cubicBezTo>
                  <a:cubicBezTo>
                    <a:pt x="54143" y="2173"/>
                    <a:pt x="55517" y="3031"/>
                    <a:pt x="55602" y="5508"/>
                  </a:cubicBezTo>
                  <a:cubicBezTo>
                    <a:pt x="55667" y="7392"/>
                    <a:pt x="53731" y="11697"/>
                    <a:pt x="56278" y="12751"/>
                  </a:cubicBezTo>
                  <a:cubicBezTo>
                    <a:pt x="53268" y="14139"/>
                    <a:pt x="55685" y="17972"/>
                    <a:pt x="55741" y="20172"/>
                  </a:cubicBezTo>
                  <a:cubicBezTo>
                    <a:pt x="55800" y="22465"/>
                    <a:pt x="54212" y="24135"/>
                    <a:pt x="51940" y="24234"/>
                  </a:cubicBezTo>
                  <a:cubicBezTo>
                    <a:pt x="51863" y="24237"/>
                    <a:pt x="51786" y="24239"/>
                    <a:pt x="51710" y="24239"/>
                  </a:cubicBezTo>
                  <a:cubicBezTo>
                    <a:pt x="49804" y="24239"/>
                    <a:pt x="48149" y="23185"/>
                    <a:pt x="46424" y="22500"/>
                  </a:cubicBezTo>
                  <a:cubicBezTo>
                    <a:pt x="46409" y="22494"/>
                    <a:pt x="46394" y="22491"/>
                    <a:pt x="46381" y="22491"/>
                  </a:cubicBezTo>
                  <a:cubicBezTo>
                    <a:pt x="46310" y="22491"/>
                    <a:pt x="46280" y="22579"/>
                    <a:pt x="46303" y="22645"/>
                  </a:cubicBezTo>
                  <a:cubicBezTo>
                    <a:pt x="46271" y="22680"/>
                    <a:pt x="46244" y="22723"/>
                    <a:pt x="46239" y="22783"/>
                  </a:cubicBezTo>
                  <a:cubicBezTo>
                    <a:pt x="46027" y="25115"/>
                    <a:pt x="44272" y="26843"/>
                    <a:pt x="41919" y="26968"/>
                  </a:cubicBezTo>
                  <a:cubicBezTo>
                    <a:pt x="41845" y="26972"/>
                    <a:pt x="41770" y="26974"/>
                    <a:pt x="41695" y="26974"/>
                  </a:cubicBezTo>
                  <a:cubicBezTo>
                    <a:pt x="41652" y="26975"/>
                    <a:pt x="41609" y="26975"/>
                    <a:pt x="41565" y="26975"/>
                  </a:cubicBezTo>
                  <a:cubicBezTo>
                    <a:pt x="39698" y="26975"/>
                    <a:pt x="37922" y="26194"/>
                    <a:pt x="36197" y="25559"/>
                  </a:cubicBezTo>
                  <a:cubicBezTo>
                    <a:pt x="34943" y="25096"/>
                    <a:pt x="33593" y="24670"/>
                    <a:pt x="32239" y="24670"/>
                  </a:cubicBezTo>
                  <a:cubicBezTo>
                    <a:pt x="31831" y="24670"/>
                    <a:pt x="31423" y="24709"/>
                    <a:pt x="31016" y="24797"/>
                  </a:cubicBezTo>
                  <a:cubicBezTo>
                    <a:pt x="29959" y="25026"/>
                    <a:pt x="28722" y="25652"/>
                    <a:pt x="28389" y="26753"/>
                  </a:cubicBezTo>
                  <a:cubicBezTo>
                    <a:pt x="28056" y="25652"/>
                    <a:pt x="26819" y="25026"/>
                    <a:pt x="25761" y="24797"/>
                  </a:cubicBezTo>
                  <a:cubicBezTo>
                    <a:pt x="25355" y="24709"/>
                    <a:pt x="24947" y="24670"/>
                    <a:pt x="24539" y="24670"/>
                  </a:cubicBezTo>
                  <a:cubicBezTo>
                    <a:pt x="23185" y="24670"/>
                    <a:pt x="21834" y="25096"/>
                    <a:pt x="20580" y="25559"/>
                  </a:cubicBezTo>
                  <a:cubicBezTo>
                    <a:pt x="18853" y="26195"/>
                    <a:pt x="17077" y="26977"/>
                    <a:pt x="15205" y="26977"/>
                  </a:cubicBezTo>
                  <a:cubicBezTo>
                    <a:pt x="15090" y="26977"/>
                    <a:pt x="14974" y="26974"/>
                    <a:pt x="14858" y="26968"/>
                  </a:cubicBezTo>
                  <a:cubicBezTo>
                    <a:pt x="12506" y="26843"/>
                    <a:pt x="10751" y="25115"/>
                    <a:pt x="10538" y="22783"/>
                  </a:cubicBezTo>
                  <a:cubicBezTo>
                    <a:pt x="10534" y="22723"/>
                    <a:pt x="10508" y="22680"/>
                    <a:pt x="10474" y="22645"/>
                  </a:cubicBezTo>
                  <a:cubicBezTo>
                    <a:pt x="10498" y="22579"/>
                    <a:pt x="10468" y="22491"/>
                    <a:pt x="10397" y="22491"/>
                  </a:cubicBezTo>
                  <a:cubicBezTo>
                    <a:pt x="10384" y="22491"/>
                    <a:pt x="10370" y="22494"/>
                    <a:pt x="10355" y="22500"/>
                  </a:cubicBezTo>
                  <a:cubicBezTo>
                    <a:pt x="8629" y="23186"/>
                    <a:pt x="6974" y="24239"/>
                    <a:pt x="5067" y="24239"/>
                  </a:cubicBezTo>
                  <a:cubicBezTo>
                    <a:pt x="4991" y="24239"/>
                    <a:pt x="4915" y="24237"/>
                    <a:pt x="4838" y="24234"/>
                  </a:cubicBezTo>
                  <a:cubicBezTo>
                    <a:pt x="2566" y="24135"/>
                    <a:pt x="977" y="22465"/>
                    <a:pt x="1038" y="20172"/>
                  </a:cubicBezTo>
                  <a:cubicBezTo>
                    <a:pt x="1094" y="17972"/>
                    <a:pt x="3510" y="14140"/>
                    <a:pt x="500" y="12752"/>
                  </a:cubicBezTo>
                  <a:cubicBezTo>
                    <a:pt x="3049" y="11697"/>
                    <a:pt x="1112" y="7392"/>
                    <a:pt x="1176" y="5508"/>
                  </a:cubicBezTo>
                  <a:cubicBezTo>
                    <a:pt x="1262" y="3032"/>
                    <a:pt x="2636" y="2174"/>
                    <a:pt x="4345" y="2174"/>
                  </a:cubicBezTo>
                  <a:cubicBezTo>
                    <a:pt x="6319" y="2174"/>
                    <a:pt x="8741" y="3318"/>
                    <a:pt x="10144" y="4438"/>
                  </a:cubicBezTo>
                  <a:cubicBezTo>
                    <a:pt x="10194" y="4477"/>
                    <a:pt x="10262" y="4497"/>
                    <a:pt x="10331" y="4497"/>
                  </a:cubicBezTo>
                  <a:cubicBezTo>
                    <a:pt x="10425" y="4497"/>
                    <a:pt x="10518" y="4459"/>
                    <a:pt x="10560" y="4382"/>
                  </a:cubicBezTo>
                  <a:cubicBezTo>
                    <a:pt x="10576" y="4347"/>
                    <a:pt x="10585" y="4305"/>
                    <a:pt x="10578" y="4257"/>
                  </a:cubicBezTo>
                  <a:cubicBezTo>
                    <a:pt x="10245" y="1572"/>
                    <a:pt x="13205" y="677"/>
                    <a:pt x="15392" y="677"/>
                  </a:cubicBezTo>
                  <a:cubicBezTo>
                    <a:pt x="15545" y="677"/>
                    <a:pt x="15694" y="682"/>
                    <a:pt x="15838" y="690"/>
                  </a:cubicBezTo>
                  <a:cubicBezTo>
                    <a:pt x="18073" y="819"/>
                    <a:pt x="19610" y="2080"/>
                    <a:pt x="21624" y="2818"/>
                  </a:cubicBezTo>
                  <a:cubicBezTo>
                    <a:pt x="22234" y="3041"/>
                    <a:pt x="22861" y="3146"/>
                    <a:pt x="23483" y="3146"/>
                  </a:cubicBezTo>
                  <a:cubicBezTo>
                    <a:pt x="25412" y="3146"/>
                    <a:pt x="27281" y="2133"/>
                    <a:pt x="28389" y="500"/>
                  </a:cubicBezTo>
                  <a:close/>
                  <a:moveTo>
                    <a:pt x="28294" y="0"/>
                  </a:moveTo>
                  <a:cubicBezTo>
                    <a:pt x="28226" y="0"/>
                    <a:pt x="28159" y="31"/>
                    <a:pt x="28114" y="106"/>
                  </a:cubicBezTo>
                  <a:cubicBezTo>
                    <a:pt x="27161" y="1701"/>
                    <a:pt x="25402" y="2696"/>
                    <a:pt x="23548" y="2696"/>
                  </a:cubicBezTo>
                  <a:cubicBezTo>
                    <a:pt x="23394" y="2696"/>
                    <a:pt x="23239" y="2689"/>
                    <a:pt x="23083" y="2675"/>
                  </a:cubicBezTo>
                  <a:cubicBezTo>
                    <a:pt x="20994" y="2490"/>
                    <a:pt x="19361" y="842"/>
                    <a:pt x="17327" y="378"/>
                  </a:cubicBezTo>
                  <a:cubicBezTo>
                    <a:pt x="16784" y="254"/>
                    <a:pt x="16143" y="185"/>
                    <a:pt x="15469" y="185"/>
                  </a:cubicBezTo>
                  <a:cubicBezTo>
                    <a:pt x="12994" y="185"/>
                    <a:pt x="10087" y="1122"/>
                    <a:pt x="10045" y="3728"/>
                  </a:cubicBezTo>
                  <a:cubicBezTo>
                    <a:pt x="8582" y="2668"/>
                    <a:pt x="6380" y="1518"/>
                    <a:pt x="4422" y="1518"/>
                  </a:cubicBezTo>
                  <a:cubicBezTo>
                    <a:pt x="3581" y="1518"/>
                    <a:pt x="2784" y="1730"/>
                    <a:pt x="2111" y="2253"/>
                  </a:cubicBezTo>
                  <a:cubicBezTo>
                    <a:pt x="1081" y="3051"/>
                    <a:pt x="698" y="4420"/>
                    <a:pt x="691" y="5673"/>
                  </a:cubicBezTo>
                  <a:cubicBezTo>
                    <a:pt x="681" y="7579"/>
                    <a:pt x="2594" y="11588"/>
                    <a:pt x="146" y="12534"/>
                  </a:cubicBezTo>
                  <a:cubicBezTo>
                    <a:pt x="1" y="12592"/>
                    <a:pt x="13" y="12781"/>
                    <a:pt x="118" y="12836"/>
                  </a:cubicBezTo>
                  <a:cubicBezTo>
                    <a:pt x="54" y="12940"/>
                    <a:pt x="63" y="13077"/>
                    <a:pt x="206" y="13139"/>
                  </a:cubicBezTo>
                  <a:cubicBezTo>
                    <a:pt x="2693" y="14224"/>
                    <a:pt x="1063" y="17373"/>
                    <a:pt x="679" y="19193"/>
                  </a:cubicBezTo>
                  <a:cubicBezTo>
                    <a:pt x="379" y="20614"/>
                    <a:pt x="569" y="22158"/>
                    <a:pt x="1520" y="23306"/>
                  </a:cubicBezTo>
                  <a:cubicBezTo>
                    <a:pt x="2424" y="24397"/>
                    <a:pt x="3624" y="24818"/>
                    <a:pt x="4892" y="24818"/>
                  </a:cubicBezTo>
                  <a:cubicBezTo>
                    <a:pt x="6719" y="24818"/>
                    <a:pt x="8685" y="23944"/>
                    <a:pt x="10107" y="22940"/>
                  </a:cubicBezTo>
                  <a:cubicBezTo>
                    <a:pt x="10352" y="25745"/>
                    <a:pt x="12666" y="27438"/>
                    <a:pt x="15300" y="27438"/>
                  </a:cubicBezTo>
                  <a:cubicBezTo>
                    <a:pt x="15610" y="27438"/>
                    <a:pt x="15925" y="27414"/>
                    <a:pt x="16242" y="27366"/>
                  </a:cubicBezTo>
                  <a:cubicBezTo>
                    <a:pt x="18214" y="27071"/>
                    <a:pt x="19998" y="26095"/>
                    <a:pt x="21889" y="25515"/>
                  </a:cubicBezTo>
                  <a:cubicBezTo>
                    <a:pt x="22749" y="25251"/>
                    <a:pt x="23653" y="25046"/>
                    <a:pt x="24556" y="25046"/>
                  </a:cubicBezTo>
                  <a:cubicBezTo>
                    <a:pt x="24926" y="25046"/>
                    <a:pt x="25295" y="25081"/>
                    <a:pt x="25662" y="25159"/>
                  </a:cubicBezTo>
                  <a:cubicBezTo>
                    <a:pt x="26859" y="25413"/>
                    <a:pt x="27541" y="26074"/>
                    <a:pt x="28301" y="26962"/>
                  </a:cubicBezTo>
                  <a:cubicBezTo>
                    <a:pt x="28315" y="26979"/>
                    <a:pt x="28333" y="26987"/>
                    <a:pt x="28350" y="26987"/>
                  </a:cubicBezTo>
                  <a:cubicBezTo>
                    <a:pt x="28364" y="26987"/>
                    <a:pt x="28377" y="26982"/>
                    <a:pt x="28389" y="26974"/>
                  </a:cubicBezTo>
                  <a:cubicBezTo>
                    <a:pt x="28401" y="26982"/>
                    <a:pt x="28414" y="26987"/>
                    <a:pt x="28428" y="26987"/>
                  </a:cubicBezTo>
                  <a:cubicBezTo>
                    <a:pt x="28445" y="26987"/>
                    <a:pt x="28463" y="26979"/>
                    <a:pt x="28477" y="26962"/>
                  </a:cubicBezTo>
                  <a:cubicBezTo>
                    <a:pt x="29239" y="26074"/>
                    <a:pt x="29922" y="25413"/>
                    <a:pt x="31116" y="25159"/>
                  </a:cubicBezTo>
                  <a:cubicBezTo>
                    <a:pt x="31482" y="25081"/>
                    <a:pt x="31852" y="25046"/>
                    <a:pt x="32221" y="25046"/>
                  </a:cubicBezTo>
                  <a:cubicBezTo>
                    <a:pt x="33125" y="25046"/>
                    <a:pt x="34028" y="25251"/>
                    <a:pt x="34889" y="25515"/>
                  </a:cubicBezTo>
                  <a:cubicBezTo>
                    <a:pt x="36780" y="26095"/>
                    <a:pt x="38565" y="27071"/>
                    <a:pt x="40536" y="27366"/>
                  </a:cubicBezTo>
                  <a:cubicBezTo>
                    <a:pt x="40852" y="27414"/>
                    <a:pt x="41168" y="27438"/>
                    <a:pt x="41478" y="27438"/>
                  </a:cubicBezTo>
                  <a:cubicBezTo>
                    <a:pt x="44113" y="27438"/>
                    <a:pt x="46425" y="25745"/>
                    <a:pt x="46671" y="22940"/>
                  </a:cubicBezTo>
                  <a:cubicBezTo>
                    <a:pt x="48092" y="23944"/>
                    <a:pt x="50059" y="24818"/>
                    <a:pt x="51886" y="24818"/>
                  </a:cubicBezTo>
                  <a:cubicBezTo>
                    <a:pt x="53153" y="24818"/>
                    <a:pt x="54354" y="24397"/>
                    <a:pt x="55258" y="23306"/>
                  </a:cubicBezTo>
                  <a:cubicBezTo>
                    <a:pt x="56209" y="22157"/>
                    <a:pt x="56399" y="20614"/>
                    <a:pt x="56098" y="19193"/>
                  </a:cubicBezTo>
                  <a:cubicBezTo>
                    <a:pt x="55715" y="17373"/>
                    <a:pt x="54085" y="14224"/>
                    <a:pt x="56574" y="13139"/>
                  </a:cubicBezTo>
                  <a:cubicBezTo>
                    <a:pt x="56717" y="13077"/>
                    <a:pt x="56723" y="12940"/>
                    <a:pt x="56659" y="12836"/>
                  </a:cubicBezTo>
                  <a:cubicBezTo>
                    <a:pt x="56765" y="12781"/>
                    <a:pt x="56777" y="12592"/>
                    <a:pt x="56632" y="12534"/>
                  </a:cubicBezTo>
                  <a:cubicBezTo>
                    <a:pt x="54184" y="11588"/>
                    <a:pt x="56098" y="7579"/>
                    <a:pt x="56087" y="5673"/>
                  </a:cubicBezTo>
                  <a:cubicBezTo>
                    <a:pt x="56082" y="4420"/>
                    <a:pt x="55697" y="3052"/>
                    <a:pt x="54667" y="2253"/>
                  </a:cubicBezTo>
                  <a:cubicBezTo>
                    <a:pt x="53993" y="1730"/>
                    <a:pt x="53197" y="1518"/>
                    <a:pt x="52357" y="1518"/>
                  </a:cubicBezTo>
                  <a:cubicBezTo>
                    <a:pt x="50399" y="1518"/>
                    <a:pt x="48199" y="2668"/>
                    <a:pt x="46736" y="3728"/>
                  </a:cubicBezTo>
                  <a:cubicBezTo>
                    <a:pt x="46692" y="1122"/>
                    <a:pt x="43784" y="185"/>
                    <a:pt x="41310" y="185"/>
                  </a:cubicBezTo>
                  <a:cubicBezTo>
                    <a:pt x="40637" y="185"/>
                    <a:pt x="39996" y="254"/>
                    <a:pt x="39454" y="378"/>
                  </a:cubicBezTo>
                  <a:cubicBezTo>
                    <a:pt x="37417" y="842"/>
                    <a:pt x="35784" y="2490"/>
                    <a:pt x="33694" y="2675"/>
                  </a:cubicBezTo>
                  <a:cubicBezTo>
                    <a:pt x="33539" y="2689"/>
                    <a:pt x="33384" y="2696"/>
                    <a:pt x="33230" y="2696"/>
                  </a:cubicBezTo>
                  <a:cubicBezTo>
                    <a:pt x="31377" y="2696"/>
                    <a:pt x="29616" y="1701"/>
                    <a:pt x="28664" y="106"/>
                  </a:cubicBezTo>
                  <a:cubicBezTo>
                    <a:pt x="28619" y="31"/>
                    <a:pt x="28552" y="0"/>
                    <a:pt x="28485" y="0"/>
                  </a:cubicBezTo>
                  <a:cubicBezTo>
                    <a:pt x="28453" y="0"/>
                    <a:pt x="28420" y="7"/>
                    <a:pt x="28389" y="20"/>
                  </a:cubicBezTo>
                  <a:cubicBezTo>
                    <a:pt x="28359" y="7"/>
                    <a:pt x="28326" y="0"/>
                    <a:pt x="28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224"/>
            <p:cNvSpPr/>
            <p:nvPr/>
          </p:nvSpPr>
          <p:spPr>
            <a:xfrm>
              <a:off x="4836325" y="1233357"/>
              <a:ext cx="252775" cy="255225"/>
            </a:xfrm>
            <a:custGeom>
              <a:rect b="b" l="l" r="r" t="t"/>
              <a:pathLst>
                <a:path extrusionOk="0" h="10209" w="10111">
                  <a:moveTo>
                    <a:pt x="8816" y="1"/>
                  </a:moveTo>
                  <a:cubicBezTo>
                    <a:pt x="8790" y="1"/>
                    <a:pt x="8761" y="9"/>
                    <a:pt x="8732" y="29"/>
                  </a:cubicBezTo>
                  <a:cubicBezTo>
                    <a:pt x="8704" y="48"/>
                    <a:pt x="8677" y="68"/>
                    <a:pt x="8649" y="91"/>
                  </a:cubicBezTo>
                  <a:cubicBezTo>
                    <a:pt x="6589" y="1592"/>
                    <a:pt x="7764" y="4238"/>
                    <a:pt x="8046" y="6284"/>
                  </a:cubicBezTo>
                  <a:cubicBezTo>
                    <a:pt x="8162" y="7108"/>
                    <a:pt x="8146" y="7985"/>
                    <a:pt x="7718" y="8732"/>
                  </a:cubicBezTo>
                  <a:cubicBezTo>
                    <a:pt x="7255" y="9538"/>
                    <a:pt x="6452" y="9787"/>
                    <a:pt x="5614" y="9787"/>
                  </a:cubicBezTo>
                  <a:cubicBezTo>
                    <a:pt x="5258" y="9787"/>
                    <a:pt x="4895" y="9742"/>
                    <a:pt x="4550" y="9676"/>
                  </a:cubicBezTo>
                  <a:cubicBezTo>
                    <a:pt x="2953" y="9368"/>
                    <a:pt x="1475" y="8660"/>
                    <a:pt x="156" y="7720"/>
                  </a:cubicBezTo>
                  <a:cubicBezTo>
                    <a:pt x="143" y="7711"/>
                    <a:pt x="130" y="7707"/>
                    <a:pt x="117" y="7707"/>
                  </a:cubicBezTo>
                  <a:cubicBezTo>
                    <a:pt x="55" y="7707"/>
                    <a:pt x="0" y="7798"/>
                    <a:pt x="57" y="7847"/>
                  </a:cubicBezTo>
                  <a:cubicBezTo>
                    <a:pt x="90" y="7873"/>
                    <a:pt x="120" y="7901"/>
                    <a:pt x="154" y="7925"/>
                  </a:cubicBezTo>
                  <a:cubicBezTo>
                    <a:pt x="1349" y="8897"/>
                    <a:pt x="3637" y="10208"/>
                    <a:pt x="5542" y="10208"/>
                  </a:cubicBezTo>
                  <a:cubicBezTo>
                    <a:pt x="6330" y="10208"/>
                    <a:pt x="7053" y="9984"/>
                    <a:pt x="7605" y="9417"/>
                  </a:cubicBezTo>
                  <a:cubicBezTo>
                    <a:pt x="10110" y="6847"/>
                    <a:pt x="5776" y="2463"/>
                    <a:pt x="8893" y="306"/>
                  </a:cubicBezTo>
                  <a:cubicBezTo>
                    <a:pt x="9034" y="209"/>
                    <a:pt x="8947" y="1"/>
                    <a:pt x="88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224"/>
            <p:cNvSpPr/>
            <p:nvPr/>
          </p:nvSpPr>
          <p:spPr>
            <a:xfrm>
              <a:off x="3965250" y="975482"/>
              <a:ext cx="1096025" cy="260625"/>
            </a:xfrm>
            <a:custGeom>
              <a:rect b="b" l="l" r="r" t="t"/>
              <a:pathLst>
                <a:path extrusionOk="0" h="10425" w="43841">
                  <a:moveTo>
                    <a:pt x="3647" y="1"/>
                  </a:moveTo>
                  <a:cubicBezTo>
                    <a:pt x="2780" y="1"/>
                    <a:pt x="1922" y="215"/>
                    <a:pt x="1204" y="746"/>
                  </a:cubicBezTo>
                  <a:cubicBezTo>
                    <a:pt x="652" y="1157"/>
                    <a:pt x="343" y="1658"/>
                    <a:pt x="190" y="2212"/>
                  </a:cubicBezTo>
                  <a:cubicBezTo>
                    <a:pt x="1" y="2887"/>
                    <a:pt x="45" y="3639"/>
                    <a:pt x="156" y="4396"/>
                  </a:cubicBezTo>
                  <a:cubicBezTo>
                    <a:pt x="162" y="4444"/>
                    <a:pt x="170" y="4491"/>
                    <a:pt x="176" y="4539"/>
                  </a:cubicBezTo>
                  <a:cubicBezTo>
                    <a:pt x="184" y="4588"/>
                    <a:pt x="226" y="4611"/>
                    <a:pt x="269" y="4611"/>
                  </a:cubicBezTo>
                  <a:cubicBezTo>
                    <a:pt x="323" y="4611"/>
                    <a:pt x="380" y="4575"/>
                    <a:pt x="375" y="4512"/>
                  </a:cubicBezTo>
                  <a:cubicBezTo>
                    <a:pt x="271" y="3318"/>
                    <a:pt x="220" y="2046"/>
                    <a:pt x="1178" y="1173"/>
                  </a:cubicBezTo>
                  <a:cubicBezTo>
                    <a:pt x="1836" y="576"/>
                    <a:pt x="2782" y="328"/>
                    <a:pt x="3665" y="328"/>
                  </a:cubicBezTo>
                  <a:cubicBezTo>
                    <a:pt x="3765" y="328"/>
                    <a:pt x="3863" y="332"/>
                    <a:pt x="3961" y="338"/>
                  </a:cubicBezTo>
                  <a:cubicBezTo>
                    <a:pt x="5856" y="457"/>
                    <a:pt x="7558" y="1551"/>
                    <a:pt x="9331" y="2136"/>
                  </a:cubicBezTo>
                  <a:cubicBezTo>
                    <a:pt x="10347" y="2470"/>
                    <a:pt x="11453" y="2686"/>
                    <a:pt x="12534" y="2686"/>
                  </a:cubicBezTo>
                  <a:cubicBezTo>
                    <a:pt x="14243" y="2686"/>
                    <a:pt x="15890" y="2147"/>
                    <a:pt x="17018" y="686"/>
                  </a:cubicBezTo>
                  <a:cubicBezTo>
                    <a:pt x="18488" y="1908"/>
                    <a:pt x="20222" y="2412"/>
                    <a:pt x="22020" y="2412"/>
                  </a:cubicBezTo>
                  <a:cubicBezTo>
                    <a:pt x="23047" y="2412"/>
                    <a:pt x="24096" y="2248"/>
                    <a:pt x="25127" y="1958"/>
                  </a:cubicBezTo>
                  <a:cubicBezTo>
                    <a:pt x="26821" y="1483"/>
                    <a:pt x="28562" y="394"/>
                    <a:pt x="30355" y="394"/>
                  </a:cubicBezTo>
                  <a:cubicBezTo>
                    <a:pt x="30368" y="394"/>
                    <a:pt x="30381" y="394"/>
                    <a:pt x="30394" y="394"/>
                  </a:cubicBezTo>
                  <a:cubicBezTo>
                    <a:pt x="32736" y="418"/>
                    <a:pt x="33360" y="2355"/>
                    <a:pt x="33647" y="4285"/>
                  </a:cubicBezTo>
                  <a:cubicBezTo>
                    <a:pt x="33658" y="4367"/>
                    <a:pt x="33713" y="4402"/>
                    <a:pt x="33774" y="4402"/>
                  </a:cubicBezTo>
                  <a:cubicBezTo>
                    <a:pt x="33855" y="4402"/>
                    <a:pt x="33946" y="4339"/>
                    <a:pt x="33958" y="4241"/>
                  </a:cubicBezTo>
                  <a:cubicBezTo>
                    <a:pt x="35142" y="3315"/>
                    <a:pt x="36378" y="2512"/>
                    <a:pt x="37802" y="1997"/>
                  </a:cubicBezTo>
                  <a:cubicBezTo>
                    <a:pt x="38613" y="1704"/>
                    <a:pt x="39600" y="1390"/>
                    <a:pt x="40500" y="1390"/>
                  </a:cubicBezTo>
                  <a:cubicBezTo>
                    <a:pt x="41405" y="1390"/>
                    <a:pt x="42222" y="1708"/>
                    <a:pt x="42683" y="2688"/>
                  </a:cubicBezTo>
                  <a:cubicBezTo>
                    <a:pt x="43840" y="5154"/>
                    <a:pt x="41416" y="7993"/>
                    <a:pt x="43214" y="10355"/>
                  </a:cubicBezTo>
                  <a:cubicBezTo>
                    <a:pt x="43252" y="10404"/>
                    <a:pt x="43304" y="10425"/>
                    <a:pt x="43355" y="10425"/>
                  </a:cubicBezTo>
                  <a:cubicBezTo>
                    <a:pt x="43399" y="10425"/>
                    <a:pt x="43443" y="10409"/>
                    <a:pt x="43476" y="10383"/>
                  </a:cubicBezTo>
                  <a:cubicBezTo>
                    <a:pt x="43531" y="10339"/>
                    <a:pt x="43554" y="10265"/>
                    <a:pt x="43496" y="10192"/>
                  </a:cubicBezTo>
                  <a:cubicBezTo>
                    <a:pt x="42120" y="8370"/>
                    <a:pt x="43281" y="6243"/>
                    <a:pt x="43286" y="4227"/>
                  </a:cubicBezTo>
                  <a:cubicBezTo>
                    <a:pt x="43291" y="3110"/>
                    <a:pt x="42886" y="1845"/>
                    <a:pt x="41822" y="1305"/>
                  </a:cubicBezTo>
                  <a:cubicBezTo>
                    <a:pt x="41467" y="1124"/>
                    <a:pt x="41053" y="1053"/>
                    <a:pt x="40616" y="1053"/>
                  </a:cubicBezTo>
                  <a:cubicBezTo>
                    <a:pt x="39622" y="1053"/>
                    <a:pt x="38512" y="1421"/>
                    <a:pt x="37721" y="1704"/>
                  </a:cubicBezTo>
                  <a:cubicBezTo>
                    <a:pt x="37017" y="1955"/>
                    <a:pt x="36339" y="2275"/>
                    <a:pt x="35701" y="2662"/>
                  </a:cubicBezTo>
                  <a:cubicBezTo>
                    <a:pt x="35064" y="3050"/>
                    <a:pt x="34468" y="3507"/>
                    <a:pt x="33937" y="4031"/>
                  </a:cubicBezTo>
                  <a:cubicBezTo>
                    <a:pt x="33760" y="2821"/>
                    <a:pt x="33457" y="1475"/>
                    <a:pt x="32434" y="700"/>
                  </a:cubicBezTo>
                  <a:cubicBezTo>
                    <a:pt x="31845" y="252"/>
                    <a:pt x="31149" y="84"/>
                    <a:pt x="30439" y="84"/>
                  </a:cubicBezTo>
                  <a:cubicBezTo>
                    <a:pt x="29856" y="84"/>
                    <a:pt x="29265" y="197"/>
                    <a:pt x="28716" y="362"/>
                  </a:cubicBezTo>
                  <a:cubicBezTo>
                    <a:pt x="26720" y="963"/>
                    <a:pt x="24909" y="1891"/>
                    <a:pt x="22797" y="2088"/>
                  </a:cubicBezTo>
                  <a:cubicBezTo>
                    <a:pt x="22525" y="2113"/>
                    <a:pt x="22256" y="2126"/>
                    <a:pt x="21990" y="2126"/>
                  </a:cubicBezTo>
                  <a:cubicBezTo>
                    <a:pt x="20134" y="2126"/>
                    <a:pt x="18436" y="1511"/>
                    <a:pt x="16930" y="360"/>
                  </a:cubicBezTo>
                  <a:cubicBezTo>
                    <a:pt x="16914" y="348"/>
                    <a:pt x="16898" y="343"/>
                    <a:pt x="16882" y="343"/>
                  </a:cubicBezTo>
                  <a:cubicBezTo>
                    <a:pt x="16808" y="343"/>
                    <a:pt x="16744" y="452"/>
                    <a:pt x="16809" y="513"/>
                  </a:cubicBezTo>
                  <a:cubicBezTo>
                    <a:pt x="16815" y="517"/>
                    <a:pt x="16821" y="519"/>
                    <a:pt x="16825" y="524"/>
                  </a:cubicBezTo>
                  <a:cubicBezTo>
                    <a:pt x="15657" y="1812"/>
                    <a:pt x="14090" y="2348"/>
                    <a:pt x="12451" y="2348"/>
                  </a:cubicBezTo>
                  <a:cubicBezTo>
                    <a:pt x="11895" y="2348"/>
                    <a:pt x="11331" y="2286"/>
                    <a:pt x="10771" y="2171"/>
                  </a:cubicBezTo>
                  <a:cubicBezTo>
                    <a:pt x="8747" y="1754"/>
                    <a:pt x="6976" y="609"/>
                    <a:pt x="4970" y="155"/>
                  </a:cubicBezTo>
                  <a:cubicBezTo>
                    <a:pt x="4538" y="57"/>
                    <a:pt x="4091" y="1"/>
                    <a:pt x="36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224"/>
            <p:cNvSpPr/>
            <p:nvPr/>
          </p:nvSpPr>
          <p:spPr>
            <a:xfrm>
              <a:off x="3754275" y="983682"/>
              <a:ext cx="1307000" cy="585875"/>
            </a:xfrm>
            <a:custGeom>
              <a:rect b="b" l="l" r="r" t="t"/>
              <a:pathLst>
                <a:path extrusionOk="0" h="23435" w="52280">
                  <a:moveTo>
                    <a:pt x="12107" y="1"/>
                  </a:moveTo>
                  <a:cubicBezTo>
                    <a:pt x="11223" y="1"/>
                    <a:pt x="10275" y="247"/>
                    <a:pt x="9617" y="845"/>
                  </a:cubicBezTo>
                  <a:cubicBezTo>
                    <a:pt x="8659" y="1718"/>
                    <a:pt x="8710" y="2990"/>
                    <a:pt x="8814" y="4185"/>
                  </a:cubicBezTo>
                  <a:cubicBezTo>
                    <a:pt x="8819" y="4247"/>
                    <a:pt x="8762" y="4283"/>
                    <a:pt x="8708" y="4283"/>
                  </a:cubicBezTo>
                  <a:cubicBezTo>
                    <a:pt x="8665" y="4283"/>
                    <a:pt x="8623" y="4260"/>
                    <a:pt x="8615" y="4211"/>
                  </a:cubicBezTo>
                  <a:cubicBezTo>
                    <a:pt x="8609" y="4163"/>
                    <a:pt x="8601" y="4117"/>
                    <a:pt x="8595" y="4068"/>
                  </a:cubicBezTo>
                  <a:lnTo>
                    <a:pt x="8490" y="4082"/>
                  </a:lnTo>
                  <a:cubicBezTo>
                    <a:pt x="8490" y="4154"/>
                    <a:pt x="8435" y="4223"/>
                    <a:pt x="8361" y="4223"/>
                  </a:cubicBezTo>
                  <a:cubicBezTo>
                    <a:pt x="8340" y="4223"/>
                    <a:pt x="8318" y="4218"/>
                    <a:pt x="8295" y="4205"/>
                  </a:cubicBezTo>
                  <a:cubicBezTo>
                    <a:pt x="6844" y="3408"/>
                    <a:pt x="5446" y="2350"/>
                    <a:pt x="3891" y="1771"/>
                  </a:cubicBezTo>
                  <a:cubicBezTo>
                    <a:pt x="3415" y="1593"/>
                    <a:pt x="2858" y="1451"/>
                    <a:pt x="2316" y="1451"/>
                  </a:cubicBezTo>
                  <a:cubicBezTo>
                    <a:pt x="1911" y="1451"/>
                    <a:pt x="1514" y="1530"/>
                    <a:pt x="1165" y="1734"/>
                  </a:cubicBezTo>
                  <a:cubicBezTo>
                    <a:pt x="1" y="2416"/>
                    <a:pt x="301" y="3911"/>
                    <a:pt x="567" y="4978"/>
                  </a:cubicBezTo>
                  <a:cubicBezTo>
                    <a:pt x="1003" y="6726"/>
                    <a:pt x="1853" y="9305"/>
                    <a:pt x="12" y="10494"/>
                  </a:cubicBezTo>
                  <a:cubicBezTo>
                    <a:pt x="1827" y="12187"/>
                    <a:pt x="481" y="14736"/>
                    <a:pt x="213" y="16782"/>
                  </a:cubicBezTo>
                  <a:cubicBezTo>
                    <a:pt x="93" y="17712"/>
                    <a:pt x="158" y="18802"/>
                    <a:pt x="843" y="19524"/>
                  </a:cubicBezTo>
                  <a:cubicBezTo>
                    <a:pt x="1349" y="20060"/>
                    <a:pt x="2058" y="20230"/>
                    <a:pt x="2771" y="20230"/>
                  </a:cubicBezTo>
                  <a:cubicBezTo>
                    <a:pt x="3111" y="20230"/>
                    <a:pt x="3453" y="20191"/>
                    <a:pt x="3774" y="20134"/>
                  </a:cubicBezTo>
                  <a:cubicBezTo>
                    <a:pt x="5259" y="19870"/>
                    <a:pt x="6609" y="19180"/>
                    <a:pt x="7846" y="18342"/>
                  </a:cubicBezTo>
                  <a:cubicBezTo>
                    <a:pt x="7859" y="18333"/>
                    <a:pt x="7871" y="18330"/>
                    <a:pt x="7884" y="18330"/>
                  </a:cubicBezTo>
                  <a:cubicBezTo>
                    <a:pt x="7916" y="18330"/>
                    <a:pt x="7946" y="18354"/>
                    <a:pt x="7959" y="18386"/>
                  </a:cubicBezTo>
                  <a:lnTo>
                    <a:pt x="8075" y="18353"/>
                  </a:lnTo>
                  <a:cubicBezTo>
                    <a:pt x="8061" y="18307"/>
                    <a:pt x="8050" y="18261"/>
                    <a:pt x="8038" y="18215"/>
                  </a:cubicBezTo>
                  <a:cubicBezTo>
                    <a:pt x="8016" y="18129"/>
                    <a:pt x="8085" y="18073"/>
                    <a:pt x="8153" y="18073"/>
                  </a:cubicBezTo>
                  <a:cubicBezTo>
                    <a:pt x="8199" y="18073"/>
                    <a:pt x="8243" y="18098"/>
                    <a:pt x="8259" y="18155"/>
                  </a:cubicBezTo>
                  <a:cubicBezTo>
                    <a:pt x="8782" y="19944"/>
                    <a:pt x="9929" y="21866"/>
                    <a:pt x="11830" y="22431"/>
                  </a:cubicBezTo>
                  <a:cubicBezTo>
                    <a:pt x="12263" y="22560"/>
                    <a:pt x="12697" y="22614"/>
                    <a:pt x="13133" y="22614"/>
                  </a:cubicBezTo>
                  <a:cubicBezTo>
                    <a:pt x="14730" y="22614"/>
                    <a:pt x="16331" y="21886"/>
                    <a:pt x="17844" y="21484"/>
                  </a:cubicBezTo>
                  <a:cubicBezTo>
                    <a:pt x="19093" y="21153"/>
                    <a:pt x="20539" y="20822"/>
                    <a:pt x="21933" y="20822"/>
                  </a:cubicBezTo>
                  <a:cubicBezTo>
                    <a:pt x="23232" y="20822"/>
                    <a:pt x="24486" y="21109"/>
                    <a:pt x="25494" y="21953"/>
                  </a:cubicBezTo>
                  <a:lnTo>
                    <a:pt x="25519" y="21924"/>
                  </a:lnTo>
                  <a:cubicBezTo>
                    <a:pt x="25487" y="21884"/>
                    <a:pt x="25482" y="21815"/>
                    <a:pt x="25537" y="21789"/>
                  </a:cubicBezTo>
                  <a:cubicBezTo>
                    <a:pt x="26999" y="21079"/>
                    <a:pt x="28615" y="20738"/>
                    <a:pt x="30235" y="20738"/>
                  </a:cubicBezTo>
                  <a:cubicBezTo>
                    <a:pt x="31768" y="20738"/>
                    <a:pt x="33306" y="21043"/>
                    <a:pt x="34720" y="21628"/>
                  </a:cubicBezTo>
                  <a:cubicBezTo>
                    <a:pt x="36126" y="22211"/>
                    <a:pt x="37468" y="23435"/>
                    <a:pt x="38962" y="23435"/>
                  </a:cubicBezTo>
                  <a:cubicBezTo>
                    <a:pt x="39398" y="23435"/>
                    <a:pt x="39847" y="23330"/>
                    <a:pt x="40314" y="23075"/>
                  </a:cubicBezTo>
                  <a:cubicBezTo>
                    <a:pt x="42159" y="22069"/>
                    <a:pt x="42635" y="19919"/>
                    <a:pt x="43118" y="18055"/>
                  </a:cubicBezTo>
                  <a:cubicBezTo>
                    <a:pt x="43138" y="17976"/>
                    <a:pt x="43198" y="17941"/>
                    <a:pt x="43261" y="17941"/>
                  </a:cubicBezTo>
                  <a:cubicBezTo>
                    <a:pt x="43303" y="17941"/>
                    <a:pt x="43346" y="17957"/>
                    <a:pt x="43378" y="17985"/>
                  </a:cubicBezTo>
                  <a:lnTo>
                    <a:pt x="43436" y="17913"/>
                  </a:lnTo>
                  <a:cubicBezTo>
                    <a:pt x="43402" y="17888"/>
                    <a:pt x="43372" y="17860"/>
                    <a:pt x="43339" y="17834"/>
                  </a:cubicBezTo>
                  <a:cubicBezTo>
                    <a:pt x="43282" y="17785"/>
                    <a:pt x="43337" y="17694"/>
                    <a:pt x="43399" y="17694"/>
                  </a:cubicBezTo>
                  <a:cubicBezTo>
                    <a:pt x="43412" y="17694"/>
                    <a:pt x="43425" y="17698"/>
                    <a:pt x="43438" y="17707"/>
                  </a:cubicBezTo>
                  <a:cubicBezTo>
                    <a:pt x="44757" y="18647"/>
                    <a:pt x="46235" y="19355"/>
                    <a:pt x="47832" y="19663"/>
                  </a:cubicBezTo>
                  <a:cubicBezTo>
                    <a:pt x="48177" y="19729"/>
                    <a:pt x="48540" y="19774"/>
                    <a:pt x="48896" y="19774"/>
                  </a:cubicBezTo>
                  <a:cubicBezTo>
                    <a:pt x="49734" y="19774"/>
                    <a:pt x="50537" y="19525"/>
                    <a:pt x="51000" y="18719"/>
                  </a:cubicBezTo>
                  <a:cubicBezTo>
                    <a:pt x="51428" y="17973"/>
                    <a:pt x="51444" y="17095"/>
                    <a:pt x="51328" y="16271"/>
                  </a:cubicBezTo>
                  <a:cubicBezTo>
                    <a:pt x="51046" y="14225"/>
                    <a:pt x="49871" y="11579"/>
                    <a:pt x="51931" y="10078"/>
                  </a:cubicBezTo>
                  <a:lnTo>
                    <a:pt x="51915" y="10055"/>
                  </a:lnTo>
                  <a:cubicBezTo>
                    <a:pt x="51882" y="10081"/>
                    <a:pt x="51838" y="10097"/>
                    <a:pt x="51793" y="10097"/>
                  </a:cubicBezTo>
                  <a:cubicBezTo>
                    <a:pt x="51743" y="10097"/>
                    <a:pt x="51691" y="10077"/>
                    <a:pt x="51653" y="10028"/>
                  </a:cubicBezTo>
                  <a:cubicBezTo>
                    <a:pt x="49855" y="7666"/>
                    <a:pt x="52279" y="4826"/>
                    <a:pt x="51122" y="2360"/>
                  </a:cubicBezTo>
                  <a:cubicBezTo>
                    <a:pt x="50662" y="1381"/>
                    <a:pt x="49845" y="1062"/>
                    <a:pt x="48940" y="1062"/>
                  </a:cubicBezTo>
                  <a:cubicBezTo>
                    <a:pt x="48040" y="1062"/>
                    <a:pt x="47052" y="1377"/>
                    <a:pt x="46241" y="1670"/>
                  </a:cubicBezTo>
                  <a:cubicBezTo>
                    <a:pt x="44817" y="2185"/>
                    <a:pt x="43581" y="2988"/>
                    <a:pt x="42397" y="3914"/>
                  </a:cubicBezTo>
                  <a:cubicBezTo>
                    <a:pt x="42385" y="4012"/>
                    <a:pt x="42294" y="4075"/>
                    <a:pt x="42213" y="4075"/>
                  </a:cubicBezTo>
                  <a:cubicBezTo>
                    <a:pt x="42152" y="4075"/>
                    <a:pt x="42097" y="4040"/>
                    <a:pt x="42086" y="3958"/>
                  </a:cubicBezTo>
                  <a:cubicBezTo>
                    <a:pt x="41799" y="2028"/>
                    <a:pt x="41175" y="90"/>
                    <a:pt x="38833" y="67"/>
                  </a:cubicBezTo>
                  <a:cubicBezTo>
                    <a:pt x="38820" y="67"/>
                    <a:pt x="38807" y="67"/>
                    <a:pt x="38794" y="67"/>
                  </a:cubicBezTo>
                  <a:cubicBezTo>
                    <a:pt x="37002" y="67"/>
                    <a:pt x="35260" y="1156"/>
                    <a:pt x="33566" y="1630"/>
                  </a:cubicBezTo>
                  <a:cubicBezTo>
                    <a:pt x="32535" y="1920"/>
                    <a:pt x="31487" y="2085"/>
                    <a:pt x="30459" y="2085"/>
                  </a:cubicBezTo>
                  <a:cubicBezTo>
                    <a:pt x="28662" y="2085"/>
                    <a:pt x="26928" y="1580"/>
                    <a:pt x="25457" y="358"/>
                  </a:cubicBezTo>
                  <a:cubicBezTo>
                    <a:pt x="24329" y="1819"/>
                    <a:pt x="22682" y="2359"/>
                    <a:pt x="20972" y="2359"/>
                  </a:cubicBezTo>
                  <a:cubicBezTo>
                    <a:pt x="19891" y="2359"/>
                    <a:pt x="18785" y="2143"/>
                    <a:pt x="17770" y="1809"/>
                  </a:cubicBezTo>
                  <a:cubicBezTo>
                    <a:pt x="15997" y="1224"/>
                    <a:pt x="14295" y="129"/>
                    <a:pt x="12400" y="10"/>
                  </a:cubicBezTo>
                  <a:cubicBezTo>
                    <a:pt x="12304" y="4"/>
                    <a:pt x="12206" y="1"/>
                    <a:pt x="121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224"/>
            <p:cNvSpPr/>
            <p:nvPr/>
          </p:nvSpPr>
          <p:spPr>
            <a:xfrm>
              <a:off x="4391325" y="1432182"/>
              <a:ext cx="449000" cy="147275"/>
            </a:xfrm>
            <a:custGeom>
              <a:rect b="b" l="l" r="r" t="t"/>
              <a:pathLst>
                <a:path extrusionOk="0" h="5891" w="17960">
                  <a:moveTo>
                    <a:pt x="17779" y="1"/>
                  </a:moveTo>
                  <a:cubicBezTo>
                    <a:pt x="17716" y="1"/>
                    <a:pt x="17656" y="35"/>
                    <a:pt x="17636" y="115"/>
                  </a:cubicBezTo>
                  <a:cubicBezTo>
                    <a:pt x="17153" y="1979"/>
                    <a:pt x="16677" y="4129"/>
                    <a:pt x="14832" y="5135"/>
                  </a:cubicBezTo>
                  <a:cubicBezTo>
                    <a:pt x="14365" y="5390"/>
                    <a:pt x="13916" y="5495"/>
                    <a:pt x="13480" y="5495"/>
                  </a:cubicBezTo>
                  <a:cubicBezTo>
                    <a:pt x="11986" y="5495"/>
                    <a:pt x="10644" y="4271"/>
                    <a:pt x="9238" y="3688"/>
                  </a:cubicBezTo>
                  <a:cubicBezTo>
                    <a:pt x="7824" y="3103"/>
                    <a:pt x="6286" y="2798"/>
                    <a:pt x="4753" y="2798"/>
                  </a:cubicBezTo>
                  <a:cubicBezTo>
                    <a:pt x="3133" y="2798"/>
                    <a:pt x="1517" y="3139"/>
                    <a:pt x="56" y="3849"/>
                  </a:cubicBezTo>
                  <a:cubicBezTo>
                    <a:pt x="0" y="3875"/>
                    <a:pt x="5" y="3944"/>
                    <a:pt x="37" y="3984"/>
                  </a:cubicBezTo>
                  <a:cubicBezTo>
                    <a:pt x="51" y="4001"/>
                    <a:pt x="71" y="4014"/>
                    <a:pt x="95" y="4014"/>
                  </a:cubicBezTo>
                  <a:cubicBezTo>
                    <a:pt x="104" y="4014"/>
                    <a:pt x="113" y="4012"/>
                    <a:pt x="122" y="4008"/>
                  </a:cubicBezTo>
                  <a:cubicBezTo>
                    <a:pt x="1626" y="3468"/>
                    <a:pt x="3182" y="3148"/>
                    <a:pt x="4758" y="3148"/>
                  </a:cubicBezTo>
                  <a:cubicBezTo>
                    <a:pt x="5377" y="3148"/>
                    <a:pt x="5999" y="3197"/>
                    <a:pt x="6622" y="3302"/>
                  </a:cubicBezTo>
                  <a:cubicBezTo>
                    <a:pt x="7707" y="3485"/>
                    <a:pt x="8772" y="3817"/>
                    <a:pt x="9760" y="4306"/>
                  </a:cubicBezTo>
                  <a:cubicBezTo>
                    <a:pt x="10520" y="4680"/>
                    <a:pt x="11200" y="5207"/>
                    <a:pt x="11977" y="5546"/>
                  </a:cubicBezTo>
                  <a:cubicBezTo>
                    <a:pt x="12519" y="5786"/>
                    <a:pt x="13022" y="5890"/>
                    <a:pt x="13485" y="5890"/>
                  </a:cubicBezTo>
                  <a:cubicBezTo>
                    <a:pt x="13523" y="5890"/>
                    <a:pt x="13560" y="5890"/>
                    <a:pt x="13597" y="5888"/>
                  </a:cubicBezTo>
                  <a:cubicBezTo>
                    <a:pt x="16111" y="5787"/>
                    <a:pt x="17453" y="2499"/>
                    <a:pt x="17945" y="201"/>
                  </a:cubicBezTo>
                  <a:cubicBezTo>
                    <a:pt x="17959" y="134"/>
                    <a:pt x="17936" y="79"/>
                    <a:pt x="17896" y="44"/>
                  </a:cubicBezTo>
                  <a:cubicBezTo>
                    <a:pt x="17864" y="16"/>
                    <a:pt x="17821" y="1"/>
                    <a:pt x="177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224"/>
            <p:cNvSpPr/>
            <p:nvPr/>
          </p:nvSpPr>
          <p:spPr>
            <a:xfrm>
              <a:off x="3954650" y="1435482"/>
              <a:ext cx="443875" cy="121825"/>
            </a:xfrm>
            <a:custGeom>
              <a:rect b="b" l="l" r="r" t="t"/>
              <a:pathLst>
                <a:path extrusionOk="0" h="4873" w="17755">
                  <a:moveTo>
                    <a:pt x="138" y="1"/>
                  </a:moveTo>
                  <a:cubicBezTo>
                    <a:pt x="70" y="1"/>
                    <a:pt x="1" y="57"/>
                    <a:pt x="23" y="143"/>
                  </a:cubicBezTo>
                  <a:cubicBezTo>
                    <a:pt x="35" y="189"/>
                    <a:pt x="47" y="235"/>
                    <a:pt x="61" y="281"/>
                  </a:cubicBezTo>
                  <a:cubicBezTo>
                    <a:pt x="738" y="2777"/>
                    <a:pt x="2546" y="4873"/>
                    <a:pt x="5195" y="4873"/>
                  </a:cubicBezTo>
                  <a:cubicBezTo>
                    <a:pt x="5394" y="4873"/>
                    <a:pt x="5598" y="4861"/>
                    <a:pt x="5807" y="4836"/>
                  </a:cubicBezTo>
                  <a:cubicBezTo>
                    <a:pt x="8242" y="4550"/>
                    <a:pt x="11272" y="2995"/>
                    <a:pt x="13982" y="2995"/>
                  </a:cubicBezTo>
                  <a:cubicBezTo>
                    <a:pt x="15222" y="2995"/>
                    <a:pt x="16394" y="3320"/>
                    <a:pt x="17412" y="4241"/>
                  </a:cubicBezTo>
                  <a:cubicBezTo>
                    <a:pt x="17445" y="4271"/>
                    <a:pt x="17481" y="4284"/>
                    <a:pt x="17517" y="4284"/>
                  </a:cubicBezTo>
                  <a:cubicBezTo>
                    <a:pt x="17643" y="4284"/>
                    <a:pt x="17754" y="4125"/>
                    <a:pt x="17636" y="4017"/>
                  </a:cubicBezTo>
                  <a:cubicBezTo>
                    <a:pt x="17585" y="3969"/>
                    <a:pt x="17531" y="3925"/>
                    <a:pt x="17479" y="3881"/>
                  </a:cubicBezTo>
                  <a:cubicBezTo>
                    <a:pt x="16471" y="3037"/>
                    <a:pt x="15218" y="2749"/>
                    <a:pt x="13919" y="2749"/>
                  </a:cubicBezTo>
                  <a:cubicBezTo>
                    <a:pt x="12525" y="2749"/>
                    <a:pt x="11079" y="3081"/>
                    <a:pt x="9829" y="3412"/>
                  </a:cubicBezTo>
                  <a:cubicBezTo>
                    <a:pt x="8316" y="3814"/>
                    <a:pt x="6715" y="4542"/>
                    <a:pt x="5118" y="4542"/>
                  </a:cubicBezTo>
                  <a:cubicBezTo>
                    <a:pt x="4682" y="4542"/>
                    <a:pt x="4248" y="4488"/>
                    <a:pt x="3815" y="4359"/>
                  </a:cubicBezTo>
                  <a:cubicBezTo>
                    <a:pt x="1914" y="3793"/>
                    <a:pt x="767" y="1872"/>
                    <a:pt x="244" y="83"/>
                  </a:cubicBezTo>
                  <a:cubicBezTo>
                    <a:pt x="228" y="25"/>
                    <a:pt x="183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224"/>
            <p:cNvSpPr/>
            <p:nvPr/>
          </p:nvSpPr>
          <p:spPr>
            <a:xfrm>
              <a:off x="3706450" y="1010207"/>
              <a:ext cx="260125" cy="488475"/>
            </a:xfrm>
            <a:custGeom>
              <a:rect b="b" l="l" r="r" t="t"/>
              <a:pathLst>
                <a:path extrusionOk="0" h="19539" w="10405">
                  <a:moveTo>
                    <a:pt x="4298" y="0"/>
                  </a:moveTo>
                  <a:cubicBezTo>
                    <a:pt x="3696" y="0"/>
                    <a:pt x="3129" y="165"/>
                    <a:pt x="2635" y="568"/>
                  </a:cubicBezTo>
                  <a:cubicBezTo>
                    <a:pt x="0" y="2721"/>
                    <a:pt x="4742" y="7059"/>
                    <a:pt x="1750" y="9296"/>
                  </a:cubicBezTo>
                  <a:cubicBezTo>
                    <a:pt x="1736" y="9292"/>
                    <a:pt x="1721" y="9290"/>
                    <a:pt x="1707" y="9290"/>
                  </a:cubicBezTo>
                  <a:cubicBezTo>
                    <a:pt x="1620" y="9290"/>
                    <a:pt x="1540" y="9367"/>
                    <a:pt x="1544" y="9449"/>
                  </a:cubicBezTo>
                  <a:cubicBezTo>
                    <a:pt x="1490" y="9507"/>
                    <a:pt x="1536" y="9598"/>
                    <a:pt x="1609" y="9598"/>
                  </a:cubicBezTo>
                  <a:cubicBezTo>
                    <a:pt x="1619" y="9598"/>
                    <a:pt x="1630" y="9596"/>
                    <a:pt x="1641" y="9592"/>
                  </a:cubicBezTo>
                  <a:lnTo>
                    <a:pt x="1641" y="9592"/>
                  </a:lnTo>
                  <a:cubicBezTo>
                    <a:pt x="4371" y="12040"/>
                    <a:pt x="46" y="16087"/>
                    <a:pt x="2542" y="18678"/>
                  </a:cubicBezTo>
                  <a:cubicBezTo>
                    <a:pt x="3136" y="19295"/>
                    <a:pt x="3915" y="19538"/>
                    <a:pt x="4755" y="19538"/>
                  </a:cubicBezTo>
                  <a:cubicBezTo>
                    <a:pt x="6593" y="19538"/>
                    <a:pt x="8724" y="18374"/>
                    <a:pt x="9856" y="17408"/>
                  </a:cubicBezTo>
                  <a:cubicBezTo>
                    <a:pt x="9882" y="17384"/>
                    <a:pt x="9884" y="17352"/>
                    <a:pt x="9872" y="17324"/>
                  </a:cubicBezTo>
                  <a:cubicBezTo>
                    <a:pt x="9859" y="17293"/>
                    <a:pt x="9829" y="17268"/>
                    <a:pt x="9798" y="17268"/>
                  </a:cubicBezTo>
                  <a:cubicBezTo>
                    <a:pt x="9785" y="17268"/>
                    <a:pt x="9772" y="17272"/>
                    <a:pt x="9760" y="17281"/>
                  </a:cubicBezTo>
                  <a:cubicBezTo>
                    <a:pt x="8522" y="18119"/>
                    <a:pt x="7172" y="18809"/>
                    <a:pt x="5687" y="19072"/>
                  </a:cubicBezTo>
                  <a:cubicBezTo>
                    <a:pt x="5366" y="19129"/>
                    <a:pt x="5023" y="19169"/>
                    <a:pt x="4681" y="19169"/>
                  </a:cubicBezTo>
                  <a:cubicBezTo>
                    <a:pt x="3970" y="19169"/>
                    <a:pt x="3262" y="18998"/>
                    <a:pt x="2756" y="18463"/>
                  </a:cubicBezTo>
                  <a:cubicBezTo>
                    <a:pt x="2071" y="17740"/>
                    <a:pt x="2006" y="16650"/>
                    <a:pt x="2126" y="15720"/>
                  </a:cubicBezTo>
                  <a:cubicBezTo>
                    <a:pt x="2394" y="13674"/>
                    <a:pt x="3740" y="11125"/>
                    <a:pt x="1925" y="9433"/>
                  </a:cubicBezTo>
                  <a:cubicBezTo>
                    <a:pt x="3766" y="8244"/>
                    <a:pt x="2916" y="5665"/>
                    <a:pt x="2480" y="3917"/>
                  </a:cubicBezTo>
                  <a:cubicBezTo>
                    <a:pt x="2214" y="2850"/>
                    <a:pt x="1914" y="1355"/>
                    <a:pt x="3078" y="673"/>
                  </a:cubicBezTo>
                  <a:cubicBezTo>
                    <a:pt x="3426" y="469"/>
                    <a:pt x="3823" y="390"/>
                    <a:pt x="4229" y="390"/>
                  </a:cubicBezTo>
                  <a:cubicBezTo>
                    <a:pt x="4771" y="390"/>
                    <a:pt x="5328" y="532"/>
                    <a:pt x="5804" y="710"/>
                  </a:cubicBezTo>
                  <a:cubicBezTo>
                    <a:pt x="7359" y="1289"/>
                    <a:pt x="8757" y="2347"/>
                    <a:pt x="10208" y="3144"/>
                  </a:cubicBezTo>
                  <a:cubicBezTo>
                    <a:pt x="10231" y="3157"/>
                    <a:pt x="10253" y="3162"/>
                    <a:pt x="10274" y="3162"/>
                  </a:cubicBezTo>
                  <a:cubicBezTo>
                    <a:pt x="10348" y="3162"/>
                    <a:pt x="10404" y="3093"/>
                    <a:pt x="10404" y="3021"/>
                  </a:cubicBezTo>
                  <a:cubicBezTo>
                    <a:pt x="10404" y="2982"/>
                    <a:pt x="10385" y="2940"/>
                    <a:pt x="10341" y="2912"/>
                  </a:cubicBezTo>
                  <a:cubicBezTo>
                    <a:pt x="8950" y="2015"/>
                    <a:pt x="6406" y="0"/>
                    <a:pt x="4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79" name="Google Shape;4979;p224"/>
          <p:cNvSpPr txBox="1"/>
          <p:nvPr>
            <p:ph type="ctrTitle"/>
          </p:nvPr>
        </p:nvSpPr>
        <p:spPr>
          <a:xfrm flipH="1">
            <a:off x="3050275" y="3150850"/>
            <a:ext cx="3043500" cy="42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4980" name="Google Shape;4980;p224"/>
          <p:cNvSpPr txBox="1"/>
          <p:nvPr>
            <p:ph idx="1" type="subTitle"/>
          </p:nvPr>
        </p:nvSpPr>
        <p:spPr>
          <a:xfrm flipH="1">
            <a:off x="1698300" y="1796000"/>
            <a:ext cx="5747400" cy="135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indent="0" lvl="0" marL="0" marR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Gloria Hallelujah"/>
              <a:buNone/>
              <a:defRPr sz="23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4981" name="Google Shape;4981;p224"/>
          <p:cNvGrpSpPr/>
          <p:nvPr/>
        </p:nvGrpSpPr>
        <p:grpSpPr>
          <a:xfrm rot="899936">
            <a:off x="1146983" y="4620964"/>
            <a:ext cx="226551" cy="205209"/>
            <a:chOff x="1640475" y="1197075"/>
            <a:chExt cx="55475" cy="50250"/>
          </a:xfrm>
        </p:grpSpPr>
        <p:sp>
          <p:nvSpPr>
            <p:cNvPr id="4982" name="Google Shape;4982;p22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22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22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85" name="Google Shape;4985;p224"/>
          <p:cNvSpPr/>
          <p:nvPr/>
        </p:nvSpPr>
        <p:spPr>
          <a:xfrm flipH="1" rot="-1799742">
            <a:off x="364579" y="391309"/>
            <a:ext cx="434371" cy="10175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86" name="Google Shape;4986;p224"/>
          <p:cNvSpPr/>
          <p:nvPr/>
        </p:nvSpPr>
        <p:spPr>
          <a:xfrm flipH="1" rot="-9899901">
            <a:off x="5037735" y="4802269"/>
            <a:ext cx="545173" cy="12772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87" name="Google Shape;4987;p224"/>
          <p:cNvGrpSpPr/>
          <p:nvPr/>
        </p:nvGrpSpPr>
        <p:grpSpPr>
          <a:xfrm rot="-7199893">
            <a:off x="6496818" y="4744065"/>
            <a:ext cx="228603" cy="207088"/>
            <a:chOff x="1640475" y="1197075"/>
            <a:chExt cx="55475" cy="50250"/>
          </a:xfrm>
        </p:grpSpPr>
        <p:sp>
          <p:nvSpPr>
            <p:cNvPr id="4988" name="Google Shape;4988;p22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22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22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91" name="Google Shape;4991;p224"/>
          <p:cNvSpPr/>
          <p:nvPr/>
        </p:nvSpPr>
        <p:spPr>
          <a:xfrm flipH="1" rot="-143173">
            <a:off x="2774705" y="264946"/>
            <a:ext cx="970033" cy="22723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92" name="Google Shape;4992;p224"/>
          <p:cNvGrpSpPr/>
          <p:nvPr/>
        </p:nvGrpSpPr>
        <p:grpSpPr>
          <a:xfrm rot="-5400176">
            <a:off x="8462420" y="504765"/>
            <a:ext cx="324157" cy="293631"/>
            <a:chOff x="1640475" y="1197075"/>
            <a:chExt cx="55475" cy="50250"/>
          </a:xfrm>
        </p:grpSpPr>
        <p:sp>
          <p:nvSpPr>
            <p:cNvPr id="4993" name="Google Shape;4993;p22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22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22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6" name="Google Shape;4996;p224"/>
          <p:cNvGrpSpPr/>
          <p:nvPr/>
        </p:nvGrpSpPr>
        <p:grpSpPr>
          <a:xfrm rot="-9900030">
            <a:off x="667534" y="4625752"/>
            <a:ext cx="215932" cy="195605"/>
            <a:chOff x="1640475" y="1197075"/>
            <a:chExt cx="55475" cy="50250"/>
          </a:xfrm>
        </p:grpSpPr>
        <p:sp>
          <p:nvSpPr>
            <p:cNvPr id="4997" name="Google Shape;4997;p22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22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22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0" name="Google Shape;5000;p224"/>
          <p:cNvGrpSpPr/>
          <p:nvPr/>
        </p:nvGrpSpPr>
        <p:grpSpPr>
          <a:xfrm rot="-7200118">
            <a:off x="415533" y="1000416"/>
            <a:ext cx="332475" cy="301169"/>
            <a:chOff x="1640475" y="1197075"/>
            <a:chExt cx="55475" cy="50250"/>
          </a:xfrm>
        </p:grpSpPr>
        <p:sp>
          <p:nvSpPr>
            <p:cNvPr id="5001" name="Google Shape;5001;p22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22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22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04" name="Google Shape;5004;p224"/>
          <p:cNvSpPr/>
          <p:nvPr/>
        </p:nvSpPr>
        <p:spPr>
          <a:xfrm>
            <a:off x="8536325" y="4434061"/>
            <a:ext cx="609613" cy="95515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05" name="Google Shape;5005;p224"/>
          <p:cNvSpPr/>
          <p:nvPr/>
        </p:nvSpPr>
        <p:spPr>
          <a:xfrm rot="-1920372">
            <a:off x="-35598" y="3964576"/>
            <a:ext cx="988874" cy="900813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 1">
  <p:cSld name="CUSTOM_2_1">
    <p:spTree>
      <p:nvGrpSpPr>
        <p:cNvPr id="5006" name="Shape 50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07" name="Google Shape;5007;p225"/>
          <p:cNvSpPr txBox="1"/>
          <p:nvPr>
            <p:ph type="ctrTitle"/>
          </p:nvPr>
        </p:nvSpPr>
        <p:spPr>
          <a:xfrm flipH="1">
            <a:off x="5176498" y="3324697"/>
            <a:ext cx="2776500" cy="42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5008" name="Google Shape;5008;p225"/>
          <p:cNvSpPr txBox="1"/>
          <p:nvPr>
            <p:ph idx="1" type="subTitle"/>
          </p:nvPr>
        </p:nvSpPr>
        <p:spPr>
          <a:xfrm flipH="1">
            <a:off x="4771100" y="1171938"/>
            <a:ext cx="3587100" cy="1907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indent="0" lvl="0" marL="0" marR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Gloria Hallelujah"/>
              <a:buNone/>
              <a:defRPr sz="23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009" name="Google Shape;5009;p225"/>
          <p:cNvSpPr/>
          <p:nvPr/>
        </p:nvSpPr>
        <p:spPr>
          <a:xfrm flipH="1" rot="10800000">
            <a:off x="7304265" y="3447135"/>
            <a:ext cx="1985649" cy="2326869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10" name="Google Shape;5010;p225"/>
          <p:cNvSpPr/>
          <p:nvPr/>
        </p:nvSpPr>
        <p:spPr>
          <a:xfrm rot="10800000">
            <a:off x="5767795" y="-76801"/>
            <a:ext cx="3634529" cy="1998485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11" name="Google Shape;5011;p225"/>
          <p:cNvSpPr/>
          <p:nvPr/>
        </p:nvSpPr>
        <p:spPr>
          <a:xfrm flipH="1" rot="10800000">
            <a:off x="-288300" y="3753050"/>
            <a:ext cx="3133499" cy="2020960"/>
          </a:xfrm>
          <a:custGeom>
            <a:rect b="b" l="l" r="r" t="t"/>
            <a:pathLst>
              <a:path extrusionOk="0" h="11330" w="20526">
                <a:moveTo>
                  <a:pt x="12939" y="1"/>
                </a:moveTo>
                <a:cubicBezTo>
                  <a:pt x="11999" y="1"/>
                  <a:pt x="11086" y="167"/>
                  <a:pt x="10169" y="370"/>
                </a:cubicBezTo>
                <a:cubicBezTo>
                  <a:pt x="9691" y="476"/>
                  <a:pt x="9213" y="584"/>
                  <a:pt x="8731" y="667"/>
                </a:cubicBezTo>
                <a:cubicBezTo>
                  <a:pt x="8234" y="750"/>
                  <a:pt x="7732" y="802"/>
                  <a:pt x="7229" y="839"/>
                </a:cubicBezTo>
                <a:cubicBezTo>
                  <a:pt x="6231" y="913"/>
                  <a:pt x="5230" y="935"/>
                  <a:pt x="4235" y="1052"/>
                </a:cubicBezTo>
                <a:cubicBezTo>
                  <a:pt x="3806" y="1102"/>
                  <a:pt x="3380" y="1184"/>
                  <a:pt x="2951" y="1235"/>
                </a:cubicBezTo>
                <a:cubicBezTo>
                  <a:pt x="2746" y="1260"/>
                  <a:pt x="2537" y="1279"/>
                  <a:pt x="2328" y="1279"/>
                </a:cubicBezTo>
                <a:cubicBezTo>
                  <a:pt x="2138" y="1279"/>
                  <a:pt x="1948" y="1263"/>
                  <a:pt x="1762" y="1222"/>
                </a:cubicBezTo>
                <a:cubicBezTo>
                  <a:pt x="1578" y="1180"/>
                  <a:pt x="1402" y="1113"/>
                  <a:pt x="1242" y="1012"/>
                </a:cubicBezTo>
                <a:cubicBezTo>
                  <a:pt x="1161" y="960"/>
                  <a:pt x="1089" y="870"/>
                  <a:pt x="988" y="868"/>
                </a:cubicBezTo>
                <a:cubicBezTo>
                  <a:pt x="985" y="868"/>
                  <a:pt x="983" y="868"/>
                  <a:pt x="981" y="868"/>
                </a:cubicBezTo>
                <a:cubicBezTo>
                  <a:pt x="897" y="868"/>
                  <a:pt x="810" y="887"/>
                  <a:pt x="732" y="917"/>
                </a:cubicBezTo>
                <a:cubicBezTo>
                  <a:pt x="360" y="1060"/>
                  <a:pt x="147" y="1435"/>
                  <a:pt x="79" y="1816"/>
                </a:cubicBezTo>
                <a:cubicBezTo>
                  <a:pt x="38" y="2046"/>
                  <a:pt x="37" y="2279"/>
                  <a:pt x="38" y="2512"/>
                </a:cubicBezTo>
                <a:cubicBezTo>
                  <a:pt x="38" y="2767"/>
                  <a:pt x="39" y="3024"/>
                  <a:pt x="40" y="3279"/>
                </a:cubicBezTo>
                <a:cubicBezTo>
                  <a:pt x="42" y="3797"/>
                  <a:pt x="44" y="4315"/>
                  <a:pt x="46" y="4833"/>
                </a:cubicBezTo>
                <a:cubicBezTo>
                  <a:pt x="50" y="5817"/>
                  <a:pt x="54" y="6803"/>
                  <a:pt x="57" y="7787"/>
                </a:cubicBezTo>
                <a:cubicBezTo>
                  <a:pt x="55" y="7786"/>
                  <a:pt x="54" y="7785"/>
                  <a:pt x="52" y="7785"/>
                </a:cubicBezTo>
                <a:cubicBezTo>
                  <a:pt x="0" y="7785"/>
                  <a:pt x="101" y="8649"/>
                  <a:pt x="628" y="8724"/>
                </a:cubicBezTo>
                <a:cubicBezTo>
                  <a:pt x="1441" y="8840"/>
                  <a:pt x="1514" y="10145"/>
                  <a:pt x="2146" y="10693"/>
                </a:cubicBezTo>
                <a:cubicBezTo>
                  <a:pt x="2452" y="10957"/>
                  <a:pt x="2805" y="11167"/>
                  <a:pt x="3199" y="11261"/>
                </a:cubicBezTo>
                <a:cubicBezTo>
                  <a:pt x="3402" y="11310"/>
                  <a:pt x="3609" y="11330"/>
                  <a:pt x="3816" y="11330"/>
                </a:cubicBezTo>
                <a:cubicBezTo>
                  <a:pt x="4077" y="11330"/>
                  <a:pt x="4340" y="11298"/>
                  <a:pt x="4597" y="11251"/>
                </a:cubicBezTo>
                <a:cubicBezTo>
                  <a:pt x="5367" y="11113"/>
                  <a:pt x="6207" y="10865"/>
                  <a:pt x="6645" y="10152"/>
                </a:cubicBezTo>
                <a:cubicBezTo>
                  <a:pt x="6859" y="9801"/>
                  <a:pt x="6970" y="9395"/>
                  <a:pt x="7203" y="9055"/>
                </a:cubicBezTo>
                <a:cubicBezTo>
                  <a:pt x="7421" y="8736"/>
                  <a:pt x="7758" y="8532"/>
                  <a:pt x="8120" y="8419"/>
                </a:cubicBezTo>
                <a:cubicBezTo>
                  <a:pt x="8559" y="8282"/>
                  <a:pt x="9011" y="8265"/>
                  <a:pt x="9465" y="8265"/>
                </a:cubicBezTo>
                <a:cubicBezTo>
                  <a:pt x="9615" y="8265"/>
                  <a:pt x="9765" y="8267"/>
                  <a:pt x="9915" y="8267"/>
                </a:cubicBezTo>
                <a:cubicBezTo>
                  <a:pt x="10115" y="8267"/>
                  <a:pt x="10316" y="8264"/>
                  <a:pt x="10515" y="8248"/>
                </a:cubicBezTo>
                <a:cubicBezTo>
                  <a:pt x="10927" y="8216"/>
                  <a:pt x="11342" y="8132"/>
                  <a:pt x="11707" y="7927"/>
                </a:cubicBezTo>
                <a:cubicBezTo>
                  <a:pt x="12074" y="7718"/>
                  <a:pt x="12352" y="7394"/>
                  <a:pt x="12600" y="7055"/>
                </a:cubicBezTo>
                <a:cubicBezTo>
                  <a:pt x="13089" y="6385"/>
                  <a:pt x="13543" y="5673"/>
                  <a:pt x="14244" y="5207"/>
                </a:cubicBezTo>
                <a:cubicBezTo>
                  <a:pt x="14594" y="4972"/>
                  <a:pt x="14986" y="4825"/>
                  <a:pt x="15405" y="4792"/>
                </a:cubicBezTo>
                <a:cubicBezTo>
                  <a:pt x="15494" y="4785"/>
                  <a:pt x="15582" y="4782"/>
                  <a:pt x="15670" y="4782"/>
                </a:cubicBezTo>
                <a:cubicBezTo>
                  <a:pt x="16070" y="4782"/>
                  <a:pt x="16469" y="4843"/>
                  <a:pt x="16866" y="4877"/>
                </a:cubicBezTo>
                <a:cubicBezTo>
                  <a:pt x="17302" y="4915"/>
                  <a:pt x="17740" y="4933"/>
                  <a:pt x="18178" y="4933"/>
                </a:cubicBezTo>
                <a:cubicBezTo>
                  <a:pt x="18243" y="4933"/>
                  <a:pt x="18309" y="4933"/>
                  <a:pt x="18374" y="4932"/>
                </a:cubicBezTo>
                <a:cubicBezTo>
                  <a:pt x="18585" y="4929"/>
                  <a:pt x="18814" y="4941"/>
                  <a:pt x="19012" y="4857"/>
                </a:cubicBezTo>
                <a:cubicBezTo>
                  <a:pt x="19193" y="4780"/>
                  <a:pt x="19305" y="4623"/>
                  <a:pt x="19390" y="4450"/>
                </a:cubicBezTo>
                <a:cubicBezTo>
                  <a:pt x="19618" y="3989"/>
                  <a:pt x="19825" y="3515"/>
                  <a:pt x="20041" y="3049"/>
                </a:cubicBezTo>
                <a:cubicBezTo>
                  <a:pt x="20147" y="2821"/>
                  <a:pt x="20256" y="2595"/>
                  <a:pt x="20357" y="2365"/>
                </a:cubicBezTo>
                <a:cubicBezTo>
                  <a:pt x="20444" y="2165"/>
                  <a:pt x="20525" y="1951"/>
                  <a:pt x="20518" y="1728"/>
                </a:cubicBezTo>
                <a:cubicBezTo>
                  <a:pt x="20505" y="1297"/>
                  <a:pt x="20161" y="1008"/>
                  <a:pt x="19822" y="810"/>
                </a:cubicBezTo>
                <a:cubicBezTo>
                  <a:pt x="19463" y="601"/>
                  <a:pt x="19065" y="469"/>
                  <a:pt x="18660" y="392"/>
                </a:cubicBezTo>
                <a:cubicBezTo>
                  <a:pt x="17815" y="229"/>
                  <a:pt x="16950" y="272"/>
                  <a:pt x="16095" y="224"/>
                </a:cubicBezTo>
                <a:cubicBezTo>
                  <a:pt x="15084" y="168"/>
                  <a:pt x="14079" y="19"/>
                  <a:pt x="13065" y="2"/>
                </a:cubicBezTo>
                <a:cubicBezTo>
                  <a:pt x="13023" y="1"/>
                  <a:pt x="12981" y="1"/>
                  <a:pt x="12939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12" name="Google Shape;5012;p225"/>
          <p:cNvSpPr/>
          <p:nvPr/>
        </p:nvSpPr>
        <p:spPr>
          <a:xfrm rot="10800000">
            <a:off x="-582169" y="-470812"/>
            <a:ext cx="3721240" cy="1536322"/>
          </a:xfrm>
          <a:custGeom>
            <a:rect b="b" l="l" r="r" t="t"/>
            <a:pathLst>
              <a:path extrusionOk="0" h="8613" w="24376">
                <a:moveTo>
                  <a:pt x="12572" y="1"/>
                </a:moveTo>
                <a:cubicBezTo>
                  <a:pt x="11930" y="1"/>
                  <a:pt x="11305" y="137"/>
                  <a:pt x="10778" y="460"/>
                </a:cubicBezTo>
                <a:cubicBezTo>
                  <a:pt x="10193" y="818"/>
                  <a:pt x="9818" y="1341"/>
                  <a:pt x="9503" y="1852"/>
                </a:cubicBezTo>
                <a:cubicBezTo>
                  <a:pt x="9167" y="2398"/>
                  <a:pt x="8889" y="2969"/>
                  <a:pt x="8475" y="3485"/>
                </a:cubicBezTo>
                <a:cubicBezTo>
                  <a:pt x="8044" y="4023"/>
                  <a:pt x="7451" y="4445"/>
                  <a:pt x="6633" y="4599"/>
                </a:cubicBezTo>
                <a:cubicBezTo>
                  <a:pt x="6259" y="4669"/>
                  <a:pt x="5879" y="4690"/>
                  <a:pt x="5496" y="4690"/>
                </a:cubicBezTo>
                <a:cubicBezTo>
                  <a:pt x="4945" y="4690"/>
                  <a:pt x="4388" y="4646"/>
                  <a:pt x="3837" y="4646"/>
                </a:cubicBezTo>
                <a:cubicBezTo>
                  <a:pt x="3701" y="4646"/>
                  <a:pt x="3564" y="4649"/>
                  <a:pt x="3429" y="4656"/>
                </a:cubicBezTo>
                <a:cubicBezTo>
                  <a:pt x="2927" y="4680"/>
                  <a:pt x="2424" y="4755"/>
                  <a:pt x="1974" y="4934"/>
                </a:cubicBezTo>
                <a:cubicBezTo>
                  <a:pt x="1568" y="5095"/>
                  <a:pt x="1218" y="5332"/>
                  <a:pt x="943" y="5611"/>
                </a:cubicBezTo>
                <a:cubicBezTo>
                  <a:pt x="425" y="6133"/>
                  <a:pt x="179" y="6806"/>
                  <a:pt x="311" y="7456"/>
                </a:cubicBezTo>
                <a:cubicBezTo>
                  <a:pt x="309" y="7456"/>
                  <a:pt x="307" y="7456"/>
                  <a:pt x="305" y="7456"/>
                </a:cubicBezTo>
                <a:cubicBezTo>
                  <a:pt x="282" y="7456"/>
                  <a:pt x="258" y="7461"/>
                  <a:pt x="234" y="7475"/>
                </a:cubicBezTo>
                <a:cubicBezTo>
                  <a:pt x="83" y="7556"/>
                  <a:pt x="1" y="7677"/>
                  <a:pt x="4" y="7821"/>
                </a:cubicBezTo>
                <a:cubicBezTo>
                  <a:pt x="12" y="8172"/>
                  <a:pt x="404" y="8373"/>
                  <a:pt x="826" y="8396"/>
                </a:cubicBezTo>
                <a:cubicBezTo>
                  <a:pt x="860" y="8398"/>
                  <a:pt x="894" y="8399"/>
                  <a:pt x="929" y="8399"/>
                </a:cubicBezTo>
                <a:cubicBezTo>
                  <a:pt x="1162" y="8399"/>
                  <a:pt x="1397" y="8361"/>
                  <a:pt x="1626" y="8334"/>
                </a:cubicBezTo>
                <a:cubicBezTo>
                  <a:pt x="1931" y="8297"/>
                  <a:pt x="2238" y="8262"/>
                  <a:pt x="2544" y="8230"/>
                </a:cubicBezTo>
                <a:cubicBezTo>
                  <a:pt x="3747" y="8107"/>
                  <a:pt x="4958" y="8023"/>
                  <a:pt x="6170" y="7965"/>
                </a:cubicBezTo>
                <a:cubicBezTo>
                  <a:pt x="8591" y="7850"/>
                  <a:pt x="11019" y="7838"/>
                  <a:pt x="13445" y="7824"/>
                </a:cubicBezTo>
                <a:cubicBezTo>
                  <a:pt x="13813" y="7822"/>
                  <a:pt x="14182" y="7820"/>
                  <a:pt x="14552" y="7820"/>
                </a:cubicBezTo>
                <a:cubicBezTo>
                  <a:pt x="16507" y="7820"/>
                  <a:pt x="18472" y="7870"/>
                  <a:pt x="20390" y="8174"/>
                </a:cubicBezTo>
                <a:cubicBezTo>
                  <a:pt x="20952" y="8264"/>
                  <a:pt x="21511" y="8375"/>
                  <a:pt x="22057" y="8512"/>
                </a:cubicBezTo>
                <a:cubicBezTo>
                  <a:pt x="22240" y="8558"/>
                  <a:pt x="22430" y="8612"/>
                  <a:pt x="22625" y="8612"/>
                </a:cubicBezTo>
                <a:cubicBezTo>
                  <a:pt x="22665" y="8612"/>
                  <a:pt x="22706" y="8610"/>
                  <a:pt x="22747" y="8605"/>
                </a:cubicBezTo>
                <a:cubicBezTo>
                  <a:pt x="22986" y="8575"/>
                  <a:pt x="23126" y="8437"/>
                  <a:pt x="23188" y="8265"/>
                </a:cubicBezTo>
                <a:cubicBezTo>
                  <a:pt x="23342" y="7840"/>
                  <a:pt x="23440" y="7396"/>
                  <a:pt x="23556" y="6963"/>
                </a:cubicBezTo>
                <a:cubicBezTo>
                  <a:pt x="23675" y="6520"/>
                  <a:pt x="23785" y="6077"/>
                  <a:pt x="23879" y="5631"/>
                </a:cubicBezTo>
                <a:cubicBezTo>
                  <a:pt x="24251" y="3879"/>
                  <a:pt x="24375" y="2063"/>
                  <a:pt x="23717" y="343"/>
                </a:cubicBezTo>
                <a:cubicBezTo>
                  <a:pt x="23697" y="293"/>
                  <a:pt x="23642" y="267"/>
                  <a:pt x="23586" y="267"/>
                </a:cubicBezTo>
                <a:cubicBezTo>
                  <a:pt x="23541" y="267"/>
                  <a:pt x="23495" y="284"/>
                  <a:pt x="23467" y="317"/>
                </a:cubicBezTo>
                <a:cubicBezTo>
                  <a:pt x="23327" y="480"/>
                  <a:pt x="23169" y="631"/>
                  <a:pt x="22991" y="769"/>
                </a:cubicBezTo>
                <a:cubicBezTo>
                  <a:pt x="22274" y="1328"/>
                  <a:pt x="21289" y="1670"/>
                  <a:pt x="20281" y="1764"/>
                </a:cubicBezTo>
                <a:cubicBezTo>
                  <a:pt x="20062" y="1784"/>
                  <a:pt x="19841" y="1794"/>
                  <a:pt x="19620" y="1794"/>
                </a:cubicBezTo>
                <a:cubicBezTo>
                  <a:pt x="18644" y="1794"/>
                  <a:pt x="17671" y="1601"/>
                  <a:pt x="16789" y="1286"/>
                </a:cubicBezTo>
                <a:cubicBezTo>
                  <a:pt x="15722" y="905"/>
                  <a:pt x="14754" y="349"/>
                  <a:pt x="13607" y="110"/>
                </a:cubicBezTo>
                <a:cubicBezTo>
                  <a:pt x="13266" y="40"/>
                  <a:pt x="12917" y="1"/>
                  <a:pt x="12572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13" name="Google Shape;5013;p225"/>
          <p:cNvGrpSpPr/>
          <p:nvPr/>
        </p:nvGrpSpPr>
        <p:grpSpPr>
          <a:xfrm flipH="1" rot="6282408">
            <a:off x="8550732" y="1247401"/>
            <a:ext cx="221771" cy="200883"/>
            <a:chOff x="1640475" y="1197075"/>
            <a:chExt cx="55475" cy="50250"/>
          </a:xfrm>
        </p:grpSpPr>
        <p:sp>
          <p:nvSpPr>
            <p:cNvPr id="5014" name="Google Shape;5014;p22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22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22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7" name="Google Shape;5017;p225"/>
          <p:cNvGrpSpPr/>
          <p:nvPr/>
        </p:nvGrpSpPr>
        <p:grpSpPr>
          <a:xfrm flipH="1" rot="1058897">
            <a:off x="1580056" y="228600"/>
            <a:ext cx="215936" cy="195603"/>
            <a:chOff x="1640475" y="1197075"/>
            <a:chExt cx="55475" cy="50250"/>
          </a:xfrm>
        </p:grpSpPr>
        <p:sp>
          <p:nvSpPr>
            <p:cNvPr id="5018" name="Google Shape;5018;p22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22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22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21" name="Google Shape;5021;p225"/>
          <p:cNvSpPr/>
          <p:nvPr/>
        </p:nvSpPr>
        <p:spPr>
          <a:xfrm flipH="1" rot="8431516">
            <a:off x="3395658" y="4170446"/>
            <a:ext cx="529784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22" name="Google Shape;5022;p225"/>
          <p:cNvGrpSpPr/>
          <p:nvPr/>
        </p:nvGrpSpPr>
        <p:grpSpPr>
          <a:xfrm flipH="1" rot="-900000">
            <a:off x="544277" y="3921386"/>
            <a:ext cx="347165" cy="314462"/>
            <a:chOff x="1640475" y="1197075"/>
            <a:chExt cx="55475" cy="50250"/>
          </a:xfrm>
        </p:grpSpPr>
        <p:sp>
          <p:nvSpPr>
            <p:cNvPr id="5023" name="Google Shape;5023;p22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22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22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6" name="Google Shape;5026;p225"/>
          <p:cNvGrpSpPr/>
          <p:nvPr/>
        </p:nvGrpSpPr>
        <p:grpSpPr>
          <a:xfrm flipH="1" rot="-899970">
            <a:off x="8808559" y="3390166"/>
            <a:ext cx="215932" cy="195605"/>
            <a:chOff x="1640475" y="1197075"/>
            <a:chExt cx="55475" cy="50250"/>
          </a:xfrm>
        </p:grpSpPr>
        <p:sp>
          <p:nvSpPr>
            <p:cNvPr id="5027" name="Google Shape;5027;p22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22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22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30" name="Google Shape;5030;p225"/>
          <p:cNvSpPr/>
          <p:nvPr/>
        </p:nvSpPr>
        <p:spPr>
          <a:xfrm flipH="1" rot="-10799880">
            <a:off x="6525508" y="258994"/>
            <a:ext cx="529792" cy="12411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31" name="Google Shape;5031;p225"/>
          <p:cNvSpPr/>
          <p:nvPr/>
        </p:nvSpPr>
        <p:spPr>
          <a:xfrm flipH="1">
            <a:off x="3766739" y="438088"/>
            <a:ext cx="529811" cy="424916"/>
          </a:xfrm>
          <a:custGeom>
            <a:rect b="b" l="l" r="r" t="t"/>
            <a:pathLst>
              <a:path extrusionOk="0" h="7512" w="9366">
                <a:moveTo>
                  <a:pt x="1151" y="361"/>
                </a:moveTo>
                <a:cubicBezTo>
                  <a:pt x="1522" y="390"/>
                  <a:pt x="1902" y="410"/>
                  <a:pt x="2283" y="429"/>
                </a:cubicBezTo>
                <a:cubicBezTo>
                  <a:pt x="3044" y="488"/>
                  <a:pt x="3805" y="536"/>
                  <a:pt x="4556" y="605"/>
                </a:cubicBezTo>
                <a:cubicBezTo>
                  <a:pt x="5951" y="712"/>
                  <a:pt x="7346" y="858"/>
                  <a:pt x="8741" y="1044"/>
                </a:cubicBezTo>
                <a:cubicBezTo>
                  <a:pt x="8165" y="1746"/>
                  <a:pt x="7570" y="2419"/>
                  <a:pt x="6936" y="3063"/>
                </a:cubicBezTo>
                <a:lnTo>
                  <a:pt x="3639" y="1561"/>
                </a:lnTo>
                <a:cubicBezTo>
                  <a:pt x="3083" y="1307"/>
                  <a:pt x="2517" y="1053"/>
                  <a:pt x="1961" y="800"/>
                </a:cubicBezTo>
                <a:cubicBezTo>
                  <a:pt x="1639" y="653"/>
                  <a:pt x="1307" y="497"/>
                  <a:pt x="976" y="361"/>
                </a:cubicBezTo>
                <a:close/>
                <a:moveTo>
                  <a:pt x="605" y="819"/>
                </a:moveTo>
                <a:cubicBezTo>
                  <a:pt x="888" y="1044"/>
                  <a:pt x="1180" y="1258"/>
                  <a:pt x="1463" y="1473"/>
                </a:cubicBezTo>
                <a:lnTo>
                  <a:pt x="2839" y="2556"/>
                </a:lnTo>
                <a:lnTo>
                  <a:pt x="5434" y="4595"/>
                </a:lnTo>
                <a:cubicBezTo>
                  <a:pt x="5161" y="4770"/>
                  <a:pt x="4888" y="4956"/>
                  <a:pt x="4614" y="5151"/>
                </a:cubicBezTo>
                <a:cubicBezTo>
                  <a:pt x="4609" y="5150"/>
                  <a:pt x="4604" y="5149"/>
                  <a:pt x="4599" y="5149"/>
                </a:cubicBezTo>
                <a:cubicBezTo>
                  <a:pt x="4546" y="5149"/>
                  <a:pt x="4495" y="5195"/>
                  <a:pt x="4468" y="5248"/>
                </a:cubicBezTo>
                <a:cubicBezTo>
                  <a:pt x="4088" y="5512"/>
                  <a:pt x="3717" y="5785"/>
                  <a:pt x="3346" y="6058"/>
                </a:cubicBezTo>
                <a:cubicBezTo>
                  <a:pt x="2839" y="5102"/>
                  <a:pt x="2341" y="4146"/>
                  <a:pt x="1854" y="3190"/>
                </a:cubicBezTo>
                <a:lnTo>
                  <a:pt x="1034" y="1639"/>
                </a:lnTo>
                <a:cubicBezTo>
                  <a:pt x="888" y="1366"/>
                  <a:pt x="732" y="1102"/>
                  <a:pt x="605" y="819"/>
                </a:cubicBezTo>
                <a:close/>
                <a:moveTo>
                  <a:pt x="1434" y="995"/>
                </a:moveTo>
                <a:lnTo>
                  <a:pt x="1776" y="1151"/>
                </a:lnTo>
                <a:cubicBezTo>
                  <a:pt x="2332" y="1405"/>
                  <a:pt x="2897" y="1668"/>
                  <a:pt x="3454" y="1922"/>
                </a:cubicBezTo>
                <a:lnTo>
                  <a:pt x="6907" y="3483"/>
                </a:lnTo>
                <a:cubicBezTo>
                  <a:pt x="6917" y="3483"/>
                  <a:pt x="6926" y="3492"/>
                  <a:pt x="6946" y="3492"/>
                </a:cubicBezTo>
                <a:cubicBezTo>
                  <a:pt x="6936" y="3551"/>
                  <a:pt x="6936" y="3600"/>
                  <a:pt x="6936" y="3658"/>
                </a:cubicBezTo>
                <a:cubicBezTo>
                  <a:pt x="6917" y="3834"/>
                  <a:pt x="6907" y="4009"/>
                  <a:pt x="6897" y="4185"/>
                </a:cubicBezTo>
                <a:cubicBezTo>
                  <a:pt x="6868" y="4517"/>
                  <a:pt x="6848" y="4848"/>
                  <a:pt x="6829" y="5180"/>
                </a:cubicBezTo>
                <a:lnTo>
                  <a:pt x="6751" y="6273"/>
                </a:lnTo>
                <a:cubicBezTo>
                  <a:pt x="6644" y="6009"/>
                  <a:pt x="6536" y="5736"/>
                  <a:pt x="6439" y="5463"/>
                </a:cubicBezTo>
                <a:cubicBezTo>
                  <a:pt x="6341" y="5200"/>
                  <a:pt x="6214" y="4946"/>
                  <a:pt x="6078" y="4702"/>
                </a:cubicBezTo>
                <a:cubicBezTo>
                  <a:pt x="6009" y="4585"/>
                  <a:pt x="5873" y="4361"/>
                  <a:pt x="5717" y="4341"/>
                </a:cubicBezTo>
                <a:lnTo>
                  <a:pt x="3093" y="2292"/>
                </a:lnTo>
                <a:lnTo>
                  <a:pt x="1707" y="1219"/>
                </a:lnTo>
                <a:cubicBezTo>
                  <a:pt x="1610" y="1141"/>
                  <a:pt x="1522" y="1073"/>
                  <a:pt x="1434" y="995"/>
                </a:cubicBezTo>
                <a:close/>
                <a:moveTo>
                  <a:pt x="5668" y="4878"/>
                </a:moveTo>
                <a:lnTo>
                  <a:pt x="5697" y="4917"/>
                </a:lnTo>
                <a:cubicBezTo>
                  <a:pt x="5834" y="5151"/>
                  <a:pt x="5941" y="5395"/>
                  <a:pt x="6039" y="5648"/>
                </a:cubicBezTo>
                <a:cubicBezTo>
                  <a:pt x="6185" y="6029"/>
                  <a:pt x="6331" y="6419"/>
                  <a:pt x="6478" y="6799"/>
                </a:cubicBezTo>
                <a:cubicBezTo>
                  <a:pt x="6292" y="6634"/>
                  <a:pt x="6107" y="6468"/>
                  <a:pt x="5912" y="6302"/>
                </a:cubicBezTo>
                <a:cubicBezTo>
                  <a:pt x="5707" y="6117"/>
                  <a:pt x="5502" y="5921"/>
                  <a:pt x="5297" y="5717"/>
                </a:cubicBezTo>
                <a:cubicBezTo>
                  <a:pt x="5200" y="5619"/>
                  <a:pt x="5092" y="5512"/>
                  <a:pt x="4995" y="5404"/>
                </a:cubicBezTo>
                <a:cubicBezTo>
                  <a:pt x="4975" y="5395"/>
                  <a:pt x="4966" y="5375"/>
                  <a:pt x="4956" y="5365"/>
                </a:cubicBezTo>
                <a:cubicBezTo>
                  <a:pt x="5200" y="5200"/>
                  <a:pt x="5434" y="5034"/>
                  <a:pt x="5668" y="4878"/>
                </a:cubicBezTo>
                <a:close/>
                <a:moveTo>
                  <a:pt x="781" y="1"/>
                </a:moveTo>
                <a:cubicBezTo>
                  <a:pt x="615" y="1"/>
                  <a:pt x="449" y="9"/>
                  <a:pt x="283" y="19"/>
                </a:cubicBezTo>
                <a:cubicBezTo>
                  <a:pt x="267" y="13"/>
                  <a:pt x="250" y="10"/>
                  <a:pt x="234" y="10"/>
                </a:cubicBezTo>
                <a:cubicBezTo>
                  <a:pt x="202" y="10"/>
                  <a:pt x="169" y="23"/>
                  <a:pt x="137" y="49"/>
                </a:cubicBezTo>
                <a:lnTo>
                  <a:pt x="107" y="49"/>
                </a:lnTo>
                <a:cubicBezTo>
                  <a:pt x="29" y="68"/>
                  <a:pt x="0" y="156"/>
                  <a:pt x="39" y="224"/>
                </a:cubicBezTo>
                <a:cubicBezTo>
                  <a:pt x="39" y="234"/>
                  <a:pt x="49" y="253"/>
                  <a:pt x="59" y="263"/>
                </a:cubicBezTo>
                <a:cubicBezTo>
                  <a:pt x="49" y="302"/>
                  <a:pt x="59" y="351"/>
                  <a:pt x="98" y="380"/>
                </a:cubicBezTo>
                <a:cubicBezTo>
                  <a:pt x="146" y="839"/>
                  <a:pt x="410" y="1268"/>
                  <a:pt x="624" y="1678"/>
                </a:cubicBezTo>
                <a:lnTo>
                  <a:pt x="1434" y="3229"/>
                </a:lnTo>
                <a:cubicBezTo>
                  <a:pt x="1990" y="4292"/>
                  <a:pt x="2546" y="5346"/>
                  <a:pt x="3112" y="6409"/>
                </a:cubicBezTo>
                <a:cubicBezTo>
                  <a:pt x="3142" y="6482"/>
                  <a:pt x="3207" y="6521"/>
                  <a:pt x="3275" y="6521"/>
                </a:cubicBezTo>
                <a:cubicBezTo>
                  <a:pt x="3316" y="6521"/>
                  <a:pt x="3358" y="6507"/>
                  <a:pt x="3395" y="6477"/>
                </a:cubicBezTo>
                <a:cubicBezTo>
                  <a:pt x="3805" y="6175"/>
                  <a:pt x="4214" y="5882"/>
                  <a:pt x="4624" y="5590"/>
                </a:cubicBezTo>
                <a:lnTo>
                  <a:pt x="4702" y="5668"/>
                </a:lnTo>
                <a:cubicBezTo>
                  <a:pt x="4810" y="5775"/>
                  <a:pt x="4907" y="5882"/>
                  <a:pt x="5014" y="5980"/>
                </a:cubicBezTo>
                <a:cubicBezTo>
                  <a:pt x="5210" y="6185"/>
                  <a:pt x="5414" y="6370"/>
                  <a:pt x="5619" y="6556"/>
                </a:cubicBezTo>
                <a:cubicBezTo>
                  <a:pt x="5834" y="6741"/>
                  <a:pt x="6048" y="6926"/>
                  <a:pt x="6273" y="7102"/>
                </a:cubicBezTo>
                <a:cubicBezTo>
                  <a:pt x="6380" y="7190"/>
                  <a:pt x="6497" y="7277"/>
                  <a:pt x="6614" y="7355"/>
                </a:cubicBezTo>
                <a:cubicBezTo>
                  <a:pt x="6692" y="7434"/>
                  <a:pt x="6790" y="7482"/>
                  <a:pt x="6897" y="7512"/>
                </a:cubicBezTo>
                <a:cubicBezTo>
                  <a:pt x="6946" y="7512"/>
                  <a:pt x="6985" y="7482"/>
                  <a:pt x="6995" y="7434"/>
                </a:cubicBezTo>
                <a:lnTo>
                  <a:pt x="6995" y="7414"/>
                </a:lnTo>
                <a:cubicBezTo>
                  <a:pt x="7053" y="7385"/>
                  <a:pt x="7083" y="7326"/>
                  <a:pt x="7092" y="7268"/>
                </a:cubicBezTo>
                <a:cubicBezTo>
                  <a:pt x="7112" y="6575"/>
                  <a:pt x="7141" y="5882"/>
                  <a:pt x="7170" y="5180"/>
                </a:cubicBezTo>
                <a:cubicBezTo>
                  <a:pt x="7180" y="4839"/>
                  <a:pt x="7190" y="4487"/>
                  <a:pt x="7209" y="4146"/>
                </a:cubicBezTo>
                <a:cubicBezTo>
                  <a:pt x="7209" y="3970"/>
                  <a:pt x="7219" y="3795"/>
                  <a:pt x="7229" y="3619"/>
                </a:cubicBezTo>
                <a:cubicBezTo>
                  <a:pt x="7239" y="3531"/>
                  <a:pt x="7229" y="3453"/>
                  <a:pt x="7190" y="3375"/>
                </a:cubicBezTo>
                <a:cubicBezTo>
                  <a:pt x="7931" y="2624"/>
                  <a:pt x="8624" y="1834"/>
                  <a:pt x="9287" y="1014"/>
                </a:cubicBezTo>
                <a:cubicBezTo>
                  <a:pt x="9365" y="888"/>
                  <a:pt x="9297" y="712"/>
                  <a:pt x="9141" y="692"/>
                </a:cubicBezTo>
                <a:cubicBezTo>
                  <a:pt x="7639" y="497"/>
                  <a:pt x="6127" y="332"/>
                  <a:pt x="4614" y="205"/>
                </a:cubicBezTo>
                <a:cubicBezTo>
                  <a:pt x="3853" y="146"/>
                  <a:pt x="3093" y="97"/>
                  <a:pt x="2332" y="58"/>
                </a:cubicBezTo>
                <a:cubicBezTo>
                  <a:pt x="1951" y="39"/>
                  <a:pt x="1571" y="29"/>
                  <a:pt x="1190" y="19"/>
                </a:cubicBezTo>
                <a:cubicBezTo>
                  <a:pt x="1054" y="6"/>
                  <a:pt x="917" y="1"/>
                  <a:pt x="7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SECTION_HEADER_1">
    <p:spTree>
      <p:nvGrpSpPr>
        <p:cNvPr id="5032" name="Shape 50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33" name="Google Shape;5033;p226"/>
          <p:cNvSpPr/>
          <p:nvPr/>
        </p:nvSpPr>
        <p:spPr>
          <a:xfrm rot="10800000">
            <a:off x="-470007" y="-486251"/>
            <a:ext cx="4205930" cy="2291529"/>
          </a:xfrm>
          <a:custGeom>
            <a:rect b="b" l="l" r="r" t="t"/>
            <a:pathLst>
              <a:path extrusionOk="0" h="14261" w="26175">
                <a:moveTo>
                  <a:pt x="21312" y="0"/>
                </a:moveTo>
                <a:cubicBezTo>
                  <a:pt x="20977" y="0"/>
                  <a:pt x="20642" y="41"/>
                  <a:pt x="20313" y="99"/>
                </a:cubicBezTo>
                <a:cubicBezTo>
                  <a:pt x="19331" y="273"/>
                  <a:pt x="18260" y="586"/>
                  <a:pt x="17702" y="1484"/>
                </a:cubicBezTo>
                <a:cubicBezTo>
                  <a:pt x="17428" y="1925"/>
                  <a:pt x="17287" y="2436"/>
                  <a:pt x="16990" y="2864"/>
                </a:cubicBezTo>
                <a:cubicBezTo>
                  <a:pt x="16710" y="3266"/>
                  <a:pt x="16282" y="3522"/>
                  <a:pt x="15821" y="3664"/>
                </a:cubicBezTo>
                <a:cubicBezTo>
                  <a:pt x="15261" y="3837"/>
                  <a:pt x="14685" y="3858"/>
                  <a:pt x="14107" y="3858"/>
                </a:cubicBezTo>
                <a:cubicBezTo>
                  <a:pt x="13914" y="3858"/>
                  <a:pt x="13720" y="3856"/>
                  <a:pt x="13527" y="3856"/>
                </a:cubicBezTo>
                <a:cubicBezTo>
                  <a:pt x="13273" y="3856"/>
                  <a:pt x="13019" y="3860"/>
                  <a:pt x="12766" y="3880"/>
                </a:cubicBezTo>
                <a:cubicBezTo>
                  <a:pt x="12240" y="3921"/>
                  <a:pt x="11711" y="4025"/>
                  <a:pt x="11246" y="4285"/>
                </a:cubicBezTo>
                <a:cubicBezTo>
                  <a:pt x="10777" y="4547"/>
                  <a:pt x="10423" y="4956"/>
                  <a:pt x="10107" y="5381"/>
                </a:cubicBezTo>
                <a:cubicBezTo>
                  <a:pt x="9484" y="6224"/>
                  <a:pt x="8906" y="7121"/>
                  <a:pt x="8012" y="7708"/>
                </a:cubicBezTo>
                <a:cubicBezTo>
                  <a:pt x="7566" y="8003"/>
                  <a:pt x="7065" y="8190"/>
                  <a:pt x="6530" y="8231"/>
                </a:cubicBezTo>
                <a:cubicBezTo>
                  <a:pt x="6418" y="8239"/>
                  <a:pt x="6306" y="8243"/>
                  <a:pt x="6194" y="8243"/>
                </a:cubicBezTo>
                <a:cubicBezTo>
                  <a:pt x="5684" y="8243"/>
                  <a:pt x="5174" y="8166"/>
                  <a:pt x="4666" y="8122"/>
                </a:cubicBezTo>
                <a:cubicBezTo>
                  <a:pt x="4112" y="8075"/>
                  <a:pt x="3557" y="8052"/>
                  <a:pt x="3001" y="8052"/>
                </a:cubicBezTo>
                <a:cubicBezTo>
                  <a:pt x="2916" y="8052"/>
                  <a:pt x="2830" y="8052"/>
                  <a:pt x="2744" y="8054"/>
                </a:cubicBezTo>
                <a:cubicBezTo>
                  <a:pt x="2475" y="8057"/>
                  <a:pt x="2183" y="8043"/>
                  <a:pt x="1931" y="8148"/>
                </a:cubicBezTo>
                <a:cubicBezTo>
                  <a:pt x="1700" y="8244"/>
                  <a:pt x="1557" y="8443"/>
                  <a:pt x="1448" y="8660"/>
                </a:cubicBezTo>
                <a:cubicBezTo>
                  <a:pt x="1157" y="9242"/>
                  <a:pt x="895" y="9837"/>
                  <a:pt x="618" y="10425"/>
                </a:cubicBezTo>
                <a:cubicBezTo>
                  <a:pt x="483" y="10711"/>
                  <a:pt x="344" y="10996"/>
                  <a:pt x="215" y="11284"/>
                </a:cubicBezTo>
                <a:cubicBezTo>
                  <a:pt x="103" y="11537"/>
                  <a:pt x="1" y="11806"/>
                  <a:pt x="9" y="12087"/>
                </a:cubicBezTo>
                <a:cubicBezTo>
                  <a:pt x="26" y="12628"/>
                  <a:pt x="464" y="12993"/>
                  <a:pt x="898" y="13242"/>
                </a:cubicBezTo>
                <a:cubicBezTo>
                  <a:pt x="1355" y="13506"/>
                  <a:pt x="1863" y="13671"/>
                  <a:pt x="2379" y="13769"/>
                </a:cubicBezTo>
                <a:cubicBezTo>
                  <a:pt x="3456" y="13974"/>
                  <a:pt x="4560" y="13920"/>
                  <a:pt x="5650" y="13980"/>
                </a:cubicBezTo>
                <a:cubicBezTo>
                  <a:pt x="6939" y="14051"/>
                  <a:pt x="8222" y="14239"/>
                  <a:pt x="9514" y="14259"/>
                </a:cubicBezTo>
                <a:cubicBezTo>
                  <a:pt x="9569" y="14260"/>
                  <a:pt x="9623" y="14261"/>
                  <a:pt x="9677" y="14261"/>
                </a:cubicBezTo>
                <a:cubicBezTo>
                  <a:pt x="10875" y="14261"/>
                  <a:pt x="12038" y="14052"/>
                  <a:pt x="13207" y="13797"/>
                </a:cubicBezTo>
                <a:cubicBezTo>
                  <a:pt x="13817" y="13663"/>
                  <a:pt x="14426" y="13526"/>
                  <a:pt x="15041" y="13424"/>
                </a:cubicBezTo>
                <a:cubicBezTo>
                  <a:pt x="15675" y="13317"/>
                  <a:pt x="16315" y="13253"/>
                  <a:pt x="16956" y="13206"/>
                </a:cubicBezTo>
                <a:cubicBezTo>
                  <a:pt x="18228" y="13113"/>
                  <a:pt x="19506" y="13085"/>
                  <a:pt x="20774" y="12938"/>
                </a:cubicBezTo>
                <a:cubicBezTo>
                  <a:pt x="21322" y="12875"/>
                  <a:pt x="21864" y="12773"/>
                  <a:pt x="22412" y="12707"/>
                </a:cubicBezTo>
                <a:cubicBezTo>
                  <a:pt x="22674" y="12676"/>
                  <a:pt x="22942" y="12652"/>
                  <a:pt x="23208" y="12652"/>
                </a:cubicBezTo>
                <a:cubicBezTo>
                  <a:pt x="23451" y="12652"/>
                  <a:pt x="23692" y="12672"/>
                  <a:pt x="23928" y="12724"/>
                </a:cubicBezTo>
                <a:cubicBezTo>
                  <a:pt x="24162" y="12777"/>
                  <a:pt x="24387" y="12861"/>
                  <a:pt x="24591" y="12989"/>
                </a:cubicBezTo>
                <a:cubicBezTo>
                  <a:pt x="24696" y="13055"/>
                  <a:pt x="24788" y="13167"/>
                  <a:pt x="24915" y="13170"/>
                </a:cubicBezTo>
                <a:cubicBezTo>
                  <a:pt x="24918" y="13170"/>
                  <a:pt x="24920" y="13170"/>
                  <a:pt x="24923" y="13170"/>
                </a:cubicBezTo>
                <a:cubicBezTo>
                  <a:pt x="25030" y="13170"/>
                  <a:pt x="25141" y="13147"/>
                  <a:pt x="25241" y="13108"/>
                </a:cubicBezTo>
                <a:cubicBezTo>
                  <a:pt x="25716" y="12928"/>
                  <a:pt x="25988" y="12456"/>
                  <a:pt x="26075" y="11977"/>
                </a:cubicBezTo>
                <a:cubicBezTo>
                  <a:pt x="26127" y="11687"/>
                  <a:pt x="26128" y="11393"/>
                  <a:pt x="26127" y="11099"/>
                </a:cubicBezTo>
                <a:cubicBezTo>
                  <a:pt x="26126" y="10779"/>
                  <a:pt x="26124" y="10457"/>
                  <a:pt x="26123" y="10135"/>
                </a:cubicBezTo>
                <a:cubicBezTo>
                  <a:pt x="26121" y="9483"/>
                  <a:pt x="26118" y="8831"/>
                  <a:pt x="26116" y="8179"/>
                </a:cubicBezTo>
                <a:cubicBezTo>
                  <a:pt x="26112" y="6939"/>
                  <a:pt x="26107" y="5700"/>
                  <a:pt x="26102" y="4459"/>
                </a:cubicBezTo>
                <a:lnTo>
                  <a:pt x="26102" y="4459"/>
                </a:lnTo>
                <a:cubicBezTo>
                  <a:pt x="26105" y="4461"/>
                  <a:pt x="26107" y="4462"/>
                  <a:pt x="26109" y="4462"/>
                </a:cubicBezTo>
                <a:cubicBezTo>
                  <a:pt x="26174" y="4462"/>
                  <a:pt x="26046" y="3375"/>
                  <a:pt x="25375" y="3280"/>
                </a:cubicBezTo>
                <a:cubicBezTo>
                  <a:pt x="24338" y="3135"/>
                  <a:pt x="24244" y="1492"/>
                  <a:pt x="23438" y="803"/>
                </a:cubicBezTo>
                <a:cubicBezTo>
                  <a:pt x="23048" y="470"/>
                  <a:pt x="22597" y="206"/>
                  <a:pt x="22095" y="87"/>
                </a:cubicBezTo>
                <a:cubicBezTo>
                  <a:pt x="21837" y="25"/>
                  <a:pt x="21575" y="0"/>
                  <a:pt x="21312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34" name="Google Shape;5034;p226"/>
          <p:cNvSpPr/>
          <p:nvPr/>
        </p:nvSpPr>
        <p:spPr>
          <a:xfrm rot="10800000">
            <a:off x="7300302" y="-415230"/>
            <a:ext cx="2089708" cy="2096136"/>
          </a:xfrm>
          <a:custGeom>
            <a:rect b="b" l="l" r="r" t="t"/>
            <a:pathLst>
              <a:path extrusionOk="0" h="13045" w="13005">
                <a:moveTo>
                  <a:pt x="1922" y="1"/>
                </a:moveTo>
                <a:cubicBezTo>
                  <a:pt x="1849" y="1"/>
                  <a:pt x="1776" y="4"/>
                  <a:pt x="1703" y="11"/>
                </a:cubicBezTo>
                <a:cubicBezTo>
                  <a:pt x="1260" y="54"/>
                  <a:pt x="818" y="227"/>
                  <a:pt x="503" y="551"/>
                </a:cubicBezTo>
                <a:cubicBezTo>
                  <a:pt x="150" y="913"/>
                  <a:pt x="38" y="1411"/>
                  <a:pt x="20" y="1903"/>
                </a:cubicBezTo>
                <a:cubicBezTo>
                  <a:pt x="0" y="2484"/>
                  <a:pt x="46" y="3073"/>
                  <a:pt x="66" y="3654"/>
                </a:cubicBezTo>
                <a:cubicBezTo>
                  <a:pt x="86" y="4273"/>
                  <a:pt x="107" y="4891"/>
                  <a:pt x="127" y="5509"/>
                </a:cubicBezTo>
                <a:lnTo>
                  <a:pt x="374" y="12928"/>
                </a:lnTo>
                <a:cubicBezTo>
                  <a:pt x="376" y="12996"/>
                  <a:pt x="429" y="13044"/>
                  <a:pt x="492" y="13044"/>
                </a:cubicBezTo>
                <a:cubicBezTo>
                  <a:pt x="501" y="13044"/>
                  <a:pt x="511" y="13043"/>
                  <a:pt x="520" y="13041"/>
                </a:cubicBezTo>
                <a:cubicBezTo>
                  <a:pt x="1437" y="12830"/>
                  <a:pt x="2365" y="12670"/>
                  <a:pt x="3299" y="12564"/>
                </a:cubicBezTo>
                <a:cubicBezTo>
                  <a:pt x="4235" y="12458"/>
                  <a:pt x="5175" y="12406"/>
                  <a:pt x="6116" y="12406"/>
                </a:cubicBezTo>
                <a:cubicBezTo>
                  <a:pt x="6835" y="12406"/>
                  <a:pt x="7554" y="12436"/>
                  <a:pt x="8271" y="12496"/>
                </a:cubicBezTo>
                <a:cubicBezTo>
                  <a:pt x="8728" y="12533"/>
                  <a:pt x="9209" y="12577"/>
                  <a:pt x="9687" y="12577"/>
                </a:cubicBezTo>
                <a:cubicBezTo>
                  <a:pt x="10492" y="12577"/>
                  <a:pt x="11288" y="12454"/>
                  <a:pt x="11947" y="11977"/>
                </a:cubicBezTo>
                <a:lnTo>
                  <a:pt x="11947" y="11977"/>
                </a:lnTo>
                <a:cubicBezTo>
                  <a:pt x="11945" y="11988"/>
                  <a:pt x="11948" y="11993"/>
                  <a:pt x="11955" y="11993"/>
                </a:cubicBezTo>
                <a:cubicBezTo>
                  <a:pt x="12017" y="11993"/>
                  <a:pt x="12409" y="11534"/>
                  <a:pt x="12496" y="11300"/>
                </a:cubicBezTo>
                <a:cubicBezTo>
                  <a:pt x="12866" y="10319"/>
                  <a:pt x="13005" y="9208"/>
                  <a:pt x="12677" y="8195"/>
                </a:cubicBezTo>
                <a:cubicBezTo>
                  <a:pt x="12404" y="7349"/>
                  <a:pt x="11818" y="6569"/>
                  <a:pt x="11000" y="6188"/>
                </a:cubicBezTo>
                <a:cubicBezTo>
                  <a:pt x="10082" y="5759"/>
                  <a:pt x="9032" y="5924"/>
                  <a:pt x="8092" y="5581"/>
                </a:cubicBezTo>
                <a:cubicBezTo>
                  <a:pt x="7160" y="5240"/>
                  <a:pt x="6737" y="4324"/>
                  <a:pt x="6316" y="3499"/>
                </a:cubicBezTo>
                <a:cubicBezTo>
                  <a:pt x="5859" y="2602"/>
                  <a:pt x="5271" y="1802"/>
                  <a:pt x="4492" y="1159"/>
                </a:cubicBezTo>
                <a:cubicBezTo>
                  <a:pt x="3786" y="579"/>
                  <a:pt x="2870" y="1"/>
                  <a:pt x="1922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35" name="Google Shape;5035;p226"/>
          <p:cNvSpPr/>
          <p:nvPr/>
        </p:nvSpPr>
        <p:spPr>
          <a:xfrm rot="10800000">
            <a:off x="5339943" y="3964766"/>
            <a:ext cx="3916858" cy="1383980"/>
          </a:xfrm>
          <a:custGeom>
            <a:rect b="b" l="l" r="r" t="t"/>
            <a:pathLst>
              <a:path extrusionOk="0" h="8613" w="24376">
                <a:moveTo>
                  <a:pt x="1748" y="0"/>
                </a:moveTo>
                <a:cubicBezTo>
                  <a:pt x="1709" y="0"/>
                  <a:pt x="1669" y="2"/>
                  <a:pt x="1629" y="7"/>
                </a:cubicBezTo>
                <a:cubicBezTo>
                  <a:pt x="1391" y="38"/>
                  <a:pt x="1250" y="176"/>
                  <a:pt x="1187" y="347"/>
                </a:cubicBezTo>
                <a:cubicBezTo>
                  <a:pt x="1033" y="773"/>
                  <a:pt x="935" y="1218"/>
                  <a:pt x="819" y="1650"/>
                </a:cubicBezTo>
                <a:cubicBezTo>
                  <a:pt x="701" y="2092"/>
                  <a:pt x="590" y="2536"/>
                  <a:pt x="496" y="2983"/>
                </a:cubicBezTo>
                <a:cubicBezTo>
                  <a:pt x="126" y="4733"/>
                  <a:pt x="0" y="6549"/>
                  <a:pt x="659" y="8271"/>
                </a:cubicBezTo>
                <a:cubicBezTo>
                  <a:pt x="678" y="8321"/>
                  <a:pt x="733" y="8346"/>
                  <a:pt x="790" y="8346"/>
                </a:cubicBezTo>
                <a:cubicBezTo>
                  <a:pt x="835" y="8346"/>
                  <a:pt x="881" y="8329"/>
                  <a:pt x="910" y="8296"/>
                </a:cubicBezTo>
                <a:cubicBezTo>
                  <a:pt x="1048" y="8134"/>
                  <a:pt x="1206" y="7983"/>
                  <a:pt x="1385" y="7843"/>
                </a:cubicBezTo>
                <a:cubicBezTo>
                  <a:pt x="2101" y="7284"/>
                  <a:pt x="3087" y="6944"/>
                  <a:pt x="4095" y="6849"/>
                </a:cubicBezTo>
                <a:cubicBezTo>
                  <a:pt x="4314" y="6828"/>
                  <a:pt x="4534" y="6818"/>
                  <a:pt x="4754" y="6818"/>
                </a:cubicBezTo>
                <a:cubicBezTo>
                  <a:pt x="5730" y="6818"/>
                  <a:pt x="6704" y="7012"/>
                  <a:pt x="7586" y="7328"/>
                </a:cubicBezTo>
                <a:cubicBezTo>
                  <a:pt x="8653" y="7708"/>
                  <a:pt x="9622" y="8264"/>
                  <a:pt x="10770" y="8502"/>
                </a:cubicBezTo>
                <a:cubicBezTo>
                  <a:pt x="11110" y="8573"/>
                  <a:pt x="11460" y="8612"/>
                  <a:pt x="11804" y="8612"/>
                </a:cubicBezTo>
                <a:cubicBezTo>
                  <a:pt x="12445" y="8612"/>
                  <a:pt x="13071" y="8476"/>
                  <a:pt x="13597" y="8154"/>
                </a:cubicBezTo>
                <a:cubicBezTo>
                  <a:pt x="14183" y="7795"/>
                  <a:pt x="14557" y="7273"/>
                  <a:pt x="14873" y="6761"/>
                </a:cubicBezTo>
                <a:cubicBezTo>
                  <a:pt x="15208" y="6214"/>
                  <a:pt x="15488" y="5645"/>
                  <a:pt x="15900" y="5129"/>
                </a:cubicBezTo>
                <a:cubicBezTo>
                  <a:pt x="16333" y="4590"/>
                  <a:pt x="16925" y="4168"/>
                  <a:pt x="17743" y="4015"/>
                </a:cubicBezTo>
                <a:cubicBezTo>
                  <a:pt x="18117" y="3945"/>
                  <a:pt x="18497" y="3924"/>
                  <a:pt x="18879" y="3924"/>
                </a:cubicBezTo>
                <a:cubicBezTo>
                  <a:pt x="19431" y="3924"/>
                  <a:pt x="19988" y="3967"/>
                  <a:pt x="20538" y="3967"/>
                </a:cubicBezTo>
                <a:cubicBezTo>
                  <a:pt x="20675" y="3967"/>
                  <a:pt x="20811" y="3964"/>
                  <a:pt x="20947" y="3958"/>
                </a:cubicBezTo>
                <a:cubicBezTo>
                  <a:pt x="21449" y="3933"/>
                  <a:pt x="21952" y="3857"/>
                  <a:pt x="22403" y="3679"/>
                </a:cubicBezTo>
                <a:cubicBezTo>
                  <a:pt x="22808" y="3518"/>
                  <a:pt x="23157" y="3280"/>
                  <a:pt x="23433" y="3003"/>
                </a:cubicBezTo>
                <a:cubicBezTo>
                  <a:pt x="23951" y="2479"/>
                  <a:pt x="24196" y="1807"/>
                  <a:pt x="24066" y="1157"/>
                </a:cubicBezTo>
                <a:lnTo>
                  <a:pt x="24066" y="1157"/>
                </a:lnTo>
                <a:cubicBezTo>
                  <a:pt x="24067" y="1158"/>
                  <a:pt x="24069" y="1158"/>
                  <a:pt x="24071" y="1158"/>
                </a:cubicBezTo>
                <a:cubicBezTo>
                  <a:pt x="24093" y="1158"/>
                  <a:pt x="24117" y="1151"/>
                  <a:pt x="24142" y="1138"/>
                </a:cubicBezTo>
                <a:cubicBezTo>
                  <a:pt x="24292" y="1056"/>
                  <a:pt x="24376" y="935"/>
                  <a:pt x="24372" y="792"/>
                </a:cubicBezTo>
                <a:cubicBezTo>
                  <a:pt x="24363" y="440"/>
                  <a:pt x="23972" y="240"/>
                  <a:pt x="23550" y="217"/>
                </a:cubicBezTo>
                <a:cubicBezTo>
                  <a:pt x="23514" y="215"/>
                  <a:pt x="23478" y="215"/>
                  <a:pt x="23442" y="215"/>
                </a:cubicBezTo>
                <a:cubicBezTo>
                  <a:pt x="23211" y="215"/>
                  <a:pt x="22977" y="252"/>
                  <a:pt x="22750" y="280"/>
                </a:cubicBezTo>
                <a:cubicBezTo>
                  <a:pt x="22445" y="317"/>
                  <a:pt x="22139" y="351"/>
                  <a:pt x="21832" y="383"/>
                </a:cubicBezTo>
                <a:cubicBezTo>
                  <a:pt x="20628" y="507"/>
                  <a:pt x="19418" y="590"/>
                  <a:pt x="18207" y="648"/>
                </a:cubicBezTo>
                <a:cubicBezTo>
                  <a:pt x="15784" y="762"/>
                  <a:pt x="13357" y="774"/>
                  <a:pt x="10932" y="789"/>
                </a:cubicBezTo>
                <a:cubicBezTo>
                  <a:pt x="10568" y="791"/>
                  <a:pt x="10203" y="793"/>
                  <a:pt x="9838" y="793"/>
                </a:cubicBezTo>
                <a:cubicBezTo>
                  <a:pt x="7878" y="793"/>
                  <a:pt x="5909" y="743"/>
                  <a:pt x="3985" y="438"/>
                </a:cubicBezTo>
                <a:cubicBezTo>
                  <a:pt x="3423" y="348"/>
                  <a:pt x="2866" y="237"/>
                  <a:pt x="2318" y="100"/>
                </a:cubicBezTo>
                <a:cubicBezTo>
                  <a:pt x="2134" y="55"/>
                  <a:pt x="1943" y="0"/>
                  <a:pt x="1748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36" name="Google Shape;5036;p226"/>
          <p:cNvSpPr/>
          <p:nvPr/>
        </p:nvSpPr>
        <p:spPr>
          <a:xfrm rot="10800000">
            <a:off x="-1235999" y="2885131"/>
            <a:ext cx="4345244" cy="3055586"/>
          </a:xfrm>
          <a:custGeom>
            <a:rect b="b" l="l" r="r" t="t"/>
            <a:pathLst>
              <a:path extrusionOk="0" h="19016" w="27042">
                <a:moveTo>
                  <a:pt x="5311" y="0"/>
                </a:moveTo>
                <a:cubicBezTo>
                  <a:pt x="5179" y="0"/>
                  <a:pt x="5075" y="178"/>
                  <a:pt x="5211" y="262"/>
                </a:cubicBezTo>
                <a:cubicBezTo>
                  <a:pt x="5431" y="399"/>
                  <a:pt x="5652" y="530"/>
                  <a:pt x="5876" y="657"/>
                </a:cubicBezTo>
                <a:cubicBezTo>
                  <a:pt x="3749" y="1565"/>
                  <a:pt x="1452" y="2798"/>
                  <a:pt x="713" y="5101"/>
                </a:cubicBezTo>
                <a:cubicBezTo>
                  <a:pt x="0" y="7321"/>
                  <a:pt x="1219" y="10007"/>
                  <a:pt x="3411" y="10856"/>
                </a:cubicBezTo>
                <a:cubicBezTo>
                  <a:pt x="3728" y="10979"/>
                  <a:pt x="4069" y="11058"/>
                  <a:pt x="4406" y="11058"/>
                </a:cubicBezTo>
                <a:cubicBezTo>
                  <a:pt x="4688" y="11058"/>
                  <a:pt x="4968" y="11003"/>
                  <a:pt x="5229" y="10871"/>
                </a:cubicBezTo>
                <a:cubicBezTo>
                  <a:pt x="5743" y="10614"/>
                  <a:pt x="6086" y="10140"/>
                  <a:pt x="6367" y="9654"/>
                </a:cubicBezTo>
                <a:cubicBezTo>
                  <a:pt x="6660" y="9147"/>
                  <a:pt x="6901" y="8604"/>
                  <a:pt x="7258" y="8138"/>
                </a:cubicBezTo>
                <a:cubicBezTo>
                  <a:pt x="7586" y="7709"/>
                  <a:pt x="8056" y="7408"/>
                  <a:pt x="8567" y="7243"/>
                </a:cubicBezTo>
                <a:cubicBezTo>
                  <a:pt x="8835" y="7156"/>
                  <a:pt x="9122" y="7107"/>
                  <a:pt x="9407" y="7107"/>
                </a:cubicBezTo>
                <a:cubicBezTo>
                  <a:pt x="9658" y="7107"/>
                  <a:pt x="9908" y="7145"/>
                  <a:pt x="10143" y="7227"/>
                </a:cubicBezTo>
                <a:cubicBezTo>
                  <a:pt x="10681" y="7416"/>
                  <a:pt x="11050" y="7824"/>
                  <a:pt x="11259" y="8347"/>
                </a:cubicBezTo>
                <a:cubicBezTo>
                  <a:pt x="11495" y="8938"/>
                  <a:pt x="11543" y="9582"/>
                  <a:pt x="11752" y="10181"/>
                </a:cubicBezTo>
                <a:cubicBezTo>
                  <a:pt x="11957" y="10769"/>
                  <a:pt x="12358" y="11405"/>
                  <a:pt x="12983" y="11603"/>
                </a:cubicBezTo>
                <a:cubicBezTo>
                  <a:pt x="13117" y="11646"/>
                  <a:pt x="13250" y="11665"/>
                  <a:pt x="13380" y="11665"/>
                </a:cubicBezTo>
                <a:cubicBezTo>
                  <a:pt x="13765" y="11665"/>
                  <a:pt x="14132" y="11502"/>
                  <a:pt x="14481" y="11319"/>
                </a:cubicBezTo>
                <a:cubicBezTo>
                  <a:pt x="14811" y="11146"/>
                  <a:pt x="15183" y="10926"/>
                  <a:pt x="15563" y="10926"/>
                </a:cubicBezTo>
                <a:cubicBezTo>
                  <a:pt x="15675" y="10926"/>
                  <a:pt x="15789" y="10946"/>
                  <a:pt x="15902" y="10992"/>
                </a:cubicBezTo>
                <a:cubicBezTo>
                  <a:pt x="16505" y="11236"/>
                  <a:pt x="16731" y="12009"/>
                  <a:pt x="16886" y="12576"/>
                </a:cubicBezTo>
                <a:cubicBezTo>
                  <a:pt x="17067" y="13246"/>
                  <a:pt x="17237" y="13920"/>
                  <a:pt x="17447" y="14583"/>
                </a:cubicBezTo>
                <a:cubicBezTo>
                  <a:pt x="17859" y="15878"/>
                  <a:pt x="18454" y="17143"/>
                  <a:pt x="19512" y="18032"/>
                </a:cubicBezTo>
                <a:cubicBezTo>
                  <a:pt x="20225" y="18631"/>
                  <a:pt x="21110" y="19015"/>
                  <a:pt x="22020" y="19015"/>
                </a:cubicBezTo>
                <a:cubicBezTo>
                  <a:pt x="22330" y="19015"/>
                  <a:pt x="22643" y="18971"/>
                  <a:pt x="22954" y="18875"/>
                </a:cubicBezTo>
                <a:cubicBezTo>
                  <a:pt x="24002" y="18552"/>
                  <a:pt x="24786" y="17702"/>
                  <a:pt x="25334" y="16784"/>
                </a:cubicBezTo>
                <a:cubicBezTo>
                  <a:pt x="25931" y="15784"/>
                  <a:pt x="26309" y="14669"/>
                  <a:pt x="26587" y="13543"/>
                </a:cubicBezTo>
                <a:cubicBezTo>
                  <a:pt x="26872" y="12393"/>
                  <a:pt x="27042" y="11178"/>
                  <a:pt x="26859" y="9998"/>
                </a:cubicBezTo>
                <a:cubicBezTo>
                  <a:pt x="26669" y="8763"/>
                  <a:pt x="26045" y="7686"/>
                  <a:pt x="25037" y="6940"/>
                </a:cubicBezTo>
                <a:cubicBezTo>
                  <a:pt x="23865" y="6071"/>
                  <a:pt x="22401" y="5638"/>
                  <a:pt x="21023" y="5219"/>
                </a:cubicBezTo>
                <a:cubicBezTo>
                  <a:pt x="19511" y="4758"/>
                  <a:pt x="17976" y="4376"/>
                  <a:pt x="16442" y="3995"/>
                </a:cubicBezTo>
                <a:cubicBezTo>
                  <a:pt x="13377" y="3236"/>
                  <a:pt x="10276" y="2484"/>
                  <a:pt x="7410" y="1122"/>
                </a:cubicBezTo>
                <a:cubicBezTo>
                  <a:pt x="7124" y="986"/>
                  <a:pt x="6842" y="844"/>
                  <a:pt x="6563" y="695"/>
                </a:cubicBezTo>
                <a:cubicBezTo>
                  <a:pt x="6622" y="671"/>
                  <a:pt x="6682" y="645"/>
                  <a:pt x="6742" y="621"/>
                </a:cubicBezTo>
                <a:cubicBezTo>
                  <a:pt x="6901" y="557"/>
                  <a:pt x="6828" y="333"/>
                  <a:pt x="6684" y="333"/>
                </a:cubicBezTo>
                <a:cubicBezTo>
                  <a:pt x="6666" y="333"/>
                  <a:pt x="6646" y="336"/>
                  <a:pt x="6625" y="345"/>
                </a:cubicBezTo>
                <a:cubicBezTo>
                  <a:pt x="6492" y="400"/>
                  <a:pt x="6358" y="454"/>
                  <a:pt x="6223" y="510"/>
                </a:cubicBezTo>
                <a:cubicBezTo>
                  <a:pt x="5943" y="355"/>
                  <a:pt x="5666" y="194"/>
                  <a:pt x="5394" y="25"/>
                </a:cubicBezTo>
                <a:cubicBezTo>
                  <a:pt x="5366" y="8"/>
                  <a:pt x="5338" y="0"/>
                  <a:pt x="5311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37" name="Google Shape;5037;p226"/>
          <p:cNvSpPr txBox="1"/>
          <p:nvPr>
            <p:ph type="title"/>
          </p:nvPr>
        </p:nvSpPr>
        <p:spPr>
          <a:xfrm>
            <a:off x="3225150" y="1000350"/>
            <a:ext cx="26937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5038" name="Google Shape;5038;p226">
            <a:hlinkClick/>
          </p:cNvPr>
          <p:cNvSpPr txBox="1"/>
          <p:nvPr>
            <p:ph idx="1" type="subTitle"/>
          </p:nvPr>
        </p:nvSpPr>
        <p:spPr>
          <a:xfrm>
            <a:off x="3923100" y="3369800"/>
            <a:ext cx="1297800" cy="59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Gloria Hallelujah"/>
              <a:buNone/>
              <a:defRPr sz="20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9pPr>
          </a:lstStyle>
          <a:p/>
        </p:txBody>
      </p:sp>
      <p:sp>
        <p:nvSpPr>
          <p:cNvPr id="5039" name="Google Shape;5039;p226"/>
          <p:cNvSpPr txBox="1"/>
          <p:nvPr>
            <p:ph idx="2" type="subTitle"/>
          </p:nvPr>
        </p:nvSpPr>
        <p:spPr>
          <a:xfrm>
            <a:off x="3041400" y="2310025"/>
            <a:ext cx="3061200" cy="59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Raleway SemiBold"/>
              <a:buNone/>
              <a:defRPr sz="16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grpSp>
        <p:nvGrpSpPr>
          <p:cNvPr id="5040" name="Google Shape;5040;p226"/>
          <p:cNvGrpSpPr/>
          <p:nvPr/>
        </p:nvGrpSpPr>
        <p:grpSpPr>
          <a:xfrm rot="2699963">
            <a:off x="8381489" y="3848384"/>
            <a:ext cx="359745" cy="325872"/>
            <a:chOff x="1640475" y="1197075"/>
            <a:chExt cx="55475" cy="50250"/>
          </a:xfrm>
        </p:grpSpPr>
        <p:sp>
          <p:nvSpPr>
            <p:cNvPr id="5041" name="Google Shape;5041;p22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22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22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44" name="Google Shape;5044;p226"/>
          <p:cNvSpPr/>
          <p:nvPr/>
        </p:nvSpPr>
        <p:spPr>
          <a:xfrm flipH="1" rot="9000131">
            <a:off x="8344172" y="4740550"/>
            <a:ext cx="434381" cy="10175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45" name="Google Shape;5045;p226"/>
          <p:cNvSpPr/>
          <p:nvPr/>
        </p:nvSpPr>
        <p:spPr>
          <a:xfrm flipH="1" rot="-9899901">
            <a:off x="3552435" y="201919"/>
            <a:ext cx="545173" cy="12772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46" name="Google Shape;5046;p226"/>
          <p:cNvGrpSpPr/>
          <p:nvPr/>
        </p:nvGrpSpPr>
        <p:grpSpPr>
          <a:xfrm rot="900044">
            <a:off x="2322530" y="197808"/>
            <a:ext cx="228603" cy="207086"/>
            <a:chOff x="1640475" y="1197075"/>
            <a:chExt cx="55475" cy="50250"/>
          </a:xfrm>
        </p:grpSpPr>
        <p:sp>
          <p:nvSpPr>
            <p:cNvPr id="5047" name="Google Shape;5047;p22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22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22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50" name="Google Shape;5050;p226"/>
          <p:cNvSpPr/>
          <p:nvPr/>
        </p:nvSpPr>
        <p:spPr>
          <a:xfrm rot="1133433">
            <a:off x="5319131" y="4688796"/>
            <a:ext cx="970030" cy="22723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51" name="Google Shape;5051;p226"/>
          <p:cNvGrpSpPr/>
          <p:nvPr/>
        </p:nvGrpSpPr>
        <p:grpSpPr>
          <a:xfrm rot="-425803">
            <a:off x="271352" y="4437569"/>
            <a:ext cx="296718" cy="268774"/>
            <a:chOff x="1640475" y="1197075"/>
            <a:chExt cx="55475" cy="50250"/>
          </a:xfrm>
        </p:grpSpPr>
        <p:sp>
          <p:nvSpPr>
            <p:cNvPr id="5052" name="Google Shape;5052;p22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22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22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55" name="Google Shape;5055;p226"/>
          <p:cNvSpPr/>
          <p:nvPr/>
        </p:nvSpPr>
        <p:spPr>
          <a:xfrm rot="-2700202">
            <a:off x="-480512" y="2884702"/>
            <a:ext cx="1057332" cy="823806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56" name="Google Shape;5056;p226"/>
          <p:cNvGrpSpPr/>
          <p:nvPr/>
        </p:nvGrpSpPr>
        <p:grpSpPr>
          <a:xfrm rot="8627988">
            <a:off x="7778674" y="237617"/>
            <a:ext cx="243106" cy="220218"/>
            <a:chOff x="1640475" y="1197075"/>
            <a:chExt cx="55475" cy="50250"/>
          </a:xfrm>
        </p:grpSpPr>
        <p:sp>
          <p:nvSpPr>
            <p:cNvPr id="5057" name="Google Shape;5057;p22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22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22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60" name="Google Shape;5060;p226"/>
          <p:cNvSpPr/>
          <p:nvPr/>
        </p:nvSpPr>
        <p:spPr>
          <a:xfrm>
            <a:off x="0" y="292884"/>
            <a:ext cx="559644" cy="827407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2">
  <p:cSld name="SECTION_HEADER_1_1">
    <p:spTree>
      <p:nvGrpSpPr>
        <p:cNvPr id="5061" name="Shape 50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62" name="Google Shape;5062;p227"/>
          <p:cNvSpPr txBox="1"/>
          <p:nvPr>
            <p:ph type="title"/>
          </p:nvPr>
        </p:nvSpPr>
        <p:spPr>
          <a:xfrm>
            <a:off x="4461813" y="1249392"/>
            <a:ext cx="2402400" cy="50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5063" name="Google Shape;5063;p227">
            <a:hlinkClick/>
          </p:cNvPr>
          <p:cNvSpPr txBox="1"/>
          <p:nvPr>
            <p:ph idx="1" type="subTitle"/>
          </p:nvPr>
        </p:nvSpPr>
        <p:spPr>
          <a:xfrm>
            <a:off x="3923100" y="3401625"/>
            <a:ext cx="1297800" cy="59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Gloria Hallelujah"/>
              <a:buNone/>
              <a:defRPr sz="20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9pPr>
          </a:lstStyle>
          <a:p/>
        </p:txBody>
      </p:sp>
      <p:sp>
        <p:nvSpPr>
          <p:cNvPr id="5064" name="Google Shape;5064;p227"/>
          <p:cNvSpPr txBox="1"/>
          <p:nvPr>
            <p:ph idx="2" type="subTitle"/>
          </p:nvPr>
        </p:nvSpPr>
        <p:spPr>
          <a:xfrm>
            <a:off x="4287150" y="2065492"/>
            <a:ext cx="2804400" cy="59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Raleway SemiBold"/>
              <a:buNone/>
              <a:defRPr sz="16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065" name="Google Shape;5065;p227"/>
          <p:cNvSpPr txBox="1"/>
          <p:nvPr>
            <p:ph hasCustomPrompt="1" idx="3" type="title"/>
          </p:nvPr>
        </p:nvSpPr>
        <p:spPr>
          <a:xfrm>
            <a:off x="1635675" y="1249400"/>
            <a:ext cx="1926600" cy="132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96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5066" name="Google Shape;5066;p227"/>
          <p:cNvSpPr/>
          <p:nvPr/>
        </p:nvSpPr>
        <p:spPr>
          <a:xfrm>
            <a:off x="7070064" y="-128785"/>
            <a:ext cx="2145942" cy="1053151"/>
          </a:xfrm>
          <a:custGeom>
            <a:rect b="b" l="l" r="r" t="t"/>
            <a:pathLst>
              <a:path extrusionOk="0" h="6456" w="13155">
                <a:moveTo>
                  <a:pt x="11275" y="1"/>
                </a:moveTo>
                <a:lnTo>
                  <a:pt x="11275" y="4"/>
                </a:lnTo>
                <a:lnTo>
                  <a:pt x="209" y="2"/>
                </a:lnTo>
                <a:cubicBezTo>
                  <a:pt x="185" y="57"/>
                  <a:pt x="164" y="111"/>
                  <a:pt x="145" y="167"/>
                </a:cubicBezTo>
                <a:cubicBezTo>
                  <a:pt x="138" y="184"/>
                  <a:pt x="132" y="203"/>
                  <a:pt x="127" y="221"/>
                </a:cubicBezTo>
                <a:cubicBezTo>
                  <a:pt x="59" y="429"/>
                  <a:pt x="18" y="643"/>
                  <a:pt x="6" y="860"/>
                </a:cubicBezTo>
                <a:cubicBezTo>
                  <a:pt x="0" y="984"/>
                  <a:pt x="3" y="1110"/>
                  <a:pt x="14" y="1233"/>
                </a:cubicBezTo>
                <a:cubicBezTo>
                  <a:pt x="16" y="1251"/>
                  <a:pt x="18" y="1270"/>
                  <a:pt x="20" y="1288"/>
                </a:cubicBezTo>
                <a:cubicBezTo>
                  <a:pt x="60" y="1638"/>
                  <a:pt x="172" y="1982"/>
                  <a:pt x="341" y="2300"/>
                </a:cubicBezTo>
                <a:cubicBezTo>
                  <a:pt x="351" y="2319"/>
                  <a:pt x="361" y="2337"/>
                  <a:pt x="371" y="2355"/>
                </a:cubicBezTo>
                <a:cubicBezTo>
                  <a:pt x="531" y="2642"/>
                  <a:pt x="740" y="2905"/>
                  <a:pt x="987" y="3134"/>
                </a:cubicBezTo>
                <a:cubicBezTo>
                  <a:pt x="1075" y="3217"/>
                  <a:pt x="1169" y="3295"/>
                  <a:pt x="1269" y="3368"/>
                </a:cubicBezTo>
                <a:cubicBezTo>
                  <a:pt x="1295" y="3387"/>
                  <a:pt x="1320" y="3405"/>
                  <a:pt x="1345" y="3422"/>
                </a:cubicBezTo>
                <a:cubicBezTo>
                  <a:pt x="1608" y="3604"/>
                  <a:pt x="1902" y="3745"/>
                  <a:pt x="2218" y="3827"/>
                </a:cubicBezTo>
                <a:cubicBezTo>
                  <a:pt x="2441" y="3883"/>
                  <a:pt x="2668" y="3908"/>
                  <a:pt x="2896" y="3908"/>
                </a:cubicBezTo>
                <a:cubicBezTo>
                  <a:pt x="3496" y="3908"/>
                  <a:pt x="4103" y="3734"/>
                  <a:pt x="4654" y="3501"/>
                </a:cubicBezTo>
                <a:cubicBezTo>
                  <a:pt x="4713" y="3476"/>
                  <a:pt x="4773" y="3450"/>
                  <a:pt x="4833" y="3424"/>
                </a:cubicBezTo>
                <a:cubicBezTo>
                  <a:pt x="4873" y="3406"/>
                  <a:pt x="4915" y="3387"/>
                  <a:pt x="4955" y="3369"/>
                </a:cubicBezTo>
                <a:cubicBezTo>
                  <a:pt x="5539" y="3105"/>
                  <a:pt x="6130" y="2820"/>
                  <a:pt x="6764" y="2820"/>
                </a:cubicBezTo>
                <a:cubicBezTo>
                  <a:pt x="6811" y="2820"/>
                  <a:pt x="6859" y="2822"/>
                  <a:pt x="6907" y="2825"/>
                </a:cubicBezTo>
                <a:cubicBezTo>
                  <a:pt x="7405" y="2860"/>
                  <a:pt x="7836" y="3071"/>
                  <a:pt x="8213" y="3369"/>
                </a:cubicBezTo>
                <a:cubicBezTo>
                  <a:pt x="8237" y="3387"/>
                  <a:pt x="8259" y="3405"/>
                  <a:pt x="8281" y="3424"/>
                </a:cubicBezTo>
                <a:cubicBezTo>
                  <a:pt x="8634" y="3715"/>
                  <a:pt x="8939" y="4078"/>
                  <a:pt x="9207" y="4436"/>
                </a:cubicBezTo>
                <a:cubicBezTo>
                  <a:pt x="9219" y="4454"/>
                  <a:pt x="9233" y="4472"/>
                  <a:pt x="9246" y="4490"/>
                </a:cubicBezTo>
                <a:cubicBezTo>
                  <a:pt x="9246" y="4490"/>
                  <a:pt x="9247" y="4490"/>
                  <a:pt x="9247" y="4491"/>
                </a:cubicBezTo>
                <a:cubicBezTo>
                  <a:pt x="9498" y="4831"/>
                  <a:pt x="9757" y="5189"/>
                  <a:pt x="10053" y="5504"/>
                </a:cubicBezTo>
                <a:cubicBezTo>
                  <a:pt x="10070" y="5523"/>
                  <a:pt x="10087" y="5541"/>
                  <a:pt x="10104" y="5559"/>
                </a:cubicBezTo>
                <a:cubicBezTo>
                  <a:pt x="10436" y="5901"/>
                  <a:pt x="10812" y="6189"/>
                  <a:pt x="11272" y="6342"/>
                </a:cubicBezTo>
                <a:cubicBezTo>
                  <a:pt x="11292" y="6348"/>
                  <a:pt x="11311" y="6355"/>
                  <a:pt x="11333" y="6361"/>
                </a:cubicBezTo>
                <a:cubicBezTo>
                  <a:pt x="11361" y="6370"/>
                  <a:pt x="11391" y="6378"/>
                  <a:pt x="11420" y="6386"/>
                </a:cubicBezTo>
                <a:cubicBezTo>
                  <a:pt x="11605" y="6434"/>
                  <a:pt x="11791" y="6456"/>
                  <a:pt x="11976" y="6456"/>
                </a:cubicBezTo>
                <a:cubicBezTo>
                  <a:pt x="12384" y="6456"/>
                  <a:pt x="12786" y="6349"/>
                  <a:pt x="13154" y="6177"/>
                </a:cubicBezTo>
                <a:lnTo>
                  <a:pt x="13154" y="5505"/>
                </a:lnTo>
                <a:lnTo>
                  <a:pt x="13154" y="4492"/>
                </a:lnTo>
                <a:lnTo>
                  <a:pt x="13154" y="3371"/>
                </a:lnTo>
                <a:lnTo>
                  <a:pt x="13155" y="2358"/>
                </a:lnTo>
                <a:lnTo>
                  <a:pt x="13155" y="1236"/>
                </a:lnTo>
                <a:lnTo>
                  <a:pt x="13155" y="221"/>
                </a:lnTo>
                <a:lnTo>
                  <a:pt x="13155" y="5"/>
                </a:lnTo>
                <a:lnTo>
                  <a:pt x="11334" y="4"/>
                </a:lnTo>
                <a:lnTo>
                  <a:pt x="11334" y="1"/>
                </a:lnTo>
                <a:close/>
              </a:path>
            </a:pathLst>
          </a:custGeom>
          <a:solidFill>
            <a:schemeClr val="dk2">
              <a:alpha val="4018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67" name="Google Shape;5067;p227"/>
          <p:cNvSpPr/>
          <p:nvPr/>
        </p:nvSpPr>
        <p:spPr>
          <a:xfrm>
            <a:off x="7237760" y="3032148"/>
            <a:ext cx="2387697" cy="2484758"/>
          </a:xfrm>
          <a:custGeom>
            <a:rect b="b" l="l" r="r" t="t"/>
            <a:pathLst>
              <a:path extrusionOk="0" h="15232" w="14637">
                <a:moveTo>
                  <a:pt x="11445" y="0"/>
                </a:moveTo>
                <a:cubicBezTo>
                  <a:pt x="11308" y="0"/>
                  <a:pt x="11172" y="12"/>
                  <a:pt x="11039" y="38"/>
                </a:cubicBezTo>
                <a:cubicBezTo>
                  <a:pt x="10644" y="116"/>
                  <a:pt x="10316" y="327"/>
                  <a:pt x="10145" y="596"/>
                </a:cubicBezTo>
                <a:cubicBezTo>
                  <a:pt x="9794" y="1152"/>
                  <a:pt x="10018" y="1791"/>
                  <a:pt x="9781" y="2367"/>
                </a:cubicBezTo>
                <a:cubicBezTo>
                  <a:pt x="9296" y="3551"/>
                  <a:pt x="6867" y="3019"/>
                  <a:pt x="6220" y="4123"/>
                </a:cubicBezTo>
                <a:cubicBezTo>
                  <a:pt x="6016" y="4474"/>
                  <a:pt x="6063" y="4867"/>
                  <a:pt x="6119" y="5237"/>
                </a:cubicBezTo>
                <a:cubicBezTo>
                  <a:pt x="6188" y="5684"/>
                  <a:pt x="6293" y="6128"/>
                  <a:pt x="6331" y="6578"/>
                </a:cubicBezTo>
                <a:cubicBezTo>
                  <a:pt x="6392" y="7292"/>
                  <a:pt x="6256" y="8099"/>
                  <a:pt x="5518" y="8624"/>
                </a:cubicBezTo>
                <a:cubicBezTo>
                  <a:pt x="4829" y="9115"/>
                  <a:pt x="3797" y="9174"/>
                  <a:pt x="2910" y="9343"/>
                </a:cubicBezTo>
                <a:cubicBezTo>
                  <a:pt x="2462" y="9427"/>
                  <a:pt x="2020" y="9543"/>
                  <a:pt x="1637" y="9735"/>
                </a:cubicBezTo>
                <a:cubicBezTo>
                  <a:pt x="1309" y="9901"/>
                  <a:pt x="1030" y="10112"/>
                  <a:pt x="810" y="10355"/>
                </a:cubicBezTo>
                <a:cubicBezTo>
                  <a:pt x="347" y="10864"/>
                  <a:pt x="157" y="11482"/>
                  <a:pt x="81" y="12082"/>
                </a:cubicBezTo>
                <a:cubicBezTo>
                  <a:pt x="1" y="12715"/>
                  <a:pt x="23" y="13379"/>
                  <a:pt x="158" y="14007"/>
                </a:cubicBezTo>
                <a:cubicBezTo>
                  <a:pt x="228" y="14329"/>
                  <a:pt x="371" y="14667"/>
                  <a:pt x="709" y="14896"/>
                </a:cubicBezTo>
                <a:cubicBezTo>
                  <a:pt x="1077" y="15146"/>
                  <a:pt x="1583" y="15204"/>
                  <a:pt x="2068" y="15214"/>
                </a:cubicBezTo>
                <a:cubicBezTo>
                  <a:pt x="2549" y="15226"/>
                  <a:pt x="3032" y="15229"/>
                  <a:pt x="3515" y="15229"/>
                </a:cubicBezTo>
                <a:cubicBezTo>
                  <a:pt x="4226" y="15229"/>
                  <a:pt x="4937" y="15222"/>
                  <a:pt x="5646" y="15222"/>
                </a:cubicBezTo>
                <a:cubicBezTo>
                  <a:pt x="5675" y="15222"/>
                  <a:pt x="5704" y="15222"/>
                  <a:pt x="5733" y="15222"/>
                </a:cubicBezTo>
                <a:lnTo>
                  <a:pt x="9469" y="15227"/>
                </a:lnTo>
                <a:cubicBezTo>
                  <a:pt x="10086" y="15228"/>
                  <a:pt x="10704" y="15228"/>
                  <a:pt x="11322" y="15229"/>
                </a:cubicBezTo>
                <a:cubicBezTo>
                  <a:pt x="11640" y="15230"/>
                  <a:pt x="11959" y="15231"/>
                  <a:pt x="12278" y="15231"/>
                </a:cubicBezTo>
                <a:cubicBezTo>
                  <a:pt x="12529" y="15231"/>
                  <a:pt x="12784" y="15225"/>
                  <a:pt x="13014" y="15145"/>
                </a:cubicBezTo>
                <a:cubicBezTo>
                  <a:pt x="13410" y="15008"/>
                  <a:pt x="13574" y="14685"/>
                  <a:pt x="13640" y="14388"/>
                </a:cubicBezTo>
                <a:cubicBezTo>
                  <a:pt x="13728" y="13988"/>
                  <a:pt x="13742" y="13577"/>
                  <a:pt x="13785" y="13173"/>
                </a:cubicBezTo>
                <a:cubicBezTo>
                  <a:pt x="13882" y="12264"/>
                  <a:pt x="13977" y="11357"/>
                  <a:pt x="14072" y="10449"/>
                </a:cubicBezTo>
                <a:cubicBezTo>
                  <a:pt x="14166" y="9541"/>
                  <a:pt x="14259" y="8633"/>
                  <a:pt x="14352" y="7724"/>
                </a:cubicBezTo>
                <a:cubicBezTo>
                  <a:pt x="14437" y="6875"/>
                  <a:pt x="14530" y="6026"/>
                  <a:pt x="14567" y="5174"/>
                </a:cubicBezTo>
                <a:cubicBezTo>
                  <a:pt x="14637" y="3541"/>
                  <a:pt x="14491" y="1869"/>
                  <a:pt x="13640" y="340"/>
                </a:cubicBezTo>
                <a:cubicBezTo>
                  <a:pt x="13611" y="289"/>
                  <a:pt x="13548" y="267"/>
                  <a:pt x="13488" y="267"/>
                </a:cubicBezTo>
                <a:cubicBezTo>
                  <a:pt x="13394" y="267"/>
                  <a:pt x="13305" y="319"/>
                  <a:pt x="13349" y="398"/>
                </a:cubicBezTo>
                <a:cubicBezTo>
                  <a:pt x="13385" y="461"/>
                  <a:pt x="13419" y="526"/>
                  <a:pt x="13452" y="589"/>
                </a:cubicBezTo>
                <a:cubicBezTo>
                  <a:pt x="13105" y="411"/>
                  <a:pt x="12738" y="253"/>
                  <a:pt x="12342" y="140"/>
                </a:cubicBezTo>
                <a:cubicBezTo>
                  <a:pt x="12060" y="59"/>
                  <a:pt x="11751" y="0"/>
                  <a:pt x="11445" y="0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68" name="Google Shape;5068;p227"/>
          <p:cNvSpPr/>
          <p:nvPr/>
        </p:nvSpPr>
        <p:spPr>
          <a:xfrm flipH="1" rot="10800000">
            <a:off x="-476125" y="3695300"/>
            <a:ext cx="4706555" cy="1587067"/>
          </a:xfrm>
          <a:custGeom>
            <a:rect b="b" l="l" r="r" t="t"/>
            <a:pathLst>
              <a:path extrusionOk="0" h="9729" w="28852">
                <a:moveTo>
                  <a:pt x="27909" y="1"/>
                </a:moveTo>
                <a:cubicBezTo>
                  <a:pt x="27641" y="1"/>
                  <a:pt x="27359" y="65"/>
                  <a:pt x="27138" y="117"/>
                </a:cubicBezTo>
                <a:cubicBezTo>
                  <a:pt x="26393" y="292"/>
                  <a:pt x="25642" y="438"/>
                  <a:pt x="24886" y="556"/>
                </a:cubicBezTo>
                <a:cubicBezTo>
                  <a:pt x="23384" y="791"/>
                  <a:pt x="21867" y="918"/>
                  <a:pt x="20347" y="969"/>
                </a:cubicBezTo>
                <a:cubicBezTo>
                  <a:pt x="19779" y="988"/>
                  <a:pt x="19211" y="997"/>
                  <a:pt x="18643" y="997"/>
                </a:cubicBezTo>
                <a:cubicBezTo>
                  <a:pt x="16156" y="997"/>
                  <a:pt x="13669" y="829"/>
                  <a:pt x="11190" y="628"/>
                </a:cubicBezTo>
                <a:cubicBezTo>
                  <a:pt x="9660" y="504"/>
                  <a:pt x="8132" y="368"/>
                  <a:pt x="6601" y="249"/>
                </a:cubicBezTo>
                <a:cubicBezTo>
                  <a:pt x="5839" y="189"/>
                  <a:pt x="5076" y="132"/>
                  <a:pt x="4312" y="87"/>
                </a:cubicBezTo>
                <a:cubicBezTo>
                  <a:pt x="4099" y="75"/>
                  <a:pt x="3881" y="64"/>
                  <a:pt x="3664" y="64"/>
                </a:cubicBezTo>
                <a:cubicBezTo>
                  <a:pt x="3221" y="64"/>
                  <a:pt x="2777" y="107"/>
                  <a:pt x="2362" y="261"/>
                </a:cubicBezTo>
                <a:cubicBezTo>
                  <a:pt x="1198" y="695"/>
                  <a:pt x="625" y="1959"/>
                  <a:pt x="327" y="3085"/>
                </a:cubicBezTo>
                <a:cubicBezTo>
                  <a:pt x="51" y="4125"/>
                  <a:pt x="0" y="5240"/>
                  <a:pt x="241" y="6293"/>
                </a:cubicBezTo>
                <a:cubicBezTo>
                  <a:pt x="475" y="7320"/>
                  <a:pt x="1013" y="8271"/>
                  <a:pt x="1861" y="8911"/>
                </a:cubicBezTo>
                <a:cubicBezTo>
                  <a:pt x="2297" y="9241"/>
                  <a:pt x="2827" y="9490"/>
                  <a:pt x="3378" y="9490"/>
                </a:cubicBezTo>
                <a:cubicBezTo>
                  <a:pt x="3472" y="9490"/>
                  <a:pt x="3567" y="9482"/>
                  <a:pt x="3662" y="9467"/>
                </a:cubicBezTo>
                <a:cubicBezTo>
                  <a:pt x="4312" y="9361"/>
                  <a:pt x="4799" y="8877"/>
                  <a:pt x="5302" y="8495"/>
                </a:cubicBezTo>
                <a:cubicBezTo>
                  <a:pt x="5837" y="8088"/>
                  <a:pt x="6442" y="7738"/>
                  <a:pt x="7106" y="7594"/>
                </a:cubicBezTo>
                <a:cubicBezTo>
                  <a:pt x="7279" y="7557"/>
                  <a:pt x="7450" y="7538"/>
                  <a:pt x="7618" y="7538"/>
                </a:cubicBezTo>
                <a:cubicBezTo>
                  <a:pt x="8095" y="7538"/>
                  <a:pt x="8551" y="7686"/>
                  <a:pt x="8965" y="7966"/>
                </a:cubicBezTo>
                <a:cubicBezTo>
                  <a:pt x="9884" y="8588"/>
                  <a:pt x="10692" y="9729"/>
                  <a:pt x="11891" y="9729"/>
                </a:cubicBezTo>
                <a:cubicBezTo>
                  <a:pt x="11980" y="9729"/>
                  <a:pt x="12071" y="9723"/>
                  <a:pt x="12164" y="9709"/>
                </a:cubicBezTo>
                <a:cubicBezTo>
                  <a:pt x="13260" y="9554"/>
                  <a:pt x="13511" y="8401"/>
                  <a:pt x="13804" y="7521"/>
                </a:cubicBezTo>
                <a:cubicBezTo>
                  <a:pt x="13945" y="7099"/>
                  <a:pt x="14127" y="6643"/>
                  <a:pt x="14504" y="6377"/>
                </a:cubicBezTo>
                <a:cubicBezTo>
                  <a:pt x="14738" y="6212"/>
                  <a:pt x="15003" y="6142"/>
                  <a:pt x="15276" y="6142"/>
                </a:cubicBezTo>
                <a:cubicBezTo>
                  <a:pt x="15402" y="6142"/>
                  <a:pt x="15530" y="6157"/>
                  <a:pt x="15656" y="6184"/>
                </a:cubicBezTo>
                <a:cubicBezTo>
                  <a:pt x="16572" y="6381"/>
                  <a:pt x="17354" y="6961"/>
                  <a:pt x="18244" y="7232"/>
                </a:cubicBezTo>
                <a:cubicBezTo>
                  <a:pt x="18502" y="7311"/>
                  <a:pt x="18774" y="7363"/>
                  <a:pt x="19044" y="7363"/>
                </a:cubicBezTo>
                <a:cubicBezTo>
                  <a:pt x="19207" y="7363"/>
                  <a:pt x="19369" y="7344"/>
                  <a:pt x="19529" y="7301"/>
                </a:cubicBezTo>
                <a:cubicBezTo>
                  <a:pt x="19978" y="7178"/>
                  <a:pt x="20331" y="6877"/>
                  <a:pt x="20595" y="6501"/>
                </a:cubicBezTo>
                <a:cubicBezTo>
                  <a:pt x="21130" y="5738"/>
                  <a:pt x="21292" y="4712"/>
                  <a:pt x="21999" y="4070"/>
                </a:cubicBezTo>
                <a:cubicBezTo>
                  <a:pt x="22362" y="3741"/>
                  <a:pt x="22807" y="3634"/>
                  <a:pt x="23269" y="3634"/>
                </a:cubicBezTo>
                <a:cubicBezTo>
                  <a:pt x="23739" y="3634"/>
                  <a:pt x="24227" y="3745"/>
                  <a:pt x="24664" y="3849"/>
                </a:cubicBezTo>
                <a:cubicBezTo>
                  <a:pt x="25227" y="3981"/>
                  <a:pt x="25851" y="4166"/>
                  <a:pt x="26455" y="4166"/>
                </a:cubicBezTo>
                <a:cubicBezTo>
                  <a:pt x="26763" y="4166"/>
                  <a:pt x="27066" y="4118"/>
                  <a:pt x="27353" y="3990"/>
                </a:cubicBezTo>
                <a:cubicBezTo>
                  <a:pt x="28400" y="3523"/>
                  <a:pt x="28496" y="2313"/>
                  <a:pt x="28400" y="1304"/>
                </a:cubicBezTo>
                <a:cubicBezTo>
                  <a:pt x="28773" y="1190"/>
                  <a:pt x="28851" y="712"/>
                  <a:pt x="28673" y="381"/>
                </a:cubicBezTo>
                <a:cubicBezTo>
                  <a:pt x="28515" y="88"/>
                  <a:pt x="28221" y="1"/>
                  <a:pt x="27909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69" name="Google Shape;5069;p227"/>
          <p:cNvSpPr/>
          <p:nvPr/>
        </p:nvSpPr>
        <p:spPr>
          <a:xfrm flipH="1" rot="10800000">
            <a:off x="-128825" y="-135269"/>
            <a:ext cx="3566130" cy="1460872"/>
          </a:xfrm>
          <a:custGeom>
            <a:rect b="b" l="l" r="r" t="t"/>
            <a:pathLst>
              <a:path extrusionOk="0" h="7088" w="21861">
                <a:moveTo>
                  <a:pt x="1470" y="1"/>
                </a:moveTo>
                <a:cubicBezTo>
                  <a:pt x="969" y="1"/>
                  <a:pt x="465" y="73"/>
                  <a:pt x="0" y="211"/>
                </a:cubicBezTo>
                <a:lnTo>
                  <a:pt x="0" y="7087"/>
                </a:lnTo>
                <a:lnTo>
                  <a:pt x="21860" y="7087"/>
                </a:lnTo>
                <a:cubicBezTo>
                  <a:pt x="21784" y="6987"/>
                  <a:pt x="21696" y="6892"/>
                  <a:pt x="21596" y="6806"/>
                </a:cubicBezTo>
                <a:cubicBezTo>
                  <a:pt x="21135" y="6406"/>
                  <a:pt x="20429" y="6167"/>
                  <a:pt x="19720" y="6167"/>
                </a:cubicBezTo>
                <a:cubicBezTo>
                  <a:pt x="19688" y="6167"/>
                  <a:pt x="19657" y="6168"/>
                  <a:pt x="19626" y="6169"/>
                </a:cubicBezTo>
                <a:cubicBezTo>
                  <a:pt x="19086" y="6184"/>
                  <a:pt x="18553" y="6331"/>
                  <a:pt x="18022" y="6331"/>
                </a:cubicBezTo>
                <a:cubicBezTo>
                  <a:pt x="17915" y="6331"/>
                  <a:pt x="17808" y="6325"/>
                  <a:pt x="17701" y="6311"/>
                </a:cubicBezTo>
                <a:cubicBezTo>
                  <a:pt x="17575" y="6294"/>
                  <a:pt x="17455" y="6267"/>
                  <a:pt x="17341" y="6232"/>
                </a:cubicBezTo>
                <a:cubicBezTo>
                  <a:pt x="17316" y="6223"/>
                  <a:pt x="17292" y="6216"/>
                  <a:pt x="17268" y="6207"/>
                </a:cubicBezTo>
                <a:cubicBezTo>
                  <a:pt x="16400" y="5904"/>
                  <a:pt x="15883" y="5118"/>
                  <a:pt x="15068" y="4680"/>
                </a:cubicBezTo>
                <a:cubicBezTo>
                  <a:pt x="14496" y="4373"/>
                  <a:pt x="13820" y="4258"/>
                  <a:pt x="13115" y="4258"/>
                </a:cubicBezTo>
                <a:cubicBezTo>
                  <a:pt x="12312" y="4258"/>
                  <a:pt x="11471" y="4408"/>
                  <a:pt x="10706" y="4596"/>
                </a:cubicBezTo>
                <a:cubicBezTo>
                  <a:pt x="10023" y="4765"/>
                  <a:pt x="9316" y="4959"/>
                  <a:pt x="8608" y="4959"/>
                </a:cubicBezTo>
                <a:cubicBezTo>
                  <a:pt x="8441" y="4959"/>
                  <a:pt x="8274" y="4948"/>
                  <a:pt x="8107" y="4924"/>
                </a:cubicBezTo>
                <a:cubicBezTo>
                  <a:pt x="6811" y="4733"/>
                  <a:pt x="5999" y="3788"/>
                  <a:pt x="5474" y="2893"/>
                </a:cubicBezTo>
                <a:cubicBezTo>
                  <a:pt x="4948" y="1997"/>
                  <a:pt x="4493" y="1003"/>
                  <a:pt x="3416" y="436"/>
                </a:cubicBezTo>
                <a:cubicBezTo>
                  <a:pt x="2851" y="140"/>
                  <a:pt x="2164" y="1"/>
                  <a:pt x="1470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70" name="Google Shape;5070;p227"/>
          <p:cNvSpPr/>
          <p:nvPr/>
        </p:nvSpPr>
        <p:spPr>
          <a:xfrm rot="10800000">
            <a:off x="7573482" y="3136804"/>
            <a:ext cx="12575" cy="4050"/>
          </a:xfrm>
          <a:custGeom>
            <a:rect b="b" l="l" r="r" t="t"/>
            <a:pathLst>
              <a:path extrusionOk="0" h="162" w="503">
                <a:moveTo>
                  <a:pt x="61" y="0"/>
                </a:moveTo>
                <a:cubicBezTo>
                  <a:pt x="37" y="0"/>
                  <a:pt x="16" y="17"/>
                  <a:pt x="9" y="40"/>
                </a:cubicBezTo>
                <a:cubicBezTo>
                  <a:pt x="1" y="70"/>
                  <a:pt x="18" y="101"/>
                  <a:pt x="47" y="110"/>
                </a:cubicBezTo>
                <a:cubicBezTo>
                  <a:pt x="170" y="145"/>
                  <a:pt x="298" y="162"/>
                  <a:pt x="429" y="162"/>
                </a:cubicBezTo>
                <a:lnTo>
                  <a:pt x="447" y="162"/>
                </a:lnTo>
                <a:cubicBezTo>
                  <a:pt x="478" y="162"/>
                  <a:pt x="503" y="136"/>
                  <a:pt x="502" y="105"/>
                </a:cubicBezTo>
                <a:cubicBezTo>
                  <a:pt x="502" y="78"/>
                  <a:pt x="483" y="50"/>
                  <a:pt x="454" y="50"/>
                </a:cubicBezTo>
                <a:cubicBezTo>
                  <a:pt x="451" y="50"/>
                  <a:pt x="449" y="50"/>
                  <a:pt x="446" y="51"/>
                </a:cubicBezTo>
                <a:cubicBezTo>
                  <a:pt x="442" y="51"/>
                  <a:pt x="438" y="51"/>
                  <a:pt x="435" y="51"/>
                </a:cubicBezTo>
                <a:cubicBezTo>
                  <a:pt x="312" y="51"/>
                  <a:pt x="192" y="35"/>
                  <a:pt x="78" y="3"/>
                </a:cubicBezTo>
                <a:cubicBezTo>
                  <a:pt x="72" y="1"/>
                  <a:pt x="67" y="0"/>
                  <a:pt x="6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71" name="Google Shape;5071;p227"/>
          <p:cNvSpPr/>
          <p:nvPr/>
        </p:nvSpPr>
        <p:spPr>
          <a:xfrm rot="10800000">
            <a:off x="7341532" y="3544979"/>
            <a:ext cx="10925" cy="8600"/>
          </a:xfrm>
          <a:custGeom>
            <a:rect b="b" l="l" r="r" t="t"/>
            <a:pathLst>
              <a:path extrusionOk="0" h="344" w="437">
                <a:moveTo>
                  <a:pt x="63" y="0"/>
                </a:moveTo>
                <a:cubicBezTo>
                  <a:pt x="45" y="0"/>
                  <a:pt x="28" y="9"/>
                  <a:pt x="17" y="25"/>
                </a:cubicBezTo>
                <a:cubicBezTo>
                  <a:pt x="0" y="49"/>
                  <a:pt x="6" y="85"/>
                  <a:pt x="32" y="102"/>
                </a:cubicBezTo>
                <a:cubicBezTo>
                  <a:pt x="137" y="173"/>
                  <a:pt x="240" y="250"/>
                  <a:pt x="340" y="332"/>
                </a:cubicBezTo>
                <a:cubicBezTo>
                  <a:pt x="350" y="340"/>
                  <a:pt x="362" y="343"/>
                  <a:pt x="375" y="343"/>
                </a:cubicBezTo>
                <a:cubicBezTo>
                  <a:pt x="391" y="343"/>
                  <a:pt x="407" y="337"/>
                  <a:pt x="418" y="323"/>
                </a:cubicBezTo>
                <a:cubicBezTo>
                  <a:pt x="437" y="299"/>
                  <a:pt x="434" y="264"/>
                  <a:pt x="410" y="245"/>
                </a:cubicBezTo>
                <a:cubicBezTo>
                  <a:pt x="308" y="162"/>
                  <a:pt x="202" y="83"/>
                  <a:pt x="94" y="10"/>
                </a:cubicBezTo>
                <a:cubicBezTo>
                  <a:pt x="84" y="4"/>
                  <a:pt x="74" y="0"/>
                  <a:pt x="6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72" name="Google Shape;5072;p227"/>
          <p:cNvSpPr/>
          <p:nvPr/>
        </p:nvSpPr>
        <p:spPr>
          <a:xfrm rot="10800000">
            <a:off x="7022857" y="2140429"/>
            <a:ext cx="738550" cy="540325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73" name="Google Shape;5073;p227"/>
          <p:cNvSpPr/>
          <p:nvPr/>
        </p:nvSpPr>
        <p:spPr>
          <a:xfrm rot="9893225">
            <a:off x="5566886" y="326831"/>
            <a:ext cx="605796" cy="14193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74" name="Google Shape;5074;p227"/>
          <p:cNvGrpSpPr/>
          <p:nvPr/>
        </p:nvGrpSpPr>
        <p:grpSpPr>
          <a:xfrm rot="5400000">
            <a:off x="895797" y="4078555"/>
            <a:ext cx="221772" cy="200884"/>
            <a:chOff x="1640475" y="1197075"/>
            <a:chExt cx="55475" cy="50250"/>
          </a:xfrm>
        </p:grpSpPr>
        <p:sp>
          <p:nvSpPr>
            <p:cNvPr id="5075" name="Google Shape;5075;p22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22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22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78" name="Google Shape;5078;p227"/>
          <p:cNvSpPr/>
          <p:nvPr/>
        </p:nvSpPr>
        <p:spPr>
          <a:xfrm rot="-834203">
            <a:off x="8546511" y="363435"/>
            <a:ext cx="993864" cy="1557213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79" name="Google Shape;5079;p227"/>
          <p:cNvGrpSpPr/>
          <p:nvPr/>
        </p:nvGrpSpPr>
        <p:grpSpPr>
          <a:xfrm rot="4654902">
            <a:off x="837054" y="307905"/>
            <a:ext cx="433642" cy="392824"/>
            <a:chOff x="1640475" y="1197075"/>
            <a:chExt cx="55475" cy="50250"/>
          </a:xfrm>
        </p:grpSpPr>
        <p:sp>
          <p:nvSpPr>
            <p:cNvPr id="5080" name="Google Shape;5080;p22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22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22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83" name="Google Shape;5083;p227"/>
          <p:cNvSpPr/>
          <p:nvPr/>
        </p:nvSpPr>
        <p:spPr>
          <a:xfrm rot="9299609">
            <a:off x="8459354" y="3703232"/>
            <a:ext cx="580163" cy="13591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84" name="Google Shape;5084;p227"/>
          <p:cNvGrpSpPr/>
          <p:nvPr/>
        </p:nvGrpSpPr>
        <p:grpSpPr>
          <a:xfrm rot="5400000">
            <a:off x="8214811" y="2120822"/>
            <a:ext cx="221772" cy="200884"/>
            <a:chOff x="1640475" y="1197075"/>
            <a:chExt cx="55475" cy="50250"/>
          </a:xfrm>
        </p:grpSpPr>
        <p:sp>
          <p:nvSpPr>
            <p:cNvPr id="5085" name="Google Shape;5085;p22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22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22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3">
  <p:cSld name="SECTION_HEADER_1_1_3">
    <p:spTree>
      <p:nvGrpSpPr>
        <p:cNvPr id="5088" name="Shape 50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9" name="Google Shape;5089;p228"/>
          <p:cNvSpPr txBox="1"/>
          <p:nvPr>
            <p:ph type="title"/>
          </p:nvPr>
        </p:nvSpPr>
        <p:spPr>
          <a:xfrm>
            <a:off x="2848650" y="1984588"/>
            <a:ext cx="3446700" cy="45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5090" name="Google Shape;5090;p228">
            <a:hlinkClick/>
          </p:cNvPr>
          <p:cNvSpPr txBox="1"/>
          <p:nvPr>
            <p:ph idx="1" type="subTitle"/>
          </p:nvPr>
        </p:nvSpPr>
        <p:spPr>
          <a:xfrm>
            <a:off x="3923100" y="3825325"/>
            <a:ext cx="1297800" cy="59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Gloria Hallelujah"/>
              <a:buNone/>
              <a:defRPr sz="20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Gloria Hallelujah"/>
              <a:buNone/>
              <a:defRPr sz="21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9pPr>
          </a:lstStyle>
          <a:p/>
        </p:txBody>
      </p:sp>
      <p:sp>
        <p:nvSpPr>
          <p:cNvPr id="5091" name="Google Shape;5091;p228"/>
          <p:cNvSpPr txBox="1"/>
          <p:nvPr>
            <p:ph idx="2" type="subTitle"/>
          </p:nvPr>
        </p:nvSpPr>
        <p:spPr>
          <a:xfrm>
            <a:off x="3041400" y="2839138"/>
            <a:ext cx="3061200" cy="59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Raleway SemiBold"/>
              <a:buNone/>
              <a:defRPr sz="16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Raleway SemiBold"/>
              <a:buNone/>
              <a:defRPr sz="21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092" name="Google Shape;5092;p228"/>
          <p:cNvSpPr txBox="1"/>
          <p:nvPr>
            <p:ph hasCustomPrompt="1" idx="3" type="title"/>
          </p:nvPr>
        </p:nvSpPr>
        <p:spPr>
          <a:xfrm>
            <a:off x="3196050" y="540025"/>
            <a:ext cx="2751900" cy="1202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96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5093" name="Google Shape;5093;p228"/>
          <p:cNvSpPr/>
          <p:nvPr/>
        </p:nvSpPr>
        <p:spPr>
          <a:xfrm flipH="1" rot="10800000">
            <a:off x="6216363" y="-495213"/>
            <a:ext cx="4205930" cy="2291529"/>
          </a:xfrm>
          <a:custGeom>
            <a:rect b="b" l="l" r="r" t="t"/>
            <a:pathLst>
              <a:path extrusionOk="0" h="14261" w="26175">
                <a:moveTo>
                  <a:pt x="21312" y="0"/>
                </a:moveTo>
                <a:cubicBezTo>
                  <a:pt x="20977" y="0"/>
                  <a:pt x="20642" y="41"/>
                  <a:pt x="20313" y="99"/>
                </a:cubicBezTo>
                <a:cubicBezTo>
                  <a:pt x="19331" y="273"/>
                  <a:pt x="18260" y="586"/>
                  <a:pt x="17702" y="1484"/>
                </a:cubicBezTo>
                <a:cubicBezTo>
                  <a:pt x="17428" y="1925"/>
                  <a:pt x="17287" y="2436"/>
                  <a:pt x="16990" y="2864"/>
                </a:cubicBezTo>
                <a:cubicBezTo>
                  <a:pt x="16710" y="3266"/>
                  <a:pt x="16282" y="3522"/>
                  <a:pt x="15821" y="3664"/>
                </a:cubicBezTo>
                <a:cubicBezTo>
                  <a:pt x="15261" y="3837"/>
                  <a:pt x="14685" y="3858"/>
                  <a:pt x="14107" y="3858"/>
                </a:cubicBezTo>
                <a:cubicBezTo>
                  <a:pt x="13914" y="3858"/>
                  <a:pt x="13720" y="3856"/>
                  <a:pt x="13527" y="3856"/>
                </a:cubicBezTo>
                <a:cubicBezTo>
                  <a:pt x="13273" y="3856"/>
                  <a:pt x="13019" y="3860"/>
                  <a:pt x="12766" y="3880"/>
                </a:cubicBezTo>
                <a:cubicBezTo>
                  <a:pt x="12240" y="3921"/>
                  <a:pt x="11711" y="4025"/>
                  <a:pt x="11246" y="4285"/>
                </a:cubicBezTo>
                <a:cubicBezTo>
                  <a:pt x="10777" y="4547"/>
                  <a:pt x="10423" y="4956"/>
                  <a:pt x="10107" y="5381"/>
                </a:cubicBezTo>
                <a:cubicBezTo>
                  <a:pt x="9484" y="6224"/>
                  <a:pt x="8906" y="7121"/>
                  <a:pt x="8012" y="7708"/>
                </a:cubicBezTo>
                <a:cubicBezTo>
                  <a:pt x="7566" y="8003"/>
                  <a:pt x="7065" y="8190"/>
                  <a:pt x="6530" y="8231"/>
                </a:cubicBezTo>
                <a:cubicBezTo>
                  <a:pt x="6418" y="8239"/>
                  <a:pt x="6306" y="8243"/>
                  <a:pt x="6194" y="8243"/>
                </a:cubicBezTo>
                <a:cubicBezTo>
                  <a:pt x="5684" y="8243"/>
                  <a:pt x="5174" y="8166"/>
                  <a:pt x="4666" y="8122"/>
                </a:cubicBezTo>
                <a:cubicBezTo>
                  <a:pt x="4112" y="8075"/>
                  <a:pt x="3557" y="8052"/>
                  <a:pt x="3001" y="8052"/>
                </a:cubicBezTo>
                <a:cubicBezTo>
                  <a:pt x="2916" y="8052"/>
                  <a:pt x="2830" y="8052"/>
                  <a:pt x="2744" y="8054"/>
                </a:cubicBezTo>
                <a:cubicBezTo>
                  <a:pt x="2475" y="8057"/>
                  <a:pt x="2183" y="8043"/>
                  <a:pt x="1931" y="8148"/>
                </a:cubicBezTo>
                <a:cubicBezTo>
                  <a:pt x="1700" y="8244"/>
                  <a:pt x="1557" y="8443"/>
                  <a:pt x="1448" y="8660"/>
                </a:cubicBezTo>
                <a:cubicBezTo>
                  <a:pt x="1157" y="9242"/>
                  <a:pt x="895" y="9837"/>
                  <a:pt x="618" y="10425"/>
                </a:cubicBezTo>
                <a:cubicBezTo>
                  <a:pt x="483" y="10711"/>
                  <a:pt x="344" y="10996"/>
                  <a:pt x="215" y="11284"/>
                </a:cubicBezTo>
                <a:cubicBezTo>
                  <a:pt x="103" y="11537"/>
                  <a:pt x="1" y="11806"/>
                  <a:pt x="9" y="12087"/>
                </a:cubicBezTo>
                <a:cubicBezTo>
                  <a:pt x="26" y="12628"/>
                  <a:pt x="464" y="12993"/>
                  <a:pt x="898" y="13242"/>
                </a:cubicBezTo>
                <a:cubicBezTo>
                  <a:pt x="1355" y="13506"/>
                  <a:pt x="1863" y="13671"/>
                  <a:pt x="2379" y="13769"/>
                </a:cubicBezTo>
                <a:cubicBezTo>
                  <a:pt x="3456" y="13974"/>
                  <a:pt x="4560" y="13920"/>
                  <a:pt x="5650" y="13980"/>
                </a:cubicBezTo>
                <a:cubicBezTo>
                  <a:pt x="6939" y="14051"/>
                  <a:pt x="8222" y="14239"/>
                  <a:pt x="9514" y="14259"/>
                </a:cubicBezTo>
                <a:cubicBezTo>
                  <a:pt x="9569" y="14260"/>
                  <a:pt x="9623" y="14261"/>
                  <a:pt x="9677" y="14261"/>
                </a:cubicBezTo>
                <a:cubicBezTo>
                  <a:pt x="10875" y="14261"/>
                  <a:pt x="12038" y="14052"/>
                  <a:pt x="13207" y="13797"/>
                </a:cubicBezTo>
                <a:cubicBezTo>
                  <a:pt x="13817" y="13663"/>
                  <a:pt x="14426" y="13526"/>
                  <a:pt x="15041" y="13424"/>
                </a:cubicBezTo>
                <a:cubicBezTo>
                  <a:pt x="15675" y="13317"/>
                  <a:pt x="16315" y="13253"/>
                  <a:pt x="16956" y="13206"/>
                </a:cubicBezTo>
                <a:cubicBezTo>
                  <a:pt x="18228" y="13113"/>
                  <a:pt x="19506" y="13085"/>
                  <a:pt x="20774" y="12938"/>
                </a:cubicBezTo>
                <a:cubicBezTo>
                  <a:pt x="21322" y="12875"/>
                  <a:pt x="21864" y="12773"/>
                  <a:pt x="22412" y="12707"/>
                </a:cubicBezTo>
                <a:cubicBezTo>
                  <a:pt x="22674" y="12676"/>
                  <a:pt x="22942" y="12652"/>
                  <a:pt x="23208" y="12652"/>
                </a:cubicBezTo>
                <a:cubicBezTo>
                  <a:pt x="23451" y="12652"/>
                  <a:pt x="23692" y="12672"/>
                  <a:pt x="23928" y="12724"/>
                </a:cubicBezTo>
                <a:cubicBezTo>
                  <a:pt x="24162" y="12777"/>
                  <a:pt x="24387" y="12861"/>
                  <a:pt x="24591" y="12989"/>
                </a:cubicBezTo>
                <a:cubicBezTo>
                  <a:pt x="24696" y="13055"/>
                  <a:pt x="24788" y="13167"/>
                  <a:pt x="24915" y="13170"/>
                </a:cubicBezTo>
                <a:cubicBezTo>
                  <a:pt x="24918" y="13170"/>
                  <a:pt x="24920" y="13170"/>
                  <a:pt x="24923" y="13170"/>
                </a:cubicBezTo>
                <a:cubicBezTo>
                  <a:pt x="25030" y="13170"/>
                  <a:pt x="25141" y="13147"/>
                  <a:pt x="25241" y="13108"/>
                </a:cubicBezTo>
                <a:cubicBezTo>
                  <a:pt x="25716" y="12928"/>
                  <a:pt x="25988" y="12456"/>
                  <a:pt x="26075" y="11977"/>
                </a:cubicBezTo>
                <a:cubicBezTo>
                  <a:pt x="26127" y="11687"/>
                  <a:pt x="26128" y="11393"/>
                  <a:pt x="26127" y="11099"/>
                </a:cubicBezTo>
                <a:cubicBezTo>
                  <a:pt x="26126" y="10779"/>
                  <a:pt x="26124" y="10457"/>
                  <a:pt x="26123" y="10135"/>
                </a:cubicBezTo>
                <a:cubicBezTo>
                  <a:pt x="26121" y="9483"/>
                  <a:pt x="26118" y="8831"/>
                  <a:pt x="26116" y="8179"/>
                </a:cubicBezTo>
                <a:cubicBezTo>
                  <a:pt x="26112" y="6939"/>
                  <a:pt x="26107" y="5700"/>
                  <a:pt x="26102" y="4459"/>
                </a:cubicBezTo>
                <a:lnTo>
                  <a:pt x="26102" y="4459"/>
                </a:lnTo>
                <a:cubicBezTo>
                  <a:pt x="26105" y="4461"/>
                  <a:pt x="26107" y="4462"/>
                  <a:pt x="26109" y="4462"/>
                </a:cubicBezTo>
                <a:cubicBezTo>
                  <a:pt x="26174" y="4462"/>
                  <a:pt x="26046" y="3375"/>
                  <a:pt x="25375" y="3280"/>
                </a:cubicBezTo>
                <a:cubicBezTo>
                  <a:pt x="24338" y="3135"/>
                  <a:pt x="24244" y="1492"/>
                  <a:pt x="23438" y="803"/>
                </a:cubicBezTo>
                <a:cubicBezTo>
                  <a:pt x="23048" y="470"/>
                  <a:pt x="22597" y="206"/>
                  <a:pt x="22095" y="87"/>
                </a:cubicBezTo>
                <a:cubicBezTo>
                  <a:pt x="21837" y="25"/>
                  <a:pt x="21575" y="0"/>
                  <a:pt x="21312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94" name="Google Shape;5094;p228"/>
          <p:cNvSpPr/>
          <p:nvPr/>
        </p:nvSpPr>
        <p:spPr>
          <a:xfrm>
            <a:off x="-244024" y="3401631"/>
            <a:ext cx="2089708" cy="2096136"/>
          </a:xfrm>
          <a:custGeom>
            <a:rect b="b" l="l" r="r" t="t"/>
            <a:pathLst>
              <a:path extrusionOk="0" h="13045" w="13005">
                <a:moveTo>
                  <a:pt x="1922" y="1"/>
                </a:moveTo>
                <a:cubicBezTo>
                  <a:pt x="1849" y="1"/>
                  <a:pt x="1776" y="4"/>
                  <a:pt x="1703" y="11"/>
                </a:cubicBezTo>
                <a:cubicBezTo>
                  <a:pt x="1260" y="54"/>
                  <a:pt x="818" y="227"/>
                  <a:pt x="503" y="551"/>
                </a:cubicBezTo>
                <a:cubicBezTo>
                  <a:pt x="150" y="913"/>
                  <a:pt x="38" y="1411"/>
                  <a:pt x="20" y="1903"/>
                </a:cubicBezTo>
                <a:cubicBezTo>
                  <a:pt x="0" y="2484"/>
                  <a:pt x="46" y="3073"/>
                  <a:pt x="66" y="3654"/>
                </a:cubicBezTo>
                <a:cubicBezTo>
                  <a:pt x="86" y="4273"/>
                  <a:pt x="107" y="4891"/>
                  <a:pt x="127" y="5509"/>
                </a:cubicBezTo>
                <a:lnTo>
                  <a:pt x="374" y="12928"/>
                </a:lnTo>
                <a:cubicBezTo>
                  <a:pt x="376" y="12996"/>
                  <a:pt x="429" y="13044"/>
                  <a:pt x="492" y="13044"/>
                </a:cubicBezTo>
                <a:cubicBezTo>
                  <a:pt x="501" y="13044"/>
                  <a:pt x="511" y="13043"/>
                  <a:pt x="520" y="13041"/>
                </a:cubicBezTo>
                <a:cubicBezTo>
                  <a:pt x="1437" y="12830"/>
                  <a:pt x="2365" y="12670"/>
                  <a:pt x="3299" y="12564"/>
                </a:cubicBezTo>
                <a:cubicBezTo>
                  <a:pt x="4235" y="12458"/>
                  <a:pt x="5175" y="12406"/>
                  <a:pt x="6116" y="12406"/>
                </a:cubicBezTo>
                <a:cubicBezTo>
                  <a:pt x="6835" y="12406"/>
                  <a:pt x="7554" y="12436"/>
                  <a:pt x="8271" y="12496"/>
                </a:cubicBezTo>
                <a:cubicBezTo>
                  <a:pt x="8728" y="12533"/>
                  <a:pt x="9209" y="12577"/>
                  <a:pt x="9687" y="12577"/>
                </a:cubicBezTo>
                <a:cubicBezTo>
                  <a:pt x="10492" y="12577"/>
                  <a:pt x="11288" y="12454"/>
                  <a:pt x="11947" y="11977"/>
                </a:cubicBezTo>
                <a:lnTo>
                  <a:pt x="11947" y="11977"/>
                </a:lnTo>
                <a:cubicBezTo>
                  <a:pt x="11945" y="11988"/>
                  <a:pt x="11948" y="11993"/>
                  <a:pt x="11955" y="11993"/>
                </a:cubicBezTo>
                <a:cubicBezTo>
                  <a:pt x="12017" y="11993"/>
                  <a:pt x="12409" y="11534"/>
                  <a:pt x="12496" y="11300"/>
                </a:cubicBezTo>
                <a:cubicBezTo>
                  <a:pt x="12866" y="10319"/>
                  <a:pt x="13005" y="9208"/>
                  <a:pt x="12677" y="8195"/>
                </a:cubicBezTo>
                <a:cubicBezTo>
                  <a:pt x="12404" y="7349"/>
                  <a:pt x="11818" y="6569"/>
                  <a:pt x="11000" y="6188"/>
                </a:cubicBezTo>
                <a:cubicBezTo>
                  <a:pt x="10082" y="5759"/>
                  <a:pt x="9032" y="5924"/>
                  <a:pt x="8092" y="5581"/>
                </a:cubicBezTo>
                <a:cubicBezTo>
                  <a:pt x="7160" y="5240"/>
                  <a:pt x="6737" y="4324"/>
                  <a:pt x="6316" y="3499"/>
                </a:cubicBezTo>
                <a:cubicBezTo>
                  <a:pt x="5859" y="2602"/>
                  <a:pt x="5271" y="1802"/>
                  <a:pt x="4492" y="1159"/>
                </a:cubicBezTo>
                <a:cubicBezTo>
                  <a:pt x="3786" y="579"/>
                  <a:pt x="2870" y="1"/>
                  <a:pt x="1922" y="1"/>
                </a:cubicBezTo>
                <a:close/>
              </a:path>
            </a:pathLst>
          </a:custGeom>
          <a:solidFill>
            <a:schemeClr val="dk2">
              <a:alpha val="4018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95" name="Google Shape;5095;p228"/>
          <p:cNvSpPr/>
          <p:nvPr/>
        </p:nvSpPr>
        <p:spPr>
          <a:xfrm rot="10800000">
            <a:off x="6036760" y="3964766"/>
            <a:ext cx="3916858" cy="1383980"/>
          </a:xfrm>
          <a:custGeom>
            <a:rect b="b" l="l" r="r" t="t"/>
            <a:pathLst>
              <a:path extrusionOk="0" h="8613" w="24376">
                <a:moveTo>
                  <a:pt x="1748" y="0"/>
                </a:moveTo>
                <a:cubicBezTo>
                  <a:pt x="1709" y="0"/>
                  <a:pt x="1669" y="2"/>
                  <a:pt x="1629" y="7"/>
                </a:cubicBezTo>
                <a:cubicBezTo>
                  <a:pt x="1391" y="38"/>
                  <a:pt x="1250" y="176"/>
                  <a:pt x="1187" y="347"/>
                </a:cubicBezTo>
                <a:cubicBezTo>
                  <a:pt x="1033" y="773"/>
                  <a:pt x="935" y="1218"/>
                  <a:pt x="819" y="1650"/>
                </a:cubicBezTo>
                <a:cubicBezTo>
                  <a:pt x="701" y="2092"/>
                  <a:pt x="590" y="2536"/>
                  <a:pt x="496" y="2983"/>
                </a:cubicBezTo>
                <a:cubicBezTo>
                  <a:pt x="126" y="4733"/>
                  <a:pt x="0" y="6549"/>
                  <a:pt x="659" y="8271"/>
                </a:cubicBezTo>
                <a:cubicBezTo>
                  <a:pt x="678" y="8321"/>
                  <a:pt x="733" y="8346"/>
                  <a:pt x="790" y="8346"/>
                </a:cubicBezTo>
                <a:cubicBezTo>
                  <a:pt x="835" y="8346"/>
                  <a:pt x="881" y="8329"/>
                  <a:pt x="910" y="8296"/>
                </a:cubicBezTo>
                <a:cubicBezTo>
                  <a:pt x="1048" y="8134"/>
                  <a:pt x="1206" y="7983"/>
                  <a:pt x="1385" y="7843"/>
                </a:cubicBezTo>
                <a:cubicBezTo>
                  <a:pt x="2101" y="7284"/>
                  <a:pt x="3087" y="6944"/>
                  <a:pt x="4095" y="6849"/>
                </a:cubicBezTo>
                <a:cubicBezTo>
                  <a:pt x="4314" y="6828"/>
                  <a:pt x="4534" y="6818"/>
                  <a:pt x="4754" y="6818"/>
                </a:cubicBezTo>
                <a:cubicBezTo>
                  <a:pt x="5730" y="6818"/>
                  <a:pt x="6704" y="7012"/>
                  <a:pt x="7586" y="7328"/>
                </a:cubicBezTo>
                <a:cubicBezTo>
                  <a:pt x="8653" y="7708"/>
                  <a:pt x="9622" y="8264"/>
                  <a:pt x="10770" y="8502"/>
                </a:cubicBezTo>
                <a:cubicBezTo>
                  <a:pt x="11110" y="8573"/>
                  <a:pt x="11460" y="8612"/>
                  <a:pt x="11804" y="8612"/>
                </a:cubicBezTo>
                <a:cubicBezTo>
                  <a:pt x="12445" y="8612"/>
                  <a:pt x="13071" y="8476"/>
                  <a:pt x="13597" y="8154"/>
                </a:cubicBezTo>
                <a:cubicBezTo>
                  <a:pt x="14183" y="7795"/>
                  <a:pt x="14557" y="7273"/>
                  <a:pt x="14873" y="6761"/>
                </a:cubicBezTo>
                <a:cubicBezTo>
                  <a:pt x="15208" y="6214"/>
                  <a:pt x="15488" y="5645"/>
                  <a:pt x="15900" y="5129"/>
                </a:cubicBezTo>
                <a:cubicBezTo>
                  <a:pt x="16333" y="4590"/>
                  <a:pt x="16925" y="4168"/>
                  <a:pt x="17743" y="4015"/>
                </a:cubicBezTo>
                <a:cubicBezTo>
                  <a:pt x="18117" y="3945"/>
                  <a:pt x="18497" y="3924"/>
                  <a:pt x="18879" y="3924"/>
                </a:cubicBezTo>
                <a:cubicBezTo>
                  <a:pt x="19431" y="3924"/>
                  <a:pt x="19988" y="3967"/>
                  <a:pt x="20538" y="3967"/>
                </a:cubicBezTo>
                <a:cubicBezTo>
                  <a:pt x="20675" y="3967"/>
                  <a:pt x="20811" y="3964"/>
                  <a:pt x="20947" y="3958"/>
                </a:cubicBezTo>
                <a:cubicBezTo>
                  <a:pt x="21449" y="3933"/>
                  <a:pt x="21952" y="3857"/>
                  <a:pt x="22403" y="3679"/>
                </a:cubicBezTo>
                <a:cubicBezTo>
                  <a:pt x="22808" y="3518"/>
                  <a:pt x="23157" y="3280"/>
                  <a:pt x="23433" y="3003"/>
                </a:cubicBezTo>
                <a:cubicBezTo>
                  <a:pt x="23951" y="2479"/>
                  <a:pt x="24196" y="1807"/>
                  <a:pt x="24066" y="1157"/>
                </a:cubicBezTo>
                <a:lnTo>
                  <a:pt x="24066" y="1157"/>
                </a:lnTo>
                <a:cubicBezTo>
                  <a:pt x="24067" y="1158"/>
                  <a:pt x="24069" y="1158"/>
                  <a:pt x="24071" y="1158"/>
                </a:cubicBezTo>
                <a:cubicBezTo>
                  <a:pt x="24093" y="1158"/>
                  <a:pt x="24117" y="1151"/>
                  <a:pt x="24142" y="1138"/>
                </a:cubicBezTo>
                <a:cubicBezTo>
                  <a:pt x="24292" y="1056"/>
                  <a:pt x="24376" y="935"/>
                  <a:pt x="24372" y="792"/>
                </a:cubicBezTo>
                <a:cubicBezTo>
                  <a:pt x="24363" y="440"/>
                  <a:pt x="23972" y="240"/>
                  <a:pt x="23550" y="217"/>
                </a:cubicBezTo>
                <a:cubicBezTo>
                  <a:pt x="23514" y="215"/>
                  <a:pt x="23478" y="215"/>
                  <a:pt x="23442" y="215"/>
                </a:cubicBezTo>
                <a:cubicBezTo>
                  <a:pt x="23211" y="215"/>
                  <a:pt x="22977" y="252"/>
                  <a:pt x="22750" y="280"/>
                </a:cubicBezTo>
                <a:cubicBezTo>
                  <a:pt x="22445" y="317"/>
                  <a:pt x="22139" y="351"/>
                  <a:pt x="21832" y="383"/>
                </a:cubicBezTo>
                <a:cubicBezTo>
                  <a:pt x="20628" y="507"/>
                  <a:pt x="19418" y="590"/>
                  <a:pt x="18207" y="648"/>
                </a:cubicBezTo>
                <a:cubicBezTo>
                  <a:pt x="15784" y="762"/>
                  <a:pt x="13357" y="774"/>
                  <a:pt x="10932" y="789"/>
                </a:cubicBezTo>
                <a:cubicBezTo>
                  <a:pt x="10568" y="791"/>
                  <a:pt x="10203" y="793"/>
                  <a:pt x="9838" y="793"/>
                </a:cubicBezTo>
                <a:cubicBezTo>
                  <a:pt x="7878" y="793"/>
                  <a:pt x="5909" y="743"/>
                  <a:pt x="3985" y="438"/>
                </a:cubicBezTo>
                <a:cubicBezTo>
                  <a:pt x="3423" y="348"/>
                  <a:pt x="2866" y="237"/>
                  <a:pt x="2318" y="100"/>
                </a:cubicBezTo>
                <a:cubicBezTo>
                  <a:pt x="2134" y="55"/>
                  <a:pt x="1943" y="0"/>
                  <a:pt x="1748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96" name="Google Shape;5096;p228"/>
          <p:cNvSpPr/>
          <p:nvPr/>
        </p:nvSpPr>
        <p:spPr>
          <a:xfrm flipH="1" rot="-1106655">
            <a:off x="-1741193" y="-924117"/>
            <a:ext cx="4345217" cy="3055567"/>
          </a:xfrm>
          <a:custGeom>
            <a:rect b="b" l="l" r="r" t="t"/>
            <a:pathLst>
              <a:path extrusionOk="0" h="19016" w="27042">
                <a:moveTo>
                  <a:pt x="5311" y="0"/>
                </a:moveTo>
                <a:cubicBezTo>
                  <a:pt x="5179" y="0"/>
                  <a:pt x="5075" y="178"/>
                  <a:pt x="5211" y="262"/>
                </a:cubicBezTo>
                <a:cubicBezTo>
                  <a:pt x="5431" y="399"/>
                  <a:pt x="5652" y="530"/>
                  <a:pt x="5876" y="657"/>
                </a:cubicBezTo>
                <a:cubicBezTo>
                  <a:pt x="3749" y="1565"/>
                  <a:pt x="1452" y="2798"/>
                  <a:pt x="713" y="5101"/>
                </a:cubicBezTo>
                <a:cubicBezTo>
                  <a:pt x="0" y="7321"/>
                  <a:pt x="1219" y="10007"/>
                  <a:pt x="3411" y="10856"/>
                </a:cubicBezTo>
                <a:cubicBezTo>
                  <a:pt x="3728" y="10979"/>
                  <a:pt x="4069" y="11058"/>
                  <a:pt x="4406" y="11058"/>
                </a:cubicBezTo>
                <a:cubicBezTo>
                  <a:pt x="4688" y="11058"/>
                  <a:pt x="4968" y="11003"/>
                  <a:pt x="5229" y="10871"/>
                </a:cubicBezTo>
                <a:cubicBezTo>
                  <a:pt x="5743" y="10614"/>
                  <a:pt x="6086" y="10140"/>
                  <a:pt x="6367" y="9654"/>
                </a:cubicBezTo>
                <a:cubicBezTo>
                  <a:pt x="6660" y="9147"/>
                  <a:pt x="6901" y="8604"/>
                  <a:pt x="7258" y="8138"/>
                </a:cubicBezTo>
                <a:cubicBezTo>
                  <a:pt x="7586" y="7709"/>
                  <a:pt x="8056" y="7408"/>
                  <a:pt x="8567" y="7243"/>
                </a:cubicBezTo>
                <a:cubicBezTo>
                  <a:pt x="8835" y="7156"/>
                  <a:pt x="9122" y="7107"/>
                  <a:pt x="9407" y="7107"/>
                </a:cubicBezTo>
                <a:cubicBezTo>
                  <a:pt x="9658" y="7107"/>
                  <a:pt x="9908" y="7145"/>
                  <a:pt x="10143" y="7227"/>
                </a:cubicBezTo>
                <a:cubicBezTo>
                  <a:pt x="10681" y="7416"/>
                  <a:pt x="11050" y="7824"/>
                  <a:pt x="11259" y="8347"/>
                </a:cubicBezTo>
                <a:cubicBezTo>
                  <a:pt x="11495" y="8938"/>
                  <a:pt x="11543" y="9582"/>
                  <a:pt x="11752" y="10181"/>
                </a:cubicBezTo>
                <a:cubicBezTo>
                  <a:pt x="11957" y="10769"/>
                  <a:pt x="12358" y="11405"/>
                  <a:pt x="12983" y="11603"/>
                </a:cubicBezTo>
                <a:cubicBezTo>
                  <a:pt x="13117" y="11646"/>
                  <a:pt x="13250" y="11665"/>
                  <a:pt x="13380" y="11665"/>
                </a:cubicBezTo>
                <a:cubicBezTo>
                  <a:pt x="13765" y="11665"/>
                  <a:pt x="14132" y="11502"/>
                  <a:pt x="14481" y="11319"/>
                </a:cubicBezTo>
                <a:cubicBezTo>
                  <a:pt x="14811" y="11146"/>
                  <a:pt x="15183" y="10926"/>
                  <a:pt x="15563" y="10926"/>
                </a:cubicBezTo>
                <a:cubicBezTo>
                  <a:pt x="15675" y="10926"/>
                  <a:pt x="15789" y="10946"/>
                  <a:pt x="15902" y="10992"/>
                </a:cubicBezTo>
                <a:cubicBezTo>
                  <a:pt x="16505" y="11236"/>
                  <a:pt x="16731" y="12009"/>
                  <a:pt x="16886" y="12576"/>
                </a:cubicBezTo>
                <a:cubicBezTo>
                  <a:pt x="17067" y="13246"/>
                  <a:pt x="17237" y="13920"/>
                  <a:pt x="17447" y="14583"/>
                </a:cubicBezTo>
                <a:cubicBezTo>
                  <a:pt x="17859" y="15878"/>
                  <a:pt x="18454" y="17143"/>
                  <a:pt x="19512" y="18032"/>
                </a:cubicBezTo>
                <a:cubicBezTo>
                  <a:pt x="20225" y="18631"/>
                  <a:pt x="21110" y="19015"/>
                  <a:pt x="22020" y="19015"/>
                </a:cubicBezTo>
                <a:cubicBezTo>
                  <a:pt x="22330" y="19015"/>
                  <a:pt x="22643" y="18971"/>
                  <a:pt x="22954" y="18875"/>
                </a:cubicBezTo>
                <a:cubicBezTo>
                  <a:pt x="24002" y="18552"/>
                  <a:pt x="24786" y="17702"/>
                  <a:pt x="25334" y="16784"/>
                </a:cubicBezTo>
                <a:cubicBezTo>
                  <a:pt x="25931" y="15784"/>
                  <a:pt x="26309" y="14669"/>
                  <a:pt x="26587" y="13543"/>
                </a:cubicBezTo>
                <a:cubicBezTo>
                  <a:pt x="26872" y="12393"/>
                  <a:pt x="27042" y="11178"/>
                  <a:pt x="26859" y="9998"/>
                </a:cubicBezTo>
                <a:cubicBezTo>
                  <a:pt x="26669" y="8763"/>
                  <a:pt x="26045" y="7686"/>
                  <a:pt x="25037" y="6940"/>
                </a:cubicBezTo>
                <a:cubicBezTo>
                  <a:pt x="23865" y="6071"/>
                  <a:pt x="22401" y="5638"/>
                  <a:pt x="21023" y="5219"/>
                </a:cubicBezTo>
                <a:cubicBezTo>
                  <a:pt x="19511" y="4758"/>
                  <a:pt x="17976" y="4376"/>
                  <a:pt x="16442" y="3995"/>
                </a:cubicBezTo>
                <a:cubicBezTo>
                  <a:pt x="13377" y="3236"/>
                  <a:pt x="10276" y="2484"/>
                  <a:pt x="7410" y="1122"/>
                </a:cubicBezTo>
                <a:cubicBezTo>
                  <a:pt x="7124" y="986"/>
                  <a:pt x="6842" y="844"/>
                  <a:pt x="6563" y="695"/>
                </a:cubicBezTo>
                <a:cubicBezTo>
                  <a:pt x="6622" y="671"/>
                  <a:pt x="6682" y="645"/>
                  <a:pt x="6742" y="621"/>
                </a:cubicBezTo>
                <a:cubicBezTo>
                  <a:pt x="6901" y="557"/>
                  <a:pt x="6828" y="333"/>
                  <a:pt x="6684" y="333"/>
                </a:cubicBezTo>
                <a:cubicBezTo>
                  <a:pt x="6666" y="333"/>
                  <a:pt x="6646" y="336"/>
                  <a:pt x="6625" y="345"/>
                </a:cubicBezTo>
                <a:cubicBezTo>
                  <a:pt x="6492" y="400"/>
                  <a:pt x="6358" y="454"/>
                  <a:pt x="6223" y="510"/>
                </a:cubicBezTo>
                <a:cubicBezTo>
                  <a:pt x="5943" y="355"/>
                  <a:pt x="5666" y="194"/>
                  <a:pt x="5394" y="25"/>
                </a:cubicBezTo>
                <a:cubicBezTo>
                  <a:pt x="5366" y="8"/>
                  <a:pt x="5338" y="0"/>
                  <a:pt x="5311" y="0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97" name="Google Shape;5097;p228"/>
          <p:cNvSpPr/>
          <p:nvPr/>
        </p:nvSpPr>
        <p:spPr>
          <a:xfrm flipH="1" rot="9000131">
            <a:off x="8344172" y="4740550"/>
            <a:ext cx="434381" cy="10175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98" name="Google Shape;5098;p228"/>
          <p:cNvSpPr/>
          <p:nvPr/>
        </p:nvSpPr>
        <p:spPr>
          <a:xfrm flipH="1" rot="-9899901">
            <a:off x="1737560" y="291519"/>
            <a:ext cx="545173" cy="12772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99" name="Google Shape;5099;p228"/>
          <p:cNvGrpSpPr/>
          <p:nvPr/>
        </p:nvGrpSpPr>
        <p:grpSpPr>
          <a:xfrm rot="900044">
            <a:off x="8343430" y="2439620"/>
            <a:ext cx="228603" cy="207086"/>
            <a:chOff x="1640475" y="1197075"/>
            <a:chExt cx="55475" cy="50250"/>
          </a:xfrm>
        </p:grpSpPr>
        <p:sp>
          <p:nvSpPr>
            <p:cNvPr id="5100" name="Google Shape;5100;p22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22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22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03" name="Google Shape;5103;p228"/>
          <p:cNvSpPr/>
          <p:nvPr/>
        </p:nvSpPr>
        <p:spPr>
          <a:xfrm rot="1133433">
            <a:off x="682181" y="4093383"/>
            <a:ext cx="970030" cy="22723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04" name="Google Shape;5104;p228"/>
          <p:cNvSpPr/>
          <p:nvPr/>
        </p:nvSpPr>
        <p:spPr>
          <a:xfrm rot="6434815">
            <a:off x="6414621" y="-91496"/>
            <a:ext cx="559646" cy="827411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05" name="Google Shape;5105;p228"/>
          <p:cNvGrpSpPr/>
          <p:nvPr/>
        </p:nvGrpSpPr>
        <p:grpSpPr>
          <a:xfrm rot="-10470744">
            <a:off x="6410236" y="860386"/>
            <a:ext cx="274444" cy="248605"/>
            <a:chOff x="1640475" y="1197075"/>
            <a:chExt cx="55475" cy="50250"/>
          </a:xfrm>
        </p:grpSpPr>
        <p:sp>
          <p:nvSpPr>
            <p:cNvPr id="5106" name="Google Shape;5106;p22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22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22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09" name="Google Shape;5109;p228"/>
          <p:cNvSpPr/>
          <p:nvPr/>
        </p:nvSpPr>
        <p:spPr>
          <a:xfrm flipH="1" rot="-3485199">
            <a:off x="8553503" y="1281933"/>
            <a:ext cx="434401" cy="10175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10" name="Google Shape;5110;p228"/>
          <p:cNvGrpSpPr/>
          <p:nvPr/>
        </p:nvGrpSpPr>
        <p:grpSpPr>
          <a:xfrm rot="7711333">
            <a:off x="720310" y="1410592"/>
            <a:ext cx="294397" cy="266683"/>
            <a:chOff x="1640475" y="1197075"/>
            <a:chExt cx="55475" cy="50250"/>
          </a:xfrm>
        </p:grpSpPr>
        <p:sp>
          <p:nvSpPr>
            <p:cNvPr id="5111" name="Google Shape;5111;p22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22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22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_5">
    <p:spTree>
      <p:nvGrpSpPr>
        <p:cNvPr id="5114" name="Shape 5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15" name="Google Shape;5115;p229"/>
          <p:cNvSpPr/>
          <p:nvPr/>
        </p:nvSpPr>
        <p:spPr>
          <a:xfrm>
            <a:off x="-148873" y="3525345"/>
            <a:ext cx="3825648" cy="1800343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16" name="Google Shape;5116;p229"/>
          <p:cNvSpPr/>
          <p:nvPr/>
        </p:nvSpPr>
        <p:spPr>
          <a:xfrm>
            <a:off x="-425898" y="-291775"/>
            <a:ext cx="3298272" cy="1820589"/>
          </a:xfrm>
          <a:custGeom>
            <a:rect b="b" l="l" r="r" t="t"/>
            <a:pathLst>
              <a:path extrusionOk="0" h="11330" w="20526">
                <a:moveTo>
                  <a:pt x="12939" y="1"/>
                </a:moveTo>
                <a:cubicBezTo>
                  <a:pt x="11999" y="1"/>
                  <a:pt x="11086" y="167"/>
                  <a:pt x="10169" y="370"/>
                </a:cubicBezTo>
                <a:cubicBezTo>
                  <a:pt x="9691" y="476"/>
                  <a:pt x="9213" y="584"/>
                  <a:pt x="8731" y="667"/>
                </a:cubicBezTo>
                <a:cubicBezTo>
                  <a:pt x="8234" y="750"/>
                  <a:pt x="7732" y="802"/>
                  <a:pt x="7229" y="839"/>
                </a:cubicBezTo>
                <a:cubicBezTo>
                  <a:pt x="6231" y="913"/>
                  <a:pt x="5230" y="935"/>
                  <a:pt x="4235" y="1052"/>
                </a:cubicBezTo>
                <a:cubicBezTo>
                  <a:pt x="3806" y="1102"/>
                  <a:pt x="3380" y="1184"/>
                  <a:pt x="2951" y="1235"/>
                </a:cubicBezTo>
                <a:cubicBezTo>
                  <a:pt x="2746" y="1260"/>
                  <a:pt x="2537" y="1279"/>
                  <a:pt x="2328" y="1279"/>
                </a:cubicBezTo>
                <a:cubicBezTo>
                  <a:pt x="2138" y="1279"/>
                  <a:pt x="1948" y="1263"/>
                  <a:pt x="1762" y="1222"/>
                </a:cubicBezTo>
                <a:cubicBezTo>
                  <a:pt x="1578" y="1180"/>
                  <a:pt x="1402" y="1113"/>
                  <a:pt x="1242" y="1012"/>
                </a:cubicBezTo>
                <a:cubicBezTo>
                  <a:pt x="1161" y="960"/>
                  <a:pt x="1089" y="870"/>
                  <a:pt x="988" y="868"/>
                </a:cubicBezTo>
                <a:cubicBezTo>
                  <a:pt x="985" y="868"/>
                  <a:pt x="983" y="868"/>
                  <a:pt x="981" y="868"/>
                </a:cubicBezTo>
                <a:cubicBezTo>
                  <a:pt x="897" y="868"/>
                  <a:pt x="810" y="887"/>
                  <a:pt x="732" y="917"/>
                </a:cubicBezTo>
                <a:cubicBezTo>
                  <a:pt x="360" y="1060"/>
                  <a:pt x="147" y="1435"/>
                  <a:pt x="79" y="1816"/>
                </a:cubicBezTo>
                <a:cubicBezTo>
                  <a:pt x="38" y="2046"/>
                  <a:pt x="37" y="2279"/>
                  <a:pt x="38" y="2512"/>
                </a:cubicBezTo>
                <a:cubicBezTo>
                  <a:pt x="38" y="2767"/>
                  <a:pt x="39" y="3024"/>
                  <a:pt x="40" y="3279"/>
                </a:cubicBezTo>
                <a:cubicBezTo>
                  <a:pt x="42" y="3797"/>
                  <a:pt x="44" y="4315"/>
                  <a:pt x="46" y="4833"/>
                </a:cubicBezTo>
                <a:cubicBezTo>
                  <a:pt x="50" y="5817"/>
                  <a:pt x="54" y="6803"/>
                  <a:pt x="57" y="7787"/>
                </a:cubicBezTo>
                <a:cubicBezTo>
                  <a:pt x="55" y="7786"/>
                  <a:pt x="54" y="7785"/>
                  <a:pt x="52" y="7785"/>
                </a:cubicBezTo>
                <a:cubicBezTo>
                  <a:pt x="0" y="7785"/>
                  <a:pt x="101" y="8649"/>
                  <a:pt x="628" y="8724"/>
                </a:cubicBezTo>
                <a:cubicBezTo>
                  <a:pt x="1441" y="8840"/>
                  <a:pt x="1514" y="10145"/>
                  <a:pt x="2146" y="10693"/>
                </a:cubicBezTo>
                <a:cubicBezTo>
                  <a:pt x="2452" y="10957"/>
                  <a:pt x="2805" y="11167"/>
                  <a:pt x="3199" y="11261"/>
                </a:cubicBezTo>
                <a:cubicBezTo>
                  <a:pt x="3402" y="11310"/>
                  <a:pt x="3609" y="11330"/>
                  <a:pt x="3816" y="11330"/>
                </a:cubicBezTo>
                <a:cubicBezTo>
                  <a:pt x="4077" y="11330"/>
                  <a:pt x="4340" y="11298"/>
                  <a:pt x="4597" y="11251"/>
                </a:cubicBezTo>
                <a:cubicBezTo>
                  <a:pt x="5367" y="11113"/>
                  <a:pt x="6207" y="10865"/>
                  <a:pt x="6645" y="10152"/>
                </a:cubicBezTo>
                <a:cubicBezTo>
                  <a:pt x="6859" y="9801"/>
                  <a:pt x="6970" y="9395"/>
                  <a:pt x="7203" y="9055"/>
                </a:cubicBezTo>
                <a:cubicBezTo>
                  <a:pt x="7421" y="8736"/>
                  <a:pt x="7758" y="8532"/>
                  <a:pt x="8120" y="8419"/>
                </a:cubicBezTo>
                <a:cubicBezTo>
                  <a:pt x="8559" y="8282"/>
                  <a:pt x="9011" y="8265"/>
                  <a:pt x="9465" y="8265"/>
                </a:cubicBezTo>
                <a:cubicBezTo>
                  <a:pt x="9615" y="8265"/>
                  <a:pt x="9765" y="8267"/>
                  <a:pt x="9915" y="8267"/>
                </a:cubicBezTo>
                <a:cubicBezTo>
                  <a:pt x="10115" y="8267"/>
                  <a:pt x="10316" y="8264"/>
                  <a:pt x="10515" y="8248"/>
                </a:cubicBezTo>
                <a:cubicBezTo>
                  <a:pt x="10927" y="8216"/>
                  <a:pt x="11342" y="8132"/>
                  <a:pt x="11707" y="7927"/>
                </a:cubicBezTo>
                <a:cubicBezTo>
                  <a:pt x="12074" y="7718"/>
                  <a:pt x="12352" y="7394"/>
                  <a:pt x="12600" y="7055"/>
                </a:cubicBezTo>
                <a:cubicBezTo>
                  <a:pt x="13089" y="6385"/>
                  <a:pt x="13543" y="5673"/>
                  <a:pt x="14244" y="5207"/>
                </a:cubicBezTo>
                <a:cubicBezTo>
                  <a:pt x="14594" y="4972"/>
                  <a:pt x="14986" y="4825"/>
                  <a:pt x="15405" y="4792"/>
                </a:cubicBezTo>
                <a:cubicBezTo>
                  <a:pt x="15494" y="4785"/>
                  <a:pt x="15582" y="4782"/>
                  <a:pt x="15670" y="4782"/>
                </a:cubicBezTo>
                <a:cubicBezTo>
                  <a:pt x="16070" y="4782"/>
                  <a:pt x="16469" y="4843"/>
                  <a:pt x="16866" y="4877"/>
                </a:cubicBezTo>
                <a:cubicBezTo>
                  <a:pt x="17302" y="4915"/>
                  <a:pt x="17740" y="4933"/>
                  <a:pt x="18178" y="4933"/>
                </a:cubicBezTo>
                <a:cubicBezTo>
                  <a:pt x="18243" y="4933"/>
                  <a:pt x="18309" y="4933"/>
                  <a:pt x="18374" y="4932"/>
                </a:cubicBezTo>
                <a:cubicBezTo>
                  <a:pt x="18585" y="4929"/>
                  <a:pt x="18814" y="4941"/>
                  <a:pt x="19012" y="4857"/>
                </a:cubicBezTo>
                <a:cubicBezTo>
                  <a:pt x="19193" y="4780"/>
                  <a:pt x="19305" y="4623"/>
                  <a:pt x="19390" y="4450"/>
                </a:cubicBezTo>
                <a:cubicBezTo>
                  <a:pt x="19618" y="3989"/>
                  <a:pt x="19825" y="3515"/>
                  <a:pt x="20041" y="3049"/>
                </a:cubicBezTo>
                <a:cubicBezTo>
                  <a:pt x="20147" y="2821"/>
                  <a:pt x="20256" y="2595"/>
                  <a:pt x="20357" y="2365"/>
                </a:cubicBezTo>
                <a:cubicBezTo>
                  <a:pt x="20444" y="2165"/>
                  <a:pt x="20525" y="1951"/>
                  <a:pt x="20518" y="1728"/>
                </a:cubicBezTo>
                <a:cubicBezTo>
                  <a:pt x="20505" y="1297"/>
                  <a:pt x="20161" y="1008"/>
                  <a:pt x="19822" y="810"/>
                </a:cubicBezTo>
                <a:cubicBezTo>
                  <a:pt x="19463" y="601"/>
                  <a:pt x="19065" y="469"/>
                  <a:pt x="18660" y="392"/>
                </a:cubicBezTo>
                <a:cubicBezTo>
                  <a:pt x="17815" y="229"/>
                  <a:pt x="16950" y="272"/>
                  <a:pt x="16095" y="224"/>
                </a:cubicBezTo>
                <a:cubicBezTo>
                  <a:pt x="15084" y="168"/>
                  <a:pt x="14079" y="19"/>
                  <a:pt x="13065" y="2"/>
                </a:cubicBezTo>
                <a:cubicBezTo>
                  <a:pt x="13023" y="1"/>
                  <a:pt x="12981" y="1"/>
                  <a:pt x="12939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17" name="Google Shape;5117;p229"/>
          <p:cNvSpPr/>
          <p:nvPr/>
        </p:nvSpPr>
        <p:spPr>
          <a:xfrm>
            <a:off x="7342677" y="-220591"/>
            <a:ext cx="2090062" cy="2096168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18" name="Google Shape;5118;p229"/>
          <p:cNvSpPr/>
          <p:nvPr/>
        </p:nvSpPr>
        <p:spPr>
          <a:xfrm>
            <a:off x="5382456" y="4159416"/>
            <a:ext cx="3916919" cy="1384001"/>
          </a:xfrm>
          <a:custGeom>
            <a:rect b="b" l="l" r="r" t="t"/>
            <a:pathLst>
              <a:path extrusionOk="0" h="8613" w="24376">
                <a:moveTo>
                  <a:pt x="12572" y="1"/>
                </a:moveTo>
                <a:cubicBezTo>
                  <a:pt x="11930" y="1"/>
                  <a:pt x="11305" y="137"/>
                  <a:pt x="10778" y="460"/>
                </a:cubicBezTo>
                <a:cubicBezTo>
                  <a:pt x="10193" y="818"/>
                  <a:pt x="9818" y="1341"/>
                  <a:pt x="9503" y="1852"/>
                </a:cubicBezTo>
                <a:cubicBezTo>
                  <a:pt x="9167" y="2398"/>
                  <a:pt x="8889" y="2969"/>
                  <a:pt x="8475" y="3485"/>
                </a:cubicBezTo>
                <a:cubicBezTo>
                  <a:pt x="8044" y="4023"/>
                  <a:pt x="7451" y="4445"/>
                  <a:pt x="6633" y="4599"/>
                </a:cubicBezTo>
                <a:cubicBezTo>
                  <a:pt x="6259" y="4669"/>
                  <a:pt x="5879" y="4690"/>
                  <a:pt x="5496" y="4690"/>
                </a:cubicBezTo>
                <a:cubicBezTo>
                  <a:pt x="4945" y="4690"/>
                  <a:pt x="4388" y="4646"/>
                  <a:pt x="3837" y="4646"/>
                </a:cubicBezTo>
                <a:cubicBezTo>
                  <a:pt x="3701" y="4646"/>
                  <a:pt x="3564" y="4649"/>
                  <a:pt x="3429" y="4656"/>
                </a:cubicBezTo>
                <a:cubicBezTo>
                  <a:pt x="2927" y="4680"/>
                  <a:pt x="2424" y="4755"/>
                  <a:pt x="1974" y="4934"/>
                </a:cubicBezTo>
                <a:cubicBezTo>
                  <a:pt x="1568" y="5095"/>
                  <a:pt x="1218" y="5332"/>
                  <a:pt x="943" y="5611"/>
                </a:cubicBezTo>
                <a:cubicBezTo>
                  <a:pt x="425" y="6133"/>
                  <a:pt x="179" y="6806"/>
                  <a:pt x="311" y="7456"/>
                </a:cubicBezTo>
                <a:cubicBezTo>
                  <a:pt x="309" y="7456"/>
                  <a:pt x="307" y="7456"/>
                  <a:pt x="305" y="7456"/>
                </a:cubicBezTo>
                <a:cubicBezTo>
                  <a:pt x="282" y="7456"/>
                  <a:pt x="258" y="7461"/>
                  <a:pt x="234" y="7475"/>
                </a:cubicBezTo>
                <a:cubicBezTo>
                  <a:pt x="83" y="7556"/>
                  <a:pt x="1" y="7677"/>
                  <a:pt x="4" y="7821"/>
                </a:cubicBezTo>
                <a:cubicBezTo>
                  <a:pt x="12" y="8172"/>
                  <a:pt x="404" y="8373"/>
                  <a:pt x="826" y="8396"/>
                </a:cubicBezTo>
                <a:cubicBezTo>
                  <a:pt x="860" y="8398"/>
                  <a:pt x="894" y="8399"/>
                  <a:pt x="929" y="8399"/>
                </a:cubicBezTo>
                <a:cubicBezTo>
                  <a:pt x="1162" y="8399"/>
                  <a:pt x="1397" y="8361"/>
                  <a:pt x="1626" y="8334"/>
                </a:cubicBezTo>
                <a:cubicBezTo>
                  <a:pt x="1931" y="8297"/>
                  <a:pt x="2238" y="8262"/>
                  <a:pt x="2544" y="8230"/>
                </a:cubicBezTo>
                <a:cubicBezTo>
                  <a:pt x="3747" y="8107"/>
                  <a:pt x="4958" y="8023"/>
                  <a:pt x="6170" y="7965"/>
                </a:cubicBezTo>
                <a:cubicBezTo>
                  <a:pt x="8591" y="7850"/>
                  <a:pt x="11019" y="7838"/>
                  <a:pt x="13445" y="7824"/>
                </a:cubicBezTo>
                <a:cubicBezTo>
                  <a:pt x="13813" y="7822"/>
                  <a:pt x="14182" y="7820"/>
                  <a:pt x="14552" y="7820"/>
                </a:cubicBezTo>
                <a:cubicBezTo>
                  <a:pt x="16507" y="7820"/>
                  <a:pt x="18472" y="7870"/>
                  <a:pt x="20390" y="8174"/>
                </a:cubicBezTo>
                <a:cubicBezTo>
                  <a:pt x="20952" y="8264"/>
                  <a:pt x="21511" y="8375"/>
                  <a:pt x="22057" y="8512"/>
                </a:cubicBezTo>
                <a:cubicBezTo>
                  <a:pt x="22240" y="8558"/>
                  <a:pt x="22430" y="8612"/>
                  <a:pt x="22625" y="8612"/>
                </a:cubicBezTo>
                <a:cubicBezTo>
                  <a:pt x="22665" y="8612"/>
                  <a:pt x="22706" y="8610"/>
                  <a:pt x="22747" y="8605"/>
                </a:cubicBezTo>
                <a:cubicBezTo>
                  <a:pt x="22986" y="8575"/>
                  <a:pt x="23126" y="8437"/>
                  <a:pt x="23188" y="8265"/>
                </a:cubicBezTo>
                <a:cubicBezTo>
                  <a:pt x="23342" y="7840"/>
                  <a:pt x="23440" y="7396"/>
                  <a:pt x="23556" y="6963"/>
                </a:cubicBezTo>
                <a:cubicBezTo>
                  <a:pt x="23675" y="6520"/>
                  <a:pt x="23785" y="6077"/>
                  <a:pt x="23879" y="5631"/>
                </a:cubicBezTo>
                <a:cubicBezTo>
                  <a:pt x="24251" y="3879"/>
                  <a:pt x="24375" y="2063"/>
                  <a:pt x="23717" y="343"/>
                </a:cubicBezTo>
                <a:cubicBezTo>
                  <a:pt x="23697" y="293"/>
                  <a:pt x="23642" y="267"/>
                  <a:pt x="23586" y="267"/>
                </a:cubicBezTo>
                <a:cubicBezTo>
                  <a:pt x="23541" y="267"/>
                  <a:pt x="23495" y="284"/>
                  <a:pt x="23467" y="317"/>
                </a:cubicBezTo>
                <a:cubicBezTo>
                  <a:pt x="23327" y="480"/>
                  <a:pt x="23169" y="631"/>
                  <a:pt x="22991" y="769"/>
                </a:cubicBezTo>
                <a:cubicBezTo>
                  <a:pt x="22274" y="1328"/>
                  <a:pt x="21289" y="1670"/>
                  <a:pt x="20281" y="1764"/>
                </a:cubicBezTo>
                <a:cubicBezTo>
                  <a:pt x="20062" y="1784"/>
                  <a:pt x="19841" y="1794"/>
                  <a:pt x="19620" y="1794"/>
                </a:cubicBezTo>
                <a:cubicBezTo>
                  <a:pt x="18644" y="1794"/>
                  <a:pt x="17671" y="1601"/>
                  <a:pt x="16789" y="1286"/>
                </a:cubicBezTo>
                <a:cubicBezTo>
                  <a:pt x="15722" y="905"/>
                  <a:pt x="14754" y="349"/>
                  <a:pt x="13607" y="110"/>
                </a:cubicBezTo>
                <a:cubicBezTo>
                  <a:pt x="13266" y="40"/>
                  <a:pt x="12917" y="1"/>
                  <a:pt x="12572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19" name="Google Shape;5119;p229"/>
          <p:cNvGrpSpPr/>
          <p:nvPr/>
        </p:nvGrpSpPr>
        <p:grpSpPr>
          <a:xfrm>
            <a:off x="1539904" y="862266"/>
            <a:ext cx="6063713" cy="3662083"/>
            <a:chOff x="5677150" y="460514"/>
            <a:chExt cx="675803" cy="826730"/>
          </a:xfrm>
        </p:grpSpPr>
        <p:sp>
          <p:nvSpPr>
            <p:cNvPr id="5120" name="Google Shape;5120;p229"/>
            <p:cNvSpPr/>
            <p:nvPr/>
          </p:nvSpPr>
          <p:spPr>
            <a:xfrm>
              <a:off x="5677150" y="460514"/>
              <a:ext cx="675803" cy="826730"/>
            </a:xfrm>
            <a:custGeom>
              <a:rect b="b" l="l" r="r" t="t"/>
              <a:pathLst>
                <a:path extrusionOk="0" h="15595" w="12748">
                  <a:moveTo>
                    <a:pt x="6151" y="195"/>
                  </a:moveTo>
                  <a:cubicBezTo>
                    <a:pt x="6218" y="195"/>
                    <a:pt x="6285" y="195"/>
                    <a:pt x="6352" y="195"/>
                  </a:cubicBezTo>
                  <a:cubicBezTo>
                    <a:pt x="8186" y="199"/>
                    <a:pt x="10024" y="201"/>
                    <a:pt x="11858" y="230"/>
                  </a:cubicBezTo>
                  <a:cubicBezTo>
                    <a:pt x="11845" y="240"/>
                    <a:pt x="11838" y="256"/>
                    <a:pt x="11838" y="278"/>
                  </a:cubicBezTo>
                  <a:cubicBezTo>
                    <a:pt x="11857" y="2636"/>
                    <a:pt x="11871" y="4995"/>
                    <a:pt x="11887" y="7353"/>
                  </a:cubicBezTo>
                  <a:cubicBezTo>
                    <a:pt x="11903" y="9687"/>
                    <a:pt x="11851" y="12033"/>
                    <a:pt x="11954" y="14364"/>
                  </a:cubicBezTo>
                  <a:cubicBezTo>
                    <a:pt x="10088" y="13366"/>
                    <a:pt x="8242" y="12312"/>
                    <a:pt x="6345" y="11377"/>
                  </a:cubicBezTo>
                  <a:cubicBezTo>
                    <a:pt x="6338" y="11374"/>
                    <a:pt x="6331" y="11372"/>
                    <a:pt x="6324" y="11372"/>
                  </a:cubicBezTo>
                  <a:cubicBezTo>
                    <a:pt x="6291" y="11372"/>
                    <a:pt x="6268" y="11406"/>
                    <a:pt x="6278" y="11434"/>
                  </a:cubicBezTo>
                  <a:cubicBezTo>
                    <a:pt x="6270" y="11434"/>
                    <a:pt x="6261" y="11437"/>
                    <a:pt x="6253" y="11440"/>
                  </a:cubicBezTo>
                  <a:cubicBezTo>
                    <a:pt x="4488" y="12273"/>
                    <a:pt x="2694" y="13048"/>
                    <a:pt x="921" y="13861"/>
                  </a:cubicBezTo>
                  <a:cubicBezTo>
                    <a:pt x="924" y="9315"/>
                    <a:pt x="924" y="4763"/>
                    <a:pt x="835" y="219"/>
                  </a:cubicBezTo>
                  <a:lnTo>
                    <a:pt x="835" y="219"/>
                  </a:lnTo>
                  <a:cubicBezTo>
                    <a:pt x="1127" y="221"/>
                    <a:pt x="1419" y="222"/>
                    <a:pt x="1712" y="222"/>
                  </a:cubicBezTo>
                  <a:cubicBezTo>
                    <a:pt x="3192" y="222"/>
                    <a:pt x="4672" y="195"/>
                    <a:pt x="6151" y="195"/>
                  </a:cubicBezTo>
                  <a:close/>
                  <a:moveTo>
                    <a:pt x="189" y="210"/>
                  </a:moveTo>
                  <a:cubicBezTo>
                    <a:pt x="381" y="213"/>
                    <a:pt x="572" y="216"/>
                    <a:pt x="765" y="218"/>
                  </a:cubicBezTo>
                  <a:cubicBezTo>
                    <a:pt x="712" y="4804"/>
                    <a:pt x="770" y="9396"/>
                    <a:pt x="810" y="13984"/>
                  </a:cubicBezTo>
                  <a:cubicBezTo>
                    <a:pt x="810" y="14024"/>
                    <a:pt x="845" y="14044"/>
                    <a:pt x="881" y="14044"/>
                  </a:cubicBezTo>
                  <a:cubicBezTo>
                    <a:pt x="916" y="14044"/>
                    <a:pt x="952" y="14024"/>
                    <a:pt x="952" y="13984"/>
                  </a:cubicBezTo>
                  <a:lnTo>
                    <a:pt x="952" y="13971"/>
                  </a:lnTo>
                  <a:cubicBezTo>
                    <a:pt x="2715" y="13211"/>
                    <a:pt x="4535" y="12371"/>
                    <a:pt x="6322" y="11545"/>
                  </a:cubicBezTo>
                  <a:cubicBezTo>
                    <a:pt x="6351" y="11532"/>
                    <a:pt x="6356" y="11508"/>
                    <a:pt x="6348" y="11486"/>
                  </a:cubicBezTo>
                  <a:lnTo>
                    <a:pt x="6348" y="11486"/>
                  </a:lnTo>
                  <a:cubicBezTo>
                    <a:pt x="8163" y="12536"/>
                    <a:pt x="10044" y="13482"/>
                    <a:pt x="11891" y="14472"/>
                  </a:cubicBezTo>
                  <a:cubicBezTo>
                    <a:pt x="11901" y="14477"/>
                    <a:pt x="11910" y="14479"/>
                    <a:pt x="11919" y="14479"/>
                  </a:cubicBezTo>
                  <a:cubicBezTo>
                    <a:pt x="11938" y="14479"/>
                    <a:pt x="11955" y="14470"/>
                    <a:pt x="11967" y="14456"/>
                  </a:cubicBezTo>
                  <a:cubicBezTo>
                    <a:pt x="11974" y="14463"/>
                    <a:pt x="11984" y="14467"/>
                    <a:pt x="11994" y="14467"/>
                  </a:cubicBezTo>
                  <a:cubicBezTo>
                    <a:pt x="12013" y="14467"/>
                    <a:pt x="12031" y="14454"/>
                    <a:pt x="12032" y="14429"/>
                  </a:cubicBezTo>
                  <a:cubicBezTo>
                    <a:pt x="12108" y="12076"/>
                    <a:pt x="12027" y="9708"/>
                    <a:pt x="12014" y="7353"/>
                  </a:cubicBezTo>
                  <a:cubicBezTo>
                    <a:pt x="12001" y="4995"/>
                    <a:pt x="11984" y="2635"/>
                    <a:pt x="11974" y="278"/>
                  </a:cubicBezTo>
                  <a:cubicBezTo>
                    <a:pt x="11974" y="257"/>
                    <a:pt x="11966" y="242"/>
                    <a:pt x="11955" y="231"/>
                  </a:cubicBezTo>
                  <a:lnTo>
                    <a:pt x="11955" y="231"/>
                  </a:lnTo>
                  <a:cubicBezTo>
                    <a:pt x="12129" y="234"/>
                    <a:pt x="12303" y="236"/>
                    <a:pt x="12477" y="239"/>
                  </a:cubicBezTo>
                  <a:cubicBezTo>
                    <a:pt x="12539" y="2733"/>
                    <a:pt x="12582" y="5227"/>
                    <a:pt x="12558" y="7721"/>
                  </a:cubicBezTo>
                  <a:cubicBezTo>
                    <a:pt x="12546" y="8949"/>
                    <a:pt x="12545" y="10177"/>
                    <a:pt x="12542" y="11406"/>
                  </a:cubicBezTo>
                  <a:cubicBezTo>
                    <a:pt x="12537" y="12659"/>
                    <a:pt x="12458" y="13942"/>
                    <a:pt x="12556" y="15193"/>
                  </a:cubicBezTo>
                  <a:cubicBezTo>
                    <a:pt x="12553" y="15197"/>
                    <a:pt x="12550" y="15202"/>
                    <a:pt x="12548" y="15207"/>
                  </a:cubicBezTo>
                  <a:cubicBezTo>
                    <a:pt x="12531" y="15248"/>
                    <a:pt x="12544" y="15296"/>
                    <a:pt x="12544" y="15338"/>
                  </a:cubicBezTo>
                  <a:cubicBezTo>
                    <a:pt x="12544" y="15374"/>
                    <a:pt x="12539" y="15409"/>
                    <a:pt x="12535" y="15442"/>
                  </a:cubicBezTo>
                  <a:cubicBezTo>
                    <a:pt x="11424" y="14918"/>
                    <a:pt x="10314" y="14392"/>
                    <a:pt x="9213" y="13848"/>
                  </a:cubicBezTo>
                  <a:cubicBezTo>
                    <a:pt x="8673" y="13582"/>
                    <a:pt x="8134" y="13312"/>
                    <a:pt x="7596" y="13039"/>
                  </a:cubicBezTo>
                  <a:cubicBezTo>
                    <a:pt x="7186" y="12831"/>
                    <a:pt x="6723" y="12518"/>
                    <a:pt x="6251" y="12493"/>
                  </a:cubicBezTo>
                  <a:cubicBezTo>
                    <a:pt x="6250" y="12493"/>
                    <a:pt x="6249" y="12493"/>
                    <a:pt x="6249" y="12493"/>
                  </a:cubicBezTo>
                  <a:cubicBezTo>
                    <a:pt x="6238" y="12493"/>
                    <a:pt x="6231" y="12498"/>
                    <a:pt x="6226" y="12505"/>
                  </a:cubicBezTo>
                  <a:cubicBezTo>
                    <a:pt x="6218" y="12503"/>
                    <a:pt x="6210" y="12502"/>
                    <a:pt x="6201" y="12502"/>
                  </a:cubicBezTo>
                  <a:cubicBezTo>
                    <a:pt x="6190" y="12502"/>
                    <a:pt x="6177" y="12504"/>
                    <a:pt x="6165" y="12511"/>
                  </a:cubicBezTo>
                  <a:cubicBezTo>
                    <a:pt x="4198" y="13498"/>
                    <a:pt x="2163" y="14274"/>
                    <a:pt x="132" y="15113"/>
                  </a:cubicBezTo>
                  <a:lnTo>
                    <a:pt x="131" y="15113"/>
                  </a:lnTo>
                  <a:cubicBezTo>
                    <a:pt x="198" y="13891"/>
                    <a:pt x="165" y="12657"/>
                    <a:pt x="169" y="11434"/>
                  </a:cubicBezTo>
                  <a:cubicBezTo>
                    <a:pt x="172" y="10188"/>
                    <a:pt x="170" y="8942"/>
                    <a:pt x="176" y="7698"/>
                  </a:cubicBezTo>
                  <a:cubicBezTo>
                    <a:pt x="189" y="5207"/>
                    <a:pt x="189" y="2715"/>
                    <a:pt x="192" y="225"/>
                  </a:cubicBezTo>
                  <a:cubicBezTo>
                    <a:pt x="192" y="220"/>
                    <a:pt x="190" y="216"/>
                    <a:pt x="189" y="210"/>
                  </a:cubicBezTo>
                  <a:close/>
                  <a:moveTo>
                    <a:pt x="4658" y="1"/>
                  </a:moveTo>
                  <a:cubicBezTo>
                    <a:pt x="3153" y="1"/>
                    <a:pt x="1649" y="26"/>
                    <a:pt x="148" y="95"/>
                  </a:cubicBezTo>
                  <a:cubicBezTo>
                    <a:pt x="110" y="98"/>
                    <a:pt x="91" y="130"/>
                    <a:pt x="94" y="160"/>
                  </a:cubicBezTo>
                  <a:cubicBezTo>
                    <a:pt x="68" y="169"/>
                    <a:pt x="47" y="190"/>
                    <a:pt x="47" y="226"/>
                  </a:cubicBezTo>
                  <a:cubicBezTo>
                    <a:pt x="44" y="2716"/>
                    <a:pt x="36" y="5207"/>
                    <a:pt x="42" y="7698"/>
                  </a:cubicBezTo>
                  <a:cubicBezTo>
                    <a:pt x="45" y="8917"/>
                    <a:pt x="39" y="10136"/>
                    <a:pt x="39" y="11355"/>
                  </a:cubicBezTo>
                  <a:cubicBezTo>
                    <a:pt x="39" y="12623"/>
                    <a:pt x="1" y="13904"/>
                    <a:pt x="68" y="15170"/>
                  </a:cubicBezTo>
                  <a:cubicBezTo>
                    <a:pt x="69" y="15189"/>
                    <a:pt x="84" y="15199"/>
                    <a:pt x="99" y="15199"/>
                  </a:cubicBezTo>
                  <a:cubicBezTo>
                    <a:pt x="101" y="15199"/>
                    <a:pt x="104" y="15199"/>
                    <a:pt x="106" y="15198"/>
                  </a:cubicBezTo>
                  <a:cubicBezTo>
                    <a:pt x="114" y="15210"/>
                    <a:pt x="127" y="15220"/>
                    <a:pt x="144" y="15220"/>
                  </a:cubicBezTo>
                  <a:cubicBezTo>
                    <a:pt x="149" y="15220"/>
                    <a:pt x="155" y="15219"/>
                    <a:pt x="161" y="15217"/>
                  </a:cubicBezTo>
                  <a:cubicBezTo>
                    <a:pt x="2256" y="14587"/>
                    <a:pt x="4297" y="13628"/>
                    <a:pt x="6248" y="12653"/>
                  </a:cubicBezTo>
                  <a:cubicBezTo>
                    <a:pt x="6277" y="12639"/>
                    <a:pt x="6289" y="12613"/>
                    <a:pt x="6289" y="12590"/>
                  </a:cubicBezTo>
                  <a:cubicBezTo>
                    <a:pt x="6734" y="12822"/>
                    <a:pt x="7210" y="13014"/>
                    <a:pt x="7658" y="13244"/>
                  </a:cubicBezTo>
                  <a:cubicBezTo>
                    <a:pt x="8195" y="13520"/>
                    <a:pt x="8733" y="13791"/>
                    <a:pt x="9272" y="14059"/>
                  </a:cubicBezTo>
                  <a:cubicBezTo>
                    <a:pt x="10328" y="14583"/>
                    <a:pt x="11389" y="15096"/>
                    <a:pt x="12460" y="15586"/>
                  </a:cubicBezTo>
                  <a:cubicBezTo>
                    <a:pt x="12473" y="15592"/>
                    <a:pt x="12485" y="15594"/>
                    <a:pt x="12496" y="15594"/>
                  </a:cubicBezTo>
                  <a:cubicBezTo>
                    <a:pt x="12531" y="15594"/>
                    <a:pt x="12561" y="15570"/>
                    <a:pt x="12575" y="15541"/>
                  </a:cubicBezTo>
                  <a:cubicBezTo>
                    <a:pt x="12579" y="15542"/>
                    <a:pt x="12583" y="15543"/>
                    <a:pt x="12587" y="15543"/>
                  </a:cubicBezTo>
                  <a:cubicBezTo>
                    <a:pt x="12602" y="15543"/>
                    <a:pt x="12615" y="15536"/>
                    <a:pt x="12624" y="15516"/>
                  </a:cubicBezTo>
                  <a:cubicBezTo>
                    <a:pt x="12648" y="15465"/>
                    <a:pt x="12662" y="15413"/>
                    <a:pt x="12671" y="15356"/>
                  </a:cubicBezTo>
                  <a:cubicBezTo>
                    <a:pt x="12679" y="15302"/>
                    <a:pt x="12690" y="15241"/>
                    <a:pt x="12658" y="15193"/>
                  </a:cubicBezTo>
                  <a:cubicBezTo>
                    <a:pt x="12655" y="15188"/>
                    <a:pt x="12650" y="15182"/>
                    <a:pt x="12646" y="15179"/>
                  </a:cubicBezTo>
                  <a:cubicBezTo>
                    <a:pt x="12748" y="13959"/>
                    <a:pt x="12679" y="12709"/>
                    <a:pt x="12684" y="11486"/>
                  </a:cubicBezTo>
                  <a:cubicBezTo>
                    <a:pt x="12687" y="10231"/>
                    <a:pt x="12697" y="8976"/>
                    <a:pt x="12690" y="7721"/>
                  </a:cubicBezTo>
                  <a:cubicBezTo>
                    <a:pt x="12676" y="5223"/>
                    <a:pt x="12739" y="2724"/>
                    <a:pt x="12648" y="226"/>
                  </a:cubicBezTo>
                  <a:cubicBezTo>
                    <a:pt x="12647" y="189"/>
                    <a:pt x="12626" y="165"/>
                    <a:pt x="12600" y="153"/>
                  </a:cubicBezTo>
                  <a:cubicBezTo>
                    <a:pt x="12592" y="137"/>
                    <a:pt x="12577" y="124"/>
                    <a:pt x="12552" y="124"/>
                  </a:cubicBezTo>
                  <a:cubicBezTo>
                    <a:pt x="9927" y="77"/>
                    <a:pt x="7291" y="1"/>
                    <a:pt x="46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229"/>
            <p:cNvSpPr/>
            <p:nvPr/>
          </p:nvSpPr>
          <p:spPr>
            <a:xfrm>
              <a:off x="5684148" y="471647"/>
              <a:ext cx="660059" cy="807486"/>
            </a:xfrm>
            <a:custGeom>
              <a:rect b="b" l="l" r="r" t="t"/>
              <a:pathLst>
                <a:path extrusionOk="0" h="15232" w="12451">
                  <a:moveTo>
                    <a:pt x="58" y="0"/>
                  </a:moveTo>
                  <a:cubicBezTo>
                    <a:pt x="58" y="7"/>
                    <a:pt x="60" y="10"/>
                    <a:pt x="60" y="16"/>
                  </a:cubicBezTo>
                  <a:cubicBezTo>
                    <a:pt x="57" y="2506"/>
                    <a:pt x="58" y="4997"/>
                    <a:pt x="45" y="7488"/>
                  </a:cubicBezTo>
                  <a:cubicBezTo>
                    <a:pt x="39" y="8732"/>
                    <a:pt x="40" y="9978"/>
                    <a:pt x="37" y="11224"/>
                  </a:cubicBezTo>
                  <a:cubicBezTo>
                    <a:pt x="33" y="12447"/>
                    <a:pt x="66" y="13681"/>
                    <a:pt x="0" y="14903"/>
                  </a:cubicBezTo>
                  <a:cubicBezTo>
                    <a:pt x="2031" y="14064"/>
                    <a:pt x="4066" y="13288"/>
                    <a:pt x="6034" y="12301"/>
                  </a:cubicBezTo>
                  <a:cubicBezTo>
                    <a:pt x="6046" y="12294"/>
                    <a:pt x="6058" y="12292"/>
                    <a:pt x="6070" y="12292"/>
                  </a:cubicBezTo>
                  <a:cubicBezTo>
                    <a:pt x="6078" y="12292"/>
                    <a:pt x="6086" y="12293"/>
                    <a:pt x="6094" y="12295"/>
                  </a:cubicBezTo>
                  <a:cubicBezTo>
                    <a:pt x="6099" y="12288"/>
                    <a:pt x="6106" y="12283"/>
                    <a:pt x="6117" y="12283"/>
                  </a:cubicBezTo>
                  <a:cubicBezTo>
                    <a:pt x="6117" y="12283"/>
                    <a:pt x="6118" y="12283"/>
                    <a:pt x="6119" y="12283"/>
                  </a:cubicBezTo>
                  <a:cubicBezTo>
                    <a:pt x="6591" y="12308"/>
                    <a:pt x="7054" y="12621"/>
                    <a:pt x="7466" y="12829"/>
                  </a:cubicBezTo>
                  <a:cubicBezTo>
                    <a:pt x="8003" y="13102"/>
                    <a:pt x="8541" y="13372"/>
                    <a:pt x="9081" y="13639"/>
                  </a:cubicBezTo>
                  <a:cubicBezTo>
                    <a:pt x="10182" y="14183"/>
                    <a:pt x="11292" y="14708"/>
                    <a:pt x="12403" y="15232"/>
                  </a:cubicBezTo>
                  <a:cubicBezTo>
                    <a:pt x="12407" y="15199"/>
                    <a:pt x="12412" y="15165"/>
                    <a:pt x="12412" y="15129"/>
                  </a:cubicBezTo>
                  <a:cubicBezTo>
                    <a:pt x="12412" y="15086"/>
                    <a:pt x="12399" y="15039"/>
                    <a:pt x="12416" y="14997"/>
                  </a:cubicBezTo>
                  <a:cubicBezTo>
                    <a:pt x="12418" y="14992"/>
                    <a:pt x="12421" y="14987"/>
                    <a:pt x="12424" y="14983"/>
                  </a:cubicBezTo>
                  <a:cubicBezTo>
                    <a:pt x="12327" y="13732"/>
                    <a:pt x="12405" y="12449"/>
                    <a:pt x="12410" y="11196"/>
                  </a:cubicBezTo>
                  <a:cubicBezTo>
                    <a:pt x="12413" y="9967"/>
                    <a:pt x="12414" y="8739"/>
                    <a:pt x="12426" y="7511"/>
                  </a:cubicBezTo>
                  <a:cubicBezTo>
                    <a:pt x="12450" y="5017"/>
                    <a:pt x="12407" y="2523"/>
                    <a:pt x="12345" y="29"/>
                  </a:cubicBezTo>
                  <a:cubicBezTo>
                    <a:pt x="12171" y="26"/>
                    <a:pt x="11997" y="24"/>
                    <a:pt x="11823" y="21"/>
                  </a:cubicBezTo>
                  <a:lnTo>
                    <a:pt x="11823" y="21"/>
                  </a:lnTo>
                  <a:cubicBezTo>
                    <a:pt x="11835" y="32"/>
                    <a:pt x="11842" y="47"/>
                    <a:pt x="11842" y="68"/>
                  </a:cubicBezTo>
                  <a:cubicBezTo>
                    <a:pt x="11852" y="2426"/>
                    <a:pt x="11869" y="4785"/>
                    <a:pt x="11882" y="7144"/>
                  </a:cubicBezTo>
                  <a:cubicBezTo>
                    <a:pt x="11896" y="9498"/>
                    <a:pt x="11976" y="11867"/>
                    <a:pt x="11900" y="14219"/>
                  </a:cubicBezTo>
                  <a:cubicBezTo>
                    <a:pt x="11899" y="14244"/>
                    <a:pt x="11881" y="14257"/>
                    <a:pt x="11863" y="14257"/>
                  </a:cubicBezTo>
                  <a:cubicBezTo>
                    <a:pt x="11853" y="14257"/>
                    <a:pt x="11843" y="14253"/>
                    <a:pt x="11835" y="14246"/>
                  </a:cubicBezTo>
                  <a:cubicBezTo>
                    <a:pt x="11823" y="14260"/>
                    <a:pt x="11807" y="14270"/>
                    <a:pt x="11788" y="14270"/>
                  </a:cubicBezTo>
                  <a:cubicBezTo>
                    <a:pt x="11779" y="14270"/>
                    <a:pt x="11769" y="14267"/>
                    <a:pt x="11759" y="14262"/>
                  </a:cubicBezTo>
                  <a:cubicBezTo>
                    <a:pt x="9912" y="13272"/>
                    <a:pt x="8031" y="12326"/>
                    <a:pt x="6217" y="11276"/>
                  </a:cubicBezTo>
                  <a:lnTo>
                    <a:pt x="6217" y="11276"/>
                  </a:lnTo>
                  <a:cubicBezTo>
                    <a:pt x="6224" y="11298"/>
                    <a:pt x="6219" y="11323"/>
                    <a:pt x="6191" y="11336"/>
                  </a:cubicBezTo>
                  <a:cubicBezTo>
                    <a:pt x="4403" y="12161"/>
                    <a:pt x="2583" y="13002"/>
                    <a:pt x="820" y="13761"/>
                  </a:cubicBezTo>
                  <a:lnTo>
                    <a:pt x="820" y="13774"/>
                  </a:lnTo>
                  <a:cubicBezTo>
                    <a:pt x="820" y="13814"/>
                    <a:pt x="784" y="13834"/>
                    <a:pt x="749" y="13834"/>
                  </a:cubicBezTo>
                  <a:cubicBezTo>
                    <a:pt x="713" y="13834"/>
                    <a:pt x="678" y="13814"/>
                    <a:pt x="678" y="13774"/>
                  </a:cubicBezTo>
                  <a:cubicBezTo>
                    <a:pt x="638" y="9186"/>
                    <a:pt x="580" y="4594"/>
                    <a:pt x="634" y="8"/>
                  </a:cubicBezTo>
                  <a:cubicBezTo>
                    <a:pt x="442" y="7"/>
                    <a:pt x="249" y="3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229"/>
            <p:cNvSpPr/>
            <p:nvPr/>
          </p:nvSpPr>
          <p:spPr>
            <a:xfrm>
              <a:off x="5721415" y="470851"/>
              <a:ext cx="589393" cy="751187"/>
            </a:xfrm>
            <a:custGeom>
              <a:rect b="b" l="l" r="r" t="t"/>
              <a:pathLst>
                <a:path extrusionOk="0" h="14170" w="11118">
                  <a:moveTo>
                    <a:pt x="5316" y="0"/>
                  </a:moveTo>
                  <a:cubicBezTo>
                    <a:pt x="3837" y="0"/>
                    <a:pt x="2357" y="27"/>
                    <a:pt x="877" y="27"/>
                  </a:cubicBezTo>
                  <a:cubicBezTo>
                    <a:pt x="584" y="27"/>
                    <a:pt x="292" y="26"/>
                    <a:pt x="0" y="24"/>
                  </a:cubicBezTo>
                  <a:lnTo>
                    <a:pt x="0" y="24"/>
                  </a:lnTo>
                  <a:cubicBezTo>
                    <a:pt x="89" y="4568"/>
                    <a:pt x="89" y="9120"/>
                    <a:pt x="86" y="13666"/>
                  </a:cubicBezTo>
                  <a:cubicBezTo>
                    <a:pt x="1859" y="12853"/>
                    <a:pt x="3653" y="12077"/>
                    <a:pt x="5418" y="11245"/>
                  </a:cubicBezTo>
                  <a:cubicBezTo>
                    <a:pt x="5426" y="11241"/>
                    <a:pt x="5435" y="11239"/>
                    <a:pt x="5443" y="11239"/>
                  </a:cubicBezTo>
                  <a:cubicBezTo>
                    <a:pt x="5433" y="11211"/>
                    <a:pt x="5456" y="11177"/>
                    <a:pt x="5489" y="11177"/>
                  </a:cubicBezTo>
                  <a:cubicBezTo>
                    <a:pt x="5496" y="11177"/>
                    <a:pt x="5503" y="11179"/>
                    <a:pt x="5510" y="11182"/>
                  </a:cubicBezTo>
                  <a:cubicBezTo>
                    <a:pt x="7407" y="12117"/>
                    <a:pt x="9253" y="13171"/>
                    <a:pt x="11118" y="14169"/>
                  </a:cubicBezTo>
                  <a:cubicBezTo>
                    <a:pt x="11016" y="11838"/>
                    <a:pt x="11067" y="9492"/>
                    <a:pt x="11051" y="7158"/>
                  </a:cubicBezTo>
                  <a:cubicBezTo>
                    <a:pt x="11035" y="4800"/>
                    <a:pt x="11022" y="2441"/>
                    <a:pt x="11003" y="83"/>
                  </a:cubicBezTo>
                  <a:cubicBezTo>
                    <a:pt x="11003" y="61"/>
                    <a:pt x="11010" y="45"/>
                    <a:pt x="11023" y="35"/>
                  </a:cubicBezTo>
                  <a:cubicBezTo>
                    <a:pt x="9189" y="6"/>
                    <a:pt x="7351" y="4"/>
                    <a:pt x="5517" y="0"/>
                  </a:cubicBezTo>
                  <a:cubicBezTo>
                    <a:pt x="5450" y="0"/>
                    <a:pt x="5383" y="0"/>
                    <a:pt x="53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23" name="Google Shape;5123;p229"/>
          <p:cNvSpPr txBox="1"/>
          <p:nvPr>
            <p:ph idx="1" type="subTitle"/>
          </p:nvPr>
        </p:nvSpPr>
        <p:spPr>
          <a:xfrm flipH="1">
            <a:off x="2649475" y="2513525"/>
            <a:ext cx="3845100" cy="869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loria Hallelujah"/>
              <a:buNone/>
              <a:defRPr sz="16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124" name="Google Shape;5124;p229"/>
          <p:cNvSpPr/>
          <p:nvPr/>
        </p:nvSpPr>
        <p:spPr>
          <a:xfrm>
            <a:off x="433397" y="3873365"/>
            <a:ext cx="559652" cy="537631"/>
          </a:xfrm>
          <a:custGeom>
            <a:rect b="b" l="l" r="r" t="t"/>
            <a:pathLst>
              <a:path extrusionOk="0" h="3786" w="3941">
                <a:moveTo>
                  <a:pt x="2590" y="410"/>
                </a:moveTo>
                <a:cubicBezTo>
                  <a:pt x="2599" y="410"/>
                  <a:pt x="2603" y="418"/>
                  <a:pt x="2606" y="432"/>
                </a:cubicBezTo>
                <a:cubicBezTo>
                  <a:pt x="2612" y="467"/>
                  <a:pt x="2609" y="510"/>
                  <a:pt x="2601" y="528"/>
                </a:cubicBezTo>
                <a:cubicBezTo>
                  <a:pt x="2592" y="547"/>
                  <a:pt x="2589" y="613"/>
                  <a:pt x="2594" y="677"/>
                </a:cubicBezTo>
                <a:cubicBezTo>
                  <a:pt x="2599" y="740"/>
                  <a:pt x="2591" y="856"/>
                  <a:pt x="2574" y="935"/>
                </a:cubicBezTo>
                <a:cubicBezTo>
                  <a:pt x="2558" y="1013"/>
                  <a:pt x="2555" y="1111"/>
                  <a:pt x="2567" y="1154"/>
                </a:cubicBezTo>
                <a:cubicBezTo>
                  <a:pt x="2590" y="1227"/>
                  <a:pt x="2599" y="1232"/>
                  <a:pt x="2755" y="1262"/>
                </a:cubicBezTo>
                <a:cubicBezTo>
                  <a:pt x="2846" y="1279"/>
                  <a:pt x="2956" y="1305"/>
                  <a:pt x="3003" y="1321"/>
                </a:cubicBezTo>
                <a:cubicBezTo>
                  <a:pt x="3049" y="1335"/>
                  <a:pt x="3174" y="1360"/>
                  <a:pt x="3279" y="1375"/>
                </a:cubicBezTo>
                <a:cubicBezTo>
                  <a:pt x="3533" y="1411"/>
                  <a:pt x="3610" y="1431"/>
                  <a:pt x="3598" y="1454"/>
                </a:cubicBezTo>
                <a:cubicBezTo>
                  <a:pt x="3593" y="1466"/>
                  <a:pt x="3377" y="1549"/>
                  <a:pt x="3120" y="1639"/>
                </a:cubicBezTo>
                <a:cubicBezTo>
                  <a:pt x="2601" y="1819"/>
                  <a:pt x="2539" y="1873"/>
                  <a:pt x="2695" y="2002"/>
                </a:cubicBezTo>
                <a:cubicBezTo>
                  <a:pt x="2742" y="2041"/>
                  <a:pt x="2909" y="2204"/>
                  <a:pt x="3069" y="2369"/>
                </a:cubicBezTo>
                <a:lnTo>
                  <a:pt x="3359" y="2666"/>
                </a:lnTo>
                <a:lnTo>
                  <a:pt x="3237" y="2646"/>
                </a:lnTo>
                <a:cubicBezTo>
                  <a:pt x="3170" y="2636"/>
                  <a:pt x="2955" y="2593"/>
                  <a:pt x="2758" y="2550"/>
                </a:cubicBezTo>
                <a:cubicBezTo>
                  <a:pt x="2592" y="2515"/>
                  <a:pt x="2484" y="2498"/>
                  <a:pt x="2423" y="2498"/>
                </a:cubicBezTo>
                <a:cubicBezTo>
                  <a:pt x="2392" y="2498"/>
                  <a:pt x="2373" y="2502"/>
                  <a:pt x="2364" y="2511"/>
                </a:cubicBezTo>
                <a:cubicBezTo>
                  <a:pt x="2345" y="2532"/>
                  <a:pt x="2330" y="2622"/>
                  <a:pt x="2331" y="2713"/>
                </a:cubicBezTo>
                <a:cubicBezTo>
                  <a:pt x="2332" y="2803"/>
                  <a:pt x="2323" y="2954"/>
                  <a:pt x="2309" y="3050"/>
                </a:cubicBezTo>
                <a:cubicBezTo>
                  <a:pt x="2295" y="3145"/>
                  <a:pt x="2289" y="3245"/>
                  <a:pt x="2294" y="3270"/>
                </a:cubicBezTo>
                <a:cubicBezTo>
                  <a:pt x="2300" y="3297"/>
                  <a:pt x="2297" y="3309"/>
                  <a:pt x="2290" y="3309"/>
                </a:cubicBezTo>
                <a:cubicBezTo>
                  <a:pt x="2276" y="3309"/>
                  <a:pt x="2243" y="3265"/>
                  <a:pt x="2216" y="3199"/>
                </a:cubicBezTo>
                <a:cubicBezTo>
                  <a:pt x="2196" y="3147"/>
                  <a:pt x="2135" y="3007"/>
                  <a:pt x="2082" y="2891"/>
                </a:cubicBezTo>
                <a:cubicBezTo>
                  <a:pt x="2030" y="2774"/>
                  <a:pt x="1974" y="2644"/>
                  <a:pt x="1961" y="2606"/>
                </a:cubicBezTo>
                <a:cubicBezTo>
                  <a:pt x="1941" y="2548"/>
                  <a:pt x="1920" y="2534"/>
                  <a:pt x="1854" y="2532"/>
                </a:cubicBezTo>
                <a:cubicBezTo>
                  <a:pt x="1853" y="2532"/>
                  <a:pt x="1853" y="2532"/>
                  <a:pt x="1853" y="2532"/>
                </a:cubicBezTo>
                <a:cubicBezTo>
                  <a:pt x="1777" y="2532"/>
                  <a:pt x="1468" y="2664"/>
                  <a:pt x="1272" y="2783"/>
                </a:cubicBezTo>
                <a:cubicBezTo>
                  <a:pt x="1229" y="2809"/>
                  <a:pt x="1147" y="2851"/>
                  <a:pt x="1092" y="2876"/>
                </a:cubicBezTo>
                <a:lnTo>
                  <a:pt x="992" y="2922"/>
                </a:lnTo>
                <a:lnTo>
                  <a:pt x="1194" y="2531"/>
                </a:lnTo>
                <a:cubicBezTo>
                  <a:pt x="1347" y="2231"/>
                  <a:pt x="1391" y="2125"/>
                  <a:pt x="1381" y="2077"/>
                </a:cubicBezTo>
                <a:cubicBezTo>
                  <a:pt x="1368" y="2025"/>
                  <a:pt x="1317" y="1996"/>
                  <a:pt x="1044" y="1880"/>
                </a:cubicBezTo>
                <a:cubicBezTo>
                  <a:pt x="866" y="1804"/>
                  <a:pt x="659" y="1728"/>
                  <a:pt x="581" y="1706"/>
                </a:cubicBezTo>
                <a:cubicBezTo>
                  <a:pt x="501" y="1685"/>
                  <a:pt x="442" y="1665"/>
                  <a:pt x="444" y="1659"/>
                </a:cubicBezTo>
                <a:cubicBezTo>
                  <a:pt x="447" y="1654"/>
                  <a:pt x="521" y="1645"/>
                  <a:pt x="614" y="1640"/>
                </a:cubicBezTo>
                <a:cubicBezTo>
                  <a:pt x="705" y="1635"/>
                  <a:pt x="829" y="1620"/>
                  <a:pt x="896" y="1607"/>
                </a:cubicBezTo>
                <a:cubicBezTo>
                  <a:pt x="960" y="1595"/>
                  <a:pt x="1127" y="1580"/>
                  <a:pt x="1264" y="1575"/>
                </a:cubicBezTo>
                <a:cubicBezTo>
                  <a:pt x="1550" y="1564"/>
                  <a:pt x="1602" y="1522"/>
                  <a:pt x="1540" y="1348"/>
                </a:cubicBezTo>
                <a:cubicBezTo>
                  <a:pt x="1517" y="1285"/>
                  <a:pt x="1481" y="1150"/>
                  <a:pt x="1459" y="1046"/>
                </a:cubicBezTo>
                <a:cubicBezTo>
                  <a:pt x="1436" y="942"/>
                  <a:pt x="1405" y="815"/>
                  <a:pt x="1389" y="762"/>
                </a:cubicBezTo>
                <a:cubicBezTo>
                  <a:pt x="1366" y="682"/>
                  <a:pt x="1362" y="642"/>
                  <a:pt x="1378" y="642"/>
                </a:cubicBezTo>
                <a:cubicBezTo>
                  <a:pt x="1392" y="642"/>
                  <a:pt x="1422" y="675"/>
                  <a:pt x="1466" y="740"/>
                </a:cubicBezTo>
                <a:cubicBezTo>
                  <a:pt x="1555" y="874"/>
                  <a:pt x="1817" y="1083"/>
                  <a:pt x="1904" y="1091"/>
                </a:cubicBezTo>
                <a:cubicBezTo>
                  <a:pt x="1905" y="1091"/>
                  <a:pt x="1906" y="1091"/>
                  <a:pt x="1907" y="1091"/>
                </a:cubicBezTo>
                <a:cubicBezTo>
                  <a:pt x="1934" y="1091"/>
                  <a:pt x="1978" y="1064"/>
                  <a:pt x="2004" y="1030"/>
                </a:cubicBezTo>
                <a:cubicBezTo>
                  <a:pt x="2033" y="995"/>
                  <a:pt x="2177" y="832"/>
                  <a:pt x="2326" y="667"/>
                </a:cubicBezTo>
                <a:cubicBezTo>
                  <a:pt x="2496" y="478"/>
                  <a:pt x="2563" y="410"/>
                  <a:pt x="2590" y="410"/>
                </a:cubicBezTo>
                <a:close/>
                <a:moveTo>
                  <a:pt x="2709" y="0"/>
                </a:moveTo>
                <a:cubicBezTo>
                  <a:pt x="2682" y="0"/>
                  <a:pt x="2652" y="9"/>
                  <a:pt x="2622" y="27"/>
                </a:cubicBezTo>
                <a:cubicBezTo>
                  <a:pt x="2580" y="52"/>
                  <a:pt x="2547" y="89"/>
                  <a:pt x="2550" y="107"/>
                </a:cubicBezTo>
                <a:cubicBezTo>
                  <a:pt x="2552" y="126"/>
                  <a:pt x="2468" y="241"/>
                  <a:pt x="2365" y="360"/>
                </a:cubicBezTo>
                <a:cubicBezTo>
                  <a:pt x="2262" y="480"/>
                  <a:pt x="2174" y="588"/>
                  <a:pt x="2171" y="597"/>
                </a:cubicBezTo>
                <a:cubicBezTo>
                  <a:pt x="2168" y="607"/>
                  <a:pt x="2146" y="631"/>
                  <a:pt x="2122" y="652"/>
                </a:cubicBezTo>
                <a:cubicBezTo>
                  <a:pt x="2098" y="672"/>
                  <a:pt x="2039" y="733"/>
                  <a:pt x="1989" y="790"/>
                </a:cubicBezTo>
                <a:cubicBezTo>
                  <a:pt x="1939" y="846"/>
                  <a:pt x="1914" y="869"/>
                  <a:pt x="1886" y="869"/>
                </a:cubicBezTo>
                <a:cubicBezTo>
                  <a:pt x="1868" y="869"/>
                  <a:pt x="1850" y="860"/>
                  <a:pt x="1824" y="844"/>
                </a:cubicBezTo>
                <a:cubicBezTo>
                  <a:pt x="1782" y="818"/>
                  <a:pt x="1694" y="726"/>
                  <a:pt x="1626" y="635"/>
                </a:cubicBezTo>
                <a:cubicBezTo>
                  <a:pt x="1442" y="390"/>
                  <a:pt x="1245" y="223"/>
                  <a:pt x="1149" y="223"/>
                </a:cubicBezTo>
                <a:cubicBezTo>
                  <a:pt x="1133" y="223"/>
                  <a:pt x="1120" y="228"/>
                  <a:pt x="1110" y="237"/>
                </a:cubicBezTo>
                <a:cubicBezTo>
                  <a:pt x="1064" y="282"/>
                  <a:pt x="1073" y="379"/>
                  <a:pt x="1140" y="584"/>
                </a:cubicBezTo>
                <a:cubicBezTo>
                  <a:pt x="1172" y="680"/>
                  <a:pt x="1214" y="830"/>
                  <a:pt x="1232" y="915"/>
                </a:cubicBezTo>
                <a:cubicBezTo>
                  <a:pt x="1250" y="1000"/>
                  <a:pt x="1281" y="1139"/>
                  <a:pt x="1299" y="1225"/>
                </a:cubicBezTo>
                <a:cubicBezTo>
                  <a:pt x="1320" y="1320"/>
                  <a:pt x="1320" y="1376"/>
                  <a:pt x="1298" y="1376"/>
                </a:cubicBezTo>
                <a:cubicBezTo>
                  <a:pt x="1298" y="1376"/>
                  <a:pt x="1298" y="1376"/>
                  <a:pt x="1297" y="1376"/>
                </a:cubicBezTo>
                <a:cubicBezTo>
                  <a:pt x="1292" y="1376"/>
                  <a:pt x="1286" y="1375"/>
                  <a:pt x="1277" y="1375"/>
                </a:cubicBezTo>
                <a:cubicBezTo>
                  <a:pt x="1133" y="1375"/>
                  <a:pt x="477" y="1451"/>
                  <a:pt x="286" y="1491"/>
                </a:cubicBezTo>
                <a:cubicBezTo>
                  <a:pt x="107" y="1529"/>
                  <a:pt x="61" y="1551"/>
                  <a:pt x="30" y="1616"/>
                </a:cubicBezTo>
                <a:cubicBezTo>
                  <a:pt x="0" y="1678"/>
                  <a:pt x="5" y="1706"/>
                  <a:pt x="52" y="1745"/>
                </a:cubicBezTo>
                <a:cubicBezTo>
                  <a:pt x="84" y="1772"/>
                  <a:pt x="151" y="1797"/>
                  <a:pt x="200" y="1800"/>
                </a:cubicBezTo>
                <a:cubicBezTo>
                  <a:pt x="291" y="1807"/>
                  <a:pt x="952" y="2025"/>
                  <a:pt x="1105" y="2098"/>
                </a:cubicBezTo>
                <a:lnTo>
                  <a:pt x="1188" y="2138"/>
                </a:lnTo>
                <a:lnTo>
                  <a:pt x="1040" y="2445"/>
                </a:lnTo>
                <a:cubicBezTo>
                  <a:pt x="957" y="2616"/>
                  <a:pt x="844" y="2808"/>
                  <a:pt x="785" y="2877"/>
                </a:cubicBezTo>
                <a:cubicBezTo>
                  <a:pt x="620" y="3073"/>
                  <a:pt x="575" y="3250"/>
                  <a:pt x="680" y="3302"/>
                </a:cubicBezTo>
                <a:cubicBezTo>
                  <a:pt x="682" y="3303"/>
                  <a:pt x="686" y="3304"/>
                  <a:pt x="690" y="3304"/>
                </a:cubicBezTo>
                <a:cubicBezTo>
                  <a:pt x="748" y="3304"/>
                  <a:pt x="952" y="3183"/>
                  <a:pt x="978" y="3130"/>
                </a:cubicBezTo>
                <a:cubicBezTo>
                  <a:pt x="987" y="3111"/>
                  <a:pt x="1002" y="3099"/>
                  <a:pt x="1016" y="3099"/>
                </a:cubicBezTo>
                <a:cubicBezTo>
                  <a:pt x="1018" y="3099"/>
                  <a:pt x="1021" y="3099"/>
                  <a:pt x="1024" y="3100"/>
                </a:cubicBezTo>
                <a:cubicBezTo>
                  <a:pt x="1025" y="3101"/>
                  <a:pt x="1026" y="3101"/>
                  <a:pt x="1027" y="3101"/>
                </a:cubicBezTo>
                <a:cubicBezTo>
                  <a:pt x="1069" y="3101"/>
                  <a:pt x="1386" y="2948"/>
                  <a:pt x="1674" y="2788"/>
                </a:cubicBezTo>
                <a:cubicBezTo>
                  <a:pt x="1726" y="2759"/>
                  <a:pt x="1765" y="2744"/>
                  <a:pt x="1793" y="2744"/>
                </a:cubicBezTo>
                <a:cubicBezTo>
                  <a:pt x="1831" y="2744"/>
                  <a:pt x="1852" y="2770"/>
                  <a:pt x="1864" y="2823"/>
                </a:cubicBezTo>
                <a:cubicBezTo>
                  <a:pt x="1887" y="2910"/>
                  <a:pt x="2191" y="3608"/>
                  <a:pt x="2250" y="3705"/>
                </a:cubicBezTo>
                <a:cubicBezTo>
                  <a:pt x="2289" y="3767"/>
                  <a:pt x="2314" y="3785"/>
                  <a:pt x="2366" y="3785"/>
                </a:cubicBezTo>
                <a:cubicBezTo>
                  <a:pt x="2368" y="3785"/>
                  <a:pt x="2369" y="3785"/>
                  <a:pt x="2371" y="3785"/>
                </a:cubicBezTo>
                <a:cubicBezTo>
                  <a:pt x="2463" y="3782"/>
                  <a:pt x="2481" y="3737"/>
                  <a:pt x="2476" y="3523"/>
                </a:cubicBezTo>
                <a:cubicBezTo>
                  <a:pt x="2473" y="3425"/>
                  <a:pt x="2482" y="3223"/>
                  <a:pt x="2496" y="3073"/>
                </a:cubicBezTo>
                <a:cubicBezTo>
                  <a:pt x="2510" y="2923"/>
                  <a:pt x="2521" y="2777"/>
                  <a:pt x="2523" y="2747"/>
                </a:cubicBezTo>
                <a:cubicBezTo>
                  <a:pt x="2523" y="2725"/>
                  <a:pt x="2536" y="2714"/>
                  <a:pt x="2579" y="2714"/>
                </a:cubicBezTo>
                <a:cubicBezTo>
                  <a:pt x="2623" y="2714"/>
                  <a:pt x="2699" y="2726"/>
                  <a:pt x="2826" y="2750"/>
                </a:cubicBezTo>
                <a:cubicBezTo>
                  <a:pt x="2994" y="2781"/>
                  <a:pt x="3221" y="2830"/>
                  <a:pt x="3335" y="2859"/>
                </a:cubicBezTo>
                <a:cubicBezTo>
                  <a:pt x="3414" y="2879"/>
                  <a:pt x="3481" y="2888"/>
                  <a:pt x="3535" y="2888"/>
                </a:cubicBezTo>
                <a:cubicBezTo>
                  <a:pt x="3727" y="2888"/>
                  <a:pt x="3758" y="2772"/>
                  <a:pt x="3572" y="2602"/>
                </a:cubicBezTo>
                <a:cubicBezTo>
                  <a:pt x="3354" y="2405"/>
                  <a:pt x="2936" y="1957"/>
                  <a:pt x="2951" y="1937"/>
                </a:cubicBezTo>
                <a:cubicBezTo>
                  <a:pt x="2958" y="1927"/>
                  <a:pt x="3181" y="1835"/>
                  <a:pt x="3442" y="1735"/>
                </a:cubicBezTo>
                <a:cubicBezTo>
                  <a:pt x="3703" y="1634"/>
                  <a:pt x="3925" y="1538"/>
                  <a:pt x="3933" y="1522"/>
                </a:cubicBezTo>
                <a:cubicBezTo>
                  <a:pt x="3940" y="1507"/>
                  <a:pt x="3936" y="1464"/>
                  <a:pt x="3923" y="1430"/>
                </a:cubicBezTo>
                <a:cubicBezTo>
                  <a:pt x="3893" y="1347"/>
                  <a:pt x="3653" y="1255"/>
                  <a:pt x="3292" y="1189"/>
                </a:cubicBezTo>
                <a:cubicBezTo>
                  <a:pt x="3144" y="1161"/>
                  <a:pt x="2965" y="1125"/>
                  <a:pt x="2887" y="1106"/>
                </a:cubicBezTo>
                <a:lnTo>
                  <a:pt x="2747" y="1072"/>
                </a:lnTo>
                <a:lnTo>
                  <a:pt x="2767" y="875"/>
                </a:lnTo>
                <a:cubicBezTo>
                  <a:pt x="2778" y="768"/>
                  <a:pt x="2787" y="604"/>
                  <a:pt x="2787" y="514"/>
                </a:cubicBezTo>
                <a:cubicBezTo>
                  <a:pt x="2789" y="425"/>
                  <a:pt x="2795" y="347"/>
                  <a:pt x="2803" y="345"/>
                </a:cubicBezTo>
                <a:cubicBezTo>
                  <a:pt x="2828" y="336"/>
                  <a:pt x="2836" y="101"/>
                  <a:pt x="2812" y="62"/>
                </a:cubicBezTo>
                <a:cubicBezTo>
                  <a:pt x="2787" y="21"/>
                  <a:pt x="2751" y="0"/>
                  <a:pt x="270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  <p:grpSp>
        <p:nvGrpSpPr>
          <p:cNvPr id="5125" name="Google Shape;5125;p229"/>
          <p:cNvGrpSpPr/>
          <p:nvPr/>
        </p:nvGrpSpPr>
        <p:grpSpPr>
          <a:xfrm>
            <a:off x="8028956" y="4262978"/>
            <a:ext cx="394966" cy="325088"/>
            <a:chOff x="6815683" y="2849752"/>
            <a:chExt cx="186975" cy="153895"/>
          </a:xfrm>
        </p:grpSpPr>
        <p:sp>
          <p:nvSpPr>
            <p:cNvPr id="5126" name="Google Shape;5126;p229"/>
            <p:cNvSpPr/>
            <p:nvPr/>
          </p:nvSpPr>
          <p:spPr>
            <a:xfrm>
              <a:off x="6822044" y="2861043"/>
              <a:ext cx="172556" cy="131365"/>
            </a:xfrm>
            <a:custGeom>
              <a:rect b="b" l="l" r="r" t="t"/>
              <a:pathLst>
                <a:path extrusionOk="0" h="2478" w="3255">
                  <a:moveTo>
                    <a:pt x="1618" y="0"/>
                  </a:moveTo>
                  <a:cubicBezTo>
                    <a:pt x="1601" y="0"/>
                    <a:pt x="1578" y="4"/>
                    <a:pt x="1546" y="13"/>
                  </a:cubicBezTo>
                  <a:cubicBezTo>
                    <a:pt x="1346" y="66"/>
                    <a:pt x="1211" y="447"/>
                    <a:pt x="1130" y="664"/>
                  </a:cubicBezTo>
                  <a:cubicBezTo>
                    <a:pt x="1153" y="691"/>
                    <a:pt x="1138" y="741"/>
                    <a:pt x="1100" y="756"/>
                  </a:cubicBezTo>
                  <a:lnTo>
                    <a:pt x="1101" y="759"/>
                  </a:lnTo>
                  <a:cubicBezTo>
                    <a:pt x="1081" y="762"/>
                    <a:pt x="1061" y="763"/>
                    <a:pt x="1041" y="766"/>
                  </a:cubicBezTo>
                  <a:cubicBezTo>
                    <a:pt x="1017" y="773"/>
                    <a:pt x="993" y="779"/>
                    <a:pt x="969" y="786"/>
                  </a:cubicBezTo>
                  <a:cubicBezTo>
                    <a:pt x="964" y="789"/>
                    <a:pt x="958" y="791"/>
                    <a:pt x="953" y="791"/>
                  </a:cubicBezTo>
                  <a:cubicBezTo>
                    <a:pt x="944" y="791"/>
                    <a:pt x="935" y="786"/>
                    <a:pt x="929" y="778"/>
                  </a:cubicBezTo>
                  <a:cubicBezTo>
                    <a:pt x="811" y="787"/>
                    <a:pt x="694" y="788"/>
                    <a:pt x="576" y="789"/>
                  </a:cubicBezTo>
                  <a:cubicBezTo>
                    <a:pt x="574" y="789"/>
                    <a:pt x="572" y="789"/>
                    <a:pt x="569" y="789"/>
                  </a:cubicBezTo>
                  <a:cubicBezTo>
                    <a:pt x="520" y="789"/>
                    <a:pt x="433" y="779"/>
                    <a:pt x="348" y="779"/>
                  </a:cubicBezTo>
                  <a:cubicBezTo>
                    <a:pt x="255" y="779"/>
                    <a:pt x="164" y="791"/>
                    <a:pt x="127" y="840"/>
                  </a:cubicBezTo>
                  <a:cubicBezTo>
                    <a:pt x="0" y="1010"/>
                    <a:pt x="768" y="1374"/>
                    <a:pt x="889" y="1439"/>
                  </a:cubicBezTo>
                  <a:cubicBezTo>
                    <a:pt x="898" y="1445"/>
                    <a:pt x="905" y="1451"/>
                    <a:pt x="911" y="1458"/>
                  </a:cubicBezTo>
                  <a:cubicBezTo>
                    <a:pt x="932" y="1464"/>
                    <a:pt x="949" y="1483"/>
                    <a:pt x="940" y="1509"/>
                  </a:cubicBezTo>
                  <a:cubicBezTo>
                    <a:pt x="887" y="1667"/>
                    <a:pt x="837" y="1826"/>
                    <a:pt x="797" y="1989"/>
                  </a:cubicBezTo>
                  <a:cubicBezTo>
                    <a:pt x="777" y="2073"/>
                    <a:pt x="761" y="2157"/>
                    <a:pt x="751" y="2244"/>
                  </a:cubicBezTo>
                  <a:cubicBezTo>
                    <a:pt x="739" y="2338"/>
                    <a:pt x="693" y="2446"/>
                    <a:pt x="790" y="2474"/>
                  </a:cubicBezTo>
                  <a:cubicBezTo>
                    <a:pt x="798" y="2476"/>
                    <a:pt x="806" y="2477"/>
                    <a:pt x="815" y="2477"/>
                  </a:cubicBezTo>
                  <a:cubicBezTo>
                    <a:pt x="943" y="2477"/>
                    <a:pt x="1158" y="2240"/>
                    <a:pt x="1251" y="2158"/>
                  </a:cubicBezTo>
                  <a:cubicBezTo>
                    <a:pt x="1369" y="2056"/>
                    <a:pt x="1478" y="1947"/>
                    <a:pt x="1590" y="1840"/>
                  </a:cubicBezTo>
                  <a:cubicBezTo>
                    <a:pt x="1607" y="1824"/>
                    <a:pt x="1625" y="1817"/>
                    <a:pt x="1642" y="1817"/>
                  </a:cubicBezTo>
                  <a:cubicBezTo>
                    <a:pt x="1675" y="1817"/>
                    <a:pt x="1706" y="1842"/>
                    <a:pt x="1717" y="1873"/>
                  </a:cubicBezTo>
                  <a:cubicBezTo>
                    <a:pt x="1996" y="2112"/>
                    <a:pt x="2307" y="2289"/>
                    <a:pt x="2658" y="2391"/>
                  </a:cubicBezTo>
                  <a:cubicBezTo>
                    <a:pt x="2643" y="2234"/>
                    <a:pt x="2618" y="2080"/>
                    <a:pt x="2573" y="1928"/>
                  </a:cubicBezTo>
                  <a:cubicBezTo>
                    <a:pt x="2525" y="1760"/>
                    <a:pt x="2432" y="1607"/>
                    <a:pt x="2392" y="1438"/>
                  </a:cubicBezTo>
                  <a:cubicBezTo>
                    <a:pt x="2384" y="1403"/>
                    <a:pt x="2409" y="1369"/>
                    <a:pt x="2440" y="1359"/>
                  </a:cubicBezTo>
                  <a:cubicBezTo>
                    <a:pt x="2440" y="1342"/>
                    <a:pt x="2449" y="1325"/>
                    <a:pt x="2469" y="1313"/>
                  </a:cubicBezTo>
                  <a:cubicBezTo>
                    <a:pt x="2566" y="1251"/>
                    <a:pt x="3254" y="784"/>
                    <a:pt x="3174" y="661"/>
                  </a:cubicBezTo>
                  <a:cubicBezTo>
                    <a:pt x="3156" y="633"/>
                    <a:pt x="3089" y="624"/>
                    <a:pt x="3008" y="624"/>
                  </a:cubicBezTo>
                  <a:cubicBezTo>
                    <a:pt x="2877" y="624"/>
                    <a:pt x="2710" y="647"/>
                    <a:pt x="2652" y="651"/>
                  </a:cubicBezTo>
                  <a:cubicBezTo>
                    <a:pt x="2482" y="663"/>
                    <a:pt x="2314" y="691"/>
                    <a:pt x="2145" y="695"/>
                  </a:cubicBezTo>
                  <a:cubicBezTo>
                    <a:pt x="2144" y="695"/>
                    <a:pt x="2143" y="695"/>
                    <a:pt x="2141" y="695"/>
                  </a:cubicBezTo>
                  <a:cubicBezTo>
                    <a:pt x="2106" y="695"/>
                    <a:pt x="2084" y="670"/>
                    <a:pt x="2076" y="641"/>
                  </a:cubicBezTo>
                  <a:cubicBezTo>
                    <a:pt x="2062" y="637"/>
                    <a:pt x="2049" y="631"/>
                    <a:pt x="2041" y="618"/>
                  </a:cubicBezTo>
                  <a:cubicBezTo>
                    <a:pt x="1967" y="512"/>
                    <a:pt x="1928" y="388"/>
                    <a:pt x="1860" y="278"/>
                  </a:cubicBezTo>
                  <a:cubicBezTo>
                    <a:pt x="1821" y="214"/>
                    <a:pt x="1777" y="151"/>
                    <a:pt x="1730" y="94"/>
                  </a:cubicBezTo>
                  <a:cubicBezTo>
                    <a:pt x="1678" y="31"/>
                    <a:pt x="1665" y="0"/>
                    <a:pt x="16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229"/>
            <p:cNvSpPr/>
            <p:nvPr/>
          </p:nvSpPr>
          <p:spPr>
            <a:xfrm>
              <a:off x="6815683" y="2849752"/>
              <a:ext cx="186975" cy="153895"/>
            </a:xfrm>
            <a:custGeom>
              <a:rect b="b" l="l" r="r" t="t"/>
              <a:pathLst>
                <a:path extrusionOk="0" h="2903" w="3527">
                  <a:moveTo>
                    <a:pt x="1738" y="213"/>
                  </a:moveTo>
                  <a:cubicBezTo>
                    <a:pt x="1785" y="213"/>
                    <a:pt x="1798" y="244"/>
                    <a:pt x="1850" y="307"/>
                  </a:cubicBezTo>
                  <a:cubicBezTo>
                    <a:pt x="1897" y="365"/>
                    <a:pt x="1941" y="427"/>
                    <a:pt x="1980" y="491"/>
                  </a:cubicBezTo>
                  <a:cubicBezTo>
                    <a:pt x="2048" y="601"/>
                    <a:pt x="2087" y="725"/>
                    <a:pt x="2161" y="831"/>
                  </a:cubicBezTo>
                  <a:cubicBezTo>
                    <a:pt x="2169" y="844"/>
                    <a:pt x="2182" y="850"/>
                    <a:pt x="2196" y="854"/>
                  </a:cubicBezTo>
                  <a:cubicBezTo>
                    <a:pt x="2204" y="883"/>
                    <a:pt x="2226" y="908"/>
                    <a:pt x="2261" y="908"/>
                  </a:cubicBezTo>
                  <a:cubicBezTo>
                    <a:pt x="2263" y="908"/>
                    <a:pt x="2264" y="908"/>
                    <a:pt x="2265" y="908"/>
                  </a:cubicBezTo>
                  <a:cubicBezTo>
                    <a:pt x="2434" y="904"/>
                    <a:pt x="2602" y="876"/>
                    <a:pt x="2772" y="864"/>
                  </a:cubicBezTo>
                  <a:cubicBezTo>
                    <a:pt x="2830" y="860"/>
                    <a:pt x="2997" y="837"/>
                    <a:pt x="3128" y="837"/>
                  </a:cubicBezTo>
                  <a:cubicBezTo>
                    <a:pt x="3209" y="837"/>
                    <a:pt x="3276" y="846"/>
                    <a:pt x="3294" y="874"/>
                  </a:cubicBezTo>
                  <a:cubicBezTo>
                    <a:pt x="3374" y="997"/>
                    <a:pt x="2686" y="1464"/>
                    <a:pt x="2589" y="1526"/>
                  </a:cubicBezTo>
                  <a:cubicBezTo>
                    <a:pt x="2569" y="1538"/>
                    <a:pt x="2560" y="1555"/>
                    <a:pt x="2560" y="1572"/>
                  </a:cubicBezTo>
                  <a:cubicBezTo>
                    <a:pt x="2529" y="1582"/>
                    <a:pt x="2504" y="1616"/>
                    <a:pt x="2512" y="1651"/>
                  </a:cubicBezTo>
                  <a:cubicBezTo>
                    <a:pt x="2552" y="1820"/>
                    <a:pt x="2645" y="1974"/>
                    <a:pt x="2693" y="2141"/>
                  </a:cubicBezTo>
                  <a:cubicBezTo>
                    <a:pt x="2738" y="2293"/>
                    <a:pt x="2763" y="2447"/>
                    <a:pt x="2778" y="2604"/>
                  </a:cubicBezTo>
                  <a:cubicBezTo>
                    <a:pt x="2427" y="2502"/>
                    <a:pt x="2116" y="2325"/>
                    <a:pt x="1837" y="2086"/>
                  </a:cubicBezTo>
                  <a:cubicBezTo>
                    <a:pt x="1826" y="2055"/>
                    <a:pt x="1795" y="2030"/>
                    <a:pt x="1762" y="2030"/>
                  </a:cubicBezTo>
                  <a:cubicBezTo>
                    <a:pt x="1745" y="2030"/>
                    <a:pt x="1727" y="2037"/>
                    <a:pt x="1710" y="2053"/>
                  </a:cubicBezTo>
                  <a:cubicBezTo>
                    <a:pt x="1599" y="2160"/>
                    <a:pt x="1489" y="2269"/>
                    <a:pt x="1371" y="2371"/>
                  </a:cubicBezTo>
                  <a:cubicBezTo>
                    <a:pt x="1278" y="2453"/>
                    <a:pt x="1062" y="2691"/>
                    <a:pt x="935" y="2691"/>
                  </a:cubicBezTo>
                  <a:cubicBezTo>
                    <a:pt x="926" y="2691"/>
                    <a:pt x="918" y="2690"/>
                    <a:pt x="910" y="2688"/>
                  </a:cubicBezTo>
                  <a:cubicBezTo>
                    <a:pt x="813" y="2659"/>
                    <a:pt x="859" y="2551"/>
                    <a:pt x="871" y="2457"/>
                  </a:cubicBezTo>
                  <a:cubicBezTo>
                    <a:pt x="881" y="2370"/>
                    <a:pt x="897" y="2286"/>
                    <a:pt x="917" y="2202"/>
                  </a:cubicBezTo>
                  <a:cubicBezTo>
                    <a:pt x="957" y="2039"/>
                    <a:pt x="1007" y="1880"/>
                    <a:pt x="1060" y="1722"/>
                  </a:cubicBezTo>
                  <a:cubicBezTo>
                    <a:pt x="1069" y="1696"/>
                    <a:pt x="1052" y="1677"/>
                    <a:pt x="1031" y="1671"/>
                  </a:cubicBezTo>
                  <a:cubicBezTo>
                    <a:pt x="1025" y="1664"/>
                    <a:pt x="1018" y="1658"/>
                    <a:pt x="1009" y="1652"/>
                  </a:cubicBezTo>
                  <a:cubicBezTo>
                    <a:pt x="888" y="1587"/>
                    <a:pt x="120" y="1223"/>
                    <a:pt x="247" y="1053"/>
                  </a:cubicBezTo>
                  <a:cubicBezTo>
                    <a:pt x="284" y="1004"/>
                    <a:pt x="375" y="992"/>
                    <a:pt x="468" y="992"/>
                  </a:cubicBezTo>
                  <a:cubicBezTo>
                    <a:pt x="553" y="992"/>
                    <a:pt x="640" y="1002"/>
                    <a:pt x="689" y="1002"/>
                  </a:cubicBezTo>
                  <a:cubicBezTo>
                    <a:pt x="692" y="1002"/>
                    <a:pt x="694" y="1002"/>
                    <a:pt x="696" y="1002"/>
                  </a:cubicBezTo>
                  <a:cubicBezTo>
                    <a:pt x="814" y="1001"/>
                    <a:pt x="931" y="1000"/>
                    <a:pt x="1049" y="991"/>
                  </a:cubicBezTo>
                  <a:cubicBezTo>
                    <a:pt x="1055" y="999"/>
                    <a:pt x="1064" y="1004"/>
                    <a:pt x="1073" y="1004"/>
                  </a:cubicBezTo>
                  <a:cubicBezTo>
                    <a:pt x="1078" y="1004"/>
                    <a:pt x="1084" y="1002"/>
                    <a:pt x="1089" y="999"/>
                  </a:cubicBezTo>
                  <a:cubicBezTo>
                    <a:pt x="1113" y="992"/>
                    <a:pt x="1137" y="986"/>
                    <a:pt x="1161" y="979"/>
                  </a:cubicBezTo>
                  <a:cubicBezTo>
                    <a:pt x="1181" y="976"/>
                    <a:pt x="1201" y="975"/>
                    <a:pt x="1221" y="972"/>
                  </a:cubicBezTo>
                  <a:lnTo>
                    <a:pt x="1220" y="969"/>
                  </a:lnTo>
                  <a:cubicBezTo>
                    <a:pt x="1258" y="954"/>
                    <a:pt x="1273" y="904"/>
                    <a:pt x="1250" y="877"/>
                  </a:cubicBezTo>
                  <a:cubicBezTo>
                    <a:pt x="1331" y="660"/>
                    <a:pt x="1466" y="279"/>
                    <a:pt x="1666" y="226"/>
                  </a:cubicBezTo>
                  <a:cubicBezTo>
                    <a:pt x="1698" y="217"/>
                    <a:pt x="1721" y="213"/>
                    <a:pt x="1738" y="213"/>
                  </a:cubicBezTo>
                  <a:close/>
                  <a:moveTo>
                    <a:pt x="1677" y="1"/>
                  </a:moveTo>
                  <a:cubicBezTo>
                    <a:pt x="1675" y="1"/>
                    <a:pt x="1673" y="1"/>
                    <a:pt x="1672" y="1"/>
                  </a:cubicBezTo>
                  <a:cubicBezTo>
                    <a:pt x="1521" y="5"/>
                    <a:pt x="1445" y="190"/>
                    <a:pt x="1383" y="303"/>
                  </a:cubicBezTo>
                  <a:cubicBezTo>
                    <a:pt x="1285" y="478"/>
                    <a:pt x="1207" y="663"/>
                    <a:pt x="1141" y="853"/>
                  </a:cubicBezTo>
                  <a:cubicBezTo>
                    <a:pt x="1005" y="836"/>
                    <a:pt x="861" y="828"/>
                    <a:pt x="719" y="828"/>
                  </a:cubicBezTo>
                  <a:cubicBezTo>
                    <a:pt x="608" y="828"/>
                    <a:pt x="498" y="833"/>
                    <a:pt x="393" y="843"/>
                  </a:cubicBezTo>
                  <a:cubicBezTo>
                    <a:pt x="265" y="854"/>
                    <a:pt x="101" y="898"/>
                    <a:pt x="55" y="1035"/>
                  </a:cubicBezTo>
                  <a:cubicBezTo>
                    <a:pt x="1" y="1201"/>
                    <a:pt x="159" y="1311"/>
                    <a:pt x="273" y="1398"/>
                  </a:cubicBezTo>
                  <a:cubicBezTo>
                    <a:pt x="473" y="1551"/>
                    <a:pt x="692" y="1686"/>
                    <a:pt x="926" y="1779"/>
                  </a:cubicBezTo>
                  <a:cubicBezTo>
                    <a:pt x="812" y="1978"/>
                    <a:pt x="746" y="2194"/>
                    <a:pt x="714" y="2425"/>
                  </a:cubicBezTo>
                  <a:cubicBezTo>
                    <a:pt x="697" y="2550"/>
                    <a:pt x="643" y="2776"/>
                    <a:pt x="766" y="2868"/>
                  </a:cubicBezTo>
                  <a:cubicBezTo>
                    <a:pt x="798" y="2893"/>
                    <a:pt x="832" y="2903"/>
                    <a:pt x="867" y="2903"/>
                  </a:cubicBezTo>
                  <a:cubicBezTo>
                    <a:pt x="984" y="2903"/>
                    <a:pt x="1106" y="2791"/>
                    <a:pt x="1185" y="2729"/>
                  </a:cubicBezTo>
                  <a:cubicBezTo>
                    <a:pt x="1395" y="2567"/>
                    <a:pt x="1596" y="2392"/>
                    <a:pt x="1780" y="2203"/>
                  </a:cubicBezTo>
                  <a:cubicBezTo>
                    <a:pt x="2077" y="2491"/>
                    <a:pt x="2442" y="2686"/>
                    <a:pt x="2843" y="2786"/>
                  </a:cubicBezTo>
                  <a:cubicBezTo>
                    <a:pt x="2850" y="2787"/>
                    <a:pt x="2856" y="2788"/>
                    <a:pt x="2862" y="2788"/>
                  </a:cubicBezTo>
                  <a:cubicBezTo>
                    <a:pt x="2905" y="2788"/>
                    <a:pt x="2946" y="2756"/>
                    <a:pt x="2944" y="2710"/>
                  </a:cubicBezTo>
                  <a:cubicBezTo>
                    <a:pt x="2928" y="2368"/>
                    <a:pt x="2872" y="1913"/>
                    <a:pt x="2652" y="1630"/>
                  </a:cubicBezTo>
                  <a:cubicBezTo>
                    <a:pt x="2863" y="1522"/>
                    <a:pt x="3059" y="1389"/>
                    <a:pt x="3233" y="1227"/>
                  </a:cubicBezTo>
                  <a:cubicBezTo>
                    <a:pt x="3329" y="1136"/>
                    <a:pt x="3526" y="977"/>
                    <a:pt x="3492" y="819"/>
                  </a:cubicBezTo>
                  <a:cubicBezTo>
                    <a:pt x="3466" y="697"/>
                    <a:pt x="3343" y="678"/>
                    <a:pt x="3230" y="678"/>
                  </a:cubicBezTo>
                  <a:cubicBezTo>
                    <a:pt x="3187" y="678"/>
                    <a:pt x="3145" y="681"/>
                    <a:pt x="3110" y="681"/>
                  </a:cubicBezTo>
                  <a:cubicBezTo>
                    <a:pt x="2833" y="686"/>
                    <a:pt x="2538" y="691"/>
                    <a:pt x="2267" y="755"/>
                  </a:cubicBezTo>
                  <a:cubicBezTo>
                    <a:pt x="2232" y="578"/>
                    <a:pt x="2121" y="412"/>
                    <a:pt x="2013" y="270"/>
                  </a:cubicBezTo>
                  <a:cubicBezTo>
                    <a:pt x="1935" y="167"/>
                    <a:pt x="1823" y="1"/>
                    <a:pt x="16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8" name="Google Shape;5128;p229"/>
          <p:cNvGrpSpPr/>
          <p:nvPr/>
        </p:nvGrpSpPr>
        <p:grpSpPr>
          <a:xfrm rot="-8100037">
            <a:off x="377992" y="990483"/>
            <a:ext cx="359745" cy="325869"/>
            <a:chOff x="1640475" y="1197075"/>
            <a:chExt cx="55475" cy="50250"/>
          </a:xfrm>
        </p:grpSpPr>
        <p:sp>
          <p:nvSpPr>
            <p:cNvPr id="5129" name="Google Shape;5129;p22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22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22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32" name="Google Shape;5132;p229"/>
          <p:cNvSpPr/>
          <p:nvPr/>
        </p:nvSpPr>
        <p:spPr>
          <a:xfrm flipH="1" rot="9000131">
            <a:off x="5085747" y="4796850"/>
            <a:ext cx="434381" cy="10175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33" name="Google Shape;5133;p229"/>
          <p:cNvGrpSpPr/>
          <p:nvPr/>
        </p:nvGrpSpPr>
        <p:grpSpPr>
          <a:xfrm rot="-5399917">
            <a:off x="8489168" y="3937169"/>
            <a:ext cx="228601" cy="207085"/>
            <a:chOff x="1640475" y="1197075"/>
            <a:chExt cx="55475" cy="50250"/>
          </a:xfrm>
        </p:grpSpPr>
        <p:sp>
          <p:nvSpPr>
            <p:cNvPr id="5134" name="Google Shape;5134;p22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22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22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7" name="Google Shape;5137;p229"/>
          <p:cNvGrpSpPr/>
          <p:nvPr/>
        </p:nvGrpSpPr>
        <p:grpSpPr>
          <a:xfrm rot="-3093441">
            <a:off x="1083129" y="4589721"/>
            <a:ext cx="296714" cy="268777"/>
            <a:chOff x="1640475" y="1197075"/>
            <a:chExt cx="55475" cy="50250"/>
          </a:xfrm>
        </p:grpSpPr>
        <p:sp>
          <p:nvSpPr>
            <p:cNvPr id="5138" name="Google Shape;5138;p22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22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22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41" name="Google Shape;5141;p229"/>
          <p:cNvSpPr/>
          <p:nvPr/>
        </p:nvSpPr>
        <p:spPr>
          <a:xfrm rot="5622773">
            <a:off x="8074813" y="1511033"/>
            <a:ext cx="1057311" cy="823824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42" name="Google Shape;5142;p229"/>
          <p:cNvSpPr/>
          <p:nvPr/>
        </p:nvSpPr>
        <p:spPr>
          <a:xfrm flipH="1" rot="-9039069">
            <a:off x="368821" y="216302"/>
            <a:ext cx="434387" cy="10175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43" name="Google Shape;5143;p229"/>
          <p:cNvGrpSpPr/>
          <p:nvPr/>
        </p:nvGrpSpPr>
        <p:grpSpPr>
          <a:xfrm rot="9899945">
            <a:off x="7791376" y="534461"/>
            <a:ext cx="215934" cy="195605"/>
            <a:chOff x="1640475" y="1197075"/>
            <a:chExt cx="55475" cy="50250"/>
          </a:xfrm>
        </p:grpSpPr>
        <p:sp>
          <p:nvSpPr>
            <p:cNvPr id="5144" name="Google Shape;5144;p22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22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22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47" name="Google Shape;5147;p229"/>
          <p:cNvSpPr/>
          <p:nvPr/>
        </p:nvSpPr>
        <p:spPr>
          <a:xfrm flipH="1" rot="-9899901">
            <a:off x="3598835" y="407494"/>
            <a:ext cx="545173" cy="12772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48" name="Google Shape;5148;p229"/>
          <p:cNvGrpSpPr/>
          <p:nvPr/>
        </p:nvGrpSpPr>
        <p:grpSpPr>
          <a:xfrm rot="9253860">
            <a:off x="1598068" y="239310"/>
            <a:ext cx="272677" cy="246999"/>
            <a:chOff x="1640475" y="1197075"/>
            <a:chExt cx="55475" cy="50250"/>
          </a:xfrm>
        </p:grpSpPr>
        <p:sp>
          <p:nvSpPr>
            <p:cNvPr id="5149" name="Google Shape;5149;p22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22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22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52" name="Google Shape;5152;p229"/>
          <p:cNvSpPr txBox="1"/>
          <p:nvPr>
            <p:ph type="ctrTitle"/>
          </p:nvPr>
        </p:nvSpPr>
        <p:spPr>
          <a:xfrm flipH="1">
            <a:off x="2270875" y="1057400"/>
            <a:ext cx="4602300" cy="142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600"/>
              <a:buNone/>
              <a:defRPr sz="9600"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5153" name="Google Shape;5153;p229"/>
          <p:cNvGrpSpPr/>
          <p:nvPr/>
        </p:nvGrpSpPr>
        <p:grpSpPr>
          <a:xfrm rot="1533267">
            <a:off x="8169499" y="354341"/>
            <a:ext cx="259193" cy="555838"/>
            <a:chOff x="2867487" y="2990073"/>
            <a:chExt cx="141189" cy="302795"/>
          </a:xfrm>
        </p:grpSpPr>
        <p:sp>
          <p:nvSpPr>
            <p:cNvPr id="5154" name="Google Shape;5154;p229"/>
            <p:cNvSpPr/>
            <p:nvPr/>
          </p:nvSpPr>
          <p:spPr>
            <a:xfrm>
              <a:off x="2884095" y="2999752"/>
              <a:ext cx="109700" cy="254958"/>
            </a:xfrm>
            <a:custGeom>
              <a:rect b="b" l="l" r="r" t="t"/>
              <a:pathLst>
                <a:path extrusionOk="0" h="13724" w="5905">
                  <a:moveTo>
                    <a:pt x="3588" y="1"/>
                  </a:moveTo>
                  <a:cubicBezTo>
                    <a:pt x="3305" y="1"/>
                    <a:pt x="3022" y="5"/>
                    <a:pt x="2736" y="14"/>
                  </a:cubicBezTo>
                  <a:cubicBezTo>
                    <a:pt x="2836" y="47"/>
                    <a:pt x="2902" y="180"/>
                    <a:pt x="2869" y="347"/>
                  </a:cubicBezTo>
                  <a:cubicBezTo>
                    <a:pt x="2135" y="3149"/>
                    <a:pt x="1168" y="5851"/>
                    <a:pt x="0" y="8520"/>
                  </a:cubicBezTo>
                  <a:cubicBezTo>
                    <a:pt x="343" y="8472"/>
                    <a:pt x="686" y="8450"/>
                    <a:pt x="1030" y="8450"/>
                  </a:cubicBezTo>
                  <a:cubicBezTo>
                    <a:pt x="1657" y="8450"/>
                    <a:pt x="2290" y="8524"/>
                    <a:pt x="2936" y="8653"/>
                  </a:cubicBezTo>
                  <a:cubicBezTo>
                    <a:pt x="3103" y="8687"/>
                    <a:pt x="3203" y="8887"/>
                    <a:pt x="3136" y="9020"/>
                  </a:cubicBezTo>
                  <a:cubicBezTo>
                    <a:pt x="2636" y="10555"/>
                    <a:pt x="2235" y="12122"/>
                    <a:pt x="1968" y="13723"/>
                  </a:cubicBezTo>
                  <a:cubicBezTo>
                    <a:pt x="3136" y="11555"/>
                    <a:pt x="4303" y="9387"/>
                    <a:pt x="5504" y="7219"/>
                  </a:cubicBezTo>
                  <a:cubicBezTo>
                    <a:pt x="4570" y="7219"/>
                    <a:pt x="3703" y="7052"/>
                    <a:pt x="2836" y="6818"/>
                  </a:cubicBezTo>
                  <a:cubicBezTo>
                    <a:pt x="2636" y="6752"/>
                    <a:pt x="2536" y="6518"/>
                    <a:pt x="2636" y="6351"/>
                  </a:cubicBezTo>
                  <a:cubicBezTo>
                    <a:pt x="3970" y="4383"/>
                    <a:pt x="5037" y="2282"/>
                    <a:pt x="5905" y="80"/>
                  </a:cubicBezTo>
                  <a:cubicBezTo>
                    <a:pt x="5123" y="32"/>
                    <a:pt x="4360" y="1"/>
                    <a:pt x="35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229"/>
            <p:cNvSpPr/>
            <p:nvPr/>
          </p:nvSpPr>
          <p:spPr>
            <a:xfrm>
              <a:off x="2867487" y="2990073"/>
              <a:ext cx="141189" cy="302795"/>
            </a:xfrm>
            <a:custGeom>
              <a:rect b="b" l="l" r="r" t="t"/>
              <a:pathLst>
                <a:path extrusionOk="0" h="16299" w="7600">
                  <a:moveTo>
                    <a:pt x="4482" y="522"/>
                  </a:moveTo>
                  <a:cubicBezTo>
                    <a:pt x="5254" y="522"/>
                    <a:pt x="6017" y="553"/>
                    <a:pt x="6799" y="601"/>
                  </a:cubicBezTo>
                  <a:cubicBezTo>
                    <a:pt x="5931" y="2803"/>
                    <a:pt x="4864" y="4904"/>
                    <a:pt x="3530" y="6872"/>
                  </a:cubicBezTo>
                  <a:cubicBezTo>
                    <a:pt x="3430" y="7039"/>
                    <a:pt x="3530" y="7273"/>
                    <a:pt x="3730" y="7339"/>
                  </a:cubicBezTo>
                  <a:cubicBezTo>
                    <a:pt x="4597" y="7606"/>
                    <a:pt x="5464" y="7740"/>
                    <a:pt x="6398" y="7740"/>
                  </a:cubicBezTo>
                  <a:cubicBezTo>
                    <a:pt x="5197" y="9908"/>
                    <a:pt x="4030" y="12076"/>
                    <a:pt x="2862" y="14244"/>
                  </a:cubicBezTo>
                  <a:cubicBezTo>
                    <a:pt x="3129" y="12677"/>
                    <a:pt x="3530" y="11109"/>
                    <a:pt x="4030" y="9541"/>
                  </a:cubicBezTo>
                  <a:cubicBezTo>
                    <a:pt x="4097" y="9408"/>
                    <a:pt x="3997" y="9208"/>
                    <a:pt x="3830" y="9174"/>
                  </a:cubicBezTo>
                  <a:cubicBezTo>
                    <a:pt x="3184" y="9045"/>
                    <a:pt x="2551" y="8971"/>
                    <a:pt x="1924" y="8971"/>
                  </a:cubicBezTo>
                  <a:cubicBezTo>
                    <a:pt x="1580" y="8971"/>
                    <a:pt x="1237" y="8993"/>
                    <a:pt x="894" y="9041"/>
                  </a:cubicBezTo>
                  <a:cubicBezTo>
                    <a:pt x="2062" y="6372"/>
                    <a:pt x="3029" y="3670"/>
                    <a:pt x="3763" y="868"/>
                  </a:cubicBezTo>
                  <a:cubicBezTo>
                    <a:pt x="3796" y="701"/>
                    <a:pt x="3730" y="601"/>
                    <a:pt x="3630" y="535"/>
                  </a:cubicBezTo>
                  <a:cubicBezTo>
                    <a:pt x="3916" y="526"/>
                    <a:pt x="4199" y="522"/>
                    <a:pt x="4482" y="522"/>
                  </a:cubicBezTo>
                  <a:close/>
                  <a:moveTo>
                    <a:pt x="5989" y="1"/>
                  </a:moveTo>
                  <a:cubicBezTo>
                    <a:pt x="5157" y="1"/>
                    <a:pt x="4319" y="45"/>
                    <a:pt x="3496" y="134"/>
                  </a:cubicBezTo>
                  <a:cubicBezTo>
                    <a:pt x="3296" y="134"/>
                    <a:pt x="3229" y="368"/>
                    <a:pt x="3363" y="468"/>
                  </a:cubicBezTo>
                  <a:cubicBezTo>
                    <a:pt x="3263" y="501"/>
                    <a:pt x="3196" y="568"/>
                    <a:pt x="3163" y="701"/>
                  </a:cubicBezTo>
                  <a:cubicBezTo>
                    <a:pt x="2395" y="3637"/>
                    <a:pt x="1395" y="6506"/>
                    <a:pt x="94" y="9241"/>
                  </a:cubicBezTo>
                  <a:cubicBezTo>
                    <a:pt x="0" y="9491"/>
                    <a:pt x="169" y="9711"/>
                    <a:pt x="410" y="9711"/>
                  </a:cubicBezTo>
                  <a:cubicBezTo>
                    <a:pt x="427" y="9711"/>
                    <a:pt x="444" y="9710"/>
                    <a:pt x="461" y="9708"/>
                  </a:cubicBezTo>
                  <a:cubicBezTo>
                    <a:pt x="944" y="9624"/>
                    <a:pt x="1420" y="9583"/>
                    <a:pt x="1895" y="9583"/>
                  </a:cubicBezTo>
                  <a:cubicBezTo>
                    <a:pt x="2370" y="9583"/>
                    <a:pt x="2846" y="9624"/>
                    <a:pt x="3329" y="9708"/>
                  </a:cubicBezTo>
                  <a:cubicBezTo>
                    <a:pt x="2696" y="11776"/>
                    <a:pt x="2229" y="13844"/>
                    <a:pt x="1995" y="15979"/>
                  </a:cubicBezTo>
                  <a:cubicBezTo>
                    <a:pt x="1975" y="16182"/>
                    <a:pt x="2140" y="16299"/>
                    <a:pt x="2302" y="16299"/>
                  </a:cubicBezTo>
                  <a:cubicBezTo>
                    <a:pt x="2407" y="16299"/>
                    <a:pt x="2510" y="16250"/>
                    <a:pt x="2562" y="16146"/>
                  </a:cubicBezTo>
                  <a:cubicBezTo>
                    <a:pt x="4063" y="13277"/>
                    <a:pt x="5598" y="10442"/>
                    <a:pt x="7166" y="7606"/>
                  </a:cubicBezTo>
                  <a:cubicBezTo>
                    <a:pt x="7299" y="7406"/>
                    <a:pt x="7132" y="7139"/>
                    <a:pt x="6899" y="7139"/>
                  </a:cubicBezTo>
                  <a:cubicBezTo>
                    <a:pt x="6806" y="7143"/>
                    <a:pt x="6713" y="7144"/>
                    <a:pt x="6622" y="7144"/>
                  </a:cubicBezTo>
                  <a:cubicBezTo>
                    <a:pt x="5826" y="7144"/>
                    <a:pt x="5075" y="7019"/>
                    <a:pt x="4297" y="6839"/>
                  </a:cubicBezTo>
                  <a:cubicBezTo>
                    <a:pt x="5598" y="4838"/>
                    <a:pt x="6699" y="2669"/>
                    <a:pt x="7532" y="401"/>
                  </a:cubicBezTo>
                  <a:cubicBezTo>
                    <a:pt x="7599" y="234"/>
                    <a:pt x="7432" y="34"/>
                    <a:pt x="7232" y="34"/>
                  </a:cubicBezTo>
                  <a:cubicBezTo>
                    <a:pt x="6821" y="12"/>
                    <a:pt x="6406" y="1"/>
                    <a:pt x="59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SECTION_HEADER_1_1_1">
    <p:spTree>
      <p:nvGrpSpPr>
        <p:cNvPr id="5156" name="Shape 5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57" name="Google Shape;5157;p230"/>
          <p:cNvSpPr/>
          <p:nvPr/>
        </p:nvSpPr>
        <p:spPr>
          <a:xfrm flipH="1" rot="10800000">
            <a:off x="6935925" y="4058099"/>
            <a:ext cx="2317193" cy="1250526"/>
          </a:xfrm>
          <a:custGeom>
            <a:rect b="b" l="l" r="r" t="t"/>
            <a:pathLst>
              <a:path extrusionOk="0" h="10129" w="23470">
                <a:moveTo>
                  <a:pt x="1" y="0"/>
                </a:moveTo>
                <a:cubicBezTo>
                  <a:pt x="82" y="144"/>
                  <a:pt x="177" y="279"/>
                  <a:pt x="285" y="404"/>
                </a:cubicBezTo>
                <a:cubicBezTo>
                  <a:pt x="779" y="975"/>
                  <a:pt x="1537" y="1316"/>
                  <a:pt x="2299" y="1316"/>
                </a:cubicBezTo>
                <a:cubicBezTo>
                  <a:pt x="2333" y="1316"/>
                  <a:pt x="2366" y="1315"/>
                  <a:pt x="2400" y="1314"/>
                </a:cubicBezTo>
                <a:cubicBezTo>
                  <a:pt x="2977" y="1291"/>
                  <a:pt x="3549" y="1082"/>
                  <a:pt x="4119" y="1082"/>
                </a:cubicBezTo>
                <a:cubicBezTo>
                  <a:pt x="4234" y="1082"/>
                  <a:pt x="4350" y="1091"/>
                  <a:pt x="4465" y="1111"/>
                </a:cubicBezTo>
                <a:cubicBezTo>
                  <a:pt x="4602" y="1136"/>
                  <a:pt x="4730" y="1174"/>
                  <a:pt x="4852" y="1224"/>
                </a:cubicBezTo>
                <a:cubicBezTo>
                  <a:pt x="4878" y="1235"/>
                  <a:pt x="4905" y="1246"/>
                  <a:pt x="4930" y="1259"/>
                </a:cubicBezTo>
                <a:lnTo>
                  <a:pt x="4931" y="1259"/>
                </a:lnTo>
                <a:cubicBezTo>
                  <a:pt x="5863" y="1693"/>
                  <a:pt x="6418" y="2816"/>
                  <a:pt x="7292" y="3441"/>
                </a:cubicBezTo>
                <a:cubicBezTo>
                  <a:pt x="7907" y="3879"/>
                  <a:pt x="8634" y="4045"/>
                  <a:pt x="9391" y="4045"/>
                </a:cubicBezTo>
                <a:cubicBezTo>
                  <a:pt x="10254" y="4045"/>
                  <a:pt x="11156" y="3830"/>
                  <a:pt x="11976" y="3561"/>
                </a:cubicBezTo>
                <a:cubicBezTo>
                  <a:pt x="12709" y="3320"/>
                  <a:pt x="13469" y="3042"/>
                  <a:pt x="14229" y="3042"/>
                </a:cubicBezTo>
                <a:cubicBezTo>
                  <a:pt x="14408" y="3042"/>
                  <a:pt x="14587" y="3058"/>
                  <a:pt x="14766" y="3093"/>
                </a:cubicBezTo>
                <a:cubicBezTo>
                  <a:pt x="16157" y="3366"/>
                  <a:pt x="17029" y="4715"/>
                  <a:pt x="17593" y="5995"/>
                </a:cubicBezTo>
                <a:cubicBezTo>
                  <a:pt x="18158" y="7275"/>
                  <a:pt x="18647" y="8696"/>
                  <a:pt x="19803" y="9505"/>
                </a:cubicBezTo>
                <a:cubicBezTo>
                  <a:pt x="20409" y="9930"/>
                  <a:pt x="21147" y="10129"/>
                  <a:pt x="21892" y="10129"/>
                </a:cubicBezTo>
                <a:cubicBezTo>
                  <a:pt x="22430" y="10129"/>
                  <a:pt x="22971" y="10026"/>
                  <a:pt x="23470" y="9829"/>
                </a:cubicBezTo>
                <a:lnTo>
                  <a:pt x="23470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58" name="Google Shape;5158;p230"/>
          <p:cNvSpPr/>
          <p:nvPr/>
        </p:nvSpPr>
        <p:spPr>
          <a:xfrm flipH="1" rot="10800000">
            <a:off x="5225150" y="-342765"/>
            <a:ext cx="4306686" cy="2199414"/>
          </a:xfrm>
          <a:custGeom>
            <a:rect b="b" l="l" r="r" t="t"/>
            <a:pathLst>
              <a:path extrusionOk="0" h="14262" w="20699">
                <a:moveTo>
                  <a:pt x="16853" y="1"/>
                </a:moveTo>
                <a:cubicBezTo>
                  <a:pt x="16589" y="1"/>
                  <a:pt x="16324" y="41"/>
                  <a:pt x="16064" y="100"/>
                </a:cubicBezTo>
                <a:cubicBezTo>
                  <a:pt x="15287" y="274"/>
                  <a:pt x="14440" y="586"/>
                  <a:pt x="13999" y="1484"/>
                </a:cubicBezTo>
                <a:cubicBezTo>
                  <a:pt x="13782" y="1925"/>
                  <a:pt x="13671" y="2437"/>
                  <a:pt x="13436" y="2864"/>
                </a:cubicBezTo>
                <a:cubicBezTo>
                  <a:pt x="13215" y="3266"/>
                  <a:pt x="12875" y="3522"/>
                  <a:pt x="12511" y="3665"/>
                </a:cubicBezTo>
                <a:cubicBezTo>
                  <a:pt x="12069" y="3837"/>
                  <a:pt x="11615" y="3859"/>
                  <a:pt x="11159" y="3859"/>
                </a:cubicBezTo>
                <a:cubicBezTo>
                  <a:pt x="11006" y="3859"/>
                  <a:pt x="10853" y="3856"/>
                  <a:pt x="10701" y="3856"/>
                </a:cubicBezTo>
                <a:cubicBezTo>
                  <a:pt x="10498" y="3856"/>
                  <a:pt x="10296" y="3860"/>
                  <a:pt x="10095" y="3880"/>
                </a:cubicBezTo>
                <a:cubicBezTo>
                  <a:pt x="9680" y="3920"/>
                  <a:pt x="9262" y="4026"/>
                  <a:pt x="8894" y="4285"/>
                </a:cubicBezTo>
                <a:cubicBezTo>
                  <a:pt x="8523" y="4548"/>
                  <a:pt x="8243" y="4955"/>
                  <a:pt x="7994" y="5382"/>
                </a:cubicBezTo>
                <a:cubicBezTo>
                  <a:pt x="7500" y="6225"/>
                  <a:pt x="7043" y="7121"/>
                  <a:pt x="6336" y="7709"/>
                </a:cubicBezTo>
                <a:cubicBezTo>
                  <a:pt x="5983" y="8002"/>
                  <a:pt x="5587" y="8190"/>
                  <a:pt x="5164" y="8231"/>
                </a:cubicBezTo>
                <a:cubicBezTo>
                  <a:pt x="5076" y="8240"/>
                  <a:pt x="4988" y="8243"/>
                  <a:pt x="4900" y="8243"/>
                </a:cubicBezTo>
                <a:cubicBezTo>
                  <a:pt x="4496" y="8243"/>
                  <a:pt x="4092" y="8166"/>
                  <a:pt x="3691" y="8123"/>
                </a:cubicBezTo>
                <a:cubicBezTo>
                  <a:pt x="3252" y="8076"/>
                  <a:pt x="2813" y="8052"/>
                  <a:pt x="2373" y="8052"/>
                </a:cubicBezTo>
                <a:cubicBezTo>
                  <a:pt x="2305" y="8052"/>
                  <a:pt x="2237" y="8053"/>
                  <a:pt x="2170" y="8054"/>
                </a:cubicBezTo>
                <a:cubicBezTo>
                  <a:pt x="1958" y="8057"/>
                  <a:pt x="1727" y="8043"/>
                  <a:pt x="1527" y="8149"/>
                </a:cubicBezTo>
                <a:cubicBezTo>
                  <a:pt x="1345" y="8245"/>
                  <a:pt x="1232" y="8443"/>
                  <a:pt x="1145" y="8661"/>
                </a:cubicBezTo>
                <a:cubicBezTo>
                  <a:pt x="915" y="9241"/>
                  <a:pt x="707" y="9837"/>
                  <a:pt x="489" y="10425"/>
                </a:cubicBezTo>
                <a:cubicBezTo>
                  <a:pt x="382" y="10712"/>
                  <a:pt x="273" y="10996"/>
                  <a:pt x="170" y="11285"/>
                </a:cubicBezTo>
                <a:cubicBezTo>
                  <a:pt x="82" y="11538"/>
                  <a:pt x="0" y="11807"/>
                  <a:pt x="8" y="12088"/>
                </a:cubicBezTo>
                <a:cubicBezTo>
                  <a:pt x="21" y="12629"/>
                  <a:pt x="368" y="12994"/>
                  <a:pt x="711" y="13243"/>
                </a:cubicBezTo>
                <a:cubicBezTo>
                  <a:pt x="1071" y="13507"/>
                  <a:pt x="1473" y="13671"/>
                  <a:pt x="1882" y="13769"/>
                </a:cubicBezTo>
                <a:cubicBezTo>
                  <a:pt x="2734" y="13974"/>
                  <a:pt x="3606" y="13920"/>
                  <a:pt x="4468" y="13980"/>
                </a:cubicBezTo>
                <a:cubicBezTo>
                  <a:pt x="5488" y="14051"/>
                  <a:pt x="6502" y="14240"/>
                  <a:pt x="7524" y="14260"/>
                </a:cubicBezTo>
                <a:cubicBezTo>
                  <a:pt x="7567" y="14261"/>
                  <a:pt x="7610" y="14261"/>
                  <a:pt x="7652" y="14261"/>
                </a:cubicBezTo>
                <a:cubicBezTo>
                  <a:pt x="8600" y="14261"/>
                  <a:pt x="9520" y="14052"/>
                  <a:pt x="10445" y="13797"/>
                </a:cubicBezTo>
                <a:cubicBezTo>
                  <a:pt x="10927" y="13664"/>
                  <a:pt x="11408" y="13527"/>
                  <a:pt x="11895" y="13424"/>
                </a:cubicBezTo>
                <a:cubicBezTo>
                  <a:pt x="12396" y="13318"/>
                  <a:pt x="12902" y="13253"/>
                  <a:pt x="13408" y="13207"/>
                </a:cubicBezTo>
                <a:cubicBezTo>
                  <a:pt x="14415" y="13113"/>
                  <a:pt x="15426" y="13086"/>
                  <a:pt x="16429" y="12939"/>
                </a:cubicBezTo>
                <a:cubicBezTo>
                  <a:pt x="16862" y="12876"/>
                  <a:pt x="17290" y="12772"/>
                  <a:pt x="17724" y="12708"/>
                </a:cubicBezTo>
                <a:cubicBezTo>
                  <a:pt x="17931" y="12676"/>
                  <a:pt x="18142" y="12652"/>
                  <a:pt x="18353" y="12652"/>
                </a:cubicBezTo>
                <a:cubicBezTo>
                  <a:pt x="18545" y="12652"/>
                  <a:pt x="18735" y="12672"/>
                  <a:pt x="18922" y="12725"/>
                </a:cubicBezTo>
                <a:cubicBezTo>
                  <a:pt x="19108" y="12778"/>
                  <a:pt x="19285" y="12862"/>
                  <a:pt x="19446" y="12990"/>
                </a:cubicBezTo>
                <a:cubicBezTo>
                  <a:pt x="19530" y="13055"/>
                  <a:pt x="19602" y="13168"/>
                  <a:pt x="19703" y="13170"/>
                </a:cubicBezTo>
                <a:cubicBezTo>
                  <a:pt x="19705" y="13170"/>
                  <a:pt x="19707" y="13170"/>
                  <a:pt x="19709" y="13170"/>
                </a:cubicBezTo>
                <a:cubicBezTo>
                  <a:pt x="19794" y="13170"/>
                  <a:pt x="19882" y="13147"/>
                  <a:pt x="19960" y="13109"/>
                </a:cubicBezTo>
                <a:cubicBezTo>
                  <a:pt x="20337" y="12928"/>
                  <a:pt x="20552" y="12457"/>
                  <a:pt x="20620" y="11978"/>
                </a:cubicBezTo>
                <a:cubicBezTo>
                  <a:pt x="20661" y="11688"/>
                  <a:pt x="20662" y="11393"/>
                  <a:pt x="20662" y="11100"/>
                </a:cubicBezTo>
                <a:cubicBezTo>
                  <a:pt x="20661" y="10779"/>
                  <a:pt x="20660" y="10457"/>
                  <a:pt x="20659" y="10136"/>
                </a:cubicBezTo>
                <a:cubicBezTo>
                  <a:pt x="20657" y="9484"/>
                  <a:pt x="20655" y="8832"/>
                  <a:pt x="20653" y="8180"/>
                </a:cubicBezTo>
                <a:cubicBezTo>
                  <a:pt x="20649" y="6940"/>
                  <a:pt x="20646" y="5700"/>
                  <a:pt x="20642" y="4459"/>
                </a:cubicBezTo>
                <a:lnTo>
                  <a:pt x="20642" y="4459"/>
                </a:lnTo>
                <a:cubicBezTo>
                  <a:pt x="20644" y="4461"/>
                  <a:pt x="20645" y="4462"/>
                  <a:pt x="20647" y="4462"/>
                </a:cubicBezTo>
                <a:cubicBezTo>
                  <a:pt x="20699" y="4462"/>
                  <a:pt x="20598" y="3375"/>
                  <a:pt x="20067" y="3281"/>
                </a:cubicBezTo>
                <a:cubicBezTo>
                  <a:pt x="19246" y="3135"/>
                  <a:pt x="19173" y="1493"/>
                  <a:pt x="18535" y="804"/>
                </a:cubicBezTo>
                <a:cubicBezTo>
                  <a:pt x="18227" y="470"/>
                  <a:pt x="17870" y="206"/>
                  <a:pt x="17474" y="87"/>
                </a:cubicBezTo>
                <a:cubicBezTo>
                  <a:pt x="17269" y="26"/>
                  <a:pt x="17062" y="1"/>
                  <a:pt x="16853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59" name="Google Shape;5159;p230"/>
          <p:cNvSpPr/>
          <p:nvPr/>
        </p:nvSpPr>
        <p:spPr>
          <a:xfrm flipH="1" rot="10800000">
            <a:off x="-825625" y="-394841"/>
            <a:ext cx="2695508" cy="2318767"/>
          </a:xfrm>
          <a:custGeom>
            <a:rect b="b" l="l" r="r" t="t"/>
            <a:pathLst>
              <a:path extrusionOk="0" h="13044" w="21506">
                <a:moveTo>
                  <a:pt x="3180" y="0"/>
                </a:moveTo>
                <a:cubicBezTo>
                  <a:pt x="3059" y="0"/>
                  <a:pt x="2939" y="4"/>
                  <a:pt x="2818" y="11"/>
                </a:cubicBezTo>
                <a:cubicBezTo>
                  <a:pt x="2085" y="54"/>
                  <a:pt x="1355" y="227"/>
                  <a:pt x="834" y="551"/>
                </a:cubicBezTo>
                <a:cubicBezTo>
                  <a:pt x="250" y="913"/>
                  <a:pt x="65" y="1411"/>
                  <a:pt x="36" y="1902"/>
                </a:cubicBezTo>
                <a:cubicBezTo>
                  <a:pt x="1" y="2484"/>
                  <a:pt x="77" y="3072"/>
                  <a:pt x="110" y="3654"/>
                </a:cubicBezTo>
                <a:cubicBezTo>
                  <a:pt x="143" y="4272"/>
                  <a:pt x="177" y="4890"/>
                  <a:pt x="211" y="5509"/>
                </a:cubicBezTo>
                <a:lnTo>
                  <a:pt x="619" y="12928"/>
                </a:lnTo>
                <a:cubicBezTo>
                  <a:pt x="622" y="12996"/>
                  <a:pt x="711" y="13044"/>
                  <a:pt x="816" y="13044"/>
                </a:cubicBezTo>
                <a:cubicBezTo>
                  <a:pt x="831" y="13044"/>
                  <a:pt x="847" y="13043"/>
                  <a:pt x="863" y="13041"/>
                </a:cubicBezTo>
                <a:cubicBezTo>
                  <a:pt x="2378" y="12830"/>
                  <a:pt x="3912" y="12669"/>
                  <a:pt x="5457" y="12564"/>
                </a:cubicBezTo>
                <a:cubicBezTo>
                  <a:pt x="7004" y="12457"/>
                  <a:pt x="8559" y="12406"/>
                  <a:pt x="10115" y="12406"/>
                </a:cubicBezTo>
                <a:cubicBezTo>
                  <a:pt x="11304" y="12406"/>
                  <a:pt x="12493" y="12436"/>
                  <a:pt x="13679" y="12495"/>
                </a:cubicBezTo>
                <a:cubicBezTo>
                  <a:pt x="14434" y="12533"/>
                  <a:pt x="15229" y="12576"/>
                  <a:pt x="16019" y="12576"/>
                </a:cubicBezTo>
                <a:cubicBezTo>
                  <a:pt x="17350" y="12576"/>
                  <a:pt x="18667" y="12454"/>
                  <a:pt x="19757" y="11976"/>
                </a:cubicBezTo>
                <a:lnTo>
                  <a:pt x="19757" y="11976"/>
                </a:lnTo>
                <a:cubicBezTo>
                  <a:pt x="19755" y="11987"/>
                  <a:pt x="19759" y="11992"/>
                  <a:pt x="19770" y="11992"/>
                </a:cubicBezTo>
                <a:cubicBezTo>
                  <a:pt x="19872" y="11992"/>
                  <a:pt x="20520" y="11533"/>
                  <a:pt x="20666" y="11300"/>
                </a:cubicBezTo>
                <a:cubicBezTo>
                  <a:pt x="21276" y="10319"/>
                  <a:pt x="21505" y="9208"/>
                  <a:pt x="20964" y="8195"/>
                </a:cubicBezTo>
                <a:cubicBezTo>
                  <a:pt x="20510" y="7349"/>
                  <a:pt x="19544" y="6569"/>
                  <a:pt x="18190" y="6187"/>
                </a:cubicBezTo>
                <a:cubicBezTo>
                  <a:pt x="16673" y="5759"/>
                  <a:pt x="14935" y="5923"/>
                  <a:pt x="13382" y="5580"/>
                </a:cubicBezTo>
                <a:cubicBezTo>
                  <a:pt x="11840" y="5240"/>
                  <a:pt x="11141" y="4324"/>
                  <a:pt x="10445" y="3499"/>
                </a:cubicBezTo>
                <a:cubicBezTo>
                  <a:pt x="9690" y="2603"/>
                  <a:pt x="8718" y="1801"/>
                  <a:pt x="7429" y="1159"/>
                </a:cubicBezTo>
                <a:cubicBezTo>
                  <a:pt x="6263" y="578"/>
                  <a:pt x="4748" y="0"/>
                  <a:pt x="3180" y="0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60" name="Google Shape;5160;p230"/>
          <p:cNvSpPr/>
          <p:nvPr/>
        </p:nvSpPr>
        <p:spPr>
          <a:xfrm flipH="1" rot="10800000">
            <a:off x="-212370" y="3873180"/>
            <a:ext cx="3940563" cy="1912570"/>
          </a:xfrm>
          <a:custGeom>
            <a:rect b="b" l="l" r="r" t="t"/>
            <a:pathLst>
              <a:path extrusionOk="0" h="11831" w="24376">
                <a:moveTo>
                  <a:pt x="1749" y="0"/>
                </a:moveTo>
                <a:cubicBezTo>
                  <a:pt x="1709" y="0"/>
                  <a:pt x="1669" y="3"/>
                  <a:pt x="1629" y="10"/>
                </a:cubicBezTo>
                <a:cubicBezTo>
                  <a:pt x="1391" y="51"/>
                  <a:pt x="1250" y="241"/>
                  <a:pt x="1188" y="476"/>
                </a:cubicBezTo>
                <a:cubicBezTo>
                  <a:pt x="1034" y="1062"/>
                  <a:pt x="936" y="1672"/>
                  <a:pt x="819" y="2266"/>
                </a:cubicBezTo>
                <a:cubicBezTo>
                  <a:pt x="701" y="2875"/>
                  <a:pt x="591" y="3483"/>
                  <a:pt x="497" y="4096"/>
                </a:cubicBezTo>
                <a:cubicBezTo>
                  <a:pt x="126" y="6503"/>
                  <a:pt x="1" y="8997"/>
                  <a:pt x="659" y="11362"/>
                </a:cubicBezTo>
                <a:cubicBezTo>
                  <a:pt x="678" y="11430"/>
                  <a:pt x="734" y="11465"/>
                  <a:pt x="790" y="11465"/>
                </a:cubicBezTo>
                <a:cubicBezTo>
                  <a:pt x="836" y="11465"/>
                  <a:pt x="882" y="11443"/>
                  <a:pt x="910" y="11396"/>
                </a:cubicBezTo>
                <a:cubicBezTo>
                  <a:pt x="1048" y="11173"/>
                  <a:pt x="1207" y="10966"/>
                  <a:pt x="1385" y="10775"/>
                </a:cubicBezTo>
                <a:cubicBezTo>
                  <a:pt x="2101" y="10007"/>
                  <a:pt x="3087" y="9538"/>
                  <a:pt x="4095" y="9409"/>
                </a:cubicBezTo>
                <a:cubicBezTo>
                  <a:pt x="4315" y="9380"/>
                  <a:pt x="4536" y="9367"/>
                  <a:pt x="4756" y="9367"/>
                </a:cubicBezTo>
                <a:cubicBezTo>
                  <a:pt x="5731" y="9367"/>
                  <a:pt x="6705" y="9633"/>
                  <a:pt x="7587" y="10066"/>
                </a:cubicBezTo>
                <a:cubicBezTo>
                  <a:pt x="8653" y="10589"/>
                  <a:pt x="9622" y="11353"/>
                  <a:pt x="10770" y="11680"/>
                </a:cubicBezTo>
                <a:cubicBezTo>
                  <a:pt x="11110" y="11777"/>
                  <a:pt x="11460" y="11831"/>
                  <a:pt x="11804" y="11831"/>
                </a:cubicBezTo>
                <a:cubicBezTo>
                  <a:pt x="12445" y="11831"/>
                  <a:pt x="13071" y="11645"/>
                  <a:pt x="13597" y="11201"/>
                </a:cubicBezTo>
                <a:cubicBezTo>
                  <a:pt x="14183" y="10708"/>
                  <a:pt x="14558" y="9990"/>
                  <a:pt x="14873" y="9287"/>
                </a:cubicBezTo>
                <a:cubicBezTo>
                  <a:pt x="15209" y="8537"/>
                  <a:pt x="15487" y="7753"/>
                  <a:pt x="15901" y="7045"/>
                </a:cubicBezTo>
                <a:cubicBezTo>
                  <a:pt x="16332" y="6305"/>
                  <a:pt x="16925" y="5724"/>
                  <a:pt x="17743" y="5514"/>
                </a:cubicBezTo>
                <a:cubicBezTo>
                  <a:pt x="18117" y="5418"/>
                  <a:pt x="18497" y="5390"/>
                  <a:pt x="18880" y="5390"/>
                </a:cubicBezTo>
                <a:cubicBezTo>
                  <a:pt x="19432" y="5390"/>
                  <a:pt x="19989" y="5449"/>
                  <a:pt x="20540" y="5449"/>
                </a:cubicBezTo>
                <a:cubicBezTo>
                  <a:pt x="20676" y="5449"/>
                  <a:pt x="20812" y="5445"/>
                  <a:pt x="20947" y="5436"/>
                </a:cubicBezTo>
                <a:cubicBezTo>
                  <a:pt x="21449" y="5403"/>
                  <a:pt x="21952" y="5299"/>
                  <a:pt x="22402" y="5053"/>
                </a:cubicBezTo>
                <a:cubicBezTo>
                  <a:pt x="22808" y="4832"/>
                  <a:pt x="23157" y="4506"/>
                  <a:pt x="23433" y="4124"/>
                </a:cubicBezTo>
                <a:cubicBezTo>
                  <a:pt x="23951" y="3405"/>
                  <a:pt x="24197" y="2481"/>
                  <a:pt x="24066" y="1589"/>
                </a:cubicBezTo>
                <a:lnTo>
                  <a:pt x="24066" y="1589"/>
                </a:lnTo>
                <a:cubicBezTo>
                  <a:pt x="24067" y="1589"/>
                  <a:pt x="24069" y="1589"/>
                  <a:pt x="24070" y="1589"/>
                </a:cubicBezTo>
                <a:cubicBezTo>
                  <a:pt x="24093" y="1589"/>
                  <a:pt x="24117" y="1581"/>
                  <a:pt x="24142" y="1563"/>
                </a:cubicBezTo>
                <a:cubicBezTo>
                  <a:pt x="24293" y="1450"/>
                  <a:pt x="24375" y="1284"/>
                  <a:pt x="24372" y="1087"/>
                </a:cubicBezTo>
                <a:cubicBezTo>
                  <a:pt x="24363" y="604"/>
                  <a:pt x="23972" y="329"/>
                  <a:pt x="23550" y="297"/>
                </a:cubicBezTo>
                <a:cubicBezTo>
                  <a:pt x="23516" y="295"/>
                  <a:pt x="23481" y="294"/>
                  <a:pt x="23447" y="294"/>
                </a:cubicBezTo>
                <a:cubicBezTo>
                  <a:pt x="23214" y="294"/>
                  <a:pt x="22979" y="345"/>
                  <a:pt x="22750" y="383"/>
                </a:cubicBezTo>
                <a:cubicBezTo>
                  <a:pt x="22445" y="434"/>
                  <a:pt x="22139" y="481"/>
                  <a:pt x="21832" y="525"/>
                </a:cubicBezTo>
                <a:cubicBezTo>
                  <a:pt x="20628" y="695"/>
                  <a:pt x="19418" y="810"/>
                  <a:pt x="18207" y="888"/>
                </a:cubicBezTo>
                <a:cubicBezTo>
                  <a:pt x="15785" y="1046"/>
                  <a:pt x="13357" y="1063"/>
                  <a:pt x="10931" y="1083"/>
                </a:cubicBezTo>
                <a:cubicBezTo>
                  <a:pt x="10571" y="1086"/>
                  <a:pt x="10211" y="1088"/>
                  <a:pt x="9850" y="1088"/>
                </a:cubicBezTo>
                <a:cubicBezTo>
                  <a:pt x="7886" y="1088"/>
                  <a:pt x="5913" y="1021"/>
                  <a:pt x="3986" y="601"/>
                </a:cubicBezTo>
                <a:cubicBezTo>
                  <a:pt x="3423" y="479"/>
                  <a:pt x="2865" y="326"/>
                  <a:pt x="2319" y="138"/>
                </a:cubicBezTo>
                <a:cubicBezTo>
                  <a:pt x="2135" y="75"/>
                  <a:pt x="1944" y="0"/>
                  <a:pt x="1749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61" name="Google Shape;5161;p230"/>
          <p:cNvSpPr txBox="1"/>
          <p:nvPr>
            <p:ph type="title"/>
          </p:nvPr>
        </p:nvSpPr>
        <p:spPr>
          <a:xfrm>
            <a:off x="2715675" y="758952"/>
            <a:ext cx="37125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5162" name="Google Shape;5162;p230"/>
          <p:cNvGrpSpPr/>
          <p:nvPr/>
        </p:nvGrpSpPr>
        <p:grpSpPr>
          <a:xfrm rot="-9900006">
            <a:off x="7397923" y="4623752"/>
            <a:ext cx="454166" cy="411416"/>
            <a:chOff x="1640475" y="1197075"/>
            <a:chExt cx="55475" cy="50250"/>
          </a:xfrm>
        </p:grpSpPr>
        <p:sp>
          <p:nvSpPr>
            <p:cNvPr id="5163" name="Google Shape;5163;p23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23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23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6" name="Google Shape;5166;p230"/>
          <p:cNvGrpSpPr/>
          <p:nvPr/>
        </p:nvGrpSpPr>
        <p:grpSpPr>
          <a:xfrm rot="10034023">
            <a:off x="204355" y="3167783"/>
            <a:ext cx="279616" cy="253294"/>
            <a:chOff x="1640475" y="1197075"/>
            <a:chExt cx="55475" cy="50250"/>
          </a:xfrm>
        </p:grpSpPr>
        <p:sp>
          <p:nvSpPr>
            <p:cNvPr id="5167" name="Google Shape;5167;p23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23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23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70" name="Google Shape;5170;p230"/>
          <p:cNvSpPr/>
          <p:nvPr/>
        </p:nvSpPr>
        <p:spPr>
          <a:xfrm flipH="1" rot="9113192">
            <a:off x="4846575" y="208112"/>
            <a:ext cx="695049" cy="16282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71" name="Google Shape;5171;p230"/>
          <p:cNvSpPr/>
          <p:nvPr/>
        </p:nvSpPr>
        <p:spPr>
          <a:xfrm flipH="1" rot="-10799883">
            <a:off x="316584" y="4664948"/>
            <a:ext cx="545177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72" name="Google Shape;5172;p230"/>
          <p:cNvGrpSpPr/>
          <p:nvPr/>
        </p:nvGrpSpPr>
        <p:grpSpPr>
          <a:xfrm rot="6324483">
            <a:off x="1105449" y="286808"/>
            <a:ext cx="197770" cy="213810"/>
            <a:chOff x="1640475" y="1197075"/>
            <a:chExt cx="55475" cy="50250"/>
          </a:xfrm>
        </p:grpSpPr>
        <p:sp>
          <p:nvSpPr>
            <p:cNvPr id="5173" name="Google Shape;5173;p23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23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23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76" name="Google Shape;5176;p230"/>
          <p:cNvSpPr/>
          <p:nvPr/>
        </p:nvSpPr>
        <p:spPr>
          <a:xfrm rot="10800000">
            <a:off x="6676775" y="-33387"/>
            <a:ext cx="1167574" cy="854200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77" name="Google Shape;5177;p230"/>
          <p:cNvSpPr/>
          <p:nvPr/>
        </p:nvSpPr>
        <p:spPr>
          <a:xfrm rot="-10431843">
            <a:off x="-54140" y="-118627"/>
            <a:ext cx="520982" cy="81628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78" name="Google Shape;5178;p230"/>
          <p:cNvGrpSpPr/>
          <p:nvPr/>
        </p:nvGrpSpPr>
        <p:grpSpPr>
          <a:xfrm rot="10034065">
            <a:off x="8591019" y="2090883"/>
            <a:ext cx="221762" cy="200885"/>
            <a:chOff x="1640475" y="1197075"/>
            <a:chExt cx="55475" cy="50250"/>
          </a:xfrm>
        </p:grpSpPr>
        <p:sp>
          <p:nvSpPr>
            <p:cNvPr id="5179" name="Google Shape;5179;p23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23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23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SECTION_HEADER_1_1_1_1">
    <p:spTree>
      <p:nvGrpSpPr>
        <p:cNvPr id="5182" name="Shape 5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83" name="Google Shape;5183;p231"/>
          <p:cNvSpPr/>
          <p:nvPr/>
        </p:nvSpPr>
        <p:spPr>
          <a:xfrm>
            <a:off x="5726076" y="4091973"/>
            <a:ext cx="3570338" cy="1157559"/>
          </a:xfrm>
          <a:custGeom>
            <a:rect b="b" l="l" r="r" t="t"/>
            <a:pathLst>
              <a:path extrusionOk="0" h="7088" w="21862">
                <a:moveTo>
                  <a:pt x="20392" y="0"/>
                </a:moveTo>
                <a:cubicBezTo>
                  <a:pt x="19697" y="0"/>
                  <a:pt x="19010" y="139"/>
                  <a:pt x="18446" y="437"/>
                </a:cubicBezTo>
                <a:cubicBezTo>
                  <a:pt x="17368" y="1003"/>
                  <a:pt x="16913" y="1997"/>
                  <a:pt x="16387" y="2893"/>
                </a:cubicBezTo>
                <a:cubicBezTo>
                  <a:pt x="15861" y="3789"/>
                  <a:pt x="15050" y="4733"/>
                  <a:pt x="13753" y="4924"/>
                </a:cubicBezTo>
                <a:cubicBezTo>
                  <a:pt x="13587" y="4948"/>
                  <a:pt x="13420" y="4959"/>
                  <a:pt x="13253" y="4959"/>
                </a:cubicBezTo>
                <a:cubicBezTo>
                  <a:pt x="12545" y="4959"/>
                  <a:pt x="11838" y="4765"/>
                  <a:pt x="11156" y="4596"/>
                </a:cubicBezTo>
                <a:cubicBezTo>
                  <a:pt x="10391" y="4408"/>
                  <a:pt x="9551" y="4258"/>
                  <a:pt x="8748" y="4258"/>
                </a:cubicBezTo>
                <a:cubicBezTo>
                  <a:pt x="8042" y="4258"/>
                  <a:pt x="7365" y="4373"/>
                  <a:pt x="6793" y="4680"/>
                </a:cubicBezTo>
                <a:cubicBezTo>
                  <a:pt x="5978" y="5117"/>
                  <a:pt x="5461" y="5904"/>
                  <a:pt x="4593" y="6207"/>
                </a:cubicBezTo>
                <a:cubicBezTo>
                  <a:pt x="4569" y="6215"/>
                  <a:pt x="4545" y="6224"/>
                  <a:pt x="4519" y="6231"/>
                </a:cubicBezTo>
                <a:cubicBezTo>
                  <a:pt x="4407" y="6267"/>
                  <a:pt x="4286" y="6293"/>
                  <a:pt x="4160" y="6310"/>
                </a:cubicBezTo>
                <a:cubicBezTo>
                  <a:pt x="4052" y="6325"/>
                  <a:pt x="3944" y="6331"/>
                  <a:pt x="3836" y="6331"/>
                </a:cubicBezTo>
                <a:cubicBezTo>
                  <a:pt x="3306" y="6331"/>
                  <a:pt x="2774" y="6185"/>
                  <a:pt x="2236" y="6169"/>
                </a:cubicBezTo>
                <a:cubicBezTo>
                  <a:pt x="2205" y="6168"/>
                  <a:pt x="2173" y="6167"/>
                  <a:pt x="2142" y="6167"/>
                </a:cubicBezTo>
                <a:cubicBezTo>
                  <a:pt x="1432" y="6167"/>
                  <a:pt x="726" y="6406"/>
                  <a:pt x="265" y="6805"/>
                </a:cubicBezTo>
                <a:cubicBezTo>
                  <a:pt x="165" y="6893"/>
                  <a:pt x="77" y="6988"/>
                  <a:pt x="1" y="7088"/>
                </a:cubicBezTo>
                <a:lnTo>
                  <a:pt x="21862" y="7088"/>
                </a:lnTo>
                <a:lnTo>
                  <a:pt x="21862" y="210"/>
                </a:lnTo>
                <a:cubicBezTo>
                  <a:pt x="21397" y="73"/>
                  <a:pt x="20892" y="0"/>
                  <a:pt x="20392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84" name="Google Shape;5184;p231"/>
          <p:cNvSpPr/>
          <p:nvPr/>
        </p:nvSpPr>
        <p:spPr>
          <a:xfrm>
            <a:off x="-59308" y="-102238"/>
            <a:ext cx="2148376" cy="1054346"/>
          </a:xfrm>
          <a:custGeom>
            <a:rect b="b" l="l" r="r" t="t"/>
            <a:pathLst>
              <a:path extrusionOk="0" h="6456" w="13155">
                <a:moveTo>
                  <a:pt x="1821" y="0"/>
                </a:moveTo>
                <a:lnTo>
                  <a:pt x="1821" y="3"/>
                </a:lnTo>
                <a:lnTo>
                  <a:pt x="0" y="4"/>
                </a:lnTo>
                <a:lnTo>
                  <a:pt x="0" y="222"/>
                </a:lnTo>
                <a:lnTo>
                  <a:pt x="0" y="1236"/>
                </a:lnTo>
                <a:lnTo>
                  <a:pt x="0" y="2358"/>
                </a:lnTo>
                <a:lnTo>
                  <a:pt x="1" y="3370"/>
                </a:lnTo>
                <a:lnTo>
                  <a:pt x="1" y="4493"/>
                </a:lnTo>
                <a:lnTo>
                  <a:pt x="1" y="5504"/>
                </a:lnTo>
                <a:lnTo>
                  <a:pt x="1" y="6178"/>
                </a:lnTo>
                <a:cubicBezTo>
                  <a:pt x="369" y="6349"/>
                  <a:pt x="770" y="6456"/>
                  <a:pt x="1177" y="6456"/>
                </a:cubicBezTo>
                <a:cubicBezTo>
                  <a:pt x="1363" y="6456"/>
                  <a:pt x="1550" y="6434"/>
                  <a:pt x="1736" y="6385"/>
                </a:cubicBezTo>
                <a:cubicBezTo>
                  <a:pt x="1764" y="6378"/>
                  <a:pt x="1794" y="6370"/>
                  <a:pt x="1822" y="6361"/>
                </a:cubicBezTo>
                <a:cubicBezTo>
                  <a:pt x="1843" y="6355"/>
                  <a:pt x="1862" y="6348"/>
                  <a:pt x="1882" y="6342"/>
                </a:cubicBezTo>
                <a:cubicBezTo>
                  <a:pt x="2342" y="6188"/>
                  <a:pt x="2719" y="5901"/>
                  <a:pt x="3050" y="5558"/>
                </a:cubicBezTo>
                <a:cubicBezTo>
                  <a:pt x="3068" y="5540"/>
                  <a:pt x="3085" y="5522"/>
                  <a:pt x="3102" y="5503"/>
                </a:cubicBezTo>
                <a:cubicBezTo>
                  <a:pt x="3398" y="5189"/>
                  <a:pt x="3657" y="4831"/>
                  <a:pt x="3908" y="4490"/>
                </a:cubicBezTo>
                <a:cubicBezTo>
                  <a:pt x="3908" y="4490"/>
                  <a:pt x="3909" y="4490"/>
                  <a:pt x="3909" y="4489"/>
                </a:cubicBezTo>
                <a:cubicBezTo>
                  <a:pt x="3923" y="4471"/>
                  <a:pt x="3936" y="4455"/>
                  <a:pt x="3949" y="4436"/>
                </a:cubicBezTo>
                <a:cubicBezTo>
                  <a:pt x="4217" y="4078"/>
                  <a:pt x="4522" y="3714"/>
                  <a:pt x="4875" y="3424"/>
                </a:cubicBezTo>
                <a:cubicBezTo>
                  <a:pt x="4897" y="3405"/>
                  <a:pt x="4919" y="3387"/>
                  <a:pt x="4942" y="3369"/>
                </a:cubicBezTo>
                <a:cubicBezTo>
                  <a:pt x="5319" y="3071"/>
                  <a:pt x="5750" y="2859"/>
                  <a:pt x="6248" y="2826"/>
                </a:cubicBezTo>
                <a:cubicBezTo>
                  <a:pt x="6296" y="2822"/>
                  <a:pt x="6344" y="2821"/>
                  <a:pt x="6391" y="2821"/>
                </a:cubicBezTo>
                <a:cubicBezTo>
                  <a:pt x="7025" y="2821"/>
                  <a:pt x="7616" y="3105"/>
                  <a:pt x="8200" y="3368"/>
                </a:cubicBezTo>
                <a:cubicBezTo>
                  <a:pt x="8240" y="3387"/>
                  <a:pt x="8281" y="3405"/>
                  <a:pt x="8323" y="3423"/>
                </a:cubicBezTo>
                <a:cubicBezTo>
                  <a:pt x="8382" y="3449"/>
                  <a:pt x="8442" y="3475"/>
                  <a:pt x="8501" y="3501"/>
                </a:cubicBezTo>
                <a:cubicBezTo>
                  <a:pt x="9052" y="3734"/>
                  <a:pt x="9659" y="3908"/>
                  <a:pt x="10259" y="3908"/>
                </a:cubicBezTo>
                <a:cubicBezTo>
                  <a:pt x="10487" y="3908"/>
                  <a:pt x="10715" y="3882"/>
                  <a:pt x="10937" y="3826"/>
                </a:cubicBezTo>
                <a:cubicBezTo>
                  <a:pt x="11253" y="3746"/>
                  <a:pt x="11547" y="3604"/>
                  <a:pt x="11810" y="3423"/>
                </a:cubicBezTo>
                <a:cubicBezTo>
                  <a:pt x="11835" y="3405"/>
                  <a:pt x="11861" y="3387"/>
                  <a:pt x="11886" y="3368"/>
                </a:cubicBezTo>
                <a:cubicBezTo>
                  <a:pt x="11986" y="3295"/>
                  <a:pt x="12081" y="3217"/>
                  <a:pt x="12169" y="3134"/>
                </a:cubicBezTo>
                <a:cubicBezTo>
                  <a:pt x="12416" y="2906"/>
                  <a:pt x="12624" y="2641"/>
                  <a:pt x="12783" y="2355"/>
                </a:cubicBezTo>
                <a:cubicBezTo>
                  <a:pt x="12794" y="2337"/>
                  <a:pt x="12805" y="2319"/>
                  <a:pt x="12814" y="2300"/>
                </a:cubicBezTo>
                <a:cubicBezTo>
                  <a:pt x="12983" y="1983"/>
                  <a:pt x="13095" y="1639"/>
                  <a:pt x="13135" y="1287"/>
                </a:cubicBezTo>
                <a:cubicBezTo>
                  <a:pt x="13137" y="1269"/>
                  <a:pt x="13139" y="1251"/>
                  <a:pt x="13141" y="1232"/>
                </a:cubicBezTo>
                <a:cubicBezTo>
                  <a:pt x="13152" y="1109"/>
                  <a:pt x="13155" y="984"/>
                  <a:pt x="13149" y="860"/>
                </a:cubicBezTo>
                <a:cubicBezTo>
                  <a:pt x="13137" y="644"/>
                  <a:pt x="13096" y="428"/>
                  <a:pt x="13028" y="222"/>
                </a:cubicBezTo>
                <a:cubicBezTo>
                  <a:pt x="13023" y="204"/>
                  <a:pt x="13017" y="185"/>
                  <a:pt x="13010" y="167"/>
                </a:cubicBezTo>
                <a:cubicBezTo>
                  <a:pt x="12991" y="111"/>
                  <a:pt x="12969" y="56"/>
                  <a:pt x="12946" y="1"/>
                </a:cubicBezTo>
                <a:lnTo>
                  <a:pt x="1880" y="3"/>
                </a:lnTo>
                <a:lnTo>
                  <a:pt x="1880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85" name="Google Shape;5185;p231"/>
          <p:cNvSpPr/>
          <p:nvPr/>
        </p:nvSpPr>
        <p:spPr>
          <a:xfrm>
            <a:off x="4901501" y="-265225"/>
            <a:ext cx="4711729" cy="1588867"/>
          </a:xfrm>
          <a:custGeom>
            <a:rect b="b" l="l" r="r" t="t"/>
            <a:pathLst>
              <a:path extrusionOk="0" h="9729" w="28851">
                <a:moveTo>
                  <a:pt x="943" y="0"/>
                </a:moveTo>
                <a:cubicBezTo>
                  <a:pt x="631" y="0"/>
                  <a:pt x="337" y="87"/>
                  <a:pt x="179" y="380"/>
                </a:cubicBezTo>
                <a:cubicBezTo>
                  <a:pt x="1" y="711"/>
                  <a:pt x="78" y="1189"/>
                  <a:pt x="451" y="1303"/>
                </a:cubicBezTo>
                <a:cubicBezTo>
                  <a:pt x="355" y="2313"/>
                  <a:pt x="452" y="3522"/>
                  <a:pt x="1499" y="3989"/>
                </a:cubicBezTo>
                <a:cubicBezTo>
                  <a:pt x="1785" y="4117"/>
                  <a:pt x="2088" y="4165"/>
                  <a:pt x="2396" y="4165"/>
                </a:cubicBezTo>
                <a:cubicBezTo>
                  <a:pt x="3000" y="4165"/>
                  <a:pt x="3625" y="3981"/>
                  <a:pt x="4188" y="3848"/>
                </a:cubicBezTo>
                <a:cubicBezTo>
                  <a:pt x="4624" y="3745"/>
                  <a:pt x="5112" y="3633"/>
                  <a:pt x="5582" y="3633"/>
                </a:cubicBezTo>
                <a:cubicBezTo>
                  <a:pt x="6044" y="3633"/>
                  <a:pt x="6489" y="3741"/>
                  <a:pt x="6852" y="4069"/>
                </a:cubicBezTo>
                <a:cubicBezTo>
                  <a:pt x="7560" y="4711"/>
                  <a:pt x="7722" y="5737"/>
                  <a:pt x="8257" y="6500"/>
                </a:cubicBezTo>
                <a:cubicBezTo>
                  <a:pt x="8521" y="6876"/>
                  <a:pt x="8874" y="7178"/>
                  <a:pt x="9322" y="7300"/>
                </a:cubicBezTo>
                <a:cubicBezTo>
                  <a:pt x="9482" y="7344"/>
                  <a:pt x="9645" y="7363"/>
                  <a:pt x="9808" y="7363"/>
                </a:cubicBezTo>
                <a:cubicBezTo>
                  <a:pt x="10078" y="7363"/>
                  <a:pt x="10348" y="7310"/>
                  <a:pt x="10606" y="7231"/>
                </a:cubicBezTo>
                <a:cubicBezTo>
                  <a:pt x="11498" y="6959"/>
                  <a:pt x="12280" y="6380"/>
                  <a:pt x="13194" y="6184"/>
                </a:cubicBezTo>
                <a:cubicBezTo>
                  <a:pt x="13322" y="6156"/>
                  <a:pt x="13450" y="6141"/>
                  <a:pt x="13577" y="6141"/>
                </a:cubicBezTo>
                <a:cubicBezTo>
                  <a:pt x="13849" y="6141"/>
                  <a:pt x="14113" y="6211"/>
                  <a:pt x="14347" y="6376"/>
                </a:cubicBezTo>
                <a:cubicBezTo>
                  <a:pt x="14724" y="6643"/>
                  <a:pt x="14907" y="7097"/>
                  <a:pt x="15047" y="7521"/>
                </a:cubicBezTo>
                <a:cubicBezTo>
                  <a:pt x="15341" y="8400"/>
                  <a:pt x="15592" y="9554"/>
                  <a:pt x="16688" y="9709"/>
                </a:cubicBezTo>
                <a:cubicBezTo>
                  <a:pt x="16781" y="9722"/>
                  <a:pt x="16872" y="9728"/>
                  <a:pt x="16961" y="9728"/>
                </a:cubicBezTo>
                <a:cubicBezTo>
                  <a:pt x="18160" y="9728"/>
                  <a:pt x="18967" y="8588"/>
                  <a:pt x="19887" y="7966"/>
                </a:cubicBezTo>
                <a:cubicBezTo>
                  <a:pt x="20301" y="7685"/>
                  <a:pt x="20755" y="7537"/>
                  <a:pt x="21232" y="7537"/>
                </a:cubicBezTo>
                <a:cubicBezTo>
                  <a:pt x="21401" y="7537"/>
                  <a:pt x="21572" y="7556"/>
                  <a:pt x="21746" y="7593"/>
                </a:cubicBezTo>
                <a:cubicBezTo>
                  <a:pt x="22408" y="7736"/>
                  <a:pt x="23015" y="8087"/>
                  <a:pt x="23550" y="8494"/>
                </a:cubicBezTo>
                <a:cubicBezTo>
                  <a:pt x="24053" y="8876"/>
                  <a:pt x="24539" y="9361"/>
                  <a:pt x="25189" y="9466"/>
                </a:cubicBezTo>
                <a:cubicBezTo>
                  <a:pt x="25284" y="9481"/>
                  <a:pt x="25378" y="9489"/>
                  <a:pt x="25473" y="9489"/>
                </a:cubicBezTo>
                <a:cubicBezTo>
                  <a:pt x="26024" y="9489"/>
                  <a:pt x="26554" y="9240"/>
                  <a:pt x="26991" y="8910"/>
                </a:cubicBezTo>
                <a:cubicBezTo>
                  <a:pt x="27838" y="8271"/>
                  <a:pt x="28376" y="7319"/>
                  <a:pt x="28611" y="6292"/>
                </a:cubicBezTo>
                <a:cubicBezTo>
                  <a:pt x="28851" y="5239"/>
                  <a:pt x="28800" y="4124"/>
                  <a:pt x="28525" y="3084"/>
                </a:cubicBezTo>
                <a:cubicBezTo>
                  <a:pt x="28226" y="1958"/>
                  <a:pt x="27654" y="694"/>
                  <a:pt x="26488" y="261"/>
                </a:cubicBezTo>
                <a:cubicBezTo>
                  <a:pt x="26074" y="106"/>
                  <a:pt x="25631" y="64"/>
                  <a:pt x="25188" y="64"/>
                </a:cubicBezTo>
                <a:cubicBezTo>
                  <a:pt x="24971" y="64"/>
                  <a:pt x="24753" y="74"/>
                  <a:pt x="24540" y="86"/>
                </a:cubicBezTo>
                <a:cubicBezTo>
                  <a:pt x="23776" y="131"/>
                  <a:pt x="23013" y="188"/>
                  <a:pt x="22250" y="248"/>
                </a:cubicBezTo>
                <a:cubicBezTo>
                  <a:pt x="20720" y="367"/>
                  <a:pt x="19190" y="503"/>
                  <a:pt x="17661" y="628"/>
                </a:cubicBezTo>
                <a:cubicBezTo>
                  <a:pt x="15187" y="828"/>
                  <a:pt x="12704" y="996"/>
                  <a:pt x="10221" y="996"/>
                </a:cubicBezTo>
                <a:cubicBezTo>
                  <a:pt x="9649" y="996"/>
                  <a:pt x="9077" y="987"/>
                  <a:pt x="8505" y="967"/>
                </a:cubicBezTo>
                <a:cubicBezTo>
                  <a:pt x="6985" y="916"/>
                  <a:pt x="5467" y="790"/>
                  <a:pt x="3966" y="555"/>
                </a:cubicBezTo>
                <a:cubicBezTo>
                  <a:pt x="3209" y="436"/>
                  <a:pt x="2459" y="290"/>
                  <a:pt x="1714" y="116"/>
                </a:cubicBezTo>
                <a:cubicBezTo>
                  <a:pt x="1493" y="64"/>
                  <a:pt x="1211" y="0"/>
                  <a:pt x="94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86" name="Google Shape;5186;p231"/>
          <p:cNvSpPr/>
          <p:nvPr/>
        </p:nvSpPr>
        <p:spPr>
          <a:xfrm>
            <a:off x="-469225" y="2180388"/>
            <a:ext cx="2390568" cy="3410945"/>
          </a:xfrm>
          <a:custGeom>
            <a:rect b="b" l="l" r="r" t="t"/>
            <a:pathLst>
              <a:path extrusionOk="0" h="20886" w="14638">
                <a:moveTo>
                  <a:pt x="3191" y="1"/>
                </a:moveTo>
                <a:cubicBezTo>
                  <a:pt x="2885" y="1"/>
                  <a:pt x="2576" y="81"/>
                  <a:pt x="2295" y="191"/>
                </a:cubicBezTo>
                <a:cubicBezTo>
                  <a:pt x="1899" y="349"/>
                  <a:pt x="1532" y="564"/>
                  <a:pt x="1185" y="809"/>
                </a:cubicBezTo>
                <a:cubicBezTo>
                  <a:pt x="1218" y="721"/>
                  <a:pt x="1252" y="633"/>
                  <a:pt x="1287" y="547"/>
                </a:cubicBezTo>
                <a:cubicBezTo>
                  <a:pt x="1332" y="438"/>
                  <a:pt x="1242" y="367"/>
                  <a:pt x="1149" y="367"/>
                </a:cubicBezTo>
                <a:cubicBezTo>
                  <a:pt x="1089" y="367"/>
                  <a:pt x="1027" y="397"/>
                  <a:pt x="998" y="467"/>
                </a:cubicBezTo>
                <a:cubicBezTo>
                  <a:pt x="147" y="2564"/>
                  <a:pt x="0" y="4857"/>
                  <a:pt x="71" y="7096"/>
                </a:cubicBezTo>
                <a:cubicBezTo>
                  <a:pt x="107" y="8264"/>
                  <a:pt x="200" y="9428"/>
                  <a:pt x="285" y="10592"/>
                </a:cubicBezTo>
                <a:cubicBezTo>
                  <a:pt x="378" y="11838"/>
                  <a:pt x="471" y="13083"/>
                  <a:pt x="565" y="14328"/>
                </a:cubicBezTo>
                <a:cubicBezTo>
                  <a:pt x="660" y="15573"/>
                  <a:pt x="755" y="16818"/>
                  <a:pt x="852" y="18063"/>
                </a:cubicBezTo>
                <a:cubicBezTo>
                  <a:pt x="895" y="18617"/>
                  <a:pt x="909" y="19183"/>
                  <a:pt x="997" y="19731"/>
                </a:cubicBezTo>
                <a:cubicBezTo>
                  <a:pt x="1063" y="20137"/>
                  <a:pt x="1227" y="20580"/>
                  <a:pt x="1623" y="20768"/>
                </a:cubicBezTo>
                <a:cubicBezTo>
                  <a:pt x="1853" y="20878"/>
                  <a:pt x="2108" y="20885"/>
                  <a:pt x="2359" y="20885"/>
                </a:cubicBezTo>
                <a:cubicBezTo>
                  <a:pt x="2678" y="20885"/>
                  <a:pt x="2997" y="20884"/>
                  <a:pt x="3315" y="20883"/>
                </a:cubicBezTo>
                <a:cubicBezTo>
                  <a:pt x="3934" y="20882"/>
                  <a:pt x="4551" y="20881"/>
                  <a:pt x="5168" y="20880"/>
                </a:cubicBezTo>
                <a:cubicBezTo>
                  <a:pt x="6413" y="20878"/>
                  <a:pt x="7658" y="20875"/>
                  <a:pt x="8904" y="20873"/>
                </a:cubicBezTo>
                <a:cubicBezTo>
                  <a:pt x="8946" y="20873"/>
                  <a:pt x="8987" y="20873"/>
                  <a:pt x="9029" y="20873"/>
                </a:cubicBezTo>
                <a:cubicBezTo>
                  <a:pt x="9733" y="20873"/>
                  <a:pt x="10440" y="20882"/>
                  <a:pt x="11147" y="20882"/>
                </a:cubicBezTo>
                <a:cubicBezTo>
                  <a:pt x="11621" y="20882"/>
                  <a:pt x="12096" y="20878"/>
                  <a:pt x="12569" y="20863"/>
                </a:cubicBezTo>
                <a:cubicBezTo>
                  <a:pt x="13054" y="20848"/>
                  <a:pt x="13560" y="20768"/>
                  <a:pt x="13928" y="20425"/>
                </a:cubicBezTo>
                <a:cubicBezTo>
                  <a:pt x="14266" y="20112"/>
                  <a:pt x="14409" y="19650"/>
                  <a:pt x="14479" y="19208"/>
                </a:cubicBezTo>
                <a:cubicBezTo>
                  <a:pt x="14615" y="18346"/>
                  <a:pt x="14637" y="17435"/>
                  <a:pt x="14556" y="16567"/>
                </a:cubicBezTo>
                <a:cubicBezTo>
                  <a:pt x="14480" y="15744"/>
                  <a:pt x="14290" y="14898"/>
                  <a:pt x="13827" y="14200"/>
                </a:cubicBezTo>
                <a:cubicBezTo>
                  <a:pt x="13606" y="13867"/>
                  <a:pt x="13329" y="13578"/>
                  <a:pt x="13000" y="13350"/>
                </a:cubicBezTo>
                <a:cubicBezTo>
                  <a:pt x="12618" y="13086"/>
                  <a:pt x="12175" y="12928"/>
                  <a:pt x="11727" y="12811"/>
                </a:cubicBezTo>
                <a:cubicBezTo>
                  <a:pt x="10841" y="12580"/>
                  <a:pt x="9808" y="12500"/>
                  <a:pt x="9119" y="11827"/>
                </a:cubicBezTo>
                <a:cubicBezTo>
                  <a:pt x="8381" y="11106"/>
                  <a:pt x="8246" y="10000"/>
                  <a:pt x="8306" y="9020"/>
                </a:cubicBezTo>
                <a:cubicBezTo>
                  <a:pt x="8344" y="8404"/>
                  <a:pt x="8449" y="7795"/>
                  <a:pt x="8518" y="7181"/>
                </a:cubicBezTo>
                <a:cubicBezTo>
                  <a:pt x="8574" y="6676"/>
                  <a:pt x="8621" y="6136"/>
                  <a:pt x="8417" y="5654"/>
                </a:cubicBezTo>
                <a:cubicBezTo>
                  <a:pt x="7771" y="4140"/>
                  <a:pt x="5341" y="4868"/>
                  <a:pt x="4856" y="3246"/>
                </a:cubicBezTo>
                <a:cubicBezTo>
                  <a:pt x="4619" y="2457"/>
                  <a:pt x="4843" y="1582"/>
                  <a:pt x="4492" y="818"/>
                </a:cubicBezTo>
                <a:cubicBezTo>
                  <a:pt x="4321" y="450"/>
                  <a:pt x="3993" y="161"/>
                  <a:pt x="3598" y="53"/>
                </a:cubicBezTo>
                <a:cubicBezTo>
                  <a:pt x="3465" y="17"/>
                  <a:pt x="3328" y="1"/>
                  <a:pt x="3191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87" name="Google Shape;5187;p231"/>
          <p:cNvSpPr txBox="1"/>
          <p:nvPr>
            <p:ph type="title"/>
          </p:nvPr>
        </p:nvSpPr>
        <p:spPr>
          <a:xfrm>
            <a:off x="3305550" y="758952"/>
            <a:ext cx="25329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5188" name="Google Shape;5188;p231"/>
          <p:cNvGrpSpPr/>
          <p:nvPr/>
        </p:nvGrpSpPr>
        <p:grpSpPr>
          <a:xfrm>
            <a:off x="8468128" y="4269006"/>
            <a:ext cx="334498" cy="303002"/>
            <a:chOff x="1640475" y="1197075"/>
            <a:chExt cx="55475" cy="50250"/>
          </a:xfrm>
        </p:grpSpPr>
        <p:sp>
          <p:nvSpPr>
            <p:cNvPr id="5189" name="Google Shape;5189;p23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23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23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2" name="Google Shape;5192;p231"/>
          <p:cNvGrpSpPr/>
          <p:nvPr/>
        </p:nvGrpSpPr>
        <p:grpSpPr>
          <a:xfrm rot="-900055">
            <a:off x="7309384" y="441644"/>
            <a:ext cx="215934" cy="195605"/>
            <a:chOff x="1640475" y="1197075"/>
            <a:chExt cx="55475" cy="50250"/>
          </a:xfrm>
        </p:grpSpPr>
        <p:sp>
          <p:nvSpPr>
            <p:cNvPr id="5193" name="Google Shape;5193;p23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23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23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96" name="Google Shape;5196;p231"/>
          <p:cNvSpPr/>
          <p:nvPr/>
        </p:nvSpPr>
        <p:spPr>
          <a:xfrm rot="-597364">
            <a:off x="8063728" y="362773"/>
            <a:ext cx="889045" cy="208282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97" name="Google Shape;5197;p231"/>
          <p:cNvGrpSpPr/>
          <p:nvPr/>
        </p:nvGrpSpPr>
        <p:grpSpPr>
          <a:xfrm rot="6300033">
            <a:off x="791192" y="4293414"/>
            <a:ext cx="244638" cy="221601"/>
            <a:chOff x="1640475" y="1197075"/>
            <a:chExt cx="55475" cy="50250"/>
          </a:xfrm>
        </p:grpSpPr>
        <p:sp>
          <p:nvSpPr>
            <p:cNvPr id="5198" name="Google Shape;5198;p23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23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23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1" name="Google Shape;5201;p231"/>
          <p:cNvGrpSpPr/>
          <p:nvPr/>
        </p:nvGrpSpPr>
        <p:grpSpPr>
          <a:xfrm rot="-5400136">
            <a:off x="965669" y="276383"/>
            <a:ext cx="420678" cy="381051"/>
            <a:chOff x="1640475" y="1197075"/>
            <a:chExt cx="55475" cy="50250"/>
          </a:xfrm>
        </p:grpSpPr>
        <p:sp>
          <p:nvSpPr>
            <p:cNvPr id="5202" name="Google Shape;5202;p23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23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23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05" name="Google Shape;5205;p231"/>
          <p:cNvSpPr/>
          <p:nvPr/>
        </p:nvSpPr>
        <p:spPr>
          <a:xfrm rot="899834">
            <a:off x="1279450" y="4731447"/>
            <a:ext cx="974747" cy="22837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06" name="Google Shape;5206;p231"/>
          <p:cNvSpPr/>
          <p:nvPr/>
        </p:nvSpPr>
        <p:spPr>
          <a:xfrm flipH="1" rot="-6300069">
            <a:off x="88991" y="506327"/>
            <a:ext cx="510483" cy="754763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07" name="Google Shape;5207;p231"/>
          <p:cNvSpPr/>
          <p:nvPr/>
        </p:nvSpPr>
        <p:spPr>
          <a:xfrm rot="6293788">
            <a:off x="7197469" y="4177421"/>
            <a:ext cx="959267" cy="701802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CUSTOM_1_1_1_1">
    <p:spTree>
      <p:nvGrpSpPr>
        <p:cNvPr id="5208" name="Shape 5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9" name="Google Shape;5209;p232"/>
          <p:cNvSpPr/>
          <p:nvPr/>
        </p:nvSpPr>
        <p:spPr>
          <a:xfrm flipH="1" rot="5087716">
            <a:off x="-252406" y="-643515"/>
            <a:ext cx="2616446" cy="2726737"/>
          </a:xfrm>
          <a:custGeom>
            <a:rect b="b" l="l" r="r" t="t"/>
            <a:pathLst>
              <a:path extrusionOk="0" h="17059" w="16369">
                <a:moveTo>
                  <a:pt x="10538" y="1"/>
                </a:moveTo>
                <a:cubicBezTo>
                  <a:pt x="9733" y="1"/>
                  <a:pt x="8932" y="153"/>
                  <a:pt x="8209" y="515"/>
                </a:cubicBezTo>
                <a:cubicBezTo>
                  <a:pt x="7233" y="1004"/>
                  <a:pt x="6396" y="1857"/>
                  <a:pt x="6084" y="2920"/>
                </a:cubicBezTo>
                <a:cubicBezTo>
                  <a:pt x="5733" y="4112"/>
                  <a:pt x="6127" y="5357"/>
                  <a:pt x="5884" y="6560"/>
                </a:cubicBezTo>
                <a:cubicBezTo>
                  <a:pt x="5644" y="7754"/>
                  <a:pt x="4612" y="8436"/>
                  <a:pt x="3688" y="9100"/>
                </a:cubicBezTo>
                <a:cubicBezTo>
                  <a:pt x="2685" y="9819"/>
                  <a:pt x="1822" y="10680"/>
                  <a:pt x="1187" y="11745"/>
                </a:cubicBezTo>
                <a:cubicBezTo>
                  <a:pt x="569" y="12782"/>
                  <a:pt x="0" y="14113"/>
                  <a:pt x="309" y="15339"/>
                </a:cubicBezTo>
                <a:cubicBezTo>
                  <a:pt x="443" y="15869"/>
                  <a:pt x="737" y="16372"/>
                  <a:pt x="1186" y="16695"/>
                </a:cubicBezTo>
                <a:cubicBezTo>
                  <a:pt x="1565" y="16966"/>
                  <a:pt x="2011" y="17058"/>
                  <a:pt x="2463" y="17058"/>
                </a:cubicBezTo>
                <a:cubicBezTo>
                  <a:pt x="2614" y="17058"/>
                  <a:pt x="2766" y="17048"/>
                  <a:pt x="2915" y="17031"/>
                </a:cubicBezTo>
                <a:cubicBezTo>
                  <a:pt x="3625" y="16948"/>
                  <a:pt x="4330" y="16784"/>
                  <a:pt x="5032" y="16653"/>
                </a:cubicBezTo>
                <a:cubicBezTo>
                  <a:pt x="5778" y="16514"/>
                  <a:pt x="6525" y="16374"/>
                  <a:pt x="7271" y="16235"/>
                </a:cubicBezTo>
                <a:cubicBezTo>
                  <a:pt x="10255" y="15678"/>
                  <a:pt x="13240" y="15122"/>
                  <a:pt x="16225" y="14565"/>
                </a:cubicBezTo>
                <a:cubicBezTo>
                  <a:pt x="16319" y="14547"/>
                  <a:pt x="16369" y="14453"/>
                  <a:pt x="16334" y="14366"/>
                </a:cubicBezTo>
                <a:cubicBezTo>
                  <a:pt x="15910" y="13292"/>
                  <a:pt x="15542" y="12197"/>
                  <a:pt x="15242" y="11083"/>
                </a:cubicBezTo>
                <a:cubicBezTo>
                  <a:pt x="14709" y="9114"/>
                  <a:pt x="14380" y="7098"/>
                  <a:pt x="14239" y="5065"/>
                </a:cubicBezTo>
                <a:cubicBezTo>
                  <a:pt x="14136" y="3556"/>
                  <a:pt x="14047" y="1835"/>
                  <a:pt x="12931" y="701"/>
                </a:cubicBezTo>
                <a:cubicBezTo>
                  <a:pt x="13074" y="700"/>
                  <a:pt x="12339" y="230"/>
                  <a:pt x="12009" y="160"/>
                </a:cubicBezTo>
                <a:cubicBezTo>
                  <a:pt x="11529" y="58"/>
                  <a:pt x="11033" y="1"/>
                  <a:pt x="10538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10" name="Google Shape;5210;p232"/>
          <p:cNvSpPr/>
          <p:nvPr/>
        </p:nvSpPr>
        <p:spPr>
          <a:xfrm flipH="1" rot="-5265980">
            <a:off x="7018910" y="494175"/>
            <a:ext cx="3277066" cy="1351051"/>
          </a:xfrm>
          <a:custGeom>
            <a:rect b="b" l="l" r="r" t="t"/>
            <a:pathLst>
              <a:path extrusionOk="0" h="7648" w="18551">
                <a:moveTo>
                  <a:pt x="8398" y="1"/>
                </a:moveTo>
                <a:cubicBezTo>
                  <a:pt x="8203" y="1"/>
                  <a:pt x="8005" y="44"/>
                  <a:pt x="7810" y="140"/>
                </a:cubicBezTo>
                <a:cubicBezTo>
                  <a:pt x="7272" y="403"/>
                  <a:pt x="6909" y="991"/>
                  <a:pt x="6614" y="1543"/>
                </a:cubicBezTo>
                <a:cubicBezTo>
                  <a:pt x="6307" y="2117"/>
                  <a:pt x="6031" y="2729"/>
                  <a:pt x="5562" y="3157"/>
                </a:cubicBezTo>
                <a:cubicBezTo>
                  <a:pt x="5343" y="3357"/>
                  <a:pt x="5078" y="3500"/>
                  <a:pt x="4796" y="3515"/>
                </a:cubicBezTo>
                <a:cubicBezTo>
                  <a:pt x="4779" y="3516"/>
                  <a:pt x="4761" y="3516"/>
                  <a:pt x="4744" y="3516"/>
                </a:cubicBezTo>
                <a:cubicBezTo>
                  <a:pt x="4475" y="3516"/>
                  <a:pt x="4218" y="3410"/>
                  <a:pt x="3979" y="3274"/>
                </a:cubicBezTo>
                <a:cubicBezTo>
                  <a:pt x="3615" y="3067"/>
                  <a:pt x="3265" y="2787"/>
                  <a:pt x="2878" y="2633"/>
                </a:cubicBezTo>
                <a:lnTo>
                  <a:pt x="2848" y="2622"/>
                </a:lnTo>
                <a:cubicBezTo>
                  <a:pt x="2713" y="2571"/>
                  <a:pt x="2573" y="2535"/>
                  <a:pt x="2426" y="2524"/>
                </a:cubicBezTo>
                <a:cubicBezTo>
                  <a:pt x="2397" y="2522"/>
                  <a:pt x="2367" y="2521"/>
                  <a:pt x="2338" y="2521"/>
                </a:cubicBezTo>
                <a:cubicBezTo>
                  <a:pt x="1819" y="2521"/>
                  <a:pt x="1364" y="2853"/>
                  <a:pt x="878" y="3039"/>
                </a:cubicBezTo>
                <a:cubicBezTo>
                  <a:pt x="860" y="2988"/>
                  <a:pt x="814" y="2962"/>
                  <a:pt x="771" y="2962"/>
                </a:cubicBezTo>
                <a:cubicBezTo>
                  <a:pt x="719" y="2962"/>
                  <a:pt x="671" y="2999"/>
                  <a:pt x="675" y="3075"/>
                </a:cubicBezTo>
                <a:cubicBezTo>
                  <a:pt x="676" y="3085"/>
                  <a:pt x="676" y="3095"/>
                  <a:pt x="677" y="3105"/>
                </a:cubicBezTo>
                <a:cubicBezTo>
                  <a:pt x="641" y="3115"/>
                  <a:pt x="663" y="3351"/>
                  <a:pt x="684" y="3351"/>
                </a:cubicBezTo>
                <a:cubicBezTo>
                  <a:pt x="684" y="3351"/>
                  <a:pt x="684" y="3351"/>
                  <a:pt x="684" y="3351"/>
                </a:cubicBezTo>
                <a:lnTo>
                  <a:pt x="684" y="3351"/>
                </a:lnTo>
                <a:cubicBezTo>
                  <a:pt x="700" y="4396"/>
                  <a:pt x="480" y="5438"/>
                  <a:pt x="40" y="6361"/>
                </a:cubicBezTo>
                <a:cubicBezTo>
                  <a:pt x="1" y="6444"/>
                  <a:pt x="42" y="6541"/>
                  <a:pt x="125" y="6547"/>
                </a:cubicBezTo>
                <a:cubicBezTo>
                  <a:pt x="520" y="6573"/>
                  <a:pt x="913" y="6601"/>
                  <a:pt x="1308" y="6628"/>
                </a:cubicBezTo>
                <a:cubicBezTo>
                  <a:pt x="2919" y="6739"/>
                  <a:pt x="4531" y="6851"/>
                  <a:pt x="6142" y="6962"/>
                </a:cubicBezTo>
                <a:cubicBezTo>
                  <a:pt x="7754" y="7074"/>
                  <a:pt x="9365" y="7184"/>
                  <a:pt x="10977" y="7295"/>
                </a:cubicBezTo>
                <a:cubicBezTo>
                  <a:pt x="12587" y="7407"/>
                  <a:pt x="14196" y="7526"/>
                  <a:pt x="15806" y="7629"/>
                </a:cubicBezTo>
                <a:cubicBezTo>
                  <a:pt x="15970" y="7639"/>
                  <a:pt x="16139" y="7648"/>
                  <a:pt x="16308" y="7648"/>
                </a:cubicBezTo>
                <a:cubicBezTo>
                  <a:pt x="16770" y="7648"/>
                  <a:pt x="17238" y="7584"/>
                  <a:pt x="17642" y="7319"/>
                </a:cubicBezTo>
                <a:cubicBezTo>
                  <a:pt x="18126" y="7004"/>
                  <a:pt x="18405" y="6441"/>
                  <a:pt x="18479" y="5822"/>
                </a:cubicBezTo>
                <a:cubicBezTo>
                  <a:pt x="18551" y="5210"/>
                  <a:pt x="18426" y="4561"/>
                  <a:pt x="18155" y="4033"/>
                </a:cubicBezTo>
                <a:cubicBezTo>
                  <a:pt x="18001" y="3734"/>
                  <a:pt x="17799" y="3450"/>
                  <a:pt x="17538" y="3266"/>
                </a:cubicBezTo>
                <a:cubicBezTo>
                  <a:pt x="17335" y="3121"/>
                  <a:pt x="17111" y="3062"/>
                  <a:pt x="16880" y="3062"/>
                </a:cubicBezTo>
                <a:cubicBezTo>
                  <a:pt x="16779" y="3062"/>
                  <a:pt x="16677" y="3073"/>
                  <a:pt x="16575" y="3094"/>
                </a:cubicBezTo>
                <a:cubicBezTo>
                  <a:pt x="16223" y="3166"/>
                  <a:pt x="15888" y="3319"/>
                  <a:pt x="15537" y="3397"/>
                </a:cubicBezTo>
                <a:cubicBezTo>
                  <a:pt x="15268" y="3457"/>
                  <a:pt x="14994" y="3485"/>
                  <a:pt x="14721" y="3485"/>
                </a:cubicBezTo>
                <a:cubicBezTo>
                  <a:pt x="14673" y="3485"/>
                  <a:pt x="14624" y="3484"/>
                  <a:pt x="14575" y="3482"/>
                </a:cubicBezTo>
                <a:cubicBezTo>
                  <a:pt x="13922" y="3460"/>
                  <a:pt x="13281" y="3278"/>
                  <a:pt x="12679" y="2996"/>
                </a:cubicBezTo>
                <a:cubicBezTo>
                  <a:pt x="12065" y="2707"/>
                  <a:pt x="11491" y="2306"/>
                  <a:pt x="10973" y="1835"/>
                </a:cubicBezTo>
                <a:cubicBezTo>
                  <a:pt x="10470" y="1378"/>
                  <a:pt x="10039" y="821"/>
                  <a:pt x="9498" y="418"/>
                </a:cubicBezTo>
                <a:cubicBezTo>
                  <a:pt x="9163" y="167"/>
                  <a:pt x="8785" y="1"/>
                  <a:pt x="8398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11" name="Google Shape;5211;p232"/>
          <p:cNvSpPr/>
          <p:nvPr/>
        </p:nvSpPr>
        <p:spPr>
          <a:xfrm rot="10800000">
            <a:off x="-60451" y="4081566"/>
            <a:ext cx="4326430" cy="1166958"/>
          </a:xfrm>
          <a:custGeom>
            <a:rect b="b" l="l" r="r" t="t"/>
            <a:pathLst>
              <a:path extrusionOk="0" h="6923" w="25667">
                <a:moveTo>
                  <a:pt x="95" y="1"/>
                </a:moveTo>
                <a:lnTo>
                  <a:pt x="95" y="1"/>
                </a:lnTo>
                <a:cubicBezTo>
                  <a:pt x="3" y="325"/>
                  <a:pt x="0" y="652"/>
                  <a:pt x="124" y="980"/>
                </a:cubicBezTo>
                <a:cubicBezTo>
                  <a:pt x="169" y="1098"/>
                  <a:pt x="231" y="1215"/>
                  <a:pt x="310" y="1328"/>
                </a:cubicBezTo>
                <a:cubicBezTo>
                  <a:pt x="324" y="1349"/>
                  <a:pt x="339" y="1369"/>
                  <a:pt x="355" y="1389"/>
                </a:cubicBezTo>
                <a:cubicBezTo>
                  <a:pt x="699" y="1846"/>
                  <a:pt x="1304" y="2249"/>
                  <a:pt x="2067" y="2533"/>
                </a:cubicBezTo>
                <a:cubicBezTo>
                  <a:pt x="2123" y="2554"/>
                  <a:pt x="2182" y="2574"/>
                  <a:pt x="2240" y="2594"/>
                </a:cubicBezTo>
                <a:cubicBezTo>
                  <a:pt x="2505" y="2684"/>
                  <a:pt x="2788" y="2761"/>
                  <a:pt x="3082" y="2820"/>
                </a:cubicBezTo>
                <a:cubicBezTo>
                  <a:pt x="3121" y="2828"/>
                  <a:pt x="3160" y="2836"/>
                  <a:pt x="3199" y="2843"/>
                </a:cubicBezTo>
                <a:cubicBezTo>
                  <a:pt x="3235" y="2848"/>
                  <a:pt x="3269" y="2855"/>
                  <a:pt x="3304" y="2861"/>
                </a:cubicBezTo>
                <a:cubicBezTo>
                  <a:pt x="4479" y="3062"/>
                  <a:pt x="5837" y="3029"/>
                  <a:pt x="6823" y="3420"/>
                </a:cubicBezTo>
                <a:cubicBezTo>
                  <a:pt x="7054" y="3512"/>
                  <a:pt x="7246" y="3619"/>
                  <a:pt x="7410" y="3737"/>
                </a:cubicBezTo>
                <a:cubicBezTo>
                  <a:pt x="7438" y="3757"/>
                  <a:pt x="7465" y="3777"/>
                  <a:pt x="7492" y="3798"/>
                </a:cubicBezTo>
                <a:cubicBezTo>
                  <a:pt x="7907" y="4126"/>
                  <a:pt x="8126" y="4532"/>
                  <a:pt x="8351" y="4940"/>
                </a:cubicBezTo>
                <a:cubicBezTo>
                  <a:pt x="8363" y="4960"/>
                  <a:pt x="8375" y="4981"/>
                  <a:pt x="8386" y="5002"/>
                </a:cubicBezTo>
                <a:cubicBezTo>
                  <a:pt x="8613" y="5409"/>
                  <a:pt x="8857" y="5814"/>
                  <a:pt x="9326" y="6143"/>
                </a:cubicBezTo>
                <a:cubicBezTo>
                  <a:pt x="9338" y="6152"/>
                  <a:pt x="9350" y="6161"/>
                  <a:pt x="9363" y="6170"/>
                </a:cubicBezTo>
                <a:cubicBezTo>
                  <a:pt x="9381" y="6181"/>
                  <a:pt x="9399" y="6193"/>
                  <a:pt x="9417" y="6205"/>
                </a:cubicBezTo>
                <a:cubicBezTo>
                  <a:pt x="10107" y="6649"/>
                  <a:pt x="11200" y="6895"/>
                  <a:pt x="12290" y="6920"/>
                </a:cubicBezTo>
                <a:cubicBezTo>
                  <a:pt x="12359" y="6922"/>
                  <a:pt x="12429" y="6922"/>
                  <a:pt x="12498" y="6922"/>
                </a:cubicBezTo>
                <a:cubicBezTo>
                  <a:pt x="13546" y="6922"/>
                  <a:pt x="14580" y="6739"/>
                  <a:pt x="15482" y="6457"/>
                </a:cubicBezTo>
                <a:cubicBezTo>
                  <a:pt x="15733" y="6379"/>
                  <a:pt x="15977" y="6292"/>
                  <a:pt x="16221" y="6206"/>
                </a:cubicBezTo>
                <a:cubicBezTo>
                  <a:pt x="16279" y="6185"/>
                  <a:pt x="16336" y="6163"/>
                  <a:pt x="16394" y="6143"/>
                </a:cubicBezTo>
                <a:cubicBezTo>
                  <a:pt x="17021" y="5919"/>
                  <a:pt x="17650" y="5699"/>
                  <a:pt x="18381" y="5606"/>
                </a:cubicBezTo>
                <a:cubicBezTo>
                  <a:pt x="18666" y="5570"/>
                  <a:pt x="18954" y="5554"/>
                  <a:pt x="19242" y="5554"/>
                </a:cubicBezTo>
                <a:cubicBezTo>
                  <a:pt x="20278" y="5554"/>
                  <a:pt x="21323" y="5757"/>
                  <a:pt x="22324" y="5932"/>
                </a:cubicBezTo>
                <a:cubicBezTo>
                  <a:pt x="22780" y="6013"/>
                  <a:pt x="23253" y="6086"/>
                  <a:pt x="23731" y="6144"/>
                </a:cubicBezTo>
                <a:cubicBezTo>
                  <a:pt x="23920" y="6169"/>
                  <a:pt x="24110" y="6189"/>
                  <a:pt x="24302" y="6207"/>
                </a:cubicBezTo>
                <a:cubicBezTo>
                  <a:pt x="24756" y="6249"/>
                  <a:pt x="25213" y="6274"/>
                  <a:pt x="25664" y="6275"/>
                </a:cubicBezTo>
                <a:lnTo>
                  <a:pt x="25664" y="6144"/>
                </a:lnTo>
                <a:lnTo>
                  <a:pt x="25665" y="5003"/>
                </a:lnTo>
                <a:lnTo>
                  <a:pt x="25665" y="3738"/>
                </a:lnTo>
                <a:lnTo>
                  <a:pt x="25666" y="2596"/>
                </a:lnTo>
                <a:lnTo>
                  <a:pt x="25666" y="1331"/>
                </a:lnTo>
                <a:lnTo>
                  <a:pt x="25667" y="5"/>
                </a:lnTo>
                <a:lnTo>
                  <a:pt x="3200" y="2"/>
                </a:lnTo>
                <a:lnTo>
                  <a:pt x="3083" y="2"/>
                </a:lnTo>
                <a:lnTo>
                  <a:pt x="95" y="1"/>
                </a:ln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12" name="Google Shape;5212;p232"/>
          <p:cNvSpPr/>
          <p:nvPr/>
        </p:nvSpPr>
        <p:spPr>
          <a:xfrm flipH="1" rot="-163619">
            <a:off x="6300449" y="3399014"/>
            <a:ext cx="3289802" cy="2742855"/>
          </a:xfrm>
          <a:custGeom>
            <a:rect b="b" l="l" r="r" t="t"/>
            <a:pathLst>
              <a:path extrusionOk="0" h="17913" w="21485">
                <a:moveTo>
                  <a:pt x="16498" y="0"/>
                </a:moveTo>
                <a:cubicBezTo>
                  <a:pt x="16431" y="0"/>
                  <a:pt x="16363" y="2"/>
                  <a:pt x="16295" y="5"/>
                </a:cubicBezTo>
                <a:cubicBezTo>
                  <a:pt x="14773" y="76"/>
                  <a:pt x="13358" y="913"/>
                  <a:pt x="11838" y="913"/>
                </a:cubicBezTo>
                <a:cubicBezTo>
                  <a:pt x="11828" y="913"/>
                  <a:pt x="11819" y="913"/>
                  <a:pt x="11809" y="913"/>
                </a:cubicBezTo>
                <a:cubicBezTo>
                  <a:pt x="10328" y="903"/>
                  <a:pt x="8942" y="90"/>
                  <a:pt x="7502" y="90"/>
                </a:cubicBezTo>
                <a:cubicBezTo>
                  <a:pt x="7296" y="90"/>
                  <a:pt x="7089" y="106"/>
                  <a:pt x="6880" y="144"/>
                </a:cubicBezTo>
                <a:cubicBezTo>
                  <a:pt x="6031" y="300"/>
                  <a:pt x="5298" y="798"/>
                  <a:pt x="4738" y="1383"/>
                </a:cubicBezTo>
                <a:cubicBezTo>
                  <a:pt x="4125" y="2021"/>
                  <a:pt x="3678" y="2792"/>
                  <a:pt x="3546" y="3606"/>
                </a:cubicBezTo>
                <a:cubicBezTo>
                  <a:pt x="3331" y="4945"/>
                  <a:pt x="3958" y="6365"/>
                  <a:pt x="3330" y="7612"/>
                </a:cubicBezTo>
                <a:cubicBezTo>
                  <a:pt x="2843" y="8573"/>
                  <a:pt x="1725" y="9179"/>
                  <a:pt x="1025" y="10039"/>
                </a:cubicBezTo>
                <a:cubicBezTo>
                  <a:pt x="129" y="11143"/>
                  <a:pt x="1" y="12623"/>
                  <a:pt x="493" y="13871"/>
                </a:cubicBezTo>
                <a:cubicBezTo>
                  <a:pt x="985" y="15119"/>
                  <a:pt x="2039" y="16147"/>
                  <a:pt x="3280" y="16894"/>
                </a:cubicBezTo>
                <a:cubicBezTo>
                  <a:pt x="4303" y="17509"/>
                  <a:pt x="5501" y="17913"/>
                  <a:pt x="6745" y="17913"/>
                </a:cubicBezTo>
                <a:cubicBezTo>
                  <a:pt x="7100" y="17913"/>
                  <a:pt x="7459" y="17880"/>
                  <a:pt x="7819" y="17810"/>
                </a:cubicBezTo>
                <a:cubicBezTo>
                  <a:pt x="9799" y="17422"/>
                  <a:pt x="10027" y="16541"/>
                  <a:pt x="10831" y="15097"/>
                </a:cubicBezTo>
                <a:cubicBezTo>
                  <a:pt x="11709" y="13519"/>
                  <a:pt x="13719" y="12697"/>
                  <a:pt x="15584" y="12036"/>
                </a:cubicBezTo>
                <a:cubicBezTo>
                  <a:pt x="17450" y="11376"/>
                  <a:pt x="19474" y="10648"/>
                  <a:pt x="20504" y="9137"/>
                </a:cubicBezTo>
                <a:cubicBezTo>
                  <a:pt x="21026" y="8370"/>
                  <a:pt x="21230" y="7476"/>
                  <a:pt x="21324" y="6598"/>
                </a:cubicBezTo>
                <a:cubicBezTo>
                  <a:pt x="21484" y="5087"/>
                  <a:pt x="21327" y="3511"/>
                  <a:pt x="20489" y="2207"/>
                </a:cubicBezTo>
                <a:cubicBezTo>
                  <a:pt x="19684" y="953"/>
                  <a:pt x="18161" y="0"/>
                  <a:pt x="16498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13" name="Google Shape;5213;p232"/>
          <p:cNvSpPr txBox="1"/>
          <p:nvPr>
            <p:ph type="title"/>
          </p:nvPr>
        </p:nvSpPr>
        <p:spPr>
          <a:xfrm>
            <a:off x="3387900" y="758952"/>
            <a:ext cx="23682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5214" name="Google Shape;5214;p232"/>
          <p:cNvGrpSpPr/>
          <p:nvPr/>
        </p:nvGrpSpPr>
        <p:grpSpPr>
          <a:xfrm rot="-9900030">
            <a:off x="271409" y="845202"/>
            <a:ext cx="215932" cy="195605"/>
            <a:chOff x="1640475" y="1197075"/>
            <a:chExt cx="55475" cy="50250"/>
          </a:xfrm>
        </p:grpSpPr>
        <p:sp>
          <p:nvSpPr>
            <p:cNvPr id="5215" name="Google Shape;5215;p23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23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23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8" name="Google Shape;5218;p232"/>
          <p:cNvGrpSpPr/>
          <p:nvPr/>
        </p:nvGrpSpPr>
        <p:grpSpPr>
          <a:xfrm rot="6524430">
            <a:off x="349879" y="2378626"/>
            <a:ext cx="279618" cy="253294"/>
            <a:chOff x="1640475" y="1197075"/>
            <a:chExt cx="55475" cy="50250"/>
          </a:xfrm>
        </p:grpSpPr>
        <p:sp>
          <p:nvSpPr>
            <p:cNvPr id="5219" name="Google Shape;5219;p23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23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23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22" name="Google Shape;5222;p232"/>
          <p:cNvSpPr/>
          <p:nvPr/>
        </p:nvSpPr>
        <p:spPr>
          <a:xfrm flipH="1" rot="-2121718">
            <a:off x="6738637" y="226323"/>
            <a:ext cx="888103" cy="20804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23" name="Google Shape;5223;p232"/>
          <p:cNvSpPr/>
          <p:nvPr/>
        </p:nvSpPr>
        <p:spPr>
          <a:xfrm flipH="1" rot="-10799883">
            <a:off x="1288109" y="411773"/>
            <a:ext cx="545177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24" name="Google Shape;5224;p232"/>
          <p:cNvGrpSpPr/>
          <p:nvPr/>
        </p:nvGrpSpPr>
        <p:grpSpPr>
          <a:xfrm rot="6300012">
            <a:off x="8577095" y="3925450"/>
            <a:ext cx="290790" cy="263412"/>
            <a:chOff x="1640475" y="1197075"/>
            <a:chExt cx="55475" cy="50250"/>
          </a:xfrm>
        </p:grpSpPr>
        <p:sp>
          <p:nvSpPr>
            <p:cNvPr id="5225" name="Google Shape;5225;p23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23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23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28" name="Google Shape;5228;p232"/>
          <p:cNvSpPr/>
          <p:nvPr/>
        </p:nvSpPr>
        <p:spPr>
          <a:xfrm rot="10800000">
            <a:off x="5828025" y="4022950"/>
            <a:ext cx="1167574" cy="854200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29" name="Google Shape;5229;p232"/>
          <p:cNvSpPr/>
          <p:nvPr/>
        </p:nvSpPr>
        <p:spPr>
          <a:xfrm rot="-10431843">
            <a:off x="-54140" y="-118627"/>
            <a:ext cx="520982" cy="81628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SECTION_HEADER_1_1_1_1_1">
    <p:spTree>
      <p:nvGrpSpPr>
        <p:cNvPr id="5230" name="Shape 5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1" name="Google Shape;5231;p233"/>
          <p:cNvSpPr/>
          <p:nvPr/>
        </p:nvSpPr>
        <p:spPr>
          <a:xfrm>
            <a:off x="-252007" y="3576894"/>
            <a:ext cx="3903917" cy="1837176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32" name="Google Shape;5232;p233"/>
          <p:cNvSpPr/>
          <p:nvPr/>
        </p:nvSpPr>
        <p:spPr>
          <a:xfrm>
            <a:off x="-534698" y="-318300"/>
            <a:ext cx="3365751" cy="1857837"/>
          </a:xfrm>
          <a:custGeom>
            <a:rect b="b" l="l" r="r" t="t"/>
            <a:pathLst>
              <a:path extrusionOk="0" h="11330" w="20526">
                <a:moveTo>
                  <a:pt x="12939" y="1"/>
                </a:moveTo>
                <a:cubicBezTo>
                  <a:pt x="11999" y="1"/>
                  <a:pt x="11086" y="167"/>
                  <a:pt x="10169" y="370"/>
                </a:cubicBezTo>
                <a:cubicBezTo>
                  <a:pt x="9691" y="476"/>
                  <a:pt x="9213" y="584"/>
                  <a:pt x="8731" y="667"/>
                </a:cubicBezTo>
                <a:cubicBezTo>
                  <a:pt x="8234" y="750"/>
                  <a:pt x="7732" y="802"/>
                  <a:pt x="7229" y="839"/>
                </a:cubicBezTo>
                <a:cubicBezTo>
                  <a:pt x="6231" y="913"/>
                  <a:pt x="5230" y="935"/>
                  <a:pt x="4235" y="1052"/>
                </a:cubicBezTo>
                <a:cubicBezTo>
                  <a:pt x="3806" y="1102"/>
                  <a:pt x="3380" y="1184"/>
                  <a:pt x="2951" y="1235"/>
                </a:cubicBezTo>
                <a:cubicBezTo>
                  <a:pt x="2746" y="1260"/>
                  <a:pt x="2537" y="1279"/>
                  <a:pt x="2328" y="1279"/>
                </a:cubicBezTo>
                <a:cubicBezTo>
                  <a:pt x="2138" y="1279"/>
                  <a:pt x="1948" y="1263"/>
                  <a:pt x="1762" y="1222"/>
                </a:cubicBezTo>
                <a:cubicBezTo>
                  <a:pt x="1578" y="1180"/>
                  <a:pt x="1402" y="1113"/>
                  <a:pt x="1242" y="1012"/>
                </a:cubicBezTo>
                <a:cubicBezTo>
                  <a:pt x="1161" y="960"/>
                  <a:pt x="1089" y="870"/>
                  <a:pt x="988" y="868"/>
                </a:cubicBezTo>
                <a:cubicBezTo>
                  <a:pt x="985" y="868"/>
                  <a:pt x="983" y="868"/>
                  <a:pt x="981" y="868"/>
                </a:cubicBezTo>
                <a:cubicBezTo>
                  <a:pt x="897" y="868"/>
                  <a:pt x="810" y="887"/>
                  <a:pt x="732" y="917"/>
                </a:cubicBezTo>
                <a:cubicBezTo>
                  <a:pt x="360" y="1060"/>
                  <a:pt x="147" y="1435"/>
                  <a:pt x="79" y="1816"/>
                </a:cubicBezTo>
                <a:cubicBezTo>
                  <a:pt x="38" y="2046"/>
                  <a:pt x="37" y="2279"/>
                  <a:pt x="38" y="2512"/>
                </a:cubicBezTo>
                <a:cubicBezTo>
                  <a:pt x="38" y="2767"/>
                  <a:pt x="39" y="3024"/>
                  <a:pt x="40" y="3279"/>
                </a:cubicBezTo>
                <a:cubicBezTo>
                  <a:pt x="42" y="3797"/>
                  <a:pt x="44" y="4315"/>
                  <a:pt x="46" y="4833"/>
                </a:cubicBezTo>
                <a:cubicBezTo>
                  <a:pt x="50" y="5817"/>
                  <a:pt x="54" y="6803"/>
                  <a:pt x="57" y="7787"/>
                </a:cubicBezTo>
                <a:cubicBezTo>
                  <a:pt x="55" y="7786"/>
                  <a:pt x="54" y="7785"/>
                  <a:pt x="52" y="7785"/>
                </a:cubicBezTo>
                <a:cubicBezTo>
                  <a:pt x="0" y="7785"/>
                  <a:pt x="101" y="8649"/>
                  <a:pt x="628" y="8724"/>
                </a:cubicBezTo>
                <a:cubicBezTo>
                  <a:pt x="1441" y="8840"/>
                  <a:pt x="1514" y="10145"/>
                  <a:pt x="2146" y="10693"/>
                </a:cubicBezTo>
                <a:cubicBezTo>
                  <a:pt x="2452" y="10957"/>
                  <a:pt x="2805" y="11167"/>
                  <a:pt x="3199" y="11261"/>
                </a:cubicBezTo>
                <a:cubicBezTo>
                  <a:pt x="3402" y="11310"/>
                  <a:pt x="3609" y="11330"/>
                  <a:pt x="3816" y="11330"/>
                </a:cubicBezTo>
                <a:cubicBezTo>
                  <a:pt x="4077" y="11330"/>
                  <a:pt x="4340" y="11298"/>
                  <a:pt x="4597" y="11251"/>
                </a:cubicBezTo>
                <a:cubicBezTo>
                  <a:pt x="5367" y="11113"/>
                  <a:pt x="6207" y="10865"/>
                  <a:pt x="6645" y="10152"/>
                </a:cubicBezTo>
                <a:cubicBezTo>
                  <a:pt x="6859" y="9801"/>
                  <a:pt x="6970" y="9395"/>
                  <a:pt x="7203" y="9055"/>
                </a:cubicBezTo>
                <a:cubicBezTo>
                  <a:pt x="7421" y="8736"/>
                  <a:pt x="7758" y="8532"/>
                  <a:pt x="8120" y="8419"/>
                </a:cubicBezTo>
                <a:cubicBezTo>
                  <a:pt x="8559" y="8282"/>
                  <a:pt x="9011" y="8265"/>
                  <a:pt x="9465" y="8265"/>
                </a:cubicBezTo>
                <a:cubicBezTo>
                  <a:pt x="9615" y="8265"/>
                  <a:pt x="9765" y="8267"/>
                  <a:pt x="9915" y="8267"/>
                </a:cubicBezTo>
                <a:cubicBezTo>
                  <a:pt x="10115" y="8267"/>
                  <a:pt x="10316" y="8264"/>
                  <a:pt x="10515" y="8248"/>
                </a:cubicBezTo>
                <a:cubicBezTo>
                  <a:pt x="10927" y="8216"/>
                  <a:pt x="11342" y="8132"/>
                  <a:pt x="11707" y="7927"/>
                </a:cubicBezTo>
                <a:cubicBezTo>
                  <a:pt x="12074" y="7718"/>
                  <a:pt x="12352" y="7394"/>
                  <a:pt x="12600" y="7055"/>
                </a:cubicBezTo>
                <a:cubicBezTo>
                  <a:pt x="13089" y="6385"/>
                  <a:pt x="13543" y="5673"/>
                  <a:pt x="14244" y="5207"/>
                </a:cubicBezTo>
                <a:cubicBezTo>
                  <a:pt x="14594" y="4972"/>
                  <a:pt x="14986" y="4825"/>
                  <a:pt x="15405" y="4792"/>
                </a:cubicBezTo>
                <a:cubicBezTo>
                  <a:pt x="15494" y="4785"/>
                  <a:pt x="15582" y="4782"/>
                  <a:pt x="15670" y="4782"/>
                </a:cubicBezTo>
                <a:cubicBezTo>
                  <a:pt x="16070" y="4782"/>
                  <a:pt x="16469" y="4843"/>
                  <a:pt x="16866" y="4877"/>
                </a:cubicBezTo>
                <a:cubicBezTo>
                  <a:pt x="17302" y="4915"/>
                  <a:pt x="17740" y="4933"/>
                  <a:pt x="18178" y="4933"/>
                </a:cubicBezTo>
                <a:cubicBezTo>
                  <a:pt x="18243" y="4933"/>
                  <a:pt x="18309" y="4933"/>
                  <a:pt x="18374" y="4932"/>
                </a:cubicBezTo>
                <a:cubicBezTo>
                  <a:pt x="18585" y="4929"/>
                  <a:pt x="18814" y="4941"/>
                  <a:pt x="19012" y="4857"/>
                </a:cubicBezTo>
                <a:cubicBezTo>
                  <a:pt x="19193" y="4780"/>
                  <a:pt x="19305" y="4623"/>
                  <a:pt x="19390" y="4450"/>
                </a:cubicBezTo>
                <a:cubicBezTo>
                  <a:pt x="19618" y="3989"/>
                  <a:pt x="19825" y="3515"/>
                  <a:pt x="20041" y="3049"/>
                </a:cubicBezTo>
                <a:cubicBezTo>
                  <a:pt x="20147" y="2821"/>
                  <a:pt x="20256" y="2595"/>
                  <a:pt x="20357" y="2365"/>
                </a:cubicBezTo>
                <a:cubicBezTo>
                  <a:pt x="20444" y="2165"/>
                  <a:pt x="20525" y="1951"/>
                  <a:pt x="20518" y="1728"/>
                </a:cubicBezTo>
                <a:cubicBezTo>
                  <a:pt x="20505" y="1297"/>
                  <a:pt x="20161" y="1008"/>
                  <a:pt x="19822" y="810"/>
                </a:cubicBezTo>
                <a:cubicBezTo>
                  <a:pt x="19463" y="601"/>
                  <a:pt x="19065" y="469"/>
                  <a:pt x="18660" y="392"/>
                </a:cubicBezTo>
                <a:cubicBezTo>
                  <a:pt x="17815" y="229"/>
                  <a:pt x="16950" y="272"/>
                  <a:pt x="16095" y="224"/>
                </a:cubicBezTo>
                <a:cubicBezTo>
                  <a:pt x="15084" y="168"/>
                  <a:pt x="14079" y="19"/>
                  <a:pt x="13065" y="2"/>
                </a:cubicBezTo>
                <a:cubicBezTo>
                  <a:pt x="13023" y="1"/>
                  <a:pt x="12981" y="1"/>
                  <a:pt x="12939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33" name="Google Shape;5233;p233"/>
          <p:cNvSpPr/>
          <p:nvPr/>
        </p:nvSpPr>
        <p:spPr>
          <a:xfrm>
            <a:off x="7392777" y="-245660"/>
            <a:ext cx="2132823" cy="2139054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34" name="Google Shape;5234;p233"/>
          <p:cNvSpPr/>
          <p:nvPr/>
        </p:nvSpPr>
        <p:spPr>
          <a:xfrm>
            <a:off x="5392461" y="4223933"/>
            <a:ext cx="3997055" cy="1412317"/>
          </a:xfrm>
          <a:custGeom>
            <a:rect b="b" l="l" r="r" t="t"/>
            <a:pathLst>
              <a:path extrusionOk="0" h="8613" w="24376">
                <a:moveTo>
                  <a:pt x="12572" y="1"/>
                </a:moveTo>
                <a:cubicBezTo>
                  <a:pt x="11930" y="1"/>
                  <a:pt x="11305" y="137"/>
                  <a:pt x="10778" y="460"/>
                </a:cubicBezTo>
                <a:cubicBezTo>
                  <a:pt x="10193" y="818"/>
                  <a:pt x="9818" y="1341"/>
                  <a:pt x="9503" y="1852"/>
                </a:cubicBezTo>
                <a:cubicBezTo>
                  <a:pt x="9167" y="2398"/>
                  <a:pt x="8889" y="2969"/>
                  <a:pt x="8475" y="3485"/>
                </a:cubicBezTo>
                <a:cubicBezTo>
                  <a:pt x="8044" y="4023"/>
                  <a:pt x="7451" y="4445"/>
                  <a:pt x="6633" y="4599"/>
                </a:cubicBezTo>
                <a:cubicBezTo>
                  <a:pt x="6259" y="4669"/>
                  <a:pt x="5879" y="4690"/>
                  <a:pt x="5496" y="4690"/>
                </a:cubicBezTo>
                <a:cubicBezTo>
                  <a:pt x="4945" y="4690"/>
                  <a:pt x="4388" y="4646"/>
                  <a:pt x="3837" y="4646"/>
                </a:cubicBezTo>
                <a:cubicBezTo>
                  <a:pt x="3701" y="4646"/>
                  <a:pt x="3564" y="4649"/>
                  <a:pt x="3429" y="4656"/>
                </a:cubicBezTo>
                <a:cubicBezTo>
                  <a:pt x="2927" y="4680"/>
                  <a:pt x="2424" y="4755"/>
                  <a:pt x="1974" y="4934"/>
                </a:cubicBezTo>
                <a:cubicBezTo>
                  <a:pt x="1568" y="5095"/>
                  <a:pt x="1218" y="5332"/>
                  <a:pt x="943" y="5611"/>
                </a:cubicBezTo>
                <a:cubicBezTo>
                  <a:pt x="425" y="6133"/>
                  <a:pt x="179" y="6806"/>
                  <a:pt x="311" y="7456"/>
                </a:cubicBezTo>
                <a:cubicBezTo>
                  <a:pt x="309" y="7456"/>
                  <a:pt x="307" y="7456"/>
                  <a:pt x="305" y="7456"/>
                </a:cubicBezTo>
                <a:cubicBezTo>
                  <a:pt x="282" y="7456"/>
                  <a:pt x="258" y="7461"/>
                  <a:pt x="234" y="7475"/>
                </a:cubicBezTo>
                <a:cubicBezTo>
                  <a:pt x="83" y="7556"/>
                  <a:pt x="1" y="7677"/>
                  <a:pt x="4" y="7821"/>
                </a:cubicBezTo>
                <a:cubicBezTo>
                  <a:pt x="12" y="8172"/>
                  <a:pt x="404" y="8373"/>
                  <a:pt x="826" y="8396"/>
                </a:cubicBezTo>
                <a:cubicBezTo>
                  <a:pt x="860" y="8398"/>
                  <a:pt x="894" y="8399"/>
                  <a:pt x="929" y="8399"/>
                </a:cubicBezTo>
                <a:cubicBezTo>
                  <a:pt x="1162" y="8399"/>
                  <a:pt x="1397" y="8361"/>
                  <a:pt x="1626" y="8334"/>
                </a:cubicBezTo>
                <a:cubicBezTo>
                  <a:pt x="1931" y="8297"/>
                  <a:pt x="2238" y="8262"/>
                  <a:pt x="2544" y="8230"/>
                </a:cubicBezTo>
                <a:cubicBezTo>
                  <a:pt x="3747" y="8107"/>
                  <a:pt x="4958" y="8023"/>
                  <a:pt x="6170" y="7965"/>
                </a:cubicBezTo>
                <a:cubicBezTo>
                  <a:pt x="8591" y="7850"/>
                  <a:pt x="11019" y="7838"/>
                  <a:pt x="13445" y="7824"/>
                </a:cubicBezTo>
                <a:cubicBezTo>
                  <a:pt x="13813" y="7822"/>
                  <a:pt x="14182" y="7820"/>
                  <a:pt x="14552" y="7820"/>
                </a:cubicBezTo>
                <a:cubicBezTo>
                  <a:pt x="16507" y="7820"/>
                  <a:pt x="18472" y="7870"/>
                  <a:pt x="20390" y="8174"/>
                </a:cubicBezTo>
                <a:cubicBezTo>
                  <a:pt x="20952" y="8264"/>
                  <a:pt x="21511" y="8375"/>
                  <a:pt x="22057" y="8512"/>
                </a:cubicBezTo>
                <a:cubicBezTo>
                  <a:pt x="22240" y="8558"/>
                  <a:pt x="22430" y="8612"/>
                  <a:pt x="22625" y="8612"/>
                </a:cubicBezTo>
                <a:cubicBezTo>
                  <a:pt x="22665" y="8612"/>
                  <a:pt x="22706" y="8610"/>
                  <a:pt x="22747" y="8605"/>
                </a:cubicBezTo>
                <a:cubicBezTo>
                  <a:pt x="22986" y="8575"/>
                  <a:pt x="23126" y="8437"/>
                  <a:pt x="23188" y="8265"/>
                </a:cubicBezTo>
                <a:cubicBezTo>
                  <a:pt x="23342" y="7840"/>
                  <a:pt x="23440" y="7396"/>
                  <a:pt x="23556" y="6963"/>
                </a:cubicBezTo>
                <a:cubicBezTo>
                  <a:pt x="23675" y="6520"/>
                  <a:pt x="23785" y="6077"/>
                  <a:pt x="23879" y="5631"/>
                </a:cubicBezTo>
                <a:cubicBezTo>
                  <a:pt x="24251" y="3879"/>
                  <a:pt x="24375" y="2063"/>
                  <a:pt x="23717" y="343"/>
                </a:cubicBezTo>
                <a:cubicBezTo>
                  <a:pt x="23697" y="293"/>
                  <a:pt x="23642" y="267"/>
                  <a:pt x="23586" y="267"/>
                </a:cubicBezTo>
                <a:cubicBezTo>
                  <a:pt x="23541" y="267"/>
                  <a:pt x="23495" y="284"/>
                  <a:pt x="23467" y="317"/>
                </a:cubicBezTo>
                <a:cubicBezTo>
                  <a:pt x="23327" y="480"/>
                  <a:pt x="23169" y="631"/>
                  <a:pt x="22991" y="769"/>
                </a:cubicBezTo>
                <a:cubicBezTo>
                  <a:pt x="22274" y="1328"/>
                  <a:pt x="21289" y="1670"/>
                  <a:pt x="20281" y="1764"/>
                </a:cubicBezTo>
                <a:cubicBezTo>
                  <a:pt x="20062" y="1784"/>
                  <a:pt x="19841" y="1794"/>
                  <a:pt x="19620" y="1794"/>
                </a:cubicBezTo>
                <a:cubicBezTo>
                  <a:pt x="18644" y="1794"/>
                  <a:pt x="17671" y="1601"/>
                  <a:pt x="16789" y="1286"/>
                </a:cubicBezTo>
                <a:cubicBezTo>
                  <a:pt x="15722" y="905"/>
                  <a:pt x="14754" y="349"/>
                  <a:pt x="13607" y="110"/>
                </a:cubicBezTo>
                <a:cubicBezTo>
                  <a:pt x="13266" y="40"/>
                  <a:pt x="12917" y="1"/>
                  <a:pt x="12572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35" name="Google Shape;5235;p233"/>
          <p:cNvSpPr txBox="1"/>
          <p:nvPr>
            <p:ph type="title"/>
          </p:nvPr>
        </p:nvSpPr>
        <p:spPr>
          <a:xfrm>
            <a:off x="2887025" y="896532"/>
            <a:ext cx="3370500" cy="84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46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5236" name="Google Shape;5236;p233"/>
          <p:cNvGrpSpPr/>
          <p:nvPr/>
        </p:nvGrpSpPr>
        <p:grpSpPr>
          <a:xfrm rot="-6282408">
            <a:off x="776191" y="953710"/>
            <a:ext cx="221771" cy="200883"/>
            <a:chOff x="1640475" y="1197075"/>
            <a:chExt cx="55475" cy="50250"/>
          </a:xfrm>
        </p:grpSpPr>
        <p:sp>
          <p:nvSpPr>
            <p:cNvPr id="5237" name="Google Shape;5237;p23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23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23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0" name="Google Shape;5240;p233"/>
          <p:cNvGrpSpPr/>
          <p:nvPr/>
        </p:nvGrpSpPr>
        <p:grpSpPr>
          <a:xfrm rot="-3600037">
            <a:off x="8366841" y="366882"/>
            <a:ext cx="215935" cy="195604"/>
            <a:chOff x="1640475" y="1197075"/>
            <a:chExt cx="55475" cy="50250"/>
          </a:xfrm>
        </p:grpSpPr>
        <p:sp>
          <p:nvSpPr>
            <p:cNvPr id="5241" name="Google Shape;5241;p23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23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23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44" name="Google Shape;5244;p233"/>
          <p:cNvSpPr/>
          <p:nvPr/>
        </p:nvSpPr>
        <p:spPr>
          <a:xfrm rot="-8431516">
            <a:off x="991402" y="300030"/>
            <a:ext cx="529784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45" name="Google Shape;5245;p233"/>
          <p:cNvGrpSpPr/>
          <p:nvPr/>
        </p:nvGrpSpPr>
        <p:grpSpPr>
          <a:xfrm rot="900000">
            <a:off x="7711515" y="4595570"/>
            <a:ext cx="347165" cy="314462"/>
            <a:chOff x="1640475" y="1197075"/>
            <a:chExt cx="55475" cy="50250"/>
          </a:xfrm>
        </p:grpSpPr>
        <p:sp>
          <p:nvSpPr>
            <p:cNvPr id="5246" name="Google Shape;5246;p23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23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23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9" name="Google Shape;5249;p233"/>
          <p:cNvGrpSpPr/>
          <p:nvPr/>
        </p:nvGrpSpPr>
        <p:grpSpPr>
          <a:xfrm rot="899970">
            <a:off x="1517129" y="4372050"/>
            <a:ext cx="215932" cy="195605"/>
            <a:chOff x="1640475" y="1197075"/>
            <a:chExt cx="55475" cy="50250"/>
          </a:xfrm>
        </p:grpSpPr>
        <p:sp>
          <p:nvSpPr>
            <p:cNvPr id="5250" name="Google Shape;5250;p23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23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23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53" name="Google Shape;5253;p233"/>
          <p:cNvSpPr/>
          <p:nvPr/>
        </p:nvSpPr>
        <p:spPr>
          <a:xfrm rot="2510220">
            <a:off x="74986" y="2434051"/>
            <a:ext cx="1153753" cy="844089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54" name="Google Shape;5254;p233"/>
          <p:cNvSpPr/>
          <p:nvPr/>
        </p:nvSpPr>
        <p:spPr>
          <a:xfrm rot="10799880">
            <a:off x="6967220" y="4433428"/>
            <a:ext cx="529792" cy="12411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CUSTOM_8">
    <p:spTree>
      <p:nvGrpSpPr>
        <p:cNvPr id="5255" name="Shape 5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6" name="Google Shape;5256;p234"/>
          <p:cNvSpPr txBox="1"/>
          <p:nvPr>
            <p:ph type="title"/>
          </p:nvPr>
        </p:nvSpPr>
        <p:spPr>
          <a:xfrm>
            <a:off x="3310200" y="758950"/>
            <a:ext cx="25236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257" name="Google Shape;5257;p234"/>
          <p:cNvSpPr/>
          <p:nvPr/>
        </p:nvSpPr>
        <p:spPr>
          <a:xfrm rot="-5400000">
            <a:off x="-1633617" y="237263"/>
            <a:ext cx="3908878" cy="1656143"/>
          </a:xfrm>
          <a:custGeom>
            <a:rect b="b" l="l" r="r" t="t"/>
            <a:pathLst>
              <a:path extrusionOk="0" h="9729" w="28851">
                <a:moveTo>
                  <a:pt x="943" y="0"/>
                </a:moveTo>
                <a:cubicBezTo>
                  <a:pt x="631" y="0"/>
                  <a:pt x="337" y="87"/>
                  <a:pt x="179" y="380"/>
                </a:cubicBezTo>
                <a:cubicBezTo>
                  <a:pt x="1" y="711"/>
                  <a:pt x="78" y="1189"/>
                  <a:pt x="451" y="1303"/>
                </a:cubicBezTo>
                <a:cubicBezTo>
                  <a:pt x="355" y="2313"/>
                  <a:pt x="452" y="3522"/>
                  <a:pt x="1499" y="3989"/>
                </a:cubicBezTo>
                <a:cubicBezTo>
                  <a:pt x="1785" y="4117"/>
                  <a:pt x="2088" y="4165"/>
                  <a:pt x="2396" y="4165"/>
                </a:cubicBezTo>
                <a:cubicBezTo>
                  <a:pt x="3000" y="4165"/>
                  <a:pt x="3625" y="3981"/>
                  <a:pt x="4188" y="3848"/>
                </a:cubicBezTo>
                <a:cubicBezTo>
                  <a:pt x="4624" y="3745"/>
                  <a:pt x="5112" y="3633"/>
                  <a:pt x="5582" y="3633"/>
                </a:cubicBezTo>
                <a:cubicBezTo>
                  <a:pt x="6044" y="3633"/>
                  <a:pt x="6489" y="3741"/>
                  <a:pt x="6852" y="4069"/>
                </a:cubicBezTo>
                <a:cubicBezTo>
                  <a:pt x="7560" y="4711"/>
                  <a:pt x="7722" y="5737"/>
                  <a:pt x="8257" y="6500"/>
                </a:cubicBezTo>
                <a:cubicBezTo>
                  <a:pt x="8521" y="6876"/>
                  <a:pt x="8874" y="7178"/>
                  <a:pt x="9322" y="7300"/>
                </a:cubicBezTo>
                <a:cubicBezTo>
                  <a:pt x="9482" y="7344"/>
                  <a:pt x="9645" y="7363"/>
                  <a:pt x="9808" y="7363"/>
                </a:cubicBezTo>
                <a:cubicBezTo>
                  <a:pt x="10078" y="7363"/>
                  <a:pt x="10348" y="7310"/>
                  <a:pt x="10606" y="7231"/>
                </a:cubicBezTo>
                <a:cubicBezTo>
                  <a:pt x="11498" y="6959"/>
                  <a:pt x="12280" y="6380"/>
                  <a:pt x="13194" y="6184"/>
                </a:cubicBezTo>
                <a:cubicBezTo>
                  <a:pt x="13322" y="6156"/>
                  <a:pt x="13450" y="6141"/>
                  <a:pt x="13577" y="6141"/>
                </a:cubicBezTo>
                <a:cubicBezTo>
                  <a:pt x="13849" y="6141"/>
                  <a:pt x="14113" y="6211"/>
                  <a:pt x="14347" y="6376"/>
                </a:cubicBezTo>
                <a:cubicBezTo>
                  <a:pt x="14724" y="6643"/>
                  <a:pt x="14907" y="7097"/>
                  <a:pt x="15047" y="7521"/>
                </a:cubicBezTo>
                <a:cubicBezTo>
                  <a:pt x="15341" y="8400"/>
                  <a:pt x="15592" y="9554"/>
                  <a:pt x="16688" y="9709"/>
                </a:cubicBezTo>
                <a:cubicBezTo>
                  <a:pt x="16781" y="9722"/>
                  <a:pt x="16872" y="9728"/>
                  <a:pt x="16961" y="9728"/>
                </a:cubicBezTo>
                <a:cubicBezTo>
                  <a:pt x="18160" y="9728"/>
                  <a:pt x="18967" y="8588"/>
                  <a:pt x="19887" y="7966"/>
                </a:cubicBezTo>
                <a:cubicBezTo>
                  <a:pt x="20301" y="7685"/>
                  <a:pt x="20755" y="7537"/>
                  <a:pt x="21232" y="7537"/>
                </a:cubicBezTo>
                <a:cubicBezTo>
                  <a:pt x="21401" y="7537"/>
                  <a:pt x="21572" y="7556"/>
                  <a:pt x="21746" y="7593"/>
                </a:cubicBezTo>
                <a:cubicBezTo>
                  <a:pt x="22408" y="7736"/>
                  <a:pt x="23015" y="8087"/>
                  <a:pt x="23550" y="8494"/>
                </a:cubicBezTo>
                <a:cubicBezTo>
                  <a:pt x="24053" y="8876"/>
                  <a:pt x="24539" y="9361"/>
                  <a:pt x="25189" y="9466"/>
                </a:cubicBezTo>
                <a:cubicBezTo>
                  <a:pt x="25284" y="9481"/>
                  <a:pt x="25378" y="9489"/>
                  <a:pt x="25473" y="9489"/>
                </a:cubicBezTo>
                <a:cubicBezTo>
                  <a:pt x="26024" y="9489"/>
                  <a:pt x="26554" y="9240"/>
                  <a:pt x="26991" y="8910"/>
                </a:cubicBezTo>
                <a:cubicBezTo>
                  <a:pt x="27838" y="8271"/>
                  <a:pt x="28376" y="7319"/>
                  <a:pt x="28611" y="6292"/>
                </a:cubicBezTo>
                <a:cubicBezTo>
                  <a:pt x="28851" y="5239"/>
                  <a:pt x="28800" y="4124"/>
                  <a:pt x="28525" y="3084"/>
                </a:cubicBezTo>
                <a:cubicBezTo>
                  <a:pt x="28226" y="1958"/>
                  <a:pt x="27654" y="694"/>
                  <a:pt x="26488" y="261"/>
                </a:cubicBezTo>
                <a:cubicBezTo>
                  <a:pt x="26074" y="106"/>
                  <a:pt x="25631" y="64"/>
                  <a:pt x="25188" y="64"/>
                </a:cubicBezTo>
                <a:cubicBezTo>
                  <a:pt x="24971" y="64"/>
                  <a:pt x="24753" y="74"/>
                  <a:pt x="24540" y="86"/>
                </a:cubicBezTo>
                <a:cubicBezTo>
                  <a:pt x="23776" y="131"/>
                  <a:pt x="23013" y="188"/>
                  <a:pt x="22250" y="248"/>
                </a:cubicBezTo>
                <a:cubicBezTo>
                  <a:pt x="20720" y="367"/>
                  <a:pt x="19190" y="503"/>
                  <a:pt x="17661" y="628"/>
                </a:cubicBezTo>
                <a:cubicBezTo>
                  <a:pt x="15187" y="828"/>
                  <a:pt x="12704" y="996"/>
                  <a:pt x="10221" y="996"/>
                </a:cubicBezTo>
                <a:cubicBezTo>
                  <a:pt x="9649" y="996"/>
                  <a:pt x="9077" y="987"/>
                  <a:pt x="8505" y="967"/>
                </a:cubicBezTo>
                <a:cubicBezTo>
                  <a:pt x="6985" y="916"/>
                  <a:pt x="5467" y="790"/>
                  <a:pt x="3966" y="555"/>
                </a:cubicBezTo>
                <a:cubicBezTo>
                  <a:pt x="3209" y="436"/>
                  <a:pt x="2459" y="290"/>
                  <a:pt x="1714" y="116"/>
                </a:cubicBezTo>
                <a:cubicBezTo>
                  <a:pt x="1493" y="64"/>
                  <a:pt x="1211" y="0"/>
                  <a:pt x="94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58" name="Google Shape;5258;p234"/>
          <p:cNvSpPr/>
          <p:nvPr/>
        </p:nvSpPr>
        <p:spPr>
          <a:xfrm flipH="1" rot="10800000">
            <a:off x="5022526" y="-28552"/>
            <a:ext cx="4205593" cy="1363501"/>
          </a:xfrm>
          <a:custGeom>
            <a:rect b="b" l="l" r="r" t="t"/>
            <a:pathLst>
              <a:path extrusionOk="0" h="7088" w="21862">
                <a:moveTo>
                  <a:pt x="20392" y="0"/>
                </a:moveTo>
                <a:cubicBezTo>
                  <a:pt x="19697" y="0"/>
                  <a:pt x="19010" y="139"/>
                  <a:pt x="18446" y="437"/>
                </a:cubicBezTo>
                <a:cubicBezTo>
                  <a:pt x="17368" y="1003"/>
                  <a:pt x="16913" y="1997"/>
                  <a:pt x="16387" y="2893"/>
                </a:cubicBezTo>
                <a:cubicBezTo>
                  <a:pt x="15861" y="3789"/>
                  <a:pt x="15050" y="4733"/>
                  <a:pt x="13753" y="4924"/>
                </a:cubicBezTo>
                <a:cubicBezTo>
                  <a:pt x="13587" y="4948"/>
                  <a:pt x="13420" y="4959"/>
                  <a:pt x="13253" y="4959"/>
                </a:cubicBezTo>
                <a:cubicBezTo>
                  <a:pt x="12545" y="4959"/>
                  <a:pt x="11838" y="4765"/>
                  <a:pt x="11156" y="4596"/>
                </a:cubicBezTo>
                <a:cubicBezTo>
                  <a:pt x="10391" y="4408"/>
                  <a:pt x="9551" y="4258"/>
                  <a:pt x="8748" y="4258"/>
                </a:cubicBezTo>
                <a:cubicBezTo>
                  <a:pt x="8042" y="4258"/>
                  <a:pt x="7365" y="4373"/>
                  <a:pt x="6793" y="4680"/>
                </a:cubicBezTo>
                <a:cubicBezTo>
                  <a:pt x="5978" y="5117"/>
                  <a:pt x="5461" y="5904"/>
                  <a:pt x="4593" y="6207"/>
                </a:cubicBezTo>
                <a:cubicBezTo>
                  <a:pt x="4569" y="6215"/>
                  <a:pt x="4545" y="6224"/>
                  <a:pt x="4519" y="6231"/>
                </a:cubicBezTo>
                <a:cubicBezTo>
                  <a:pt x="4407" y="6267"/>
                  <a:pt x="4286" y="6293"/>
                  <a:pt x="4160" y="6310"/>
                </a:cubicBezTo>
                <a:cubicBezTo>
                  <a:pt x="4052" y="6325"/>
                  <a:pt x="3944" y="6331"/>
                  <a:pt x="3836" y="6331"/>
                </a:cubicBezTo>
                <a:cubicBezTo>
                  <a:pt x="3306" y="6331"/>
                  <a:pt x="2774" y="6185"/>
                  <a:pt x="2236" y="6169"/>
                </a:cubicBezTo>
                <a:cubicBezTo>
                  <a:pt x="2205" y="6168"/>
                  <a:pt x="2173" y="6167"/>
                  <a:pt x="2142" y="6167"/>
                </a:cubicBezTo>
                <a:cubicBezTo>
                  <a:pt x="1432" y="6167"/>
                  <a:pt x="726" y="6406"/>
                  <a:pt x="265" y="6805"/>
                </a:cubicBezTo>
                <a:cubicBezTo>
                  <a:pt x="165" y="6893"/>
                  <a:pt x="77" y="6988"/>
                  <a:pt x="1" y="7088"/>
                </a:cubicBezTo>
                <a:lnTo>
                  <a:pt x="21862" y="7088"/>
                </a:lnTo>
                <a:lnTo>
                  <a:pt x="21862" y="210"/>
                </a:lnTo>
                <a:cubicBezTo>
                  <a:pt x="21397" y="73"/>
                  <a:pt x="20892" y="0"/>
                  <a:pt x="20392" y="0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59" name="Google Shape;5259;p234"/>
          <p:cNvSpPr/>
          <p:nvPr/>
        </p:nvSpPr>
        <p:spPr>
          <a:xfrm flipH="1" rot="10800000">
            <a:off x="-232463" y="4025993"/>
            <a:ext cx="2767187" cy="1358003"/>
          </a:xfrm>
          <a:custGeom>
            <a:rect b="b" l="l" r="r" t="t"/>
            <a:pathLst>
              <a:path extrusionOk="0" h="6456" w="13155">
                <a:moveTo>
                  <a:pt x="1821" y="0"/>
                </a:moveTo>
                <a:lnTo>
                  <a:pt x="1821" y="3"/>
                </a:lnTo>
                <a:lnTo>
                  <a:pt x="0" y="4"/>
                </a:lnTo>
                <a:lnTo>
                  <a:pt x="0" y="222"/>
                </a:lnTo>
                <a:lnTo>
                  <a:pt x="0" y="1236"/>
                </a:lnTo>
                <a:lnTo>
                  <a:pt x="0" y="2358"/>
                </a:lnTo>
                <a:lnTo>
                  <a:pt x="1" y="3370"/>
                </a:lnTo>
                <a:lnTo>
                  <a:pt x="1" y="4493"/>
                </a:lnTo>
                <a:lnTo>
                  <a:pt x="1" y="5504"/>
                </a:lnTo>
                <a:lnTo>
                  <a:pt x="1" y="6178"/>
                </a:lnTo>
                <a:cubicBezTo>
                  <a:pt x="369" y="6349"/>
                  <a:pt x="770" y="6456"/>
                  <a:pt x="1177" y="6456"/>
                </a:cubicBezTo>
                <a:cubicBezTo>
                  <a:pt x="1363" y="6456"/>
                  <a:pt x="1550" y="6434"/>
                  <a:pt x="1736" y="6385"/>
                </a:cubicBezTo>
                <a:cubicBezTo>
                  <a:pt x="1764" y="6378"/>
                  <a:pt x="1794" y="6370"/>
                  <a:pt x="1822" y="6361"/>
                </a:cubicBezTo>
                <a:cubicBezTo>
                  <a:pt x="1843" y="6355"/>
                  <a:pt x="1862" y="6348"/>
                  <a:pt x="1882" y="6342"/>
                </a:cubicBezTo>
                <a:cubicBezTo>
                  <a:pt x="2342" y="6188"/>
                  <a:pt x="2719" y="5901"/>
                  <a:pt x="3050" y="5558"/>
                </a:cubicBezTo>
                <a:cubicBezTo>
                  <a:pt x="3068" y="5540"/>
                  <a:pt x="3085" y="5522"/>
                  <a:pt x="3102" y="5503"/>
                </a:cubicBezTo>
                <a:cubicBezTo>
                  <a:pt x="3398" y="5189"/>
                  <a:pt x="3657" y="4831"/>
                  <a:pt x="3908" y="4490"/>
                </a:cubicBezTo>
                <a:cubicBezTo>
                  <a:pt x="3908" y="4490"/>
                  <a:pt x="3909" y="4490"/>
                  <a:pt x="3909" y="4489"/>
                </a:cubicBezTo>
                <a:cubicBezTo>
                  <a:pt x="3923" y="4471"/>
                  <a:pt x="3936" y="4455"/>
                  <a:pt x="3949" y="4436"/>
                </a:cubicBezTo>
                <a:cubicBezTo>
                  <a:pt x="4217" y="4078"/>
                  <a:pt x="4522" y="3714"/>
                  <a:pt x="4875" y="3424"/>
                </a:cubicBezTo>
                <a:cubicBezTo>
                  <a:pt x="4897" y="3405"/>
                  <a:pt x="4919" y="3387"/>
                  <a:pt x="4942" y="3369"/>
                </a:cubicBezTo>
                <a:cubicBezTo>
                  <a:pt x="5319" y="3071"/>
                  <a:pt x="5750" y="2859"/>
                  <a:pt x="6248" y="2826"/>
                </a:cubicBezTo>
                <a:cubicBezTo>
                  <a:pt x="6296" y="2822"/>
                  <a:pt x="6344" y="2821"/>
                  <a:pt x="6391" y="2821"/>
                </a:cubicBezTo>
                <a:cubicBezTo>
                  <a:pt x="7025" y="2821"/>
                  <a:pt x="7616" y="3105"/>
                  <a:pt x="8200" y="3368"/>
                </a:cubicBezTo>
                <a:cubicBezTo>
                  <a:pt x="8240" y="3387"/>
                  <a:pt x="8281" y="3405"/>
                  <a:pt x="8323" y="3423"/>
                </a:cubicBezTo>
                <a:cubicBezTo>
                  <a:pt x="8382" y="3449"/>
                  <a:pt x="8442" y="3475"/>
                  <a:pt x="8501" y="3501"/>
                </a:cubicBezTo>
                <a:cubicBezTo>
                  <a:pt x="9052" y="3734"/>
                  <a:pt x="9659" y="3908"/>
                  <a:pt x="10259" y="3908"/>
                </a:cubicBezTo>
                <a:cubicBezTo>
                  <a:pt x="10487" y="3908"/>
                  <a:pt x="10715" y="3882"/>
                  <a:pt x="10937" y="3826"/>
                </a:cubicBezTo>
                <a:cubicBezTo>
                  <a:pt x="11253" y="3746"/>
                  <a:pt x="11547" y="3604"/>
                  <a:pt x="11810" y="3423"/>
                </a:cubicBezTo>
                <a:cubicBezTo>
                  <a:pt x="11835" y="3405"/>
                  <a:pt x="11861" y="3387"/>
                  <a:pt x="11886" y="3368"/>
                </a:cubicBezTo>
                <a:cubicBezTo>
                  <a:pt x="11986" y="3295"/>
                  <a:pt x="12081" y="3217"/>
                  <a:pt x="12169" y="3134"/>
                </a:cubicBezTo>
                <a:cubicBezTo>
                  <a:pt x="12416" y="2906"/>
                  <a:pt x="12624" y="2641"/>
                  <a:pt x="12783" y="2355"/>
                </a:cubicBezTo>
                <a:cubicBezTo>
                  <a:pt x="12794" y="2337"/>
                  <a:pt x="12805" y="2319"/>
                  <a:pt x="12814" y="2300"/>
                </a:cubicBezTo>
                <a:cubicBezTo>
                  <a:pt x="12983" y="1983"/>
                  <a:pt x="13095" y="1639"/>
                  <a:pt x="13135" y="1287"/>
                </a:cubicBezTo>
                <a:cubicBezTo>
                  <a:pt x="13137" y="1269"/>
                  <a:pt x="13139" y="1251"/>
                  <a:pt x="13141" y="1232"/>
                </a:cubicBezTo>
                <a:cubicBezTo>
                  <a:pt x="13152" y="1109"/>
                  <a:pt x="13155" y="984"/>
                  <a:pt x="13149" y="860"/>
                </a:cubicBezTo>
                <a:cubicBezTo>
                  <a:pt x="13137" y="644"/>
                  <a:pt x="13096" y="428"/>
                  <a:pt x="13028" y="222"/>
                </a:cubicBezTo>
                <a:cubicBezTo>
                  <a:pt x="13023" y="204"/>
                  <a:pt x="13017" y="185"/>
                  <a:pt x="13010" y="167"/>
                </a:cubicBezTo>
                <a:cubicBezTo>
                  <a:pt x="12991" y="111"/>
                  <a:pt x="12969" y="56"/>
                  <a:pt x="12946" y="1"/>
                </a:cubicBezTo>
                <a:lnTo>
                  <a:pt x="1880" y="3"/>
                </a:lnTo>
                <a:lnTo>
                  <a:pt x="1880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60" name="Google Shape;5260;p234"/>
          <p:cNvSpPr/>
          <p:nvPr/>
        </p:nvSpPr>
        <p:spPr>
          <a:xfrm flipH="1" rot="400492">
            <a:off x="7335215" y="1935465"/>
            <a:ext cx="2458871" cy="3508291"/>
          </a:xfrm>
          <a:custGeom>
            <a:rect b="b" l="l" r="r" t="t"/>
            <a:pathLst>
              <a:path extrusionOk="0" h="20886" w="14638">
                <a:moveTo>
                  <a:pt x="3191" y="1"/>
                </a:moveTo>
                <a:cubicBezTo>
                  <a:pt x="2885" y="1"/>
                  <a:pt x="2576" y="81"/>
                  <a:pt x="2295" y="191"/>
                </a:cubicBezTo>
                <a:cubicBezTo>
                  <a:pt x="1899" y="349"/>
                  <a:pt x="1532" y="564"/>
                  <a:pt x="1185" y="809"/>
                </a:cubicBezTo>
                <a:cubicBezTo>
                  <a:pt x="1218" y="721"/>
                  <a:pt x="1252" y="633"/>
                  <a:pt x="1287" y="547"/>
                </a:cubicBezTo>
                <a:cubicBezTo>
                  <a:pt x="1332" y="438"/>
                  <a:pt x="1242" y="367"/>
                  <a:pt x="1149" y="367"/>
                </a:cubicBezTo>
                <a:cubicBezTo>
                  <a:pt x="1089" y="367"/>
                  <a:pt x="1027" y="397"/>
                  <a:pt x="998" y="467"/>
                </a:cubicBezTo>
                <a:cubicBezTo>
                  <a:pt x="147" y="2564"/>
                  <a:pt x="0" y="4857"/>
                  <a:pt x="71" y="7096"/>
                </a:cubicBezTo>
                <a:cubicBezTo>
                  <a:pt x="107" y="8264"/>
                  <a:pt x="200" y="9428"/>
                  <a:pt x="285" y="10592"/>
                </a:cubicBezTo>
                <a:cubicBezTo>
                  <a:pt x="378" y="11838"/>
                  <a:pt x="471" y="13083"/>
                  <a:pt x="565" y="14328"/>
                </a:cubicBezTo>
                <a:cubicBezTo>
                  <a:pt x="660" y="15573"/>
                  <a:pt x="755" y="16818"/>
                  <a:pt x="852" y="18063"/>
                </a:cubicBezTo>
                <a:cubicBezTo>
                  <a:pt x="895" y="18617"/>
                  <a:pt x="909" y="19183"/>
                  <a:pt x="997" y="19731"/>
                </a:cubicBezTo>
                <a:cubicBezTo>
                  <a:pt x="1063" y="20137"/>
                  <a:pt x="1227" y="20580"/>
                  <a:pt x="1623" y="20768"/>
                </a:cubicBezTo>
                <a:cubicBezTo>
                  <a:pt x="1853" y="20878"/>
                  <a:pt x="2108" y="20885"/>
                  <a:pt x="2359" y="20885"/>
                </a:cubicBezTo>
                <a:cubicBezTo>
                  <a:pt x="2678" y="20885"/>
                  <a:pt x="2997" y="20884"/>
                  <a:pt x="3315" y="20883"/>
                </a:cubicBezTo>
                <a:cubicBezTo>
                  <a:pt x="3934" y="20882"/>
                  <a:pt x="4551" y="20881"/>
                  <a:pt x="5168" y="20880"/>
                </a:cubicBezTo>
                <a:cubicBezTo>
                  <a:pt x="6413" y="20878"/>
                  <a:pt x="7658" y="20875"/>
                  <a:pt x="8904" y="20873"/>
                </a:cubicBezTo>
                <a:cubicBezTo>
                  <a:pt x="8946" y="20873"/>
                  <a:pt x="8987" y="20873"/>
                  <a:pt x="9029" y="20873"/>
                </a:cubicBezTo>
                <a:cubicBezTo>
                  <a:pt x="9733" y="20873"/>
                  <a:pt x="10440" y="20882"/>
                  <a:pt x="11147" y="20882"/>
                </a:cubicBezTo>
                <a:cubicBezTo>
                  <a:pt x="11621" y="20882"/>
                  <a:pt x="12096" y="20878"/>
                  <a:pt x="12569" y="20863"/>
                </a:cubicBezTo>
                <a:cubicBezTo>
                  <a:pt x="13054" y="20848"/>
                  <a:pt x="13560" y="20768"/>
                  <a:pt x="13928" y="20425"/>
                </a:cubicBezTo>
                <a:cubicBezTo>
                  <a:pt x="14266" y="20112"/>
                  <a:pt x="14409" y="19650"/>
                  <a:pt x="14479" y="19208"/>
                </a:cubicBezTo>
                <a:cubicBezTo>
                  <a:pt x="14615" y="18346"/>
                  <a:pt x="14637" y="17435"/>
                  <a:pt x="14556" y="16567"/>
                </a:cubicBezTo>
                <a:cubicBezTo>
                  <a:pt x="14480" y="15744"/>
                  <a:pt x="14290" y="14898"/>
                  <a:pt x="13827" y="14200"/>
                </a:cubicBezTo>
                <a:cubicBezTo>
                  <a:pt x="13606" y="13867"/>
                  <a:pt x="13329" y="13578"/>
                  <a:pt x="13000" y="13350"/>
                </a:cubicBezTo>
                <a:cubicBezTo>
                  <a:pt x="12618" y="13086"/>
                  <a:pt x="12175" y="12928"/>
                  <a:pt x="11727" y="12811"/>
                </a:cubicBezTo>
                <a:cubicBezTo>
                  <a:pt x="10841" y="12580"/>
                  <a:pt x="9808" y="12500"/>
                  <a:pt x="9119" y="11827"/>
                </a:cubicBezTo>
                <a:cubicBezTo>
                  <a:pt x="8381" y="11106"/>
                  <a:pt x="8246" y="10000"/>
                  <a:pt x="8306" y="9020"/>
                </a:cubicBezTo>
                <a:cubicBezTo>
                  <a:pt x="8344" y="8404"/>
                  <a:pt x="8449" y="7795"/>
                  <a:pt x="8518" y="7181"/>
                </a:cubicBezTo>
                <a:cubicBezTo>
                  <a:pt x="8574" y="6676"/>
                  <a:pt x="8621" y="6136"/>
                  <a:pt x="8417" y="5654"/>
                </a:cubicBezTo>
                <a:cubicBezTo>
                  <a:pt x="7771" y="4140"/>
                  <a:pt x="5341" y="4868"/>
                  <a:pt x="4856" y="3246"/>
                </a:cubicBezTo>
                <a:cubicBezTo>
                  <a:pt x="4619" y="2457"/>
                  <a:pt x="4843" y="1582"/>
                  <a:pt x="4492" y="818"/>
                </a:cubicBezTo>
                <a:cubicBezTo>
                  <a:pt x="4321" y="450"/>
                  <a:pt x="3993" y="161"/>
                  <a:pt x="3598" y="53"/>
                </a:cubicBezTo>
                <a:cubicBezTo>
                  <a:pt x="3465" y="17"/>
                  <a:pt x="3328" y="1"/>
                  <a:pt x="3191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61" name="Google Shape;5261;p234"/>
          <p:cNvSpPr/>
          <p:nvPr/>
        </p:nvSpPr>
        <p:spPr>
          <a:xfrm rot="-8615811">
            <a:off x="999352" y="3424192"/>
            <a:ext cx="848090" cy="171654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62" name="Google Shape;5262;p234"/>
          <p:cNvSpPr/>
          <p:nvPr/>
        </p:nvSpPr>
        <p:spPr>
          <a:xfrm flipH="1" rot="9000285">
            <a:off x="6892495" y="-65377"/>
            <a:ext cx="970034" cy="22723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63" name="Google Shape;5263;p234"/>
          <p:cNvGrpSpPr/>
          <p:nvPr/>
        </p:nvGrpSpPr>
        <p:grpSpPr>
          <a:xfrm flipH="1" rot="-10799841">
            <a:off x="1031177" y="4742682"/>
            <a:ext cx="239902" cy="217311"/>
            <a:chOff x="1640475" y="1197075"/>
            <a:chExt cx="55475" cy="50250"/>
          </a:xfrm>
        </p:grpSpPr>
        <p:sp>
          <p:nvSpPr>
            <p:cNvPr id="5264" name="Google Shape;5264;p23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23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23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7" name="Google Shape;5267;p234"/>
          <p:cNvGrpSpPr/>
          <p:nvPr/>
        </p:nvGrpSpPr>
        <p:grpSpPr>
          <a:xfrm flipH="1" rot="6757014">
            <a:off x="7636965" y="3719799"/>
            <a:ext cx="527648" cy="477964"/>
            <a:chOff x="1640475" y="1197075"/>
            <a:chExt cx="55475" cy="50250"/>
          </a:xfrm>
        </p:grpSpPr>
        <p:sp>
          <p:nvSpPr>
            <p:cNvPr id="5268" name="Google Shape;5268;p23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23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23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71" name="Google Shape;5271;p234"/>
          <p:cNvSpPr/>
          <p:nvPr/>
        </p:nvSpPr>
        <p:spPr>
          <a:xfrm flipH="1" rot="9900139">
            <a:off x="1848350" y="-134980"/>
            <a:ext cx="492733" cy="728482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72" name="Google Shape;5272;p234"/>
          <p:cNvSpPr/>
          <p:nvPr/>
        </p:nvSpPr>
        <p:spPr>
          <a:xfrm flipH="1" rot="3511162">
            <a:off x="7430343" y="269341"/>
            <a:ext cx="738535" cy="540314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73" name="Google Shape;5273;p234"/>
          <p:cNvGrpSpPr/>
          <p:nvPr/>
        </p:nvGrpSpPr>
        <p:grpSpPr>
          <a:xfrm flipH="1" rot="10374925">
            <a:off x="778972" y="752635"/>
            <a:ext cx="359745" cy="325867"/>
            <a:chOff x="1640475" y="1197075"/>
            <a:chExt cx="55475" cy="50250"/>
          </a:xfrm>
        </p:grpSpPr>
        <p:sp>
          <p:nvSpPr>
            <p:cNvPr id="5274" name="Google Shape;5274;p23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23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23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5">
  <p:cSld name="CUSTOM_8_1">
    <p:spTree>
      <p:nvGrpSpPr>
        <p:cNvPr id="5277" name="Shape 5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78" name="Google Shape;5278;p235"/>
          <p:cNvSpPr txBox="1"/>
          <p:nvPr>
            <p:ph type="title"/>
          </p:nvPr>
        </p:nvSpPr>
        <p:spPr>
          <a:xfrm>
            <a:off x="3466850" y="758950"/>
            <a:ext cx="2210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279" name="Google Shape;5279;p235"/>
          <p:cNvSpPr/>
          <p:nvPr/>
        </p:nvSpPr>
        <p:spPr>
          <a:xfrm rot="6654579">
            <a:off x="6461750" y="-1049456"/>
            <a:ext cx="2549004" cy="2033548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dk2">
              <a:alpha val="4018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80" name="Google Shape;5280;p235"/>
          <p:cNvSpPr/>
          <p:nvPr/>
        </p:nvSpPr>
        <p:spPr>
          <a:xfrm>
            <a:off x="-209325" y="4063744"/>
            <a:ext cx="2549055" cy="1959992"/>
          </a:xfrm>
          <a:custGeom>
            <a:rect b="b" l="l" r="r" t="t"/>
            <a:pathLst>
              <a:path extrusionOk="0" h="12489" w="16243">
                <a:moveTo>
                  <a:pt x="3844" y="0"/>
                </a:moveTo>
                <a:cubicBezTo>
                  <a:pt x="3285" y="0"/>
                  <a:pt x="2723" y="148"/>
                  <a:pt x="2228" y="400"/>
                </a:cubicBezTo>
                <a:cubicBezTo>
                  <a:pt x="1280" y="883"/>
                  <a:pt x="590" y="1767"/>
                  <a:pt x="156" y="2720"/>
                </a:cubicBezTo>
                <a:cubicBezTo>
                  <a:pt x="49" y="2956"/>
                  <a:pt x="1" y="3596"/>
                  <a:pt x="54" y="3596"/>
                </a:cubicBezTo>
                <a:cubicBezTo>
                  <a:pt x="57" y="3596"/>
                  <a:pt x="61" y="3593"/>
                  <a:pt x="66" y="3588"/>
                </a:cubicBezTo>
                <a:cubicBezTo>
                  <a:pt x="269" y="4868"/>
                  <a:pt x="1355" y="5759"/>
                  <a:pt x="2294" y="6557"/>
                </a:cubicBezTo>
                <a:cubicBezTo>
                  <a:pt x="3560" y="7632"/>
                  <a:pt x="4723" y="8824"/>
                  <a:pt x="5756" y="10126"/>
                </a:cubicBezTo>
                <a:cubicBezTo>
                  <a:pt x="6340" y="10862"/>
                  <a:pt x="6881" y="11633"/>
                  <a:pt x="7379" y="12430"/>
                </a:cubicBezTo>
                <a:cubicBezTo>
                  <a:pt x="7403" y="12468"/>
                  <a:pt x="7442" y="12488"/>
                  <a:pt x="7481" y="12488"/>
                </a:cubicBezTo>
                <a:cubicBezTo>
                  <a:pt x="7510" y="12488"/>
                  <a:pt x="7539" y="12478"/>
                  <a:pt x="7563" y="12456"/>
                </a:cubicBezTo>
                <a:cubicBezTo>
                  <a:pt x="9372" y="10767"/>
                  <a:pt x="11182" y="9079"/>
                  <a:pt x="12991" y="7391"/>
                </a:cubicBezTo>
                <a:cubicBezTo>
                  <a:pt x="13444" y="6969"/>
                  <a:pt x="13897" y="6547"/>
                  <a:pt x="14348" y="6125"/>
                </a:cubicBezTo>
                <a:cubicBezTo>
                  <a:pt x="14774" y="5728"/>
                  <a:pt x="15224" y="5346"/>
                  <a:pt x="15621" y="4920"/>
                </a:cubicBezTo>
                <a:cubicBezTo>
                  <a:pt x="15956" y="4561"/>
                  <a:pt x="16230" y="4130"/>
                  <a:pt x="16237" y="3625"/>
                </a:cubicBezTo>
                <a:cubicBezTo>
                  <a:pt x="16243" y="3173"/>
                  <a:pt x="16055" y="2737"/>
                  <a:pt x="15772" y="2393"/>
                </a:cubicBezTo>
                <a:cubicBezTo>
                  <a:pt x="15118" y="1597"/>
                  <a:pt x="13969" y="1326"/>
                  <a:pt x="12990" y="1230"/>
                </a:cubicBezTo>
                <a:cubicBezTo>
                  <a:pt x="12782" y="1209"/>
                  <a:pt x="12575" y="1199"/>
                  <a:pt x="12369" y="1199"/>
                </a:cubicBezTo>
                <a:cubicBezTo>
                  <a:pt x="11579" y="1199"/>
                  <a:pt x="10805" y="1344"/>
                  <a:pt x="10046" y="1589"/>
                </a:cubicBezTo>
                <a:cubicBezTo>
                  <a:pt x="9458" y="1779"/>
                  <a:pt x="8842" y="1996"/>
                  <a:pt x="8230" y="1996"/>
                </a:cubicBezTo>
                <a:cubicBezTo>
                  <a:pt x="7924" y="1996"/>
                  <a:pt x="7618" y="1942"/>
                  <a:pt x="7317" y="1801"/>
                </a:cubicBezTo>
                <a:cubicBezTo>
                  <a:pt x="6411" y="1378"/>
                  <a:pt x="5786" y="517"/>
                  <a:pt x="4835" y="170"/>
                </a:cubicBezTo>
                <a:cubicBezTo>
                  <a:pt x="4516" y="54"/>
                  <a:pt x="4181" y="0"/>
                  <a:pt x="3844" y="0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81" name="Google Shape;5281;p235"/>
          <p:cNvSpPr/>
          <p:nvPr/>
        </p:nvSpPr>
        <p:spPr>
          <a:xfrm>
            <a:off x="7748525" y="1889849"/>
            <a:ext cx="1990571" cy="3627799"/>
          </a:xfrm>
          <a:custGeom>
            <a:rect b="b" l="l" r="r" t="t"/>
            <a:pathLst>
              <a:path extrusionOk="0" h="26119" w="14332">
                <a:moveTo>
                  <a:pt x="12104" y="0"/>
                </a:moveTo>
                <a:cubicBezTo>
                  <a:pt x="11836" y="0"/>
                  <a:pt x="11579" y="100"/>
                  <a:pt x="11338" y="207"/>
                </a:cubicBezTo>
                <a:cubicBezTo>
                  <a:pt x="11049" y="335"/>
                  <a:pt x="10764" y="475"/>
                  <a:pt x="10478" y="610"/>
                </a:cubicBezTo>
                <a:cubicBezTo>
                  <a:pt x="9890" y="885"/>
                  <a:pt x="9294" y="1149"/>
                  <a:pt x="8713" y="1440"/>
                </a:cubicBezTo>
                <a:cubicBezTo>
                  <a:pt x="8495" y="1549"/>
                  <a:pt x="8298" y="1691"/>
                  <a:pt x="8201" y="1922"/>
                </a:cubicBezTo>
                <a:cubicBezTo>
                  <a:pt x="8095" y="2174"/>
                  <a:pt x="8110" y="2467"/>
                  <a:pt x="8106" y="2735"/>
                </a:cubicBezTo>
                <a:cubicBezTo>
                  <a:pt x="8097" y="3377"/>
                  <a:pt x="8121" y="4019"/>
                  <a:pt x="8176" y="4658"/>
                </a:cubicBezTo>
                <a:cubicBezTo>
                  <a:pt x="8228" y="5277"/>
                  <a:pt x="8331" y="5899"/>
                  <a:pt x="8283" y="6521"/>
                </a:cubicBezTo>
                <a:cubicBezTo>
                  <a:pt x="8242" y="7056"/>
                  <a:pt x="8055" y="7556"/>
                  <a:pt x="7761" y="8004"/>
                </a:cubicBezTo>
                <a:cubicBezTo>
                  <a:pt x="7173" y="8897"/>
                  <a:pt x="6276" y="9476"/>
                  <a:pt x="5434" y="10099"/>
                </a:cubicBezTo>
                <a:cubicBezTo>
                  <a:pt x="5008" y="10415"/>
                  <a:pt x="4600" y="10769"/>
                  <a:pt x="4338" y="11238"/>
                </a:cubicBezTo>
                <a:cubicBezTo>
                  <a:pt x="4078" y="11703"/>
                  <a:pt x="3973" y="12231"/>
                  <a:pt x="3932" y="12758"/>
                </a:cubicBezTo>
                <a:cubicBezTo>
                  <a:pt x="3854" y="13776"/>
                  <a:pt x="4023" y="14819"/>
                  <a:pt x="3717" y="15812"/>
                </a:cubicBezTo>
                <a:cubicBezTo>
                  <a:pt x="3574" y="16273"/>
                  <a:pt x="3319" y="16702"/>
                  <a:pt x="2917" y="16981"/>
                </a:cubicBezTo>
                <a:cubicBezTo>
                  <a:pt x="2489" y="17279"/>
                  <a:pt x="1977" y="17419"/>
                  <a:pt x="1536" y="17694"/>
                </a:cubicBezTo>
                <a:cubicBezTo>
                  <a:pt x="639" y="18252"/>
                  <a:pt x="327" y="19323"/>
                  <a:pt x="152" y="20304"/>
                </a:cubicBezTo>
                <a:cubicBezTo>
                  <a:pt x="48" y="20891"/>
                  <a:pt x="1" y="21500"/>
                  <a:pt x="140" y="22087"/>
                </a:cubicBezTo>
                <a:cubicBezTo>
                  <a:pt x="259" y="22589"/>
                  <a:pt x="523" y="23040"/>
                  <a:pt x="855" y="23429"/>
                </a:cubicBezTo>
                <a:cubicBezTo>
                  <a:pt x="1544" y="24236"/>
                  <a:pt x="3187" y="24329"/>
                  <a:pt x="3333" y="25366"/>
                </a:cubicBezTo>
                <a:cubicBezTo>
                  <a:pt x="3413" y="25937"/>
                  <a:pt x="4213" y="26116"/>
                  <a:pt x="4450" y="26116"/>
                </a:cubicBezTo>
                <a:cubicBezTo>
                  <a:pt x="4499" y="26116"/>
                  <a:pt x="4524" y="26108"/>
                  <a:pt x="4512" y="26094"/>
                </a:cubicBezTo>
                <a:lnTo>
                  <a:pt x="4512" y="26094"/>
                </a:lnTo>
                <a:cubicBezTo>
                  <a:pt x="5752" y="26098"/>
                  <a:pt x="6992" y="26103"/>
                  <a:pt x="8231" y="26108"/>
                </a:cubicBezTo>
                <a:cubicBezTo>
                  <a:pt x="8884" y="26110"/>
                  <a:pt x="9536" y="26113"/>
                  <a:pt x="10188" y="26115"/>
                </a:cubicBezTo>
                <a:cubicBezTo>
                  <a:pt x="10509" y="26116"/>
                  <a:pt x="10831" y="26117"/>
                  <a:pt x="11153" y="26118"/>
                </a:cubicBezTo>
                <a:cubicBezTo>
                  <a:pt x="11181" y="26118"/>
                  <a:pt x="11210" y="26118"/>
                  <a:pt x="11238" y="26118"/>
                </a:cubicBezTo>
                <a:cubicBezTo>
                  <a:pt x="11502" y="26118"/>
                  <a:pt x="11768" y="26112"/>
                  <a:pt x="12030" y="26066"/>
                </a:cubicBezTo>
                <a:cubicBezTo>
                  <a:pt x="12510" y="25980"/>
                  <a:pt x="12981" y="25708"/>
                  <a:pt x="13161" y="25232"/>
                </a:cubicBezTo>
                <a:cubicBezTo>
                  <a:pt x="13200" y="25130"/>
                  <a:pt x="13224" y="25017"/>
                  <a:pt x="13222" y="24907"/>
                </a:cubicBezTo>
                <a:cubicBezTo>
                  <a:pt x="13220" y="24778"/>
                  <a:pt x="13107" y="24687"/>
                  <a:pt x="13042" y="24582"/>
                </a:cubicBezTo>
                <a:cubicBezTo>
                  <a:pt x="12914" y="24378"/>
                  <a:pt x="12829" y="24154"/>
                  <a:pt x="12777" y="23918"/>
                </a:cubicBezTo>
                <a:cubicBezTo>
                  <a:pt x="12667" y="23424"/>
                  <a:pt x="12700" y="22903"/>
                  <a:pt x="12760" y="22402"/>
                </a:cubicBezTo>
                <a:cubicBezTo>
                  <a:pt x="12825" y="21856"/>
                  <a:pt x="12928" y="21313"/>
                  <a:pt x="12991" y="20766"/>
                </a:cubicBezTo>
                <a:cubicBezTo>
                  <a:pt x="13138" y="19498"/>
                  <a:pt x="13165" y="18220"/>
                  <a:pt x="13259" y="16947"/>
                </a:cubicBezTo>
                <a:cubicBezTo>
                  <a:pt x="13306" y="16306"/>
                  <a:pt x="13371" y="15667"/>
                  <a:pt x="13476" y="15033"/>
                </a:cubicBezTo>
                <a:cubicBezTo>
                  <a:pt x="13580" y="14418"/>
                  <a:pt x="13717" y="13809"/>
                  <a:pt x="13850" y="13199"/>
                </a:cubicBezTo>
                <a:cubicBezTo>
                  <a:pt x="14117" y="11977"/>
                  <a:pt x="14332" y="10761"/>
                  <a:pt x="14312" y="9506"/>
                </a:cubicBezTo>
                <a:cubicBezTo>
                  <a:pt x="14292" y="8213"/>
                  <a:pt x="14104" y="6931"/>
                  <a:pt x="14032" y="5641"/>
                </a:cubicBezTo>
                <a:cubicBezTo>
                  <a:pt x="13973" y="4552"/>
                  <a:pt x="14026" y="3448"/>
                  <a:pt x="13821" y="2371"/>
                </a:cubicBezTo>
                <a:cubicBezTo>
                  <a:pt x="13723" y="1854"/>
                  <a:pt x="13559" y="1346"/>
                  <a:pt x="13296" y="889"/>
                </a:cubicBezTo>
                <a:cubicBezTo>
                  <a:pt x="13046" y="456"/>
                  <a:pt x="12681" y="18"/>
                  <a:pt x="12141" y="1"/>
                </a:cubicBezTo>
                <a:cubicBezTo>
                  <a:pt x="12128" y="1"/>
                  <a:pt x="12116" y="0"/>
                  <a:pt x="12104" y="0"/>
                </a:cubicBezTo>
                <a:close/>
              </a:path>
            </a:pathLst>
          </a:custGeom>
          <a:solidFill>
            <a:schemeClr val="l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82" name="Google Shape;5282;p235"/>
          <p:cNvSpPr/>
          <p:nvPr/>
        </p:nvSpPr>
        <p:spPr>
          <a:xfrm flipH="1" rot="-5400000">
            <a:off x="18085" y="-1542699"/>
            <a:ext cx="1951456" cy="3795063"/>
          </a:xfrm>
          <a:custGeom>
            <a:rect b="b" l="l" r="r" t="t"/>
            <a:pathLst>
              <a:path extrusionOk="0" h="24182" w="12435">
                <a:moveTo>
                  <a:pt x="7995" y="0"/>
                </a:moveTo>
                <a:cubicBezTo>
                  <a:pt x="6753" y="0"/>
                  <a:pt x="5507" y="123"/>
                  <a:pt x="4282" y="305"/>
                </a:cubicBezTo>
                <a:cubicBezTo>
                  <a:pt x="3647" y="400"/>
                  <a:pt x="3014" y="509"/>
                  <a:pt x="2384" y="629"/>
                </a:cubicBezTo>
                <a:cubicBezTo>
                  <a:pt x="1767" y="745"/>
                  <a:pt x="1135" y="843"/>
                  <a:pt x="528" y="997"/>
                </a:cubicBezTo>
                <a:cubicBezTo>
                  <a:pt x="284" y="1059"/>
                  <a:pt x="86" y="1199"/>
                  <a:pt x="44" y="1438"/>
                </a:cubicBezTo>
                <a:cubicBezTo>
                  <a:pt x="1" y="1675"/>
                  <a:pt x="98" y="1906"/>
                  <a:pt x="177" y="2128"/>
                </a:cubicBezTo>
                <a:cubicBezTo>
                  <a:pt x="371" y="2674"/>
                  <a:pt x="529" y="3231"/>
                  <a:pt x="657" y="3795"/>
                </a:cubicBezTo>
                <a:cubicBezTo>
                  <a:pt x="1173" y="6076"/>
                  <a:pt x="1176" y="8421"/>
                  <a:pt x="1157" y="10740"/>
                </a:cubicBezTo>
                <a:cubicBezTo>
                  <a:pt x="1137" y="13166"/>
                  <a:pt x="1119" y="15594"/>
                  <a:pt x="956" y="18015"/>
                </a:cubicBezTo>
                <a:cubicBezTo>
                  <a:pt x="873" y="19227"/>
                  <a:pt x="754" y="20438"/>
                  <a:pt x="578" y="21641"/>
                </a:cubicBezTo>
                <a:cubicBezTo>
                  <a:pt x="533" y="21947"/>
                  <a:pt x="484" y="22253"/>
                  <a:pt x="431" y="22559"/>
                </a:cubicBezTo>
                <a:cubicBezTo>
                  <a:pt x="386" y="22822"/>
                  <a:pt x="322" y="23092"/>
                  <a:pt x="343" y="23359"/>
                </a:cubicBezTo>
                <a:cubicBezTo>
                  <a:pt x="374" y="23781"/>
                  <a:pt x="660" y="24173"/>
                  <a:pt x="1161" y="24181"/>
                </a:cubicBezTo>
                <a:cubicBezTo>
                  <a:pt x="1165" y="24181"/>
                  <a:pt x="1169" y="24181"/>
                  <a:pt x="1173" y="24181"/>
                </a:cubicBezTo>
                <a:cubicBezTo>
                  <a:pt x="1371" y="24181"/>
                  <a:pt x="1540" y="24099"/>
                  <a:pt x="1654" y="23951"/>
                </a:cubicBezTo>
                <a:cubicBezTo>
                  <a:pt x="1675" y="23925"/>
                  <a:pt x="1683" y="23898"/>
                  <a:pt x="1682" y="23874"/>
                </a:cubicBezTo>
                <a:lnTo>
                  <a:pt x="1682" y="23874"/>
                </a:lnTo>
                <a:cubicBezTo>
                  <a:pt x="1847" y="23898"/>
                  <a:pt x="2014" y="23909"/>
                  <a:pt x="2180" y="23909"/>
                </a:cubicBezTo>
                <a:cubicBezTo>
                  <a:pt x="2943" y="23909"/>
                  <a:pt x="3699" y="23667"/>
                  <a:pt x="4311" y="23242"/>
                </a:cubicBezTo>
                <a:cubicBezTo>
                  <a:pt x="4708" y="22966"/>
                  <a:pt x="5045" y="22616"/>
                  <a:pt x="5275" y="22211"/>
                </a:cubicBezTo>
                <a:cubicBezTo>
                  <a:pt x="5529" y="21761"/>
                  <a:pt x="5637" y="21258"/>
                  <a:pt x="5672" y="20756"/>
                </a:cubicBezTo>
                <a:cubicBezTo>
                  <a:pt x="5745" y="19694"/>
                  <a:pt x="5474" y="18600"/>
                  <a:pt x="5753" y="17552"/>
                </a:cubicBezTo>
                <a:cubicBezTo>
                  <a:pt x="5970" y="16734"/>
                  <a:pt x="6573" y="16141"/>
                  <a:pt x="7340" y="15710"/>
                </a:cubicBezTo>
                <a:cubicBezTo>
                  <a:pt x="8075" y="15296"/>
                  <a:pt x="8888" y="15018"/>
                  <a:pt x="9665" y="14682"/>
                </a:cubicBezTo>
                <a:cubicBezTo>
                  <a:pt x="10395" y="14367"/>
                  <a:pt x="11138" y="13992"/>
                  <a:pt x="11650" y="13407"/>
                </a:cubicBezTo>
                <a:cubicBezTo>
                  <a:pt x="12358" y="12597"/>
                  <a:pt x="12435" y="11553"/>
                  <a:pt x="12147" y="10578"/>
                </a:cubicBezTo>
                <a:cubicBezTo>
                  <a:pt x="11808" y="9430"/>
                  <a:pt x="11016" y="8461"/>
                  <a:pt x="10472" y="7396"/>
                </a:cubicBezTo>
                <a:cubicBezTo>
                  <a:pt x="9923" y="6314"/>
                  <a:pt x="9632" y="5096"/>
                  <a:pt x="9791" y="3904"/>
                </a:cubicBezTo>
                <a:cubicBezTo>
                  <a:pt x="9926" y="2896"/>
                  <a:pt x="10412" y="1909"/>
                  <a:pt x="11209" y="1194"/>
                </a:cubicBezTo>
                <a:cubicBezTo>
                  <a:pt x="11406" y="1016"/>
                  <a:pt x="11621" y="858"/>
                  <a:pt x="11854" y="718"/>
                </a:cubicBezTo>
                <a:cubicBezTo>
                  <a:pt x="11960" y="654"/>
                  <a:pt x="11944" y="503"/>
                  <a:pt x="11818" y="468"/>
                </a:cubicBezTo>
                <a:cubicBezTo>
                  <a:pt x="10568" y="132"/>
                  <a:pt x="9284" y="0"/>
                  <a:pt x="7995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83" name="Google Shape;5283;p235"/>
          <p:cNvGrpSpPr/>
          <p:nvPr/>
        </p:nvGrpSpPr>
        <p:grpSpPr>
          <a:xfrm rot="8899877">
            <a:off x="1397588" y="496484"/>
            <a:ext cx="221770" cy="200882"/>
            <a:chOff x="1640475" y="1197075"/>
            <a:chExt cx="55475" cy="50250"/>
          </a:xfrm>
        </p:grpSpPr>
        <p:sp>
          <p:nvSpPr>
            <p:cNvPr id="5284" name="Google Shape;5284;p23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23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23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87" name="Google Shape;5287;p235"/>
          <p:cNvSpPr/>
          <p:nvPr/>
        </p:nvSpPr>
        <p:spPr>
          <a:xfrm rot="9965797">
            <a:off x="-406843" y="3256057"/>
            <a:ext cx="993864" cy="1557213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88" name="Google Shape;5288;p235"/>
          <p:cNvGrpSpPr/>
          <p:nvPr/>
        </p:nvGrpSpPr>
        <p:grpSpPr>
          <a:xfrm rot="-6145098">
            <a:off x="7891149" y="343612"/>
            <a:ext cx="433642" cy="392824"/>
            <a:chOff x="1640475" y="1197075"/>
            <a:chExt cx="55475" cy="50250"/>
          </a:xfrm>
        </p:grpSpPr>
        <p:sp>
          <p:nvSpPr>
            <p:cNvPr id="5289" name="Google Shape;5289;p23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23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23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92" name="Google Shape;5292;p235"/>
          <p:cNvSpPr/>
          <p:nvPr/>
        </p:nvSpPr>
        <p:spPr>
          <a:xfrm rot="-2081460">
            <a:off x="7872366" y="1665737"/>
            <a:ext cx="580167" cy="13591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93" name="Google Shape;5293;p235"/>
          <p:cNvGrpSpPr/>
          <p:nvPr/>
        </p:nvGrpSpPr>
        <p:grpSpPr>
          <a:xfrm>
            <a:off x="817938" y="1736757"/>
            <a:ext cx="294201" cy="266501"/>
            <a:chOff x="1640475" y="1197075"/>
            <a:chExt cx="55475" cy="50250"/>
          </a:xfrm>
        </p:grpSpPr>
        <p:sp>
          <p:nvSpPr>
            <p:cNvPr id="5294" name="Google Shape;5294;p23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23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23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6">
  <p:cSld name="CUSTOM_8_1_1">
    <p:spTree>
      <p:nvGrpSpPr>
        <p:cNvPr id="5297" name="Shape 5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98" name="Google Shape;5298;p236"/>
          <p:cNvSpPr txBox="1"/>
          <p:nvPr>
            <p:ph type="title"/>
          </p:nvPr>
        </p:nvSpPr>
        <p:spPr>
          <a:xfrm>
            <a:off x="2215950" y="758950"/>
            <a:ext cx="47121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299" name="Google Shape;5299;p236"/>
          <p:cNvSpPr/>
          <p:nvPr/>
        </p:nvSpPr>
        <p:spPr>
          <a:xfrm>
            <a:off x="5618526" y="-372150"/>
            <a:ext cx="3877467" cy="1370005"/>
          </a:xfrm>
          <a:custGeom>
            <a:rect b="b" l="l" r="r" t="t"/>
            <a:pathLst>
              <a:path extrusionOk="0" h="8613" w="24377">
                <a:moveTo>
                  <a:pt x="22626" y="1"/>
                </a:moveTo>
                <a:cubicBezTo>
                  <a:pt x="22431" y="1"/>
                  <a:pt x="22241" y="55"/>
                  <a:pt x="22058" y="101"/>
                </a:cubicBezTo>
                <a:cubicBezTo>
                  <a:pt x="21511" y="238"/>
                  <a:pt x="20953" y="349"/>
                  <a:pt x="20391" y="439"/>
                </a:cubicBezTo>
                <a:cubicBezTo>
                  <a:pt x="18472" y="743"/>
                  <a:pt x="16508" y="793"/>
                  <a:pt x="14552" y="793"/>
                </a:cubicBezTo>
                <a:cubicBezTo>
                  <a:pt x="14183" y="793"/>
                  <a:pt x="13813" y="791"/>
                  <a:pt x="13445" y="789"/>
                </a:cubicBezTo>
                <a:cubicBezTo>
                  <a:pt x="11020" y="775"/>
                  <a:pt x="8592" y="763"/>
                  <a:pt x="6170" y="648"/>
                </a:cubicBezTo>
                <a:cubicBezTo>
                  <a:pt x="4959" y="590"/>
                  <a:pt x="3748" y="506"/>
                  <a:pt x="2545" y="383"/>
                </a:cubicBezTo>
                <a:cubicBezTo>
                  <a:pt x="2238" y="351"/>
                  <a:pt x="1932" y="316"/>
                  <a:pt x="1627" y="279"/>
                </a:cubicBezTo>
                <a:cubicBezTo>
                  <a:pt x="1398" y="252"/>
                  <a:pt x="1163" y="215"/>
                  <a:pt x="930" y="215"/>
                </a:cubicBezTo>
                <a:cubicBezTo>
                  <a:pt x="895" y="215"/>
                  <a:pt x="861" y="215"/>
                  <a:pt x="827" y="217"/>
                </a:cubicBezTo>
                <a:cubicBezTo>
                  <a:pt x="405" y="240"/>
                  <a:pt x="13" y="441"/>
                  <a:pt x="5" y="792"/>
                </a:cubicBezTo>
                <a:cubicBezTo>
                  <a:pt x="1" y="936"/>
                  <a:pt x="84" y="1057"/>
                  <a:pt x="235" y="1138"/>
                </a:cubicBezTo>
                <a:cubicBezTo>
                  <a:pt x="259" y="1152"/>
                  <a:pt x="283" y="1157"/>
                  <a:pt x="305" y="1157"/>
                </a:cubicBezTo>
                <a:cubicBezTo>
                  <a:pt x="307" y="1157"/>
                  <a:pt x="309" y="1157"/>
                  <a:pt x="311" y="1157"/>
                </a:cubicBezTo>
                <a:lnTo>
                  <a:pt x="311" y="1157"/>
                </a:lnTo>
                <a:cubicBezTo>
                  <a:pt x="180" y="1807"/>
                  <a:pt x="426" y="2480"/>
                  <a:pt x="944" y="3003"/>
                </a:cubicBezTo>
                <a:cubicBezTo>
                  <a:pt x="1219" y="3281"/>
                  <a:pt x="1569" y="3518"/>
                  <a:pt x="1974" y="3679"/>
                </a:cubicBezTo>
                <a:cubicBezTo>
                  <a:pt x="2424" y="3858"/>
                  <a:pt x="2928" y="3933"/>
                  <a:pt x="3430" y="3957"/>
                </a:cubicBezTo>
                <a:cubicBezTo>
                  <a:pt x="3565" y="3964"/>
                  <a:pt x="3702" y="3967"/>
                  <a:pt x="3838" y="3967"/>
                </a:cubicBezTo>
                <a:cubicBezTo>
                  <a:pt x="4389" y="3967"/>
                  <a:pt x="4946" y="3924"/>
                  <a:pt x="5497" y="3924"/>
                </a:cubicBezTo>
                <a:cubicBezTo>
                  <a:pt x="5880" y="3924"/>
                  <a:pt x="6260" y="3944"/>
                  <a:pt x="6634" y="4014"/>
                </a:cubicBezTo>
                <a:cubicBezTo>
                  <a:pt x="7452" y="4167"/>
                  <a:pt x="8044" y="4590"/>
                  <a:pt x="8476" y="5128"/>
                </a:cubicBezTo>
                <a:cubicBezTo>
                  <a:pt x="8889" y="5644"/>
                  <a:pt x="9168" y="6215"/>
                  <a:pt x="9504" y="6761"/>
                </a:cubicBezTo>
                <a:cubicBezTo>
                  <a:pt x="9818" y="7272"/>
                  <a:pt x="10194" y="7795"/>
                  <a:pt x="10779" y="8153"/>
                </a:cubicBezTo>
                <a:cubicBezTo>
                  <a:pt x="11306" y="8477"/>
                  <a:pt x="11931" y="8612"/>
                  <a:pt x="12573" y="8612"/>
                </a:cubicBezTo>
                <a:cubicBezTo>
                  <a:pt x="12917" y="8612"/>
                  <a:pt x="13266" y="8573"/>
                  <a:pt x="13607" y="8503"/>
                </a:cubicBezTo>
                <a:cubicBezTo>
                  <a:pt x="14755" y="8264"/>
                  <a:pt x="15723" y="7708"/>
                  <a:pt x="16790" y="7327"/>
                </a:cubicBezTo>
                <a:cubicBezTo>
                  <a:pt x="17672" y="7012"/>
                  <a:pt x="18645" y="6819"/>
                  <a:pt x="19621" y="6819"/>
                </a:cubicBezTo>
                <a:cubicBezTo>
                  <a:pt x="19841" y="6819"/>
                  <a:pt x="20062" y="6829"/>
                  <a:pt x="20281" y="6849"/>
                </a:cubicBezTo>
                <a:cubicBezTo>
                  <a:pt x="21290" y="6943"/>
                  <a:pt x="22275" y="7285"/>
                  <a:pt x="22992" y="7844"/>
                </a:cubicBezTo>
                <a:cubicBezTo>
                  <a:pt x="23170" y="7982"/>
                  <a:pt x="23328" y="8133"/>
                  <a:pt x="23467" y="8296"/>
                </a:cubicBezTo>
                <a:cubicBezTo>
                  <a:pt x="23495" y="8329"/>
                  <a:pt x="23541" y="8346"/>
                  <a:pt x="23587" y="8346"/>
                </a:cubicBezTo>
                <a:cubicBezTo>
                  <a:pt x="23643" y="8346"/>
                  <a:pt x="23698" y="8320"/>
                  <a:pt x="23718" y="8271"/>
                </a:cubicBezTo>
                <a:cubicBezTo>
                  <a:pt x="24376" y="6550"/>
                  <a:pt x="24252" y="4734"/>
                  <a:pt x="23880" y="2982"/>
                </a:cubicBezTo>
                <a:cubicBezTo>
                  <a:pt x="23786" y="2536"/>
                  <a:pt x="23676" y="2093"/>
                  <a:pt x="23557" y="1650"/>
                </a:cubicBezTo>
                <a:cubicBezTo>
                  <a:pt x="23441" y="1217"/>
                  <a:pt x="23343" y="773"/>
                  <a:pt x="23189" y="348"/>
                </a:cubicBezTo>
                <a:cubicBezTo>
                  <a:pt x="23127" y="176"/>
                  <a:pt x="22987" y="38"/>
                  <a:pt x="22748" y="8"/>
                </a:cubicBezTo>
                <a:cubicBezTo>
                  <a:pt x="22707" y="3"/>
                  <a:pt x="22666" y="1"/>
                  <a:pt x="22626" y="1"/>
                </a:cubicBezTo>
                <a:close/>
              </a:path>
            </a:pathLst>
          </a:custGeom>
          <a:solidFill>
            <a:schemeClr val="dk2">
              <a:alpha val="4776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00" name="Google Shape;5300;p236"/>
          <p:cNvSpPr/>
          <p:nvPr/>
        </p:nvSpPr>
        <p:spPr>
          <a:xfrm flipH="1" rot="5400000">
            <a:off x="-477525" y="-353486"/>
            <a:ext cx="2068926" cy="2074970"/>
          </a:xfrm>
          <a:custGeom>
            <a:rect b="b" l="l" r="r" t="t"/>
            <a:pathLst>
              <a:path extrusionOk="0" h="13045" w="13007">
                <a:moveTo>
                  <a:pt x="11086" y="1"/>
                </a:moveTo>
                <a:cubicBezTo>
                  <a:pt x="10136" y="1"/>
                  <a:pt x="9220" y="578"/>
                  <a:pt x="8514" y="1160"/>
                </a:cubicBezTo>
                <a:cubicBezTo>
                  <a:pt x="7734" y="1801"/>
                  <a:pt x="7147" y="2603"/>
                  <a:pt x="6690" y="3499"/>
                </a:cubicBezTo>
                <a:cubicBezTo>
                  <a:pt x="6269" y="4325"/>
                  <a:pt x="5846" y="5241"/>
                  <a:pt x="4914" y="5581"/>
                </a:cubicBezTo>
                <a:cubicBezTo>
                  <a:pt x="3974" y="5923"/>
                  <a:pt x="2923" y="5759"/>
                  <a:pt x="2005" y="6187"/>
                </a:cubicBezTo>
                <a:cubicBezTo>
                  <a:pt x="1188" y="6570"/>
                  <a:pt x="602" y="7349"/>
                  <a:pt x="329" y="8196"/>
                </a:cubicBezTo>
                <a:cubicBezTo>
                  <a:pt x="1" y="9208"/>
                  <a:pt x="140" y="10320"/>
                  <a:pt x="509" y="11301"/>
                </a:cubicBezTo>
                <a:cubicBezTo>
                  <a:pt x="597" y="11534"/>
                  <a:pt x="989" y="11993"/>
                  <a:pt x="1051" y="11993"/>
                </a:cubicBezTo>
                <a:cubicBezTo>
                  <a:pt x="1057" y="11993"/>
                  <a:pt x="1060" y="11988"/>
                  <a:pt x="1059" y="11977"/>
                </a:cubicBezTo>
                <a:lnTo>
                  <a:pt x="1059" y="11977"/>
                </a:lnTo>
                <a:cubicBezTo>
                  <a:pt x="1717" y="12454"/>
                  <a:pt x="2513" y="12576"/>
                  <a:pt x="3318" y="12576"/>
                </a:cubicBezTo>
                <a:cubicBezTo>
                  <a:pt x="3796" y="12576"/>
                  <a:pt x="4277" y="12533"/>
                  <a:pt x="4735" y="12495"/>
                </a:cubicBezTo>
                <a:cubicBezTo>
                  <a:pt x="5450" y="12436"/>
                  <a:pt x="6168" y="12406"/>
                  <a:pt x="6885" y="12406"/>
                </a:cubicBezTo>
                <a:cubicBezTo>
                  <a:pt x="7827" y="12406"/>
                  <a:pt x="8769" y="12458"/>
                  <a:pt x="9706" y="12564"/>
                </a:cubicBezTo>
                <a:cubicBezTo>
                  <a:pt x="10641" y="12670"/>
                  <a:pt x="11568" y="12831"/>
                  <a:pt x="12485" y="13041"/>
                </a:cubicBezTo>
                <a:cubicBezTo>
                  <a:pt x="12495" y="13043"/>
                  <a:pt x="12505" y="13045"/>
                  <a:pt x="12515" y="13045"/>
                </a:cubicBezTo>
                <a:cubicBezTo>
                  <a:pt x="12578" y="13045"/>
                  <a:pt x="12630" y="12997"/>
                  <a:pt x="12632" y="12929"/>
                </a:cubicBezTo>
                <a:lnTo>
                  <a:pt x="12879" y="5509"/>
                </a:lnTo>
                <a:cubicBezTo>
                  <a:pt x="12900" y="4891"/>
                  <a:pt x="12920" y="4272"/>
                  <a:pt x="12940" y="3654"/>
                </a:cubicBezTo>
                <a:cubicBezTo>
                  <a:pt x="12960" y="3073"/>
                  <a:pt x="13006" y="2485"/>
                  <a:pt x="12985" y="1903"/>
                </a:cubicBezTo>
                <a:cubicBezTo>
                  <a:pt x="12967" y="1412"/>
                  <a:pt x="12856" y="914"/>
                  <a:pt x="12502" y="551"/>
                </a:cubicBezTo>
                <a:cubicBezTo>
                  <a:pt x="12188" y="228"/>
                  <a:pt x="11746" y="54"/>
                  <a:pt x="11303" y="11"/>
                </a:cubicBezTo>
                <a:cubicBezTo>
                  <a:pt x="11230" y="4"/>
                  <a:pt x="11158" y="1"/>
                  <a:pt x="11086" y="1"/>
                </a:cubicBezTo>
                <a:close/>
              </a:path>
            </a:pathLst>
          </a:custGeom>
          <a:solidFill>
            <a:schemeClr val="accent1">
              <a:alpha val="598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01" name="Google Shape;5301;p236"/>
          <p:cNvSpPr/>
          <p:nvPr/>
        </p:nvSpPr>
        <p:spPr>
          <a:xfrm flipH="1">
            <a:off x="5696165" y="4019619"/>
            <a:ext cx="4163302" cy="2268390"/>
          </a:xfrm>
          <a:custGeom>
            <a:rect b="b" l="l" r="r" t="t"/>
            <a:pathLst>
              <a:path extrusionOk="0" h="14261" w="26174">
                <a:moveTo>
                  <a:pt x="4863" y="0"/>
                </a:moveTo>
                <a:cubicBezTo>
                  <a:pt x="4600" y="0"/>
                  <a:pt x="4337" y="25"/>
                  <a:pt x="4079" y="86"/>
                </a:cubicBezTo>
                <a:cubicBezTo>
                  <a:pt x="3577" y="206"/>
                  <a:pt x="3127" y="469"/>
                  <a:pt x="2736" y="803"/>
                </a:cubicBezTo>
                <a:cubicBezTo>
                  <a:pt x="1930" y="1492"/>
                  <a:pt x="1836" y="3135"/>
                  <a:pt x="799" y="3280"/>
                </a:cubicBezTo>
                <a:cubicBezTo>
                  <a:pt x="128" y="3374"/>
                  <a:pt x="0" y="4462"/>
                  <a:pt x="66" y="4462"/>
                </a:cubicBezTo>
                <a:cubicBezTo>
                  <a:pt x="68" y="4462"/>
                  <a:pt x="70" y="4461"/>
                  <a:pt x="72" y="4459"/>
                </a:cubicBezTo>
                <a:lnTo>
                  <a:pt x="72" y="4459"/>
                </a:lnTo>
                <a:cubicBezTo>
                  <a:pt x="67" y="5698"/>
                  <a:pt x="63" y="6939"/>
                  <a:pt x="59" y="8179"/>
                </a:cubicBezTo>
                <a:cubicBezTo>
                  <a:pt x="56" y="8831"/>
                  <a:pt x="53" y="9483"/>
                  <a:pt x="51" y="10135"/>
                </a:cubicBezTo>
                <a:cubicBezTo>
                  <a:pt x="50" y="10457"/>
                  <a:pt x="49" y="10777"/>
                  <a:pt x="48" y="11099"/>
                </a:cubicBezTo>
                <a:cubicBezTo>
                  <a:pt x="47" y="11393"/>
                  <a:pt x="48" y="11687"/>
                  <a:pt x="100" y="11976"/>
                </a:cubicBezTo>
                <a:cubicBezTo>
                  <a:pt x="186" y="12456"/>
                  <a:pt x="458" y="12928"/>
                  <a:pt x="933" y="13108"/>
                </a:cubicBezTo>
                <a:cubicBezTo>
                  <a:pt x="1033" y="13146"/>
                  <a:pt x="1145" y="13169"/>
                  <a:pt x="1252" y="13169"/>
                </a:cubicBezTo>
                <a:cubicBezTo>
                  <a:pt x="1254" y="13169"/>
                  <a:pt x="1257" y="13169"/>
                  <a:pt x="1259" y="13169"/>
                </a:cubicBezTo>
                <a:cubicBezTo>
                  <a:pt x="1388" y="13167"/>
                  <a:pt x="1479" y="13054"/>
                  <a:pt x="1583" y="12989"/>
                </a:cubicBezTo>
                <a:cubicBezTo>
                  <a:pt x="1788" y="12861"/>
                  <a:pt x="2013" y="12777"/>
                  <a:pt x="2247" y="12724"/>
                </a:cubicBezTo>
                <a:cubicBezTo>
                  <a:pt x="2483" y="12671"/>
                  <a:pt x="2724" y="12651"/>
                  <a:pt x="2966" y="12651"/>
                </a:cubicBezTo>
                <a:cubicBezTo>
                  <a:pt x="3233" y="12651"/>
                  <a:pt x="3501" y="12676"/>
                  <a:pt x="3763" y="12707"/>
                </a:cubicBezTo>
                <a:cubicBezTo>
                  <a:pt x="4310" y="12772"/>
                  <a:pt x="4853" y="12875"/>
                  <a:pt x="5400" y="12938"/>
                </a:cubicBezTo>
                <a:cubicBezTo>
                  <a:pt x="6669" y="13085"/>
                  <a:pt x="7946" y="13111"/>
                  <a:pt x="9219" y="13205"/>
                </a:cubicBezTo>
                <a:cubicBezTo>
                  <a:pt x="9860" y="13253"/>
                  <a:pt x="10500" y="13317"/>
                  <a:pt x="11134" y="13424"/>
                </a:cubicBezTo>
                <a:cubicBezTo>
                  <a:pt x="11749" y="13526"/>
                  <a:pt x="12358" y="13663"/>
                  <a:pt x="12967" y="13796"/>
                </a:cubicBezTo>
                <a:cubicBezTo>
                  <a:pt x="14136" y="14051"/>
                  <a:pt x="15300" y="14261"/>
                  <a:pt x="16498" y="14261"/>
                </a:cubicBezTo>
                <a:cubicBezTo>
                  <a:pt x="16552" y="14261"/>
                  <a:pt x="16606" y="14260"/>
                  <a:pt x="16660" y="14259"/>
                </a:cubicBezTo>
                <a:cubicBezTo>
                  <a:pt x="17953" y="14238"/>
                  <a:pt x="19236" y="14050"/>
                  <a:pt x="20525" y="13980"/>
                </a:cubicBezTo>
                <a:cubicBezTo>
                  <a:pt x="21615" y="13919"/>
                  <a:pt x="22718" y="13973"/>
                  <a:pt x="23796" y="13769"/>
                </a:cubicBezTo>
                <a:cubicBezTo>
                  <a:pt x="24313" y="13670"/>
                  <a:pt x="24820" y="13506"/>
                  <a:pt x="25277" y="13242"/>
                </a:cubicBezTo>
                <a:cubicBezTo>
                  <a:pt x="25711" y="12992"/>
                  <a:pt x="26148" y="12628"/>
                  <a:pt x="26165" y="12087"/>
                </a:cubicBezTo>
                <a:cubicBezTo>
                  <a:pt x="26174" y="11806"/>
                  <a:pt x="26071" y="11536"/>
                  <a:pt x="25960" y="11284"/>
                </a:cubicBezTo>
                <a:cubicBezTo>
                  <a:pt x="25831" y="10995"/>
                  <a:pt x="25692" y="10711"/>
                  <a:pt x="25556" y="10424"/>
                </a:cubicBezTo>
                <a:cubicBezTo>
                  <a:pt x="25280" y="9836"/>
                  <a:pt x="25017" y="9241"/>
                  <a:pt x="24726" y="8660"/>
                </a:cubicBezTo>
                <a:cubicBezTo>
                  <a:pt x="24617" y="8443"/>
                  <a:pt x="24475" y="8244"/>
                  <a:pt x="24244" y="8148"/>
                </a:cubicBezTo>
                <a:cubicBezTo>
                  <a:pt x="23992" y="8043"/>
                  <a:pt x="23700" y="8056"/>
                  <a:pt x="23431" y="8053"/>
                </a:cubicBezTo>
                <a:cubicBezTo>
                  <a:pt x="23345" y="8052"/>
                  <a:pt x="23259" y="8052"/>
                  <a:pt x="23173" y="8052"/>
                </a:cubicBezTo>
                <a:cubicBezTo>
                  <a:pt x="22618" y="8052"/>
                  <a:pt x="22062" y="8075"/>
                  <a:pt x="21508" y="8122"/>
                </a:cubicBezTo>
                <a:cubicBezTo>
                  <a:pt x="20999" y="8165"/>
                  <a:pt x="20489" y="8243"/>
                  <a:pt x="19978" y="8243"/>
                </a:cubicBezTo>
                <a:cubicBezTo>
                  <a:pt x="19867" y="8243"/>
                  <a:pt x="19756" y="8239"/>
                  <a:pt x="19645" y="8231"/>
                </a:cubicBezTo>
                <a:cubicBezTo>
                  <a:pt x="19110" y="8189"/>
                  <a:pt x="18609" y="8002"/>
                  <a:pt x="18163" y="7708"/>
                </a:cubicBezTo>
                <a:cubicBezTo>
                  <a:pt x="17269" y="7121"/>
                  <a:pt x="16691" y="6224"/>
                  <a:pt x="16067" y="5381"/>
                </a:cubicBezTo>
                <a:cubicBezTo>
                  <a:pt x="15751" y="4955"/>
                  <a:pt x="15397" y="4546"/>
                  <a:pt x="14929" y="4285"/>
                </a:cubicBezTo>
                <a:cubicBezTo>
                  <a:pt x="14463" y="4025"/>
                  <a:pt x="13935" y="3920"/>
                  <a:pt x="13408" y="3879"/>
                </a:cubicBezTo>
                <a:cubicBezTo>
                  <a:pt x="13154" y="3860"/>
                  <a:pt x="12899" y="3855"/>
                  <a:pt x="12643" y="3855"/>
                </a:cubicBezTo>
                <a:cubicBezTo>
                  <a:pt x="12450" y="3855"/>
                  <a:pt x="12257" y="3858"/>
                  <a:pt x="12064" y="3858"/>
                </a:cubicBezTo>
                <a:cubicBezTo>
                  <a:pt x="11487" y="3858"/>
                  <a:pt x="10912" y="3836"/>
                  <a:pt x="10354" y="3664"/>
                </a:cubicBezTo>
                <a:cubicBezTo>
                  <a:pt x="9893" y="3522"/>
                  <a:pt x="9465" y="3265"/>
                  <a:pt x="9185" y="2863"/>
                </a:cubicBezTo>
                <a:cubicBezTo>
                  <a:pt x="8887" y="2436"/>
                  <a:pt x="8747" y="1924"/>
                  <a:pt x="8473" y="1483"/>
                </a:cubicBezTo>
                <a:cubicBezTo>
                  <a:pt x="7915" y="585"/>
                  <a:pt x="6844" y="273"/>
                  <a:pt x="5861" y="99"/>
                </a:cubicBezTo>
                <a:cubicBezTo>
                  <a:pt x="5533" y="41"/>
                  <a:pt x="5197" y="0"/>
                  <a:pt x="4863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02" name="Google Shape;5302;p236"/>
          <p:cNvSpPr/>
          <p:nvPr/>
        </p:nvSpPr>
        <p:spPr>
          <a:xfrm rot="2024276">
            <a:off x="8088495" y="595542"/>
            <a:ext cx="755189" cy="17692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03" name="Google Shape;5303;p236"/>
          <p:cNvGrpSpPr/>
          <p:nvPr/>
        </p:nvGrpSpPr>
        <p:grpSpPr>
          <a:xfrm>
            <a:off x="6928061" y="349247"/>
            <a:ext cx="221772" cy="200884"/>
            <a:chOff x="1640475" y="1197075"/>
            <a:chExt cx="55475" cy="50250"/>
          </a:xfrm>
        </p:grpSpPr>
        <p:sp>
          <p:nvSpPr>
            <p:cNvPr id="5304" name="Google Shape;5304;p23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23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23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7" name="Google Shape;5307;p236"/>
          <p:cNvGrpSpPr/>
          <p:nvPr/>
        </p:nvGrpSpPr>
        <p:grpSpPr>
          <a:xfrm rot="10468240">
            <a:off x="1666764" y="197950"/>
            <a:ext cx="221772" cy="200884"/>
            <a:chOff x="1640475" y="1197075"/>
            <a:chExt cx="55475" cy="50250"/>
          </a:xfrm>
        </p:grpSpPr>
        <p:sp>
          <p:nvSpPr>
            <p:cNvPr id="5308" name="Google Shape;5308;p23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23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23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1" name="Google Shape;5311;p236"/>
          <p:cNvGrpSpPr/>
          <p:nvPr/>
        </p:nvGrpSpPr>
        <p:grpSpPr>
          <a:xfrm rot="3155490">
            <a:off x="7186097" y="4770947"/>
            <a:ext cx="221774" cy="200886"/>
            <a:chOff x="1640475" y="1197075"/>
            <a:chExt cx="55475" cy="50250"/>
          </a:xfrm>
        </p:grpSpPr>
        <p:sp>
          <p:nvSpPr>
            <p:cNvPr id="5312" name="Google Shape;5312;p23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23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23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15" name="Google Shape;5315;p236"/>
          <p:cNvSpPr/>
          <p:nvPr/>
        </p:nvSpPr>
        <p:spPr>
          <a:xfrm flipH="1" rot="10800000">
            <a:off x="-59881" y="4256559"/>
            <a:ext cx="2299567" cy="1009729"/>
          </a:xfrm>
          <a:custGeom>
            <a:rect b="b" l="l" r="r" t="t"/>
            <a:pathLst>
              <a:path extrusionOk="0" h="6348" w="14457">
                <a:moveTo>
                  <a:pt x="0" y="1"/>
                </a:moveTo>
                <a:lnTo>
                  <a:pt x="0" y="6160"/>
                </a:lnTo>
                <a:cubicBezTo>
                  <a:pt x="307" y="6283"/>
                  <a:pt x="641" y="6348"/>
                  <a:pt x="972" y="6348"/>
                </a:cubicBezTo>
                <a:cubicBezTo>
                  <a:pt x="1431" y="6348"/>
                  <a:pt x="1886" y="6223"/>
                  <a:pt x="2259" y="5957"/>
                </a:cubicBezTo>
                <a:cubicBezTo>
                  <a:pt x="2971" y="5450"/>
                  <a:pt x="3272" y="4560"/>
                  <a:pt x="3620" y="3758"/>
                </a:cubicBezTo>
                <a:cubicBezTo>
                  <a:pt x="3967" y="2955"/>
                  <a:pt x="4504" y="2110"/>
                  <a:pt x="5362" y="1938"/>
                </a:cubicBezTo>
                <a:cubicBezTo>
                  <a:pt x="5472" y="1916"/>
                  <a:pt x="5582" y="1906"/>
                  <a:pt x="5692" y="1906"/>
                </a:cubicBezTo>
                <a:cubicBezTo>
                  <a:pt x="6160" y="1906"/>
                  <a:pt x="6628" y="2081"/>
                  <a:pt x="7080" y="2232"/>
                </a:cubicBezTo>
                <a:cubicBezTo>
                  <a:pt x="7585" y="2401"/>
                  <a:pt x="8141" y="2535"/>
                  <a:pt x="8672" y="2535"/>
                </a:cubicBezTo>
                <a:cubicBezTo>
                  <a:pt x="9138" y="2535"/>
                  <a:pt x="9586" y="2431"/>
                  <a:pt x="9965" y="2156"/>
                </a:cubicBezTo>
                <a:cubicBezTo>
                  <a:pt x="10504" y="1765"/>
                  <a:pt x="10846" y="1060"/>
                  <a:pt x="11419" y="789"/>
                </a:cubicBezTo>
                <a:lnTo>
                  <a:pt x="11420" y="789"/>
                </a:lnTo>
                <a:cubicBezTo>
                  <a:pt x="11436" y="781"/>
                  <a:pt x="11452" y="774"/>
                  <a:pt x="11469" y="767"/>
                </a:cubicBezTo>
                <a:cubicBezTo>
                  <a:pt x="11544" y="736"/>
                  <a:pt x="11623" y="712"/>
                  <a:pt x="11706" y="696"/>
                </a:cubicBezTo>
                <a:cubicBezTo>
                  <a:pt x="11777" y="683"/>
                  <a:pt x="11848" y="678"/>
                  <a:pt x="11919" y="678"/>
                </a:cubicBezTo>
                <a:cubicBezTo>
                  <a:pt x="12271" y="678"/>
                  <a:pt x="12623" y="809"/>
                  <a:pt x="12978" y="824"/>
                </a:cubicBezTo>
                <a:cubicBezTo>
                  <a:pt x="12999" y="824"/>
                  <a:pt x="13020" y="825"/>
                  <a:pt x="13041" y="825"/>
                </a:cubicBezTo>
                <a:cubicBezTo>
                  <a:pt x="13511" y="825"/>
                  <a:pt x="13977" y="611"/>
                  <a:pt x="14281" y="253"/>
                </a:cubicBezTo>
                <a:cubicBezTo>
                  <a:pt x="14348" y="175"/>
                  <a:pt x="14407" y="90"/>
                  <a:pt x="14457" y="1"/>
                </a:cubicBezTo>
                <a:close/>
              </a:path>
            </a:pathLst>
          </a:custGeom>
          <a:solidFill>
            <a:schemeClr val="l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16" name="Google Shape;5316;p236"/>
          <p:cNvSpPr/>
          <p:nvPr/>
        </p:nvSpPr>
        <p:spPr>
          <a:xfrm rot="-8833383">
            <a:off x="923277" y="4582056"/>
            <a:ext cx="1292676" cy="1177550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7">
  <p:cSld name="CUSTOM_9">
    <p:spTree>
      <p:nvGrpSpPr>
        <p:cNvPr id="5317" name="Shape 53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8" name="Google Shape;5318;p237"/>
          <p:cNvSpPr txBox="1"/>
          <p:nvPr>
            <p:ph type="title"/>
          </p:nvPr>
        </p:nvSpPr>
        <p:spPr>
          <a:xfrm>
            <a:off x="2163925" y="1534200"/>
            <a:ext cx="4816200" cy="207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45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5319" name="Google Shape;5319;p237"/>
          <p:cNvSpPr/>
          <p:nvPr/>
        </p:nvSpPr>
        <p:spPr>
          <a:xfrm rot="10800000">
            <a:off x="6565889" y="-220667"/>
            <a:ext cx="3148337" cy="1297942"/>
          </a:xfrm>
          <a:custGeom>
            <a:rect b="b" l="l" r="r" t="t"/>
            <a:pathLst>
              <a:path extrusionOk="0" h="7648" w="18551">
                <a:moveTo>
                  <a:pt x="8398" y="1"/>
                </a:moveTo>
                <a:cubicBezTo>
                  <a:pt x="8203" y="1"/>
                  <a:pt x="8005" y="44"/>
                  <a:pt x="7810" y="140"/>
                </a:cubicBezTo>
                <a:cubicBezTo>
                  <a:pt x="7272" y="403"/>
                  <a:pt x="6909" y="991"/>
                  <a:pt x="6614" y="1543"/>
                </a:cubicBezTo>
                <a:cubicBezTo>
                  <a:pt x="6307" y="2117"/>
                  <a:pt x="6031" y="2729"/>
                  <a:pt x="5562" y="3157"/>
                </a:cubicBezTo>
                <a:cubicBezTo>
                  <a:pt x="5343" y="3357"/>
                  <a:pt x="5078" y="3500"/>
                  <a:pt x="4796" y="3515"/>
                </a:cubicBezTo>
                <a:cubicBezTo>
                  <a:pt x="4779" y="3516"/>
                  <a:pt x="4761" y="3516"/>
                  <a:pt x="4744" y="3516"/>
                </a:cubicBezTo>
                <a:cubicBezTo>
                  <a:pt x="4475" y="3516"/>
                  <a:pt x="4218" y="3410"/>
                  <a:pt x="3979" y="3274"/>
                </a:cubicBezTo>
                <a:cubicBezTo>
                  <a:pt x="3615" y="3067"/>
                  <a:pt x="3265" y="2787"/>
                  <a:pt x="2878" y="2633"/>
                </a:cubicBezTo>
                <a:lnTo>
                  <a:pt x="2848" y="2622"/>
                </a:lnTo>
                <a:cubicBezTo>
                  <a:pt x="2713" y="2571"/>
                  <a:pt x="2573" y="2535"/>
                  <a:pt x="2426" y="2524"/>
                </a:cubicBezTo>
                <a:cubicBezTo>
                  <a:pt x="2397" y="2522"/>
                  <a:pt x="2367" y="2521"/>
                  <a:pt x="2338" y="2521"/>
                </a:cubicBezTo>
                <a:cubicBezTo>
                  <a:pt x="1819" y="2521"/>
                  <a:pt x="1364" y="2853"/>
                  <a:pt x="878" y="3039"/>
                </a:cubicBezTo>
                <a:cubicBezTo>
                  <a:pt x="860" y="2988"/>
                  <a:pt x="814" y="2962"/>
                  <a:pt x="771" y="2962"/>
                </a:cubicBezTo>
                <a:cubicBezTo>
                  <a:pt x="719" y="2962"/>
                  <a:pt x="671" y="2999"/>
                  <a:pt x="675" y="3075"/>
                </a:cubicBezTo>
                <a:cubicBezTo>
                  <a:pt x="676" y="3085"/>
                  <a:pt x="676" y="3095"/>
                  <a:pt x="677" y="3105"/>
                </a:cubicBezTo>
                <a:cubicBezTo>
                  <a:pt x="641" y="3115"/>
                  <a:pt x="663" y="3351"/>
                  <a:pt x="684" y="3351"/>
                </a:cubicBezTo>
                <a:cubicBezTo>
                  <a:pt x="684" y="3351"/>
                  <a:pt x="684" y="3351"/>
                  <a:pt x="684" y="3351"/>
                </a:cubicBezTo>
                <a:lnTo>
                  <a:pt x="684" y="3351"/>
                </a:lnTo>
                <a:cubicBezTo>
                  <a:pt x="700" y="4396"/>
                  <a:pt x="480" y="5438"/>
                  <a:pt x="40" y="6361"/>
                </a:cubicBezTo>
                <a:cubicBezTo>
                  <a:pt x="1" y="6444"/>
                  <a:pt x="42" y="6541"/>
                  <a:pt x="125" y="6547"/>
                </a:cubicBezTo>
                <a:cubicBezTo>
                  <a:pt x="520" y="6573"/>
                  <a:pt x="913" y="6601"/>
                  <a:pt x="1308" y="6628"/>
                </a:cubicBezTo>
                <a:cubicBezTo>
                  <a:pt x="2919" y="6739"/>
                  <a:pt x="4531" y="6851"/>
                  <a:pt x="6142" y="6962"/>
                </a:cubicBezTo>
                <a:cubicBezTo>
                  <a:pt x="7754" y="7074"/>
                  <a:pt x="9365" y="7184"/>
                  <a:pt x="10977" y="7295"/>
                </a:cubicBezTo>
                <a:cubicBezTo>
                  <a:pt x="12587" y="7407"/>
                  <a:pt x="14196" y="7526"/>
                  <a:pt x="15806" y="7629"/>
                </a:cubicBezTo>
                <a:cubicBezTo>
                  <a:pt x="15970" y="7639"/>
                  <a:pt x="16139" y="7648"/>
                  <a:pt x="16308" y="7648"/>
                </a:cubicBezTo>
                <a:cubicBezTo>
                  <a:pt x="16770" y="7648"/>
                  <a:pt x="17238" y="7584"/>
                  <a:pt x="17642" y="7319"/>
                </a:cubicBezTo>
                <a:cubicBezTo>
                  <a:pt x="18126" y="7004"/>
                  <a:pt x="18405" y="6441"/>
                  <a:pt x="18479" y="5822"/>
                </a:cubicBezTo>
                <a:cubicBezTo>
                  <a:pt x="18551" y="5210"/>
                  <a:pt x="18426" y="4561"/>
                  <a:pt x="18155" y="4033"/>
                </a:cubicBezTo>
                <a:cubicBezTo>
                  <a:pt x="18001" y="3734"/>
                  <a:pt x="17799" y="3450"/>
                  <a:pt x="17538" y="3266"/>
                </a:cubicBezTo>
                <a:cubicBezTo>
                  <a:pt x="17335" y="3121"/>
                  <a:pt x="17111" y="3062"/>
                  <a:pt x="16880" y="3062"/>
                </a:cubicBezTo>
                <a:cubicBezTo>
                  <a:pt x="16779" y="3062"/>
                  <a:pt x="16677" y="3073"/>
                  <a:pt x="16575" y="3094"/>
                </a:cubicBezTo>
                <a:cubicBezTo>
                  <a:pt x="16223" y="3166"/>
                  <a:pt x="15888" y="3319"/>
                  <a:pt x="15537" y="3397"/>
                </a:cubicBezTo>
                <a:cubicBezTo>
                  <a:pt x="15268" y="3457"/>
                  <a:pt x="14994" y="3485"/>
                  <a:pt x="14721" y="3485"/>
                </a:cubicBezTo>
                <a:cubicBezTo>
                  <a:pt x="14673" y="3485"/>
                  <a:pt x="14624" y="3484"/>
                  <a:pt x="14575" y="3482"/>
                </a:cubicBezTo>
                <a:cubicBezTo>
                  <a:pt x="13922" y="3460"/>
                  <a:pt x="13281" y="3278"/>
                  <a:pt x="12679" y="2996"/>
                </a:cubicBezTo>
                <a:cubicBezTo>
                  <a:pt x="12065" y="2707"/>
                  <a:pt x="11491" y="2306"/>
                  <a:pt x="10973" y="1835"/>
                </a:cubicBezTo>
                <a:cubicBezTo>
                  <a:pt x="10470" y="1378"/>
                  <a:pt x="10039" y="821"/>
                  <a:pt x="9498" y="418"/>
                </a:cubicBezTo>
                <a:cubicBezTo>
                  <a:pt x="9163" y="167"/>
                  <a:pt x="8785" y="1"/>
                  <a:pt x="8398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20" name="Google Shape;5320;p237"/>
          <p:cNvSpPr/>
          <p:nvPr/>
        </p:nvSpPr>
        <p:spPr>
          <a:xfrm rot="9503466">
            <a:off x="-899308" y="-1515064"/>
            <a:ext cx="3425755" cy="2856204"/>
          </a:xfrm>
          <a:custGeom>
            <a:rect b="b" l="l" r="r" t="t"/>
            <a:pathLst>
              <a:path extrusionOk="0" h="17913" w="21485">
                <a:moveTo>
                  <a:pt x="16498" y="0"/>
                </a:moveTo>
                <a:cubicBezTo>
                  <a:pt x="16431" y="0"/>
                  <a:pt x="16363" y="2"/>
                  <a:pt x="16295" y="5"/>
                </a:cubicBezTo>
                <a:cubicBezTo>
                  <a:pt x="14773" y="76"/>
                  <a:pt x="13358" y="913"/>
                  <a:pt x="11838" y="913"/>
                </a:cubicBezTo>
                <a:cubicBezTo>
                  <a:pt x="11828" y="913"/>
                  <a:pt x="11819" y="913"/>
                  <a:pt x="11809" y="913"/>
                </a:cubicBezTo>
                <a:cubicBezTo>
                  <a:pt x="10328" y="903"/>
                  <a:pt x="8942" y="90"/>
                  <a:pt x="7502" y="90"/>
                </a:cubicBezTo>
                <a:cubicBezTo>
                  <a:pt x="7296" y="90"/>
                  <a:pt x="7089" y="106"/>
                  <a:pt x="6880" y="144"/>
                </a:cubicBezTo>
                <a:cubicBezTo>
                  <a:pt x="6031" y="300"/>
                  <a:pt x="5298" y="798"/>
                  <a:pt x="4738" y="1383"/>
                </a:cubicBezTo>
                <a:cubicBezTo>
                  <a:pt x="4125" y="2021"/>
                  <a:pt x="3678" y="2792"/>
                  <a:pt x="3546" y="3606"/>
                </a:cubicBezTo>
                <a:cubicBezTo>
                  <a:pt x="3331" y="4945"/>
                  <a:pt x="3958" y="6365"/>
                  <a:pt x="3330" y="7612"/>
                </a:cubicBezTo>
                <a:cubicBezTo>
                  <a:pt x="2843" y="8573"/>
                  <a:pt x="1725" y="9179"/>
                  <a:pt x="1025" y="10039"/>
                </a:cubicBezTo>
                <a:cubicBezTo>
                  <a:pt x="129" y="11143"/>
                  <a:pt x="1" y="12623"/>
                  <a:pt x="493" y="13871"/>
                </a:cubicBezTo>
                <a:cubicBezTo>
                  <a:pt x="985" y="15119"/>
                  <a:pt x="2039" y="16147"/>
                  <a:pt x="3280" y="16894"/>
                </a:cubicBezTo>
                <a:cubicBezTo>
                  <a:pt x="4303" y="17509"/>
                  <a:pt x="5501" y="17913"/>
                  <a:pt x="6745" y="17913"/>
                </a:cubicBezTo>
                <a:cubicBezTo>
                  <a:pt x="7100" y="17913"/>
                  <a:pt x="7459" y="17880"/>
                  <a:pt x="7819" y="17810"/>
                </a:cubicBezTo>
                <a:cubicBezTo>
                  <a:pt x="9799" y="17422"/>
                  <a:pt x="10027" y="16541"/>
                  <a:pt x="10831" y="15097"/>
                </a:cubicBezTo>
                <a:cubicBezTo>
                  <a:pt x="11709" y="13519"/>
                  <a:pt x="13719" y="12697"/>
                  <a:pt x="15584" y="12036"/>
                </a:cubicBezTo>
                <a:cubicBezTo>
                  <a:pt x="17450" y="11376"/>
                  <a:pt x="19474" y="10648"/>
                  <a:pt x="20504" y="9137"/>
                </a:cubicBezTo>
                <a:cubicBezTo>
                  <a:pt x="21026" y="8370"/>
                  <a:pt x="21230" y="7476"/>
                  <a:pt x="21324" y="6598"/>
                </a:cubicBezTo>
                <a:cubicBezTo>
                  <a:pt x="21484" y="5087"/>
                  <a:pt x="21327" y="3511"/>
                  <a:pt x="20489" y="2207"/>
                </a:cubicBezTo>
                <a:cubicBezTo>
                  <a:pt x="19684" y="953"/>
                  <a:pt x="18161" y="0"/>
                  <a:pt x="16498" y="0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21" name="Google Shape;5321;p237"/>
          <p:cNvSpPr/>
          <p:nvPr/>
        </p:nvSpPr>
        <p:spPr>
          <a:xfrm>
            <a:off x="7523670" y="3061640"/>
            <a:ext cx="2610037" cy="2720058"/>
          </a:xfrm>
          <a:custGeom>
            <a:rect b="b" l="l" r="r" t="t"/>
            <a:pathLst>
              <a:path extrusionOk="0" h="17059" w="16369">
                <a:moveTo>
                  <a:pt x="10538" y="1"/>
                </a:moveTo>
                <a:cubicBezTo>
                  <a:pt x="9733" y="1"/>
                  <a:pt x="8932" y="153"/>
                  <a:pt x="8209" y="515"/>
                </a:cubicBezTo>
                <a:cubicBezTo>
                  <a:pt x="7233" y="1004"/>
                  <a:pt x="6396" y="1857"/>
                  <a:pt x="6084" y="2920"/>
                </a:cubicBezTo>
                <a:cubicBezTo>
                  <a:pt x="5733" y="4112"/>
                  <a:pt x="6127" y="5357"/>
                  <a:pt x="5884" y="6560"/>
                </a:cubicBezTo>
                <a:cubicBezTo>
                  <a:pt x="5644" y="7754"/>
                  <a:pt x="4612" y="8436"/>
                  <a:pt x="3688" y="9100"/>
                </a:cubicBezTo>
                <a:cubicBezTo>
                  <a:pt x="2685" y="9819"/>
                  <a:pt x="1822" y="10680"/>
                  <a:pt x="1187" y="11745"/>
                </a:cubicBezTo>
                <a:cubicBezTo>
                  <a:pt x="569" y="12782"/>
                  <a:pt x="0" y="14113"/>
                  <a:pt x="309" y="15339"/>
                </a:cubicBezTo>
                <a:cubicBezTo>
                  <a:pt x="443" y="15869"/>
                  <a:pt x="737" y="16372"/>
                  <a:pt x="1186" y="16695"/>
                </a:cubicBezTo>
                <a:cubicBezTo>
                  <a:pt x="1565" y="16966"/>
                  <a:pt x="2011" y="17058"/>
                  <a:pt x="2463" y="17058"/>
                </a:cubicBezTo>
                <a:cubicBezTo>
                  <a:pt x="2614" y="17058"/>
                  <a:pt x="2766" y="17048"/>
                  <a:pt x="2915" y="17031"/>
                </a:cubicBezTo>
                <a:cubicBezTo>
                  <a:pt x="3625" y="16948"/>
                  <a:pt x="4330" y="16784"/>
                  <a:pt x="5032" y="16653"/>
                </a:cubicBezTo>
                <a:cubicBezTo>
                  <a:pt x="5778" y="16514"/>
                  <a:pt x="6525" y="16374"/>
                  <a:pt x="7271" y="16235"/>
                </a:cubicBezTo>
                <a:cubicBezTo>
                  <a:pt x="10255" y="15678"/>
                  <a:pt x="13240" y="15122"/>
                  <a:pt x="16225" y="14565"/>
                </a:cubicBezTo>
                <a:cubicBezTo>
                  <a:pt x="16319" y="14547"/>
                  <a:pt x="16369" y="14453"/>
                  <a:pt x="16334" y="14366"/>
                </a:cubicBezTo>
                <a:cubicBezTo>
                  <a:pt x="15910" y="13292"/>
                  <a:pt x="15542" y="12197"/>
                  <a:pt x="15242" y="11083"/>
                </a:cubicBezTo>
                <a:cubicBezTo>
                  <a:pt x="14709" y="9114"/>
                  <a:pt x="14380" y="7098"/>
                  <a:pt x="14239" y="5065"/>
                </a:cubicBezTo>
                <a:cubicBezTo>
                  <a:pt x="14136" y="3556"/>
                  <a:pt x="14047" y="1835"/>
                  <a:pt x="12931" y="701"/>
                </a:cubicBezTo>
                <a:cubicBezTo>
                  <a:pt x="13074" y="700"/>
                  <a:pt x="12339" y="230"/>
                  <a:pt x="12009" y="160"/>
                </a:cubicBezTo>
                <a:cubicBezTo>
                  <a:pt x="11529" y="58"/>
                  <a:pt x="11033" y="1"/>
                  <a:pt x="10538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22" name="Google Shape;5322;p237"/>
          <p:cNvSpPr/>
          <p:nvPr/>
        </p:nvSpPr>
        <p:spPr>
          <a:xfrm rot="10800000">
            <a:off x="-939674" y="4296971"/>
            <a:ext cx="3506497" cy="945803"/>
          </a:xfrm>
          <a:custGeom>
            <a:rect b="b" l="l" r="r" t="t"/>
            <a:pathLst>
              <a:path extrusionOk="0" h="6923" w="25667">
                <a:moveTo>
                  <a:pt x="95" y="1"/>
                </a:moveTo>
                <a:lnTo>
                  <a:pt x="95" y="1"/>
                </a:lnTo>
                <a:cubicBezTo>
                  <a:pt x="3" y="325"/>
                  <a:pt x="0" y="652"/>
                  <a:pt x="124" y="980"/>
                </a:cubicBezTo>
                <a:cubicBezTo>
                  <a:pt x="169" y="1098"/>
                  <a:pt x="231" y="1215"/>
                  <a:pt x="310" y="1328"/>
                </a:cubicBezTo>
                <a:cubicBezTo>
                  <a:pt x="324" y="1349"/>
                  <a:pt x="339" y="1369"/>
                  <a:pt x="355" y="1389"/>
                </a:cubicBezTo>
                <a:cubicBezTo>
                  <a:pt x="699" y="1846"/>
                  <a:pt x="1304" y="2249"/>
                  <a:pt x="2067" y="2533"/>
                </a:cubicBezTo>
                <a:cubicBezTo>
                  <a:pt x="2123" y="2554"/>
                  <a:pt x="2182" y="2574"/>
                  <a:pt x="2240" y="2594"/>
                </a:cubicBezTo>
                <a:cubicBezTo>
                  <a:pt x="2505" y="2684"/>
                  <a:pt x="2788" y="2761"/>
                  <a:pt x="3082" y="2820"/>
                </a:cubicBezTo>
                <a:cubicBezTo>
                  <a:pt x="3121" y="2828"/>
                  <a:pt x="3160" y="2836"/>
                  <a:pt x="3199" y="2843"/>
                </a:cubicBezTo>
                <a:cubicBezTo>
                  <a:pt x="3235" y="2848"/>
                  <a:pt x="3269" y="2855"/>
                  <a:pt x="3304" y="2861"/>
                </a:cubicBezTo>
                <a:cubicBezTo>
                  <a:pt x="4479" y="3062"/>
                  <a:pt x="5837" y="3029"/>
                  <a:pt x="6823" y="3420"/>
                </a:cubicBezTo>
                <a:cubicBezTo>
                  <a:pt x="7054" y="3512"/>
                  <a:pt x="7246" y="3619"/>
                  <a:pt x="7410" y="3737"/>
                </a:cubicBezTo>
                <a:cubicBezTo>
                  <a:pt x="7438" y="3757"/>
                  <a:pt x="7465" y="3777"/>
                  <a:pt x="7492" y="3798"/>
                </a:cubicBezTo>
                <a:cubicBezTo>
                  <a:pt x="7907" y="4126"/>
                  <a:pt x="8126" y="4532"/>
                  <a:pt x="8351" y="4940"/>
                </a:cubicBezTo>
                <a:cubicBezTo>
                  <a:pt x="8363" y="4960"/>
                  <a:pt x="8375" y="4981"/>
                  <a:pt x="8386" y="5002"/>
                </a:cubicBezTo>
                <a:cubicBezTo>
                  <a:pt x="8613" y="5409"/>
                  <a:pt x="8857" y="5814"/>
                  <a:pt x="9326" y="6143"/>
                </a:cubicBezTo>
                <a:cubicBezTo>
                  <a:pt x="9338" y="6152"/>
                  <a:pt x="9350" y="6161"/>
                  <a:pt x="9363" y="6170"/>
                </a:cubicBezTo>
                <a:cubicBezTo>
                  <a:pt x="9381" y="6181"/>
                  <a:pt x="9399" y="6193"/>
                  <a:pt x="9417" y="6205"/>
                </a:cubicBezTo>
                <a:cubicBezTo>
                  <a:pt x="10107" y="6649"/>
                  <a:pt x="11200" y="6895"/>
                  <a:pt x="12290" y="6920"/>
                </a:cubicBezTo>
                <a:cubicBezTo>
                  <a:pt x="12359" y="6922"/>
                  <a:pt x="12429" y="6922"/>
                  <a:pt x="12498" y="6922"/>
                </a:cubicBezTo>
                <a:cubicBezTo>
                  <a:pt x="13546" y="6922"/>
                  <a:pt x="14580" y="6739"/>
                  <a:pt x="15482" y="6457"/>
                </a:cubicBezTo>
                <a:cubicBezTo>
                  <a:pt x="15733" y="6379"/>
                  <a:pt x="15977" y="6292"/>
                  <a:pt x="16221" y="6206"/>
                </a:cubicBezTo>
                <a:cubicBezTo>
                  <a:pt x="16279" y="6185"/>
                  <a:pt x="16336" y="6163"/>
                  <a:pt x="16394" y="6143"/>
                </a:cubicBezTo>
                <a:cubicBezTo>
                  <a:pt x="17021" y="5919"/>
                  <a:pt x="17650" y="5699"/>
                  <a:pt x="18381" y="5606"/>
                </a:cubicBezTo>
                <a:cubicBezTo>
                  <a:pt x="18666" y="5570"/>
                  <a:pt x="18954" y="5554"/>
                  <a:pt x="19242" y="5554"/>
                </a:cubicBezTo>
                <a:cubicBezTo>
                  <a:pt x="20278" y="5554"/>
                  <a:pt x="21323" y="5757"/>
                  <a:pt x="22324" y="5932"/>
                </a:cubicBezTo>
                <a:cubicBezTo>
                  <a:pt x="22780" y="6013"/>
                  <a:pt x="23253" y="6086"/>
                  <a:pt x="23731" y="6144"/>
                </a:cubicBezTo>
                <a:cubicBezTo>
                  <a:pt x="23920" y="6169"/>
                  <a:pt x="24110" y="6189"/>
                  <a:pt x="24302" y="6207"/>
                </a:cubicBezTo>
                <a:cubicBezTo>
                  <a:pt x="24756" y="6249"/>
                  <a:pt x="25213" y="6274"/>
                  <a:pt x="25664" y="6275"/>
                </a:cubicBezTo>
                <a:lnTo>
                  <a:pt x="25664" y="6144"/>
                </a:lnTo>
                <a:lnTo>
                  <a:pt x="25665" y="5003"/>
                </a:lnTo>
                <a:lnTo>
                  <a:pt x="25665" y="3738"/>
                </a:lnTo>
                <a:lnTo>
                  <a:pt x="25666" y="2596"/>
                </a:lnTo>
                <a:lnTo>
                  <a:pt x="25666" y="1331"/>
                </a:lnTo>
                <a:lnTo>
                  <a:pt x="25667" y="5"/>
                </a:lnTo>
                <a:lnTo>
                  <a:pt x="3200" y="2"/>
                </a:lnTo>
                <a:lnTo>
                  <a:pt x="3083" y="2"/>
                </a:lnTo>
                <a:lnTo>
                  <a:pt x="95" y="1"/>
                </a:ln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23" name="Google Shape;5323;p237"/>
          <p:cNvSpPr/>
          <p:nvPr/>
        </p:nvSpPr>
        <p:spPr>
          <a:xfrm flipH="1" rot="-9899901">
            <a:off x="6804735" y="5046669"/>
            <a:ext cx="545173" cy="12772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24" name="Google Shape;5324;p237"/>
          <p:cNvGrpSpPr/>
          <p:nvPr/>
        </p:nvGrpSpPr>
        <p:grpSpPr>
          <a:xfrm rot="900044">
            <a:off x="7379843" y="3915870"/>
            <a:ext cx="228603" cy="207086"/>
            <a:chOff x="1640475" y="1197075"/>
            <a:chExt cx="55475" cy="50250"/>
          </a:xfrm>
        </p:grpSpPr>
        <p:sp>
          <p:nvSpPr>
            <p:cNvPr id="5325" name="Google Shape;5325;p23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23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23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8" name="Google Shape;5328;p237"/>
          <p:cNvGrpSpPr/>
          <p:nvPr/>
        </p:nvGrpSpPr>
        <p:grpSpPr>
          <a:xfrm rot="-10470744">
            <a:off x="2252761" y="705461"/>
            <a:ext cx="274444" cy="248605"/>
            <a:chOff x="1640475" y="1197075"/>
            <a:chExt cx="55475" cy="50250"/>
          </a:xfrm>
        </p:grpSpPr>
        <p:sp>
          <p:nvSpPr>
            <p:cNvPr id="5329" name="Google Shape;5329;p23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23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23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2" name="Google Shape;5332;p237"/>
          <p:cNvGrpSpPr/>
          <p:nvPr/>
        </p:nvGrpSpPr>
        <p:grpSpPr>
          <a:xfrm rot="9218921">
            <a:off x="791719" y="4067996"/>
            <a:ext cx="495467" cy="448821"/>
            <a:chOff x="1640475" y="1197075"/>
            <a:chExt cx="55475" cy="50250"/>
          </a:xfrm>
        </p:grpSpPr>
        <p:sp>
          <p:nvSpPr>
            <p:cNvPr id="5333" name="Google Shape;5333;p23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23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23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36" name="Google Shape;5336;p237"/>
          <p:cNvSpPr/>
          <p:nvPr/>
        </p:nvSpPr>
        <p:spPr>
          <a:xfrm rot="6434815">
            <a:off x="6797496" y="-23796"/>
            <a:ext cx="559646" cy="827411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37" name="Google Shape;5337;p237"/>
          <p:cNvSpPr/>
          <p:nvPr/>
        </p:nvSpPr>
        <p:spPr>
          <a:xfrm flipH="1" rot="8438797">
            <a:off x="3044679" y="-55191"/>
            <a:ext cx="847223" cy="198484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8">
  <p:cSld name="TITLE_AND_BODY_1">
    <p:spTree>
      <p:nvGrpSpPr>
        <p:cNvPr id="5338" name="Shape 5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9" name="Google Shape;5339;p238"/>
          <p:cNvSpPr/>
          <p:nvPr/>
        </p:nvSpPr>
        <p:spPr>
          <a:xfrm>
            <a:off x="-410657" y="-145804"/>
            <a:ext cx="4197745" cy="1131860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40" name="Google Shape;5340;p238"/>
          <p:cNvSpPr/>
          <p:nvPr/>
        </p:nvSpPr>
        <p:spPr>
          <a:xfrm rot="-6752784">
            <a:off x="2051407" y="216393"/>
            <a:ext cx="1195911" cy="1089409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41" name="Google Shape;5341;p238"/>
          <p:cNvSpPr/>
          <p:nvPr/>
        </p:nvSpPr>
        <p:spPr>
          <a:xfrm>
            <a:off x="-572725" y="2861528"/>
            <a:ext cx="2676986" cy="2789665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42" name="Google Shape;5342;p238"/>
          <p:cNvSpPr/>
          <p:nvPr/>
        </p:nvSpPr>
        <p:spPr>
          <a:xfrm>
            <a:off x="6594726" y="4161014"/>
            <a:ext cx="3033994" cy="1250590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43" name="Google Shape;5343;p238"/>
          <p:cNvSpPr/>
          <p:nvPr/>
        </p:nvSpPr>
        <p:spPr>
          <a:xfrm>
            <a:off x="6027407" y="-371325"/>
            <a:ext cx="3627154" cy="2893677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44" name="Google Shape;5344;p238"/>
          <p:cNvSpPr txBox="1"/>
          <p:nvPr>
            <p:ph type="title"/>
          </p:nvPr>
        </p:nvSpPr>
        <p:spPr>
          <a:xfrm>
            <a:off x="2085275" y="673465"/>
            <a:ext cx="4973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grpSp>
        <p:nvGrpSpPr>
          <p:cNvPr id="5345" name="Google Shape;5345;p238"/>
          <p:cNvGrpSpPr/>
          <p:nvPr/>
        </p:nvGrpSpPr>
        <p:grpSpPr>
          <a:xfrm rot="1800041">
            <a:off x="8665997" y="4106761"/>
            <a:ext cx="221773" cy="200885"/>
            <a:chOff x="1640475" y="1197075"/>
            <a:chExt cx="55475" cy="50250"/>
          </a:xfrm>
        </p:grpSpPr>
        <p:sp>
          <p:nvSpPr>
            <p:cNvPr id="5346" name="Google Shape;5346;p23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23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23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9" name="Google Shape;5349;p238"/>
          <p:cNvGrpSpPr/>
          <p:nvPr/>
        </p:nvGrpSpPr>
        <p:grpSpPr>
          <a:xfrm rot="-9900030">
            <a:off x="667534" y="4625752"/>
            <a:ext cx="215932" cy="195605"/>
            <a:chOff x="1640475" y="1197075"/>
            <a:chExt cx="55475" cy="50250"/>
          </a:xfrm>
        </p:grpSpPr>
        <p:sp>
          <p:nvSpPr>
            <p:cNvPr id="5350" name="Google Shape;5350;p23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23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23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3" name="Google Shape;5353;p238"/>
          <p:cNvGrpSpPr/>
          <p:nvPr/>
        </p:nvGrpSpPr>
        <p:grpSpPr>
          <a:xfrm rot="-5400000">
            <a:off x="8514555" y="2548984"/>
            <a:ext cx="244822" cy="221773"/>
            <a:chOff x="1640475" y="1197075"/>
            <a:chExt cx="55475" cy="50250"/>
          </a:xfrm>
        </p:grpSpPr>
        <p:sp>
          <p:nvSpPr>
            <p:cNvPr id="5354" name="Google Shape;5354;p23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23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23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57" name="Google Shape;5357;p238"/>
          <p:cNvSpPr/>
          <p:nvPr/>
        </p:nvSpPr>
        <p:spPr>
          <a:xfrm rot="912813">
            <a:off x="8372080" y="228912"/>
            <a:ext cx="529792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58" name="Google Shape;5358;p238"/>
          <p:cNvGrpSpPr/>
          <p:nvPr/>
        </p:nvGrpSpPr>
        <p:grpSpPr>
          <a:xfrm rot="-5400000">
            <a:off x="313974" y="982572"/>
            <a:ext cx="221772" cy="200884"/>
            <a:chOff x="1640475" y="1197075"/>
            <a:chExt cx="55475" cy="50250"/>
          </a:xfrm>
        </p:grpSpPr>
        <p:sp>
          <p:nvSpPr>
            <p:cNvPr id="5359" name="Google Shape;5359;p23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23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23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62" name="Google Shape;5362;p238"/>
          <p:cNvSpPr/>
          <p:nvPr/>
        </p:nvSpPr>
        <p:spPr>
          <a:xfrm>
            <a:off x="8536325" y="4434061"/>
            <a:ext cx="609613" cy="95515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63" name="Google Shape;5363;p238"/>
          <p:cNvSpPr/>
          <p:nvPr/>
        </p:nvSpPr>
        <p:spPr>
          <a:xfrm rot="-650986">
            <a:off x="1480420" y="4695682"/>
            <a:ext cx="1027315" cy="24067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 1">
  <p:cSld name="CUSTOM_7">
    <p:spTree>
      <p:nvGrpSpPr>
        <p:cNvPr id="5364" name="Shape 53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65" name="Google Shape;5365;p239"/>
          <p:cNvSpPr txBox="1"/>
          <p:nvPr>
            <p:ph type="title"/>
          </p:nvPr>
        </p:nvSpPr>
        <p:spPr>
          <a:xfrm>
            <a:off x="821675" y="759553"/>
            <a:ext cx="28812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CUSTOM_10">
    <p:spTree>
      <p:nvGrpSpPr>
        <p:cNvPr id="5366" name="Shape 53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67" name="Google Shape;5367;p240"/>
          <p:cNvSpPr txBox="1"/>
          <p:nvPr>
            <p:ph type="title"/>
          </p:nvPr>
        </p:nvSpPr>
        <p:spPr>
          <a:xfrm>
            <a:off x="3453650" y="758950"/>
            <a:ext cx="2236500" cy="45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368" name="Google Shape;5368;p240"/>
          <p:cNvSpPr txBox="1"/>
          <p:nvPr>
            <p:ph idx="2" type="title"/>
          </p:nvPr>
        </p:nvSpPr>
        <p:spPr>
          <a:xfrm>
            <a:off x="5158538" y="2685326"/>
            <a:ext cx="2986800" cy="30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369" name="Google Shape;5369;p240"/>
          <p:cNvSpPr txBox="1"/>
          <p:nvPr>
            <p:ph idx="1" type="subTitle"/>
          </p:nvPr>
        </p:nvSpPr>
        <p:spPr>
          <a:xfrm>
            <a:off x="5146688" y="3128200"/>
            <a:ext cx="3010500" cy="115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370" name="Google Shape;5370;p240"/>
          <p:cNvSpPr txBox="1"/>
          <p:nvPr>
            <p:ph idx="3" type="title"/>
          </p:nvPr>
        </p:nvSpPr>
        <p:spPr>
          <a:xfrm>
            <a:off x="998649" y="2685326"/>
            <a:ext cx="2986800" cy="30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371" name="Google Shape;5371;p240"/>
          <p:cNvSpPr txBox="1"/>
          <p:nvPr>
            <p:ph idx="4" type="subTitle"/>
          </p:nvPr>
        </p:nvSpPr>
        <p:spPr>
          <a:xfrm>
            <a:off x="986799" y="3128200"/>
            <a:ext cx="3010500" cy="115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372" name="Google Shape;5372;p240"/>
          <p:cNvSpPr txBox="1"/>
          <p:nvPr>
            <p:ph hasCustomPrompt="1" idx="5" type="title"/>
          </p:nvPr>
        </p:nvSpPr>
        <p:spPr>
          <a:xfrm>
            <a:off x="1604199" y="1705438"/>
            <a:ext cx="1775700" cy="83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34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5373" name="Google Shape;5373;p240"/>
          <p:cNvSpPr txBox="1"/>
          <p:nvPr>
            <p:ph hasCustomPrompt="1" idx="6" type="title"/>
          </p:nvPr>
        </p:nvSpPr>
        <p:spPr>
          <a:xfrm>
            <a:off x="5764088" y="1705438"/>
            <a:ext cx="1775700" cy="83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34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5374" name="Google Shape;5374;p240"/>
          <p:cNvSpPr/>
          <p:nvPr/>
        </p:nvSpPr>
        <p:spPr>
          <a:xfrm rot="8931853">
            <a:off x="-473415" y="3388543"/>
            <a:ext cx="1985634" cy="2326871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5" name="Google Shape;5375;p240"/>
          <p:cNvSpPr/>
          <p:nvPr/>
        </p:nvSpPr>
        <p:spPr>
          <a:xfrm flipH="1">
            <a:off x="5767795" y="3381513"/>
            <a:ext cx="3634529" cy="1998485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6" name="Google Shape;5376;p240"/>
          <p:cNvSpPr/>
          <p:nvPr/>
        </p:nvSpPr>
        <p:spPr>
          <a:xfrm>
            <a:off x="-486750" y="-470462"/>
            <a:ext cx="3133499" cy="2020960"/>
          </a:xfrm>
          <a:custGeom>
            <a:rect b="b" l="l" r="r" t="t"/>
            <a:pathLst>
              <a:path extrusionOk="0" h="11330" w="20526">
                <a:moveTo>
                  <a:pt x="12939" y="1"/>
                </a:moveTo>
                <a:cubicBezTo>
                  <a:pt x="11999" y="1"/>
                  <a:pt x="11086" y="167"/>
                  <a:pt x="10169" y="370"/>
                </a:cubicBezTo>
                <a:cubicBezTo>
                  <a:pt x="9691" y="476"/>
                  <a:pt x="9213" y="584"/>
                  <a:pt x="8731" y="667"/>
                </a:cubicBezTo>
                <a:cubicBezTo>
                  <a:pt x="8234" y="750"/>
                  <a:pt x="7732" y="802"/>
                  <a:pt x="7229" y="839"/>
                </a:cubicBezTo>
                <a:cubicBezTo>
                  <a:pt x="6231" y="913"/>
                  <a:pt x="5230" y="935"/>
                  <a:pt x="4235" y="1052"/>
                </a:cubicBezTo>
                <a:cubicBezTo>
                  <a:pt x="3806" y="1102"/>
                  <a:pt x="3380" y="1184"/>
                  <a:pt x="2951" y="1235"/>
                </a:cubicBezTo>
                <a:cubicBezTo>
                  <a:pt x="2746" y="1260"/>
                  <a:pt x="2537" y="1279"/>
                  <a:pt x="2328" y="1279"/>
                </a:cubicBezTo>
                <a:cubicBezTo>
                  <a:pt x="2138" y="1279"/>
                  <a:pt x="1948" y="1263"/>
                  <a:pt x="1762" y="1222"/>
                </a:cubicBezTo>
                <a:cubicBezTo>
                  <a:pt x="1578" y="1180"/>
                  <a:pt x="1402" y="1113"/>
                  <a:pt x="1242" y="1012"/>
                </a:cubicBezTo>
                <a:cubicBezTo>
                  <a:pt x="1161" y="960"/>
                  <a:pt x="1089" y="870"/>
                  <a:pt x="988" y="868"/>
                </a:cubicBezTo>
                <a:cubicBezTo>
                  <a:pt x="985" y="868"/>
                  <a:pt x="983" y="868"/>
                  <a:pt x="981" y="868"/>
                </a:cubicBezTo>
                <a:cubicBezTo>
                  <a:pt x="897" y="868"/>
                  <a:pt x="810" y="887"/>
                  <a:pt x="732" y="917"/>
                </a:cubicBezTo>
                <a:cubicBezTo>
                  <a:pt x="360" y="1060"/>
                  <a:pt x="147" y="1435"/>
                  <a:pt x="79" y="1816"/>
                </a:cubicBezTo>
                <a:cubicBezTo>
                  <a:pt x="38" y="2046"/>
                  <a:pt x="37" y="2279"/>
                  <a:pt x="38" y="2512"/>
                </a:cubicBezTo>
                <a:cubicBezTo>
                  <a:pt x="38" y="2767"/>
                  <a:pt x="39" y="3024"/>
                  <a:pt x="40" y="3279"/>
                </a:cubicBezTo>
                <a:cubicBezTo>
                  <a:pt x="42" y="3797"/>
                  <a:pt x="44" y="4315"/>
                  <a:pt x="46" y="4833"/>
                </a:cubicBezTo>
                <a:cubicBezTo>
                  <a:pt x="50" y="5817"/>
                  <a:pt x="54" y="6803"/>
                  <a:pt x="57" y="7787"/>
                </a:cubicBezTo>
                <a:cubicBezTo>
                  <a:pt x="55" y="7786"/>
                  <a:pt x="54" y="7785"/>
                  <a:pt x="52" y="7785"/>
                </a:cubicBezTo>
                <a:cubicBezTo>
                  <a:pt x="0" y="7785"/>
                  <a:pt x="101" y="8649"/>
                  <a:pt x="628" y="8724"/>
                </a:cubicBezTo>
                <a:cubicBezTo>
                  <a:pt x="1441" y="8840"/>
                  <a:pt x="1514" y="10145"/>
                  <a:pt x="2146" y="10693"/>
                </a:cubicBezTo>
                <a:cubicBezTo>
                  <a:pt x="2452" y="10957"/>
                  <a:pt x="2805" y="11167"/>
                  <a:pt x="3199" y="11261"/>
                </a:cubicBezTo>
                <a:cubicBezTo>
                  <a:pt x="3402" y="11310"/>
                  <a:pt x="3609" y="11330"/>
                  <a:pt x="3816" y="11330"/>
                </a:cubicBezTo>
                <a:cubicBezTo>
                  <a:pt x="4077" y="11330"/>
                  <a:pt x="4340" y="11298"/>
                  <a:pt x="4597" y="11251"/>
                </a:cubicBezTo>
                <a:cubicBezTo>
                  <a:pt x="5367" y="11113"/>
                  <a:pt x="6207" y="10865"/>
                  <a:pt x="6645" y="10152"/>
                </a:cubicBezTo>
                <a:cubicBezTo>
                  <a:pt x="6859" y="9801"/>
                  <a:pt x="6970" y="9395"/>
                  <a:pt x="7203" y="9055"/>
                </a:cubicBezTo>
                <a:cubicBezTo>
                  <a:pt x="7421" y="8736"/>
                  <a:pt x="7758" y="8532"/>
                  <a:pt x="8120" y="8419"/>
                </a:cubicBezTo>
                <a:cubicBezTo>
                  <a:pt x="8559" y="8282"/>
                  <a:pt x="9011" y="8265"/>
                  <a:pt x="9465" y="8265"/>
                </a:cubicBezTo>
                <a:cubicBezTo>
                  <a:pt x="9615" y="8265"/>
                  <a:pt x="9765" y="8267"/>
                  <a:pt x="9915" y="8267"/>
                </a:cubicBezTo>
                <a:cubicBezTo>
                  <a:pt x="10115" y="8267"/>
                  <a:pt x="10316" y="8264"/>
                  <a:pt x="10515" y="8248"/>
                </a:cubicBezTo>
                <a:cubicBezTo>
                  <a:pt x="10927" y="8216"/>
                  <a:pt x="11342" y="8132"/>
                  <a:pt x="11707" y="7927"/>
                </a:cubicBezTo>
                <a:cubicBezTo>
                  <a:pt x="12074" y="7718"/>
                  <a:pt x="12352" y="7394"/>
                  <a:pt x="12600" y="7055"/>
                </a:cubicBezTo>
                <a:cubicBezTo>
                  <a:pt x="13089" y="6385"/>
                  <a:pt x="13543" y="5673"/>
                  <a:pt x="14244" y="5207"/>
                </a:cubicBezTo>
                <a:cubicBezTo>
                  <a:pt x="14594" y="4972"/>
                  <a:pt x="14986" y="4825"/>
                  <a:pt x="15405" y="4792"/>
                </a:cubicBezTo>
                <a:cubicBezTo>
                  <a:pt x="15494" y="4785"/>
                  <a:pt x="15582" y="4782"/>
                  <a:pt x="15670" y="4782"/>
                </a:cubicBezTo>
                <a:cubicBezTo>
                  <a:pt x="16070" y="4782"/>
                  <a:pt x="16469" y="4843"/>
                  <a:pt x="16866" y="4877"/>
                </a:cubicBezTo>
                <a:cubicBezTo>
                  <a:pt x="17302" y="4915"/>
                  <a:pt x="17740" y="4933"/>
                  <a:pt x="18178" y="4933"/>
                </a:cubicBezTo>
                <a:cubicBezTo>
                  <a:pt x="18243" y="4933"/>
                  <a:pt x="18309" y="4933"/>
                  <a:pt x="18374" y="4932"/>
                </a:cubicBezTo>
                <a:cubicBezTo>
                  <a:pt x="18585" y="4929"/>
                  <a:pt x="18814" y="4941"/>
                  <a:pt x="19012" y="4857"/>
                </a:cubicBezTo>
                <a:cubicBezTo>
                  <a:pt x="19193" y="4780"/>
                  <a:pt x="19305" y="4623"/>
                  <a:pt x="19390" y="4450"/>
                </a:cubicBezTo>
                <a:cubicBezTo>
                  <a:pt x="19618" y="3989"/>
                  <a:pt x="19825" y="3515"/>
                  <a:pt x="20041" y="3049"/>
                </a:cubicBezTo>
                <a:cubicBezTo>
                  <a:pt x="20147" y="2821"/>
                  <a:pt x="20256" y="2595"/>
                  <a:pt x="20357" y="2365"/>
                </a:cubicBezTo>
                <a:cubicBezTo>
                  <a:pt x="20444" y="2165"/>
                  <a:pt x="20525" y="1951"/>
                  <a:pt x="20518" y="1728"/>
                </a:cubicBezTo>
                <a:cubicBezTo>
                  <a:pt x="20505" y="1297"/>
                  <a:pt x="20161" y="1008"/>
                  <a:pt x="19822" y="810"/>
                </a:cubicBezTo>
                <a:cubicBezTo>
                  <a:pt x="19463" y="601"/>
                  <a:pt x="19065" y="469"/>
                  <a:pt x="18660" y="392"/>
                </a:cubicBezTo>
                <a:cubicBezTo>
                  <a:pt x="17815" y="229"/>
                  <a:pt x="16950" y="272"/>
                  <a:pt x="16095" y="224"/>
                </a:cubicBezTo>
                <a:cubicBezTo>
                  <a:pt x="15084" y="168"/>
                  <a:pt x="14079" y="19"/>
                  <a:pt x="13065" y="2"/>
                </a:cubicBezTo>
                <a:cubicBezTo>
                  <a:pt x="13023" y="1"/>
                  <a:pt x="12981" y="1"/>
                  <a:pt x="12939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7" name="Google Shape;5377;p240"/>
          <p:cNvSpPr/>
          <p:nvPr/>
        </p:nvSpPr>
        <p:spPr>
          <a:xfrm flipH="1" rot="-10062774">
            <a:off x="6713799" y="-294661"/>
            <a:ext cx="3721225" cy="1536326"/>
          </a:xfrm>
          <a:custGeom>
            <a:rect b="b" l="l" r="r" t="t"/>
            <a:pathLst>
              <a:path extrusionOk="0" h="8613" w="24376">
                <a:moveTo>
                  <a:pt x="12572" y="1"/>
                </a:moveTo>
                <a:cubicBezTo>
                  <a:pt x="11930" y="1"/>
                  <a:pt x="11305" y="137"/>
                  <a:pt x="10778" y="460"/>
                </a:cubicBezTo>
                <a:cubicBezTo>
                  <a:pt x="10193" y="818"/>
                  <a:pt x="9818" y="1341"/>
                  <a:pt x="9503" y="1852"/>
                </a:cubicBezTo>
                <a:cubicBezTo>
                  <a:pt x="9167" y="2398"/>
                  <a:pt x="8889" y="2969"/>
                  <a:pt x="8475" y="3485"/>
                </a:cubicBezTo>
                <a:cubicBezTo>
                  <a:pt x="8044" y="4023"/>
                  <a:pt x="7451" y="4445"/>
                  <a:pt x="6633" y="4599"/>
                </a:cubicBezTo>
                <a:cubicBezTo>
                  <a:pt x="6259" y="4669"/>
                  <a:pt x="5879" y="4690"/>
                  <a:pt x="5496" y="4690"/>
                </a:cubicBezTo>
                <a:cubicBezTo>
                  <a:pt x="4945" y="4690"/>
                  <a:pt x="4388" y="4646"/>
                  <a:pt x="3837" y="4646"/>
                </a:cubicBezTo>
                <a:cubicBezTo>
                  <a:pt x="3701" y="4646"/>
                  <a:pt x="3564" y="4649"/>
                  <a:pt x="3429" y="4656"/>
                </a:cubicBezTo>
                <a:cubicBezTo>
                  <a:pt x="2927" y="4680"/>
                  <a:pt x="2424" y="4755"/>
                  <a:pt x="1974" y="4934"/>
                </a:cubicBezTo>
                <a:cubicBezTo>
                  <a:pt x="1568" y="5095"/>
                  <a:pt x="1218" y="5332"/>
                  <a:pt x="943" y="5611"/>
                </a:cubicBezTo>
                <a:cubicBezTo>
                  <a:pt x="425" y="6133"/>
                  <a:pt x="179" y="6806"/>
                  <a:pt x="311" y="7456"/>
                </a:cubicBezTo>
                <a:cubicBezTo>
                  <a:pt x="309" y="7456"/>
                  <a:pt x="307" y="7456"/>
                  <a:pt x="305" y="7456"/>
                </a:cubicBezTo>
                <a:cubicBezTo>
                  <a:pt x="282" y="7456"/>
                  <a:pt x="258" y="7461"/>
                  <a:pt x="234" y="7475"/>
                </a:cubicBezTo>
                <a:cubicBezTo>
                  <a:pt x="83" y="7556"/>
                  <a:pt x="1" y="7677"/>
                  <a:pt x="4" y="7821"/>
                </a:cubicBezTo>
                <a:cubicBezTo>
                  <a:pt x="12" y="8172"/>
                  <a:pt x="404" y="8373"/>
                  <a:pt x="826" y="8396"/>
                </a:cubicBezTo>
                <a:cubicBezTo>
                  <a:pt x="860" y="8398"/>
                  <a:pt x="894" y="8399"/>
                  <a:pt x="929" y="8399"/>
                </a:cubicBezTo>
                <a:cubicBezTo>
                  <a:pt x="1162" y="8399"/>
                  <a:pt x="1397" y="8361"/>
                  <a:pt x="1626" y="8334"/>
                </a:cubicBezTo>
                <a:cubicBezTo>
                  <a:pt x="1931" y="8297"/>
                  <a:pt x="2238" y="8262"/>
                  <a:pt x="2544" y="8230"/>
                </a:cubicBezTo>
                <a:cubicBezTo>
                  <a:pt x="3747" y="8107"/>
                  <a:pt x="4958" y="8023"/>
                  <a:pt x="6170" y="7965"/>
                </a:cubicBezTo>
                <a:cubicBezTo>
                  <a:pt x="8591" y="7850"/>
                  <a:pt x="11019" y="7838"/>
                  <a:pt x="13445" y="7824"/>
                </a:cubicBezTo>
                <a:cubicBezTo>
                  <a:pt x="13813" y="7822"/>
                  <a:pt x="14182" y="7820"/>
                  <a:pt x="14552" y="7820"/>
                </a:cubicBezTo>
                <a:cubicBezTo>
                  <a:pt x="16507" y="7820"/>
                  <a:pt x="18472" y="7870"/>
                  <a:pt x="20390" y="8174"/>
                </a:cubicBezTo>
                <a:cubicBezTo>
                  <a:pt x="20952" y="8264"/>
                  <a:pt x="21511" y="8375"/>
                  <a:pt x="22057" y="8512"/>
                </a:cubicBezTo>
                <a:cubicBezTo>
                  <a:pt x="22240" y="8558"/>
                  <a:pt x="22430" y="8612"/>
                  <a:pt x="22625" y="8612"/>
                </a:cubicBezTo>
                <a:cubicBezTo>
                  <a:pt x="22665" y="8612"/>
                  <a:pt x="22706" y="8610"/>
                  <a:pt x="22747" y="8605"/>
                </a:cubicBezTo>
                <a:cubicBezTo>
                  <a:pt x="22986" y="8575"/>
                  <a:pt x="23126" y="8437"/>
                  <a:pt x="23188" y="8265"/>
                </a:cubicBezTo>
                <a:cubicBezTo>
                  <a:pt x="23342" y="7840"/>
                  <a:pt x="23440" y="7396"/>
                  <a:pt x="23556" y="6963"/>
                </a:cubicBezTo>
                <a:cubicBezTo>
                  <a:pt x="23675" y="6520"/>
                  <a:pt x="23785" y="6077"/>
                  <a:pt x="23879" y="5631"/>
                </a:cubicBezTo>
                <a:cubicBezTo>
                  <a:pt x="24251" y="3879"/>
                  <a:pt x="24375" y="2063"/>
                  <a:pt x="23717" y="343"/>
                </a:cubicBezTo>
                <a:cubicBezTo>
                  <a:pt x="23697" y="293"/>
                  <a:pt x="23642" y="267"/>
                  <a:pt x="23586" y="267"/>
                </a:cubicBezTo>
                <a:cubicBezTo>
                  <a:pt x="23541" y="267"/>
                  <a:pt x="23495" y="284"/>
                  <a:pt x="23467" y="317"/>
                </a:cubicBezTo>
                <a:cubicBezTo>
                  <a:pt x="23327" y="480"/>
                  <a:pt x="23169" y="631"/>
                  <a:pt x="22991" y="769"/>
                </a:cubicBezTo>
                <a:cubicBezTo>
                  <a:pt x="22274" y="1328"/>
                  <a:pt x="21289" y="1670"/>
                  <a:pt x="20281" y="1764"/>
                </a:cubicBezTo>
                <a:cubicBezTo>
                  <a:pt x="20062" y="1784"/>
                  <a:pt x="19841" y="1794"/>
                  <a:pt x="19620" y="1794"/>
                </a:cubicBezTo>
                <a:cubicBezTo>
                  <a:pt x="18644" y="1794"/>
                  <a:pt x="17671" y="1601"/>
                  <a:pt x="16789" y="1286"/>
                </a:cubicBezTo>
                <a:cubicBezTo>
                  <a:pt x="15722" y="905"/>
                  <a:pt x="14754" y="349"/>
                  <a:pt x="13607" y="110"/>
                </a:cubicBezTo>
                <a:cubicBezTo>
                  <a:pt x="13266" y="40"/>
                  <a:pt x="12917" y="1"/>
                  <a:pt x="12572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78" name="Google Shape;5378;p240"/>
          <p:cNvGrpSpPr/>
          <p:nvPr/>
        </p:nvGrpSpPr>
        <p:grpSpPr>
          <a:xfrm flipH="1" rot="6282408">
            <a:off x="7303607" y="583551"/>
            <a:ext cx="221771" cy="200883"/>
            <a:chOff x="1640475" y="1197075"/>
            <a:chExt cx="55475" cy="50250"/>
          </a:xfrm>
        </p:grpSpPr>
        <p:sp>
          <p:nvSpPr>
            <p:cNvPr id="5379" name="Google Shape;5379;p24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24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24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2" name="Google Shape;5382;p240"/>
          <p:cNvGrpSpPr/>
          <p:nvPr/>
        </p:nvGrpSpPr>
        <p:grpSpPr>
          <a:xfrm flipH="1" rot="1058897">
            <a:off x="2144106" y="4766550"/>
            <a:ext cx="215936" cy="195603"/>
            <a:chOff x="1640475" y="1197075"/>
            <a:chExt cx="55475" cy="50250"/>
          </a:xfrm>
        </p:grpSpPr>
        <p:sp>
          <p:nvSpPr>
            <p:cNvPr id="5383" name="Google Shape;5383;p24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24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24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86" name="Google Shape;5386;p240"/>
          <p:cNvSpPr/>
          <p:nvPr/>
        </p:nvSpPr>
        <p:spPr>
          <a:xfrm flipH="1" rot="8431516">
            <a:off x="4727883" y="4802296"/>
            <a:ext cx="529784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87" name="Google Shape;5387;p240"/>
          <p:cNvGrpSpPr/>
          <p:nvPr/>
        </p:nvGrpSpPr>
        <p:grpSpPr>
          <a:xfrm flipH="1" rot="-900000">
            <a:off x="1033440" y="1356661"/>
            <a:ext cx="347165" cy="314462"/>
            <a:chOff x="1640475" y="1197075"/>
            <a:chExt cx="55475" cy="50250"/>
          </a:xfrm>
        </p:grpSpPr>
        <p:sp>
          <p:nvSpPr>
            <p:cNvPr id="5388" name="Google Shape;5388;p24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24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24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1" name="Google Shape;5391;p240"/>
          <p:cNvGrpSpPr/>
          <p:nvPr/>
        </p:nvGrpSpPr>
        <p:grpSpPr>
          <a:xfrm flipH="1" rot="-899970">
            <a:off x="8699534" y="3067391"/>
            <a:ext cx="215932" cy="195605"/>
            <a:chOff x="1640475" y="1197075"/>
            <a:chExt cx="55475" cy="50250"/>
          </a:xfrm>
        </p:grpSpPr>
        <p:sp>
          <p:nvSpPr>
            <p:cNvPr id="5392" name="Google Shape;5392;p24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24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24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95" name="Google Shape;5395;p240"/>
          <p:cNvSpPr/>
          <p:nvPr/>
        </p:nvSpPr>
        <p:spPr>
          <a:xfrm flipH="1" rot="-10042467">
            <a:off x="-211717" y="1817492"/>
            <a:ext cx="529787" cy="12411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CUSTOM_10_1">
    <p:spTree>
      <p:nvGrpSpPr>
        <p:cNvPr id="5396" name="Shape 53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97" name="Google Shape;5397;p241"/>
          <p:cNvSpPr txBox="1"/>
          <p:nvPr>
            <p:ph type="title"/>
          </p:nvPr>
        </p:nvSpPr>
        <p:spPr>
          <a:xfrm>
            <a:off x="3310150" y="758950"/>
            <a:ext cx="2523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398" name="Google Shape;5398;p241"/>
          <p:cNvSpPr txBox="1"/>
          <p:nvPr>
            <p:ph idx="2" type="title"/>
          </p:nvPr>
        </p:nvSpPr>
        <p:spPr>
          <a:xfrm>
            <a:off x="5269077" y="3468800"/>
            <a:ext cx="2228400" cy="30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399" name="Google Shape;5399;p241"/>
          <p:cNvSpPr txBox="1"/>
          <p:nvPr>
            <p:ph idx="1" type="subTitle"/>
          </p:nvPr>
        </p:nvSpPr>
        <p:spPr>
          <a:xfrm>
            <a:off x="5260227" y="3879375"/>
            <a:ext cx="2246100" cy="51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400" name="Google Shape;5400;p241"/>
          <p:cNvSpPr txBox="1"/>
          <p:nvPr>
            <p:ph idx="3" type="title"/>
          </p:nvPr>
        </p:nvSpPr>
        <p:spPr>
          <a:xfrm>
            <a:off x="1637465" y="3468800"/>
            <a:ext cx="2246100" cy="30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401" name="Google Shape;5401;p241"/>
          <p:cNvSpPr txBox="1"/>
          <p:nvPr>
            <p:ph idx="4" type="subTitle"/>
          </p:nvPr>
        </p:nvSpPr>
        <p:spPr>
          <a:xfrm>
            <a:off x="1628615" y="3879375"/>
            <a:ext cx="2263800" cy="51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402" name="Google Shape;5402;p241"/>
          <p:cNvSpPr/>
          <p:nvPr/>
        </p:nvSpPr>
        <p:spPr>
          <a:xfrm flipH="1">
            <a:off x="5472659" y="-171500"/>
            <a:ext cx="3715991" cy="1895529"/>
          </a:xfrm>
          <a:custGeom>
            <a:rect b="b" l="l" r="r" t="t"/>
            <a:pathLst>
              <a:path extrusionOk="0" h="6348" w="14457">
                <a:moveTo>
                  <a:pt x="0" y="1"/>
                </a:moveTo>
                <a:lnTo>
                  <a:pt x="0" y="6160"/>
                </a:lnTo>
                <a:cubicBezTo>
                  <a:pt x="307" y="6283"/>
                  <a:pt x="641" y="6348"/>
                  <a:pt x="972" y="6348"/>
                </a:cubicBezTo>
                <a:cubicBezTo>
                  <a:pt x="1431" y="6348"/>
                  <a:pt x="1886" y="6223"/>
                  <a:pt x="2259" y="5957"/>
                </a:cubicBezTo>
                <a:cubicBezTo>
                  <a:pt x="2971" y="5450"/>
                  <a:pt x="3272" y="4560"/>
                  <a:pt x="3620" y="3758"/>
                </a:cubicBezTo>
                <a:cubicBezTo>
                  <a:pt x="3967" y="2955"/>
                  <a:pt x="4504" y="2110"/>
                  <a:pt x="5362" y="1938"/>
                </a:cubicBezTo>
                <a:cubicBezTo>
                  <a:pt x="5472" y="1916"/>
                  <a:pt x="5582" y="1906"/>
                  <a:pt x="5692" y="1906"/>
                </a:cubicBezTo>
                <a:cubicBezTo>
                  <a:pt x="6160" y="1906"/>
                  <a:pt x="6628" y="2081"/>
                  <a:pt x="7080" y="2232"/>
                </a:cubicBezTo>
                <a:cubicBezTo>
                  <a:pt x="7585" y="2401"/>
                  <a:pt x="8141" y="2535"/>
                  <a:pt x="8672" y="2535"/>
                </a:cubicBezTo>
                <a:cubicBezTo>
                  <a:pt x="9138" y="2535"/>
                  <a:pt x="9586" y="2431"/>
                  <a:pt x="9965" y="2156"/>
                </a:cubicBezTo>
                <a:cubicBezTo>
                  <a:pt x="10504" y="1765"/>
                  <a:pt x="10846" y="1060"/>
                  <a:pt x="11419" y="789"/>
                </a:cubicBezTo>
                <a:lnTo>
                  <a:pt x="11420" y="789"/>
                </a:lnTo>
                <a:cubicBezTo>
                  <a:pt x="11436" y="781"/>
                  <a:pt x="11452" y="774"/>
                  <a:pt x="11469" y="767"/>
                </a:cubicBezTo>
                <a:cubicBezTo>
                  <a:pt x="11544" y="736"/>
                  <a:pt x="11623" y="712"/>
                  <a:pt x="11706" y="696"/>
                </a:cubicBezTo>
                <a:cubicBezTo>
                  <a:pt x="11777" y="683"/>
                  <a:pt x="11848" y="678"/>
                  <a:pt x="11919" y="678"/>
                </a:cubicBezTo>
                <a:cubicBezTo>
                  <a:pt x="12271" y="678"/>
                  <a:pt x="12623" y="809"/>
                  <a:pt x="12978" y="824"/>
                </a:cubicBezTo>
                <a:cubicBezTo>
                  <a:pt x="12999" y="824"/>
                  <a:pt x="13020" y="825"/>
                  <a:pt x="13041" y="825"/>
                </a:cubicBezTo>
                <a:cubicBezTo>
                  <a:pt x="13511" y="825"/>
                  <a:pt x="13977" y="611"/>
                  <a:pt x="14281" y="253"/>
                </a:cubicBezTo>
                <a:cubicBezTo>
                  <a:pt x="14348" y="175"/>
                  <a:pt x="14407" y="90"/>
                  <a:pt x="14457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03" name="Google Shape;5403;p241"/>
          <p:cNvSpPr/>
          <p:nvPr/>
        </p:nvSpPr>
        <p:spPr>
          <a:xfrm flipH="1" rot="4804257">
            <a:off x="122242" y="-866382"/>
            <a:ext cx="1821170" cy="2735155"/>
          </a:xfrm>
          <a:custGeom>
            <a:rect b="b" l="l" r="r" t="t"/>
            <a:pathLst>
              <a:path extrusionOk="0" h="13045" w="13007">
                <a:moveTo>
                  <a:pt x="11086" y="1"/>
                </a:moveTo>
                <a:cubicBezTo>
                  <a:pt x="10136" y="1"/>
                  <a:pt x="9220" y="578"/>
                  <a:pt x="8514" y="1160"/>
                </a:cubicBezTo>
                <a:cubicBezTo>
                  <a:pt x="7734" y="1801"/>
                  <a:pt x="7147" y="2603"/>
                  <a:pt x="6690" y="3499"/>
                </a:cubicBezTo>
                <a:cubicBezTo>
                  <a:pt x="6269" y="4325"/>
                  <a:pt x="5846" y="5241"/>
                  <a:pt x="4914" y="5581"/>
                </a:cubicBezTo>
                <a:cubicBezTo>
                  <a:pt x="3974" y="5923"/>
                  <a:pt x="2923" y="5759"/>
                  <a:pt x="2005" y="6187"/>
                </a:cubicBezTo>
                <a:cubicBezTo>
                  <a:pt x="1188" y="6570"/>
                  <a:pt x="602" y="7349"/>
                  <a:pt x="329" y="8196"/>
                </a:cubicBezTo>
                <a:cubicBezTo>
                  <a:pt x="1" y="9208"/>
                  <a:pt x="140" y="10320"/>
                  <a:pt x="509" y="11301"/>
                </a:cubicBezTo>
                <a:cubicBezTo>
                  <a:pt x="597" y="11534"/>
                  <a:pt x="989" y="11993"/>
                  <a:pt x="1051" y="11993"/>
                </a:cubicBezTo>
                <a:cubicBezTo>
                  <a:pt x="1057" y="11993"/>
                  <a:pt x="1060" y="11988"/>
                  <a:pt x="1059" y="11977"/>
                </a:cubicBezTo>
                <a:lnTo>
                  <a:pt x="1059" y="11977"/>
                </a:lnTo>
                <a:cubicBezTo>
                  <a:pt x="1717" y="12454"/>
                  <a:pt x="2513" y="12576"/>
                  <a:pt x="3318" y="12576"/>
                </a:cubicBezTo>
                <a:cubicBezTo>
                  <a:pt x="3796" y="12576"/>
                  <a:pt x="4277" y="12533"/>
                  <a:pt x="4735" y="12495"/>
                </a:cubicBezTo>
                <a:cubicBezTo>
                  <a:pt x="5450" y="12436"/>
                  <a:pt x="6168" y="12406"/>
                  <a:pt x="6885" y="12406"/>
                </a:cubicBezTo>
                <a:cubicBezTo>
                  <a:pt x="7827" y="12406"/>
                  <a:pt x="8769" y="12458"/>
                  <a:pt x="9706" y="12564"/>
                </a:cubicBezTo>
                <a:cubicBezTo>
                  <a:pt x="10641" y="12670"/>
                  <a:pt x="11568" y="12831"/>
                  <a:pt x="12485" y="13041"/>
                </a:cubicBezTo>
                <a:cubicBezTo>
                  <a:pt x="12495" y="13043"/>
                  <a:pt x="12505" y="13045"/>
                  <a:pt x="12515" y="13045"/>
                </a:cubicBezTo>
                <a:cubicBezTo>
                  <a:pt x="12578" y="13045"/>
                  <a:pt x="12630" y="12997"/>
                  <a:pt x="12632" y="12929"/>
                </a:cubicBezTo>
                <a:lnTo>
                  <a:pt x="12879" y="5509"/>
                </a:lnTo>
                <a:cubicBezTo>
                  <a:pt x="12900" y="4891"/>
                  <a:pt x="12920" y="4272"/>
                  <a:pt x="12940" y="3654"/>
                </a:cubicBezTo>
                <a:cubicBezTo>
                  <a:pt x="12960" y="3073"/>
                  <a:pt x="13006" y="2485"/>
                  <a:pt x="12985" y="1903"/>
                </a:cubicBezTo>
                <a:cubicBezTo>
                  <a:pt x="12967" y="1412"/>
                  <a:pt x="12856" y="914"/>
                  <a:pt x="12502" y="551"/>
                </a:cubicBezTo>
                <a:cubicBezTo>
                  <a:pt x="12188" y="228"/>
                  <a:pt x="11746" y="54"/>
                  <a:pt x="11303" y="11"/>
                </a:cubicBezTo>
                <a:cubicBezTo>
                  <a:pt x="11230" y="4"/>
                  <a:pt x="11158" y="1"/>
                  <a:pt x="11086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04" name="Google Shape;5404;p241"/>
          <p:cNvSpPr/>
          <p:nvPr/>
        </p:nvSpPr>
        <p:spPr>
          <a:xfrm rot="10800000">
            <a:off x="-649353" y="4050921"/>
            <a:ext cx="2708528" cy="1399979"/>
          </a:xfrm>
          <a:custGeom>
            <a:rect b="b" l="l" r="r" t="t"/>
            <a:pathLst>
              <a:path extrusionOk="0" h="8613" w="24377">
                <a:moveTo>
                  <a:pt x="22626" y="1"/>
                </a:moveTo>
                <a:cubicBezTo>
                  <a:pt x="22431" y="1"/>
                  <a:pt x="22241" y="55"/>
                  <a:pt x="22058" y="101"/>
                </a:cubicBezTo>
                <a:cubicBezTo>
                  <a:pt x="21511" y="238"/>
                  <a:pt x="20953" y="349"/>
                  <a:pt x="20391" y="439"/>
                </a:cubicBezTo>
                <a:cubicBezTo>
                  <a:pt x="18472" y="743"/>
                  <a:pt x="16508" y="793"/>
                  <a:pt x="14552" y="793"/>
                </a:cubicBezTo>
                <a:cubicBezTo>
                  <a:pt x="14183" y="793"/>
                  <a:pt x="13813" y="791"/>
                  <a:pt x="13445" y="789"/>
                </a:cubicBezTo>
                <a:cubicBezTo>
                  <a:pt x="11020" y="775"/>
                  <a:pt x="8592" y="763"/>
                  <a:pt x="6170" y="648"/>
                </a:cubicBezTo>
                <a:cubicBezTo>
                  <a:pt x="4959" y="590"/>
                  <a:pt x="3748" y="506"/>
                  <a:pt x="2545" y="383"/>
                </a:cubicBezTo>
                <a:cubicBezTo>
                  <a:pt x="2238" y="351"/>
                  <a:pt x="1932" y="316"/>
                  <a:pt x="1627" y="279"/>
                </a:cubicBezTo>
                <a:cubicBezTo>
                  <a:pt x="1398" y="252"/>
                  <a:pt x="1163" y="215"/>
                  <a:pt x="930" y="215"/>
                </a:cubicBezTo>
                <a:cubicBezTo>
                  <a:pt x="895" y="215"/>
                  <a:pt x="861" y="215"/>
                  <a:pt x="827" y="217"/>
                </a:cubicBezTo>
                <a:cubicBezTo>
                  <a:pt x="405" y="240"/>
                  <a:pt x="13" y="441"/>
                  <a:pt x="5" y="792"/>
                </a:cubicBezTo>
                <a:cubicBezTo>
                  <a:pt x="1" y="936"/>
                  <a:pt x="84" y="1057"/>
                  <a:pt x="235" y="1138"/>
                </a:cubicBezTo>
                <a:cubicBezTo>
                  <a:pt x="259" y="1152"/>
                  <a:pt x="283" y="1157"/>
                  <a:pt x="305" y="1157"/>
                </a:cubicBezTo>
                <a:cubicBezTo>
                  <a:pt x="307" y="1157"/>
                  <a:pt x="309" y="1157"/>
                  <a:pt x="311" y="1157"/>
                </a:cubicBezTo>
                <a:lnTo>
                  <a:pt x="311" y="1157"/>
                </a:lnTo>
                <a:cubicBezTo>
                  <a:pt x="180" y="1807"/>
                  <a:pt x="426" y="2480"/>
                  <a:pt x="944" y="3003"/>
                </a:cubicBezTo>
                <a:cubicBezTo>
                  <a:pt x="1219" y="3281"/>
                  <a:pt x="1569" y="3518"/>
                  <a:pt x="1974" y="3679"/>
                </a:cubicBezTo>
                <a:cubicBezTo>
                  <a:pt x="2424" y="3858"/>
                  <a:pt x="2928" y="3933"/>
                  <a:pt x="3430" y="3957"/>
                </a:cubicBezTo>
                <a:cubicBezTo>
                  <a:pt x="3565" y="3964"/>
                  <a:pt x="3702" y="3967"/>
                  <a:pt x="3838" y="3967"/>
                </a:cubicBezTo>
                <a:cubicBezTo>
                  <a:pt x="4389" y="3967"/>
                  <a:pt x="4946" y="3924"/>
                  <a:pt x="5497" y="3924"/>
                </a:cubicBezTo>
                <a:cubicBezTo>
                  <a:pt x="5880" y="3924"/>
                  <a:pt x="6260" y="3944"/>
                  <a:pt x="6634" y="4014"/>
                </a:cubicBezTo>
                <a:cubicBezTo>
                  <a:pt x="7452" y="4167"/>
                  <a:pt x="8044" y="4590"/>
                  <a:pt x="8476" y="5128"/>
                </a:cubicBezTo>
                <a:cubicBezTo>
                  <a:pt x="8889" y="5644"/>
                  <a:pt x="9168" y="6215"/>
                  <a:pt x="9504" y="6761"/>
                </a:cubicBezTo>
                <a:cubicBezTo>
                  <a:pt x="9818" y="7272"/>
                  <a:pt x="10194" y="7795"/>
                  <a:pt x="10779" y="8153"/>
                </a:cubicBezTo>
                <a:cubicBezTo>
                  <a:pt x="11306" y="8477"/>
                  <a:pt x="11931" y="8612"/>
                  <a:pt x="12573" y="8612"/>
                </a:cubicBezTo>
                <a:cubicBezTo>
                  <a:pt x="12917" y="8612"/>
                  <a:pt x="13266" y="8573"/>
                  <a:pt x="13607" y="8503"/>
                </a:cubicBezTo>
                <a:cubicBezTo>
                  <a:pt x="14755" y="8264"/>
                  <a:pt x="15723" y="7708"/>
                  <a:pt x="16790" y="7327"/>
                </a:cubicBezTo>
                <a:cubicBezTo>
                  <a:pt x="17672" y="7012"/>
                  <a:pt x="18645" y="6819"/>
                  <a:pt x="19621" y="6819"/>
                </a:cubicBezTo>
                <a:cubicBezTo>
                  <a:pt x="19841" y="6819"/>
                  <a:pt x="20062" y="6829"/>
                  <a:pt x="20281" y="6849"/>
                </a:cubicBezTo>
                <a:cubicBezTo>
                  <a:pt x="21290" y="6943"/>
                  <a:pt x="22275" y="7285"/>
                  <a:pt x="22992" y="7844"/>
                </a:cubicBezTo>
                <a:cubicBezTo>
                  <a:pt x="23170" y="7982"/>
                  <a:pt x="23328" y="8133"/>
                  <a:pt x="23467" y="8296"/>
                </a:cubicBezTo>
                <a:cubicBezTo>
                  <a:pt x="23495" y="8329"/>
                  <a:pt x="23541" y="8346"/>
                  <a:pt x="23587" y="8346"/>
                </a:cubicBezTo>
                <a:cubicBezTo>
                  <a:pt x="23643" y="8346"/>
                  <a:pt x="23698" y="8320"/>
                  <a:pt x="23718" y="8271"/>
                </a:cubicBezTo>
                <a:cubicBezTo>
                  <a:pt x="24376" y="6550"/>
                  <a:pt x="24252" y="4734"/>
                  <a:pt x="23880" y="2982"/>
                </a:cubicBezTo>
                <a:cubicBezTo>
                  <a:pt x="23786" y="2536"/>
                  <a:pt x="23676" y="2093"/>
                  <a:pt x="23557" y="1650"/>
                </a:cubicBezTo>
                <a:cubicBezTo>
                  <a:pt x="23441" y="1217"/>
                  <a:pt x="23343" y="773"/>
                  <a:pt x="23189" y="348"/>
                </a:cubicBezTo>
                <a:cubicBezTo>
                  <a:pt x="23127" y="176"/>
                  <a:pt x="22987" y="38"/>
                  <a:pt x="22748" y="8"/>
                </a:cubicBezTo>
                <a:cubicBezTo>
                  <a:pt x="22707" y="3"/>
                  <a:pt x="22666" y="1"/>
                  <a:pt x="22626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05" name="Google Shape;5405;p241"/>
          <p:cNvGrpSpPr/>
          <p:nvPr/>
        </p:nvGrpSpPr>
        <p:grpSpPr>
          <a:xfrm rot="-765977">
            <a:off x="8632964" y="1557024"/>
            <a:ext cx="279616" cy="253294"/>
            <a:chOff x="1640475" y="1197075"/>
            <a:chExt cx="55475" cy="50250"/>
          </a:xfrm>
        </p:grpSpPr>
        <p:sp>
          <p:nvSpPr>
            <p:cNvPr id="5406" name="Google Shape;5406;p24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24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24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09" name="Google Shape;5409;p241"/>
          <p:cNvSpPr/>
          <p:nvPr/>
        </p:nvSpPr>
        <p:spPr>
          <a:xfrm flipH="1" rot="1297691">
            <a:off x="7058070" y="35384"/>
            <a:ext cx="545169" cy="12771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10" name="Google Shape;5410;p241"/>
          <p:cNvGrpSpPr/>
          <p:nvPr/>
        </p:nvGrpSpPr>
        <p:grpSpPr>
          <a:xfrm rot="-4475517">
            <a:off x="8153367" y="4083019"/>
            <a:ext cx="197770" cy="213810"/>
            <a:chOff x="1640475" y="1197075"/>
            <a:chExt cx="55475" cy="50250"/>
          </a:xfrm>
        </p:grpSpPr>
        <p:sp>
          <p:nvSpPr>
            <p:cNvPr id="5411" name="Google Shape;5411;p24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24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24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14" name="Google Shape;5414;p241"/>
          <p:cNvSpPr/>
          <p:nvPr/>
        </p:nvSpPr>
        <p:spPr>
          <a:xfrm>
            <a:off x="891612" y="4121988"/>
            <a:ext cx="1167574" cy="854200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15" name="Google Shape;5415;p241"/>
          <p:cNvSpPr/>
          <p:nvPr/>
        </p:nvSpPr>
        <p:spPr>
          <a:xfrm rot="368157">
            <a:off x="8714668" y="2762413"/>
            <a:ext cx="520982" cy="81628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16" name="Google Shape;5416;p241"/>
          <p:cNvGrpSpPr/>
          <p:nvPr/>
        </p:nvGrpSpPr>
        <p:grpSpPr>
          <a:xfrm rot="-765935">
            <a:off x="327579" y="3560783"/>
            <a:ext cx="221762" cy="200885"/>
            <a:chOff x="1640475" y="1197075"/>
            <a:chExt cx="55475" cy="50250"/>
          </a:xfrm>
        </p:grpSpPr>
        <p:sp>
          <p:nvSpPr>
            <p:cNvPr id="5417" name="Google Shape;5417;p24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24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24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20" name="Google Shape;5420;p241"/>
          <p:cNvSpPr/>
          <p:nvPr/>
        </p:nvSpPr>
        <p:spPr>
          <a:xfrm flipH="1" rot="10800000">
            <a:off x="7360674" y="4100407"/>
            <a:ext cx="1917111" cy="1079443"/>
          </a:xfrm>
          <a:custGeom>
            <a:rect b="b" l="l" r="r" t="t"/>
            <a:pathLst>
              <a:path extrusionOk="0" h="6456" w="13155">
                <a:moveTo>
                  <a:pt x="11275" y="1"/>
                </a:moveTo>
                <a:lnTo>
                  <a:pt x="11275" y="4"/>
                </a:lnTo>
                <a:lnTo>
                  <a:pt x="209" y="2"/>
                </a:lnTo>
                <a:cubicBezTo>
                  <a:pt x="185" y="57"/>
                  <a:pt x="164" y="111"/>
                  <a:pt x="145" y="167"/>
                </a:cubicBezTo>
                <a:cubicBezTo>
                  <a:pt x="138" y="184"/>
                  <a:pt x="132" y="203"/>
                  <a:pt x="127" y="221"/>
                </a:cubicBezTo>
                <a:cubicBezTo>
                  <a:pt x="59" y="429"/>
                  <a:pt x="18" y="643"/>
                  <a:pt x="6" y="860"/>
                </a:cubicBezTo>
                <a:cubicBezTo>
                  <a:pt x="0" y="984"/>
                  <a:pt x="3" y="1110"/>
                  <a:pt x="14" y="1233"/>
                </a:cubicBezTo>
                <a:cubicBezTo>
                  <a:pt x="16" y="1251"/>
                  <a:pt x="18" y="1270"/>
                  <a:pt x="20" y="1288"/>
                </a:cubicBezTo>
                <a:cubicBezTo>
                  <a:pt x="60" y="1638"/>
                  <a:pt x="172" y="1982"/>
                  <a:pt x="341" y="2300"/>
                </a:cubicBezTo>
                <a:cubicBezTo>
                  <a:pt x="351" y="2319"/>
                  <a:pt x="361" y="2337"/>
                  <a:pt x="371" y="2355"/>
                </a:cubicBezTo>
                <a:cubicBezTo>
                  <a:pt x="531" y="2642"/>
                  <a:pt x="740" y="2905"/>
                  <a:pt x="987" y="3134"/>
                </a:cubicBezTo>
                <a:cubicBezTo>
                  <a:pt x="1075" y="3217"/>
                  <a:pt x="1169" y="3295"/>
                  <a:pt x="1269" y="3368"/>
                </a:cubicBezTo>
                <a:cubicBezTo>
                  <a:pt x="1295" y="3387"/>
                  <a:pt x="1320" y="3405"/>
                  <a:pt x="1345" y="3422"/>
                </a:cubicBezTo>
                <a:cubicBezTo>
                  <a:pt x="1608" y="3604"/>
                  <a:pt x="1902" y="3745"/>
                  <a:pt x="2218" y="3827"/>
                </a:cubicBezTo>
                <a:cubicBezTo>
                  <a:pt x="2441" y="3883"/>
                  <a:pt x="2668" y="3908"/>
                  <a:pt x="2896" y="3908"/>
                </a:cubicBezTo>
                <a:cubicBezTo>
                  <a:pt x="3496" y="3908"/>
                  <a:pt x="4103" y="3734"/>
                  <a:pt x="4654" y="3501"/>
                </a:cubicBezTo>
                <a:cubicBezTo>
                  <a:pt x="4713" y="3476"/>
                  <a:pt x="4773" y="3450"/>
                  <a:pt x="4833" y="3424"/>
                </a:cubicBezTo>
                <a:cubicBezTo>
                  <a:pt x="4873" y="3406"/>
                  <a:pt x="4915" y="3387"/>
                  <a:pt x="4955" y="3369"/>
                </a:cubicBezTo>
                <a:cubicBezTo>
                  <a:pt x="5539" y="3105"/>
                  <a:pt x="6130" y="2820"/>
                  <a:pt x="6764" y="2820"/>
                </a:cubicBezTo>
                <a:cubicBezTo>
                  <a:pt x="6811" y="2820"/>
                  <a:pt x="6859" y="2822"/>
                  <a:pt x="6907" y="2825"/>
                </a:cubicBezTo>
                <a:cubicBezTo>
                  <a:pt x="7405" y="2860"/>
                  <a:pt x="7836" y="3071"/>
                  <a:pt x="8213" y="3369"/>
                </a:cubicBezTo>
                <a:cubicBezTo>
                  <a:pt x="8237" y="3387"/>
                  <a:pt x="8259" y="3405"/>
                  <a:pt x="8281" y="3424"/>
                </a:cubicBezTo>
                <a:cubicBezTo>
                  <a:pt x="8634" y="3715"/>
                  <a:pt x="8939" y="4078"/>
                  <a:pt x="9207" y="4436"/>
                </a:cubicBezTo>
                <a:cubicBezTo>
                  <a:pt x="9219" y="4454"/>
                  <a:pt x="9233" y="4472"/>
                  <a:pt x="9246" y="4490"/>
                </a:cubicBezTo>
                <a:cubicBezTo>
                  <a:pt x="9246" y="4490"/>
                  <a:pt x="9247" y="4490"/>
                  <a:pt x="9247" y="4491"/>
                </a:cubicBezTo>
                <a:cubicBezTo>
                  <a:pt x="9498" y="4831"/>
                  <a:pt x="9757" y="5189"/>
                  <a:pt x="10053" y="5504"/>
                </a:cubicBezTo>
                <a:cubicBezTo>
                  <a:pt x="10070" y="5523"/>
                  <a:pt x="10087" y="5541"/>
                  <a:pt x="10104" y="5559"/>
                </a:cubicBezTo>
                <a:cubicBezTo>
                  <a:pt x="10436" y="5901"/>
                  <a:pt x="10812" y="6189"/>
                  <a:pt x="11272" y="6342"/>
                </a:cubicBezTo>
                <a:cubicBezTo>
                  <a:pt x="11292" y="6348"/>
                  <a:pt x="11311" y="6355"/>
                  <a:pt x="11333" y="6361"/>
                </a:cubicBezTo>
                <a:cubicBezTo>
                  <a:pt x="11361" y="6370"/>
                  <a:pt x="11391" y="6378"/>
                  <a:pt x="11420" y="6386"/>
                </a:cubicBezTo>
                <a:cubicBezTo>
                  <a:pt x="11605" y="6434"/>
                  <a:pt x="11791" y="6456"/>
                  <a:pt x="11976" y="6456"/>
                </a:cubicBezTo>
                <a:cubicBezTo>
                  <a:pt x="12384" y="6456"/>
                  <a:pt x="12786" y="6349"/>
                  <a:pt x="13154" y="6177"/>
                </a:cubicBezTo>
                <a:lnTo>
                  <a:pt x="13154" y="5505"/>
                </a:lnTo>
                <a:lnTo>
                  <a:pt x="13154" y="4492"/>
                </a:lnTo>
                <a:lnTo>
                  <a:pt x="13154" y="3371"/>
                </a:lnTo>
                <a:lnTo>
                  <a:pt x="13155" y="2358"/>
                </a:lnTo>
                <a:lnTo>
                  <a:pt x="13155" y="1236"/>
                </a:lnTo>
                <a:lnTo>
                  <a:pt x="13155" y="221"/>
                </a:lnTo>
                <a:lnTo>
                  <a:pt x="13155" y="5"/>
                </a:lnTo>
                <a:lnTo>
                  <a:pt x="11334" y="4"/>
                </a:lnTo>
                <a:lnTo>
                  <a:pt x="11334" y="1"/>
                </a:lnTo>
                <a:close/>
              </a:path>
            </a:pathLst>
          </a:custGeom>
          <a:solidFill>
            <a:schemeClr val="accen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21" name="Google Shape;5421;p241"/>
          <p:cNvGrpSpPr/>
          <p:nvPr/>
        </p:nvGrpSpPr>
        <p:grpSpPr>
          <a:xfrm rot="-6434952">
            <a:off x="1040960" y="439584"/>
            <a:ext cx="221767" cy="200884"/>
            <a:chOff x="1640475" y="1197075"/>
            <a:chExt cx="55475" cy="50250"/>
          </a:xfrm>
        </p:grpSpPr>
        <p:sp>
          <p:nvSpPr>
            <p:cNvPr id="5422" name="Google Shape;5422;p24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24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24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25" name="Google Shape;5425;p241"/>
          <p:cNvSpPr/>
          <p:nvPr/>
        </p:nvSpPr>
        <p:spPr>
          <a:xfrm flipH="1" rot="1359704">
            <a:off x="685300" y="1422418"/>
            <a:ext cx="695035" cy="16282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1_1">
    <p:spTree>
      <p:nvGrpSpPr>
        <p:cNvPr id="5426" name="Shape 5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" name="Google Shape;5427;p242"/>
          <p:cNvSpPr/>
          <p:nvPr/>
        </p:nvSpPr>
        <p:spPr>
          <a:xfrm>
            <a:off x="-451160" y="2901368"/>
            <a:ext cx="2586138" cy="2694993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28" name="Google Shape;5428;p242"/>
          <p:cNvSpPr/>
          <p:nvPr/>
        </p:nvSpPr>
        <p:spPr>
          <a:xfrm>
            <a:off x="6473120" y="4156765"/>
            <a:ext cx="2931030" cy="1208150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29" name="Google Shape;5429;p242"/>
          <p:cNvSpPr/>
          <p:nvPr/>
        </p:nvSpPr>
        <p:spPr>
          <a:xfrm>
            <a:off x="-294591" y="-80130"/>
            <a:ext cx="4055287" cy="1093449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30" name="Google Shape;5430;p242"/>
          <p:cNvSpPr/>
          <p:nvPr/>
        </p:nvSpPr>
        <p:spPr>
          <a:xfrm>
            <a:off x="5925049" y="-221800"/>
            <a:ext cx="3504060" cy="2795475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31" name="Google Shape;5431;p242"/>
          <p:cNvSpPr txBox="1"/>
          <p:nvPr>
            <p:ph type="title"/>
          </p:nvPr>
        </p:nvSpPr>
        <p:spPr>
          <a:xfrm>
            <a:off x="2715675" y="758952"/>
            <a:ext cx="3712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432" name="Google Shape;5432;p242"/>
          <p:cNvSpPr txBox="1"/>
          <p:nvPr>
            <p:ph idx="2" type="title"/>
          </p:nvPr>
        </p:nvSpPr>
        <p:spPr>
          <a:xfrm>
            <a:off x="704200" y="2533250"/>
            <a:ext cx="2496300" cy="30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433" name="Google Shape;5433;p242"/>
          <p:cNvSpPr txBox="1"/>
          <p:nvPr>
            <p:ph idx="1" type="subTitle"/>
          </p:nvPr>
        </p:nvSpPr>
        <p:spPr>
          <a:xfrm>
            <a:off x="704875" y="3013800"/>
            <a:ext cx="2496300" cy="1125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434" name="Google Shape;5434;p242"/>
          <p:cNvSpPr txBox="1"/>
          <p:nvPr>
            <p:ph idx="3" type="title"/>
          </p:nvPr>
        </p:nvSpPr>
        <p:spPr>
          <a:xfrm>
            <a:off x="3323851" y="2533250"/>
            <a:ext cx="2496300" cy="30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435" name="Google Shape;5435;p242"/>
          <p:cNvSpPr txBox="1"/>
          <p:nvPr>
            <p:ph idx="4" type="subTitle"/>
          </p:nvPr>
        </p:nvSpPr>
        <p:spPr>
          <a:xfrm>
            <a:off x="3324977" y="3013800"/>
            <a:ext cx="2496000" cy="1125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436" name="Google Shape;5436;p242"/>
          <p:cNvSpPr txBox="1"/>
          <p:nvPr>
            <p:ph idx="5" type="title"/>
          </p:nvPr>
        </p:nvSpPr>
        <p:spPr>
          <a:xfrm>
            <a:off x="5943502" y="2533250"/>
            <a:ext cx="2496300" cy="30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437" name="Google Shape;5437;p242"/>
          <p:cNvSpPr txBox="1"/>
          <p:nvPr>
            <p:ph idx="6" type="subTitle"/>
          </p:nvPr>
        </p:nvSpPr>
        <p:spPr>
          <a:xfrm>
            <a:off x="5944778" y="3013800"/>
            <a:ext cx="2493900" cy="1125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grpSp>
        <p:nvGrpSpPr>
          <p:cNvPr id="5438" name="Google Shape;5438;p242"/>
          <p:cNvGrpSpPr/>
          <p:nvPr/>
        </p:nvGrpSpPr>
        <p:grpSpPr>
          <a:xfrm rot="899970">
            <a:off x="8560376" y="4071912"/>
            <a:ext cx="215932" cy="195605"/>
            <a:chOff x="1640475" y="1197075"/>
            <a:chExt cx="55475" cy="50250"/>
          </a:xfrm>
        </p:grpSpPr>
        <p:sp>
          <p:nvSpPr>
            <p:cNvPr id="5439" name="Google Shape;5439;p24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24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24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2" name="Google Shape;5442;p242"/>
          <p:cNvGrpSpPr/>
          <p:nvPr/>
        </p:nvGrpSpPr>
        <p:grpSpPr>
          <a:xfrm rot="-4275570">
            <a:off x="8418220" y="2480799"/>
            <a:ext cx="279618" cy="253294"/>
            <a:chOff x="1640475" y="1197075"/>
            <a:chExt cx="55475" cy="50250"/>
          </a:xfrm>
        </p:grpSpPr>
        <p:sp>
          <p:nvSpPr>
            <p:cNvPr id="5443" name="Google Shape;5443;p24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24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24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46" name="Google Shape;5446;p242"/>
          <p:cNvSpPr/>
          <p:nvPr/>
        </p:nvSpPr>
        <p:spPr>
          <a:xfrm flipH="1" rot="8678282">
            <a:off x="1420977" y="4678346"/>
            <a:ext cx="888103" cy="20804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47" name="Google Shape;5447;p242"/>
          <p:cNvSpPr/>
          <p:nvPr/>
        </p:nvSpPr>
        <p:spPr>
          <a:xfrm flipH="1" rot="117">
            <a:off x="8285430" y="187427"/>
            <a:ext cx="545177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48" name="Google Shape;5448;p242"/>
          <p:cNvGrpSpPr/>
          <p:nvPr/>
        </p:nvGrpSpPr>
        <p:grpSpPr>
          <a:xfrm rot="-4499988">
            <a:off x="179832" y="923857"/>
            <a:ext cx="290790" cy="263412"/>
            <a:chOff x="1640475" y="1197075"/>
            <a:chExt cx="55475" cy="50250"/>
          </a:xfrm>
        </p:grpSpPr>
        <p:sp>
          <p:nvSpPr>
            <p:cNvPr id="5449" name="Google Shape;5449;p24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24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24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52" name="Google Shape;5452;p242"/>
          <p:cNvSpPr/>
          <p:nvPr/>
        </p:nvSpPr>
        <p:spPr>
          <a:xfrm>
            <a:off x="2052118" y="235569"/>
            <a:ext cx="1167574" cy="854200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53" name="Google Shape;5453;p242"/>
          <p:cNvSpPr/>
          <p:nvPr/>
        </p:nvSpPr>
        <p:spPr>
          <a:xfrm rot="368157">
            <a:off x="8580874" y="4415057"/>
            <a:ext cx="520982" cy="81628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TITLE_AND_TWO_COLUMNS_1">
    <p:spTree>
      <p:nvGrpSpPr>
        <p:cNvPr id="5454" name="Shape 5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55" name="Google Shape;5455;p243"/>
          <p:cNvSpPr/>
          <p:nvPr/>
        </p:nvSpPr>
        <p:spPr>
          <a:xfrm rot="10800000">
            <a:off x="5446235" y="-106113"/>
            <a:ext cx="3782139" cy="1779867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56" name="Google Shape;5456;p243"/>
          <p:cNvSpPr/>
          <p:nvPr/>
        </p:nvSpPr>
        <p:spPr>
          <a:xfrm rot="10800000">
            <a:off x="6095615" y="3584390"/>
            <a:ext cx="3260760" cy="1799884"/>
          </a:xfrm>
          <a:custGeom>
            <a:rect b="b" l="l" r="r" t="t"/>
            <a:pathLst>
              <a:path extrusionOk="0" h="11330" w="20526">
                <a:moveTo>
                  <a:pt x="12939" y="1"/>
                </a:moveTo>
                <a:cubicBezTo>
                  <a:pt x="11999" y="1"/>
                  <a:pt x="11086" y="167"/>
                  <a:pt x="10169" y="370"/>
                </a:cubicBezTo>
                <a:cubicBezTo>
                  <a:pt x="9691" y="476"/>
                  <a:pt x="9213" y="584"/>
                  <a:pt x="8731" y="667"/>
                </a:cubicBezTo>
                <a:cubicBezTo>
                  <a:pt x="8234" y="750"/>
                  <a:pt x="7732" y="802"/>
                  <a:pt x="7229" y="839"/>
                </a:cubicBezTo>
                <a:cubicBezTo>
                  <a:pt x="6231" y="913"/>
                  <a:pt x="5230" y="935"/>
                  <a:pt x="4235" y="1052"/>
                </a:cubicBezTo>
                <a:cubicBezTo>
                  <a:pt x="3806" y="1102"/>
                  <a:pt x="3380" y="1184"/>
                  <a:pt x="2951" y="1235"/>
                </a:cubicBezTo>
                <a:cubicBezTo>
                  <a:pt x="2746" y="1260"/>
                  <a:pt x="2537" y="1279"/>
                  <a:pt x="2328" y="1279"/>
                </a:cubicBezTo>
                <a:cubicBezTo>
                  <a:pt x="2138" y="1279"/>
                  <a:pt x="1948" y="1263"/>
                  <a:pt x="1762" y="1222"/>
                </a:cubicBezTo>
                <a:cubicBezTo>
                  <a:pt x="1578" y="1180"/>
                  <a:pt x="1402" y="1113"/>
                  <a:pt x="1242" y="1012"/>
                </a:cubicBezTo>
                <a:cubicBezTo>
                  <a:pt x="1161" y="960"/>
                  <a:pt x="1089" y="870"/>
                  <a:pt x="988" y="868"/>
                </a:cubicBezTo>
                <a:cubicBezTo>
                  <a:pt x="985" y="868"/>
                  <a:pt x="983" y="868"/>
                  <a:pt x="981" y="868"/>
                </a:cubicBezTo>
                <a:cubicBezTo>
                  <a:pt x="897" y="868"/>
                  <a:pt x="810" y="887"/>
                  <a:pt x="732" y="917"/>
                </a:cubicBezTo>
                <a:cubicBezTo>
                  <a:pt x="360" y="1060"/>
                  <a:pt x="147" y="1435"/>
                  <a:pt x="79" y="1816"/>
                </a:cubicBezTo>
                <a:cubicBezTo>
                  <a:pt x="38" y="2046"/>
                  <a:pt x="37" y="2279"/>
                  <a:pt x="38" y="2512"/>
                </a:cubicBezTo>
                <a:cubicBezTo>
                  <a:pt x="38" y="2767"/>
                  <a:pt x="39" y="3024"/>
                  <a:pt x="40" y="3279"/>
                </a:cubicBezTo>
                <a:cubicBezTo>
                  <a:pt x="42" y="3797"/>
                  <a:pt x="44" y="4315"/>
                  <a:pt x="46" y="4833"/>
                </a:cubicBezTo>
                <a:cubicBezTo>
                  <a:pt x="50" y="5817"/>
                  <a:pt x="54" y="6803"/>
                  <a:pt x="57" y="7787"/>
                </a:cubicBezTo>
                <a:cubicBezTo>
                  <a:pt x="55" y="7786"/>
                  <a:pt x="54" y="7785"/>
                  <a:pt x="52" y="7785"/>
                </a:cubicBezTo>
                <a:cubicBezTo>
                  <a:pt x="0" y="7785"/>
                  <a:pt x="101" y="8649"/>
                  <a:pt x="628" y="8724"/>
                </a:cubicBezTo>
                <a:cubicBezTo>
                  <a:pt x="1441" y="8840"/>
                  <a:pt x="1514" y="10145"/>
                  <a:pt x="2146" y="10693"/>
                </a:cubicBezTo>
                <a:cubicBezTo>
                  <a:pt x="2452" y="10957"/>
                  <a:pt x="2805" y="11167"/>
                  <a:pt x="3199" y="11261"/>
                </a:cubicBezTo>
                <a:cubicBezTo>
                  <a:pt x="3402" y="11310"/>
                  <a:pt x="3609" y="11330"/>
                  <a:pt x="3816" y="11330"/>
                </a:cubicBezTo>
                <a:cubicBezTo>
                  <a:pt x="4077" y="11330"/>
                  <a:pt x="4340" y="11298"/>
                  <a:pt x="4597" y="11251"/>
                </a:cubicBezTo>
                <a:cubicBezTo>
                  <a:pt x="5367" y="11113"/>
                  <a:pt x="6207" y="10865"/>
                  <a:pt x="6645" y="10152"/>
                </a:cubicBezTo>
                <a:cubicBezTo>
                  <a:pt x="6859" y="9801"/>
                  <a:pt x="6970" y="9395"/>
                  <a:pt x="7203" y="9055"/>
                </a:cubicBezTo>
                <a:cubicBezTo>
                  <a:pt x="7421" y="8736"/>
                  <a:pt x="7758" y="8532"/>
                  <a:pt x="8120" y="8419"/>
                </a:cubicBezTo>
                <a:cubicBezTo>
                  <a:pt x="8559" y="8282"/>
                  <a:pt x="9011" y="8265"/>
                  <a:pt x="9465" y="8265"/>
                </a:cubicBezTo>
                <a:cubicBezTo>
                  <a:pt x="9615" y="8265"/>
                  <a:pt x="9765" y="8267"/>
                  <a:pt x="9915" y="8267"/>
                </a:cubicBezTo>
                <a:cubicBezTo>
                  <a:pt x="10115" y="8267"/>
                  <a:pt x="10316" y="8264"/>
                  <a:pt x="10515" y="8248"/>
                </a:cubicBezTo>
                <a:cubicBezTo>
                  <a:pt x="10927" y="8216"/>
                  <a:pt x="11342" y="8132"/>
                  <a:pt x="11707" y="7927"/>
                </a:cubicBezTo>
                <a:cubicBezTo>
                  <a:pt x="12074" y="7718"/>
                  <a:pt x="12352" y="7394"/>
                  <a:pt x="12600" y="7055"/>
                </a:cubicBezTo>
                <a:cubicBezTo>
                  <a:pt x="13089" y="6385"/>
                  <a:pt x="13543" y="5673"/>
                  <a:pt x="14244" y="5207"/>
                </a:cubicBezTo>
                <a:cubicBezTo>
                  <a:pt x="14594" y="4972"/>
                  <a:pt x="14986" y="4825"/>
                  <a:pt x="15405" y="4792"/>
                </a:cubicBezTo>
                <a:cubicBezTo>
                  <a:pt x="15494" y="4785"/>
                  <a:pt x="15582" y="4782"/>
                  <a:pt x="15670" y="4782"/>
                </a:cubicBezTo>
                <a:cubicBezTo>
                  <a:pt x="16070" y="4782"/>
                  <a:pt x="16469" y="4843"/>
                  <a:pt x="16866" y="4877"/>
                </a:cubicBezTo>
                <a:cubicBezTo>
                  <a:pt x="17302" y="4915"/>
                  <a:pt x="17740" y="4933"/>
                  <a:pt x="18178" y="4933"/>
                </a:cubicBezTo>
                <a:cubicBezTo>
                  <a:pt x="18243" y="4933"/>
                  <a:pt x="18309" y="4933"/>
                  <a:pt x="18374" y="4932"/>
                </a:cubicBezTo>
                <a:cubicBezTo>
                  <a:pt x="18585" y="4929"/>
                  <a:pt x="18814" y="4941"/>
                  <a:pt x="19012" y="4857"/>
                </a:cubicBezTo>
                <a:cubicBezTo>
                  <a:pt x="19193" y="4780"/>
                  <a:pt x="19305" y="4623"/>
                  <a:pt x="19390" y="4450"/>
                </a:cubicBezTo>
                <a:cubicBezTo>
                  <a:pt x="19618" y="3989"/>
                  <a:pt x="19825" y="3515"/>
                  <a:pt x="20041" y="3049"/>
                </a:cubicBezTo>
                <a:cubicBezTo>
                  <a:pt x="20147" y="2821"/>
                  <a:pt x="20256" y="2595"/>
                  <a:pt x="20357" y="2365"/>
                </a:cubicBezTo>
                <a:cubicBezTo>
                  <a:pt x="20444" y="2165"/>
                  <a:pt x="20525" y="1951"/>
                  <a:pt x="20518" y="1728"/>
                </a:cubicBezTo>
                <a:cubicBezTo>
                  <a:pt x="20505" y="1297"/>
                  <a:pt x="20161" y="1008"/>
                  <a:pt x="19822" y="810"/>
                </a:cubicBezTo>
                <a:cubicBezTo>
                  <a:pt x="19463" y="601"/>
                  <a:pt x="19065" y="469"/>
                  <a:pt x="18660" y="392"/>
                </a:cubicBezTo>
                <a:cubicBezTo>
                  <a:pt x="17815" y="229"/>
                  <a:pt x="16950" y="272"/>
                  <a:pt x="16095" y="224"/>
                </a:cubicBezTo>
                <a:cubicBezTo>
                  <a:pt x="15084" y="168"/>
                  <a:pt x="14079" y="19"/>
                  <a:pt x="13065" y="2"/>
                </a:cubicBezTo>
                <a:cubicBezTo>
                  <a:pt x="13023" y="1"/>
                  <a:pt x="12981" y="1"/>
                  <a:pt x="12939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57" name="Google Shape;5457;p243"/>
          <p:cNvSpPr/>
          <p:nvPr/>
        </p:nvSpPr>
        <p:spPr>
          <a:xfrm rot="10800000">
            <a:off x="-390198" y="3241570"/>
            <a:ext cx="2066292" cy="2072329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58" name="Google Shape;5458;p243"/>
          <p:cNvSpPr/>
          <p:nvPr/>
        </p:nvSpPr>
        <p:spPr>
          <a:xfrm rot="10800000">
            <a:off x="-258336" y="-384598"/>
            <a:ext cx="3872371" cy="1368261"/>
          </a:xfrm>
          <a:custGeom>
            <a:rect b="b" l="l" r="r" t="t"/>
            <a:pathLst>
              <a:path extrusionOk="0" h="8613" w="24376">
                <a:moveTo>
                  <a:pt x="12572" y="1"/>
                </a:moveTo>
                <a:cubicBezTo>
                  <a:pt x="11930" y="1"/>
                  <a:pt x="11305" y="137"/>
                  <a:pt x="10778" y="460"/>
                </a:cubicBezTo>
                <a:cubicBezTo>
                  <a:pt x="10193" y="818"/>
                  <a:pt x="9818" y="1341"/>
                  <a:pt x="9503" y="1852"/>
                </a:cubicBezTo>
                <a:cubicBezTo>
                  <a:pt x="9167" y="2398"/>
                  <a:pt x="8889" y="2969"/>
                  <a:pt x="8475" y="3485"/>
                </a:cubicBezTo>
                <a:cubicBezTo>
                  <a:pt x="8044" y="4023"/>
                  <a:pt x="7451" y="4445"/>
                  <a:pt x="6633" y="4599"/>
                </a:cubicBezTo>
                <a:cubicBezTo>
                  <a:pt x="6259" y="4669"/>
                  <a:pt x="5879" y="4690"/>
                  <a:pt x="5496" y="4690"/>
                </a:cubicBezTo>
                <a:cubicBezTo>
                  <a:pt x="4945" y="4690"/>
                  <a:pt x="4388" y="4646"/>
                  <a:pt x="3837" y="4646"/>
                </a:cubicBezTo>
                <a:cubicBezTo>
                  <a:pt x="3701" y="4646"/>
                  <a:pt x="3564" y="4649"/>
                  <a:pt x="3429" y="4656"/>
                </a:cubicBezTo>
                <a:cubicBezTo>
                  <a:pt x="2927" y="4680"/>
                  <a:pt x="2424" y="4755"/>
                  <a:pt x="1974" y="4934"/>
                </a:cubicBezTo>
                <a:cubicBezTo>
                  <a:pt x="1568" y="5095"/>
                  <a:pt x="1218" y="5332"/>
                  <a:pt x="943" y="5611"/>
                </a:cubicBezTo>
                <a:cubicBezTo>
                  <a:pt x="425" y="6133"/>
                  <a:pt x="179" y="6806"/>
                  <a:pt x="311" y="7456"/>
                </a:cubicBezTo>
                <a:cubicBezTo>
                  <a:pt x="309" y="7456"/>
                  <a:pt x="307" y="7456"/>
                  <a:pt x="305" y="7456"/>
                </a:cubicBezTo>
                <a:cubicBezTo>
                  <a:pt x="282" y="7456"/>
                  <a:pt x="258" y="7461"/>
                  <a:pt x="234" y="7475"/>
                </a:cubicBezTo>
                <a:cubicBezTo>
                  <a:pt x="83" y="7556"/>
                  <a:pt x="1" y="7677"/>
                  <a:pt x="4" y="7821"/>
                </a:cubicBezTo>
                <a:cubicBezTo>
                  <a:pt x="12" y="8172"/>
                  <a:pt x="404" y="8373"/>
                  <a:pt x="826" y="8396"/>
                </a:cubicBezTo>
                <a:cubicBezTo>
                  <a:pt x="860" y="8398"/>
                  <a:pt x="894" y="8399"/>
                  <a:pt x="929" y="8399"/>
                </a:cubicBezTo>
                <a:cubicBezTo>
                  <a:pt x="1162" y="8399"/>
                  <a:pt x="1397" y="8361"/>
                  <a:pt x="1626" y="8334"/>
                </a:cubicBezTo>
                <a:cubicBezTo>
                  <a:pt x="1931" y="8297"/>
                  <a:pt x="2238" y="8262"/>
                  <a:pt x="2544" y="8230"/>
                </a:cubicBezTo>
                <a:cubicBezTo>
                  <a:pt x="3747" y="8107"/>
                  <a:pt x="4958" y="8023"/>
                  <a:pt x="6170" y="7965"/>
                </a:cubicBezTo>
                <a:cubicBezTo>
                  <a:pt x="8591" y="7850"/>
                  <a:pt x="11019" y="7838"/>
                  <a:pt x="13445" y="7824"/>
                </a:cubicBezTo>
                <a:cubicBezTo>
                  <a:pt x="13813" y="7822"/>
                  <a:pt x="14182" y="7820"/>
                  <a:pt x="14552" y="7820"/>
                </a:cubicBezTo>
                <a:cubicBezTo>
                  <a:pt x="16507" y="7820"/>
                  <a:pt x="18472" y="7870"/>
                  <a:pt x="20390" y="8174"/>
                </a:cubicBezTo>
                <a:cubicBezTo>
                  <a:pt x="20952" y="8264"/>
                  <a:pt x="21511" y="8375"/>
                  <a:pt x="22057" y="8512"/>
                </a:cubicBezTo>
                <a:cubicBezTo>
                  <a:pt x="22240" y="8558"/>
                  <a:pt x="22430" y="8612"/>
                  <a:pt x="22625" y="8612"/>
                </a:cubicBezTo>
                <a:cubicBezTo>
                  <a:pt x="22665" y="8612"/>
                  <a:pt x="22706" y="8610"/>
                  <a:pt x="22747" y="8605"/>
                </a:cubicBezTo>
                <a:cubicBezTo>
                  <a:pt x="22986" y="8575"/>
                  <a:pt x="23126" y="8437"/>
                  <a:pt x="23188" y="8265"/>
                </a:cubicBezTo>
                <a:cubicBezTo>
                  <a:pt x="23342" y="7840"/>
                  <a:pt x="23440" y="7396"/>
                  <a:pt x="23556" y="6963"/>
                </a:cubicBezTo>
                <a:cubicBezTo>
                  <a:pt x="23675" y="6520"/>
                  <a:pt x="23785" y="6077"/>
                  <a:pt x="23879" y="5631"/>
                </a:cubicBezTo>
                <a:cubicBezTo>
                  <a:pt x="24251" y="3879"/>
                  <a:pt x="24375" y="2063"/>
                  <a:pt x="23717" y="343"/>
                </a:cubicBezTo>
                <a:cubicBezTo>
                  <a:pt x="23697" y="293"/>
                  <a:pt x="23642" y="267"/>
                  <a:pt x="23586" y="267"/>
                </a:cubicBezTo>
                <a:cubicBezTo>
                  <a:pt x="23541" y="267"/>
                  <a:pt x="23495" y="284"/>
                  <a:pt x="23467" y="317"/>
                </a:cubicBezTo>
                <a:cubicBezTo>
                  <a:pt x="23327" y="480"/>
                  <a:pt x="23169" y="631"/>
                  <a:pt x="22991" y="769"/>
                </a:cubicBezTo>
                <a:cubicBezTo>
                  <a:pt x="22274" y="1328"/>
                  <a:pt x="21289" y="1670"/>
                  <a:pt x="20281" y="1764"/>
                </a:cubicBezTo>
                <a:cubicBezTo>
                  <a:pt x="20062" y="1784"/>
                  <a:pt x="19841" y="1794"/>
                  <a:pt x="19620" y="1794"/>
                </a:cubicBezTo>
                <a:cubicBezTo>
                  <a:pt x="18644" y="1794"/>
                  <a:pt x="17671" y="1601"/>
                  <a:pt x="16789" y="1286"/>
                </a:cubicBezTo>
                <a:cubicBezTo>
                  <a:pt x="15722" y="905"/>
                  <a:pt x="14754" y="349"/>
                  <a:pt x="13607" y="110"/>
                </a:cubicBezTo>
                <a:cubicBezTo>
                  <a:pt x="13266" y="40"/>
                  <a:pt x="12917" y="1"/>
                  <a:pt x="12572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59" name="Google Shape;5459;p243"/>
          <p:cNvSpPr txBox="1"/>
          <p:nvPr>
            <p:ph type="title"/>
          </p:nvPr>
        </p:nvSpPr>
        <p:spPr>
          <a:xfrm>
            <a:off x="2820300" y="759404"/>
            <a:ext cx="35037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460" name="Google Shape;5460;p243"/>
          <p:cNvSpPr txBox="1"/>
          <p:nvPr>
            <p:ph idx="2" type="title"/>
          </p:nvPr>
        </p:nvSpPr>
        <p:spPr>
          <a:xfrm>
            <a:off x="1611274" y="1803075"/>
            <a:ext cx="21888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800"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461" name="Google Shape;5461;p243"/>
          <p:cNvSpPr txBox="1"/>
          <p:nvPr>
            <p:ph idx="1" type="subTitle"/>
          </p:nvPr>
        </p:nvSpPr>
        <p:spPr>
          <a:xfrm>
            <a:off x="1272075" y="2274175"/>
            <a:ext cx="2867100" cy="70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462" name="Google Shape;5462;p243"/>
          <p:cNvSpPr txBox="1"/>
          <p:nvPr>
            <p:ph idx="3" type="title"/>
          </p:nvPr>
        </p:nvSpPr>
        <p:spPr>
          <a:xfrm>
            <a:off x="5345648" y="1803075"/>
            <a:ext cx="21855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800"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463" name="Google Shape;5463;p243"/>
          <p:cNvSpPr txBox="1"/>
          <p:nvPr>
            <p:ph idx="4" type="subTitle"/>
          </p:nvPr>
        </p:nvSpPr>
        <p:spPr>
          <a:xfrm>
            <a:off x="5004852" y="2274175"/>
            <a:ext cx="2867100" cy="70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464" name="Google Shape;5464;p243"/>
          <p:cNvSpPr txBox="1"/>
          <p:nvPr>
            <p:ph idx="5" type="title"/>
          </p:nvPr>
        </p:nvSpPr>
        <p:spPr>
          <a:xfrm>
            <a:off x="1611274" y="3247725"/>
            <a:ext cx="21888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800"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465" name="Google Shape;5465;p243"/>
          <p:cNvSpPr txBox="1"/>
          <p:nvPr>
            <p:ph idx="6" type="subTitle"/>
          </p:nvPr>
        </p:nvSpPr>
        <p:spPr>
          <a:xfrm>
            <a:off x="1272069" y="3714976"/>
            <a:ext cx="2867100" cy="713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466" name="Google Shape;5466;p243"/>
          <p:cNvSpPr txBox="1"/>
          <p:nvPr>
            <p:ph idx="7" type="title"/>
          </p:nvPr>
        </p:nvSpPr>
        <p:spPr>
          <a:xfrm>
            <a:off x="5345648" y="3247725"/>
            <a:ext cx="21855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800"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467" name="Google Shape;5467;p243"/>
          <p:cNvSpPr txBox="1"/>
          <p:nvPr>
            <p:ph idx="8" type="subTitle"/>
          </p:nvPr>
        </p:nvSpPr>
        <p:spPr>
          <a:xfrm>
            <a:off x="5004848" y="3714976"/>
            <a:ext cx="2867100" cy="713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grpSp>
        <p:nvGrpSpPr>
          <p:cNvPr id="5468" name="Google Shape;5468;p243"/>
          <p:cNvGrpSpPr/>
          <p:nvPr/>
        </p:nvGrpSpPr>
        <p:grpSpPr>
          <a:xfrm rot="9300375">
            <a:off x="1127031" y="4402137"/>
            <a:ext cx="226551" cy="205211"/>
            <a:chOff x="1640475" y="1197075"/>
            <a:chExt cx="55475" cy="50250"/>
          </a:xfrm>
        </p:grpSpPr>
        <p:sp>
          <p:nvSpPr>
            <p:cNvPr id="5469" name="Google Shape;5469;p24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24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24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72" name="Google Shape;5472;p243"/>
          <p:cNvSpPr/>
          <p:nvPr/>
        </p:nvSpPr>
        <p:spPr>
          <a:xfrm flipH="1" rot="-510326">
            <a:off x="375317" y="272405"/>
            <a:ext cx="574893" cy="13467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73" name="Google Shape;5473;p243"/>
          <p:cNvSpPr/>
          <p:nvPr/>
        </p:nvSpPr>
        <p:spPr>
          <a:xfrm flipH="1" rot="-9899901">
            <a:off x="4951535" y="4570194"/>
            <a:ext cx="545173" cy="12772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74" name="Google Shape;5474;p243"/>
          <p:cNvGrpSpPr/>
          <p:nvPr/>
        </p:nvGrpSpPr>
        <p:grpSpPr>
          <a:xfrm rot="2217042">
            <a:off x="7251693" y="4647997"/>
            <a:ext cx="365864" cy="331431"/>
            <a:chOff x="1640475" y="1197075"/>
            <a:chExt cx="55475" cy="50250"/>
          </a:xfrm>
        </p:grpSpPr>
        <p:sp>
          <p:nvSpPr>
            <p:cNvPr id="5475" name="Google Shape;5475;p24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24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24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8" name="Google Shape;5478;p243"/>
          <p:cNvGrpSpPr/>
          <p:nvPr/>
        </p:nvGrpSpPr>
        <p:grpSpPr>
          <a:xfrm rot="-7117196">
            <a:off x="7733082" y="352399"/>
            <a:ext cx="324154" cy="293632"/>
            <a:chOff x="1640475" y="1197075"/>
            <a:chExt cx="55475" cy="50250"/>
          </a:xfrm>
        </p:grpSpPr>
        <p:sp>
          <p:nvSpPr>
            <p:cNvPr id="5479" name="Google Shape;5479;p24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24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24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2" name="Google Shape;5482;p243"/>
          <p:cNvGrpSpPr/>
          <p:nvPr/>
        </p:nvGrpSpPr>
        <p:grpSpPr>
          <a:xfrm rot="-7256213">
            <a:off x="430054" y="976951"/>
            <a:ext cx="225183" cy="266962"/>
            <a:chOff x="1640475" y="1197075"/>
            <a:chExt cx="55475" cy="50250"/>
          </a:xfrm>
        </p:grpSpPr>
        <p:sp>
          <p:nvSpPr>
            <p:cNvPr id="5483" name="Google Shape;5483;p24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24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24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86" name="Google Shape;5486;p243"/>
          <p:cNvSpPr/>
          <p:nvPr/>
        </p:nvSpPr>
        <p:spPr>
          <a:xfrm rot="-5211900">
            <a:off x="-17670" y="2640499"/>
            <a:ext cx="988852" cy="900801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1">
  <p:cSld name="TITLE_ONLY_1_1">
    <p:spTree>
      <p:nvGrpSpPr>
        <p:cNvPr id="5487" name="Shape 5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88" name="Google Shape;5488;p244"/>
          <p:cNvSpPr/>
          <p:nvPr/>
        </p:nvSpPr>
        <p:spPr>
          <a:xfrm rot="10800000">
            <a:off x="-200914" y="-108731"/>
            <a:ext cx="3607613" cy="1169626"/>
          </a:xfrm>
          <a:custGeom>
            <a:rect b="b" l="l" r="r" t="t"/>
            <a:pathLst>
              <a:path extrusionOk="0" h="7088" w="21862">
                <a:moveTo>
                  <a:pt x="20392" y="0"/>
                </a:moveTo>
                <a:cubicBezTo>
                  <a:pt x="19697" y="0"/>
                  <a:pt x="19010" y="139"/>
                  <a:pt x="18446" y="437"/>
                </a:cubicBezTo>
                <a:cubicBezTo>
                  <a:pt x="17368" y="1003"/>
                  <a:pt x="16913" y="1997"/>
                  <a:pt x="16387" y="2893"/>
                </a:cubicBezTo>
                <a:cubicBezTo>
                  <a:pt x="15861" y="3789"/>
                  <a:pt x="15050" y="4733"/>
                  <a:pt x="13753" y="4924"/>
                </a:cubicBezTo>
                <a:cubicBezTo>
                  <a:pt x="13587" y="4948"/>
                  <a:pt x="13420" y="4959"/>
                  <a:pt x="13253" y="4959"/>
                </a:cubicBezTo>
                <a:cubicBezTo>
                  <a:pt x="12545" y="4959"/>
                  <a:pt x="11838" y="4765"/>
                  <a:pt x="11156" y="4596"/>
                </a:cubicBezTo>
                <a:cubicBezTo>
                  <a:pt x="10391" y="4408"/>
                  <a:pt x="9551" y="4258"/>
                  <a:pt x="8748" y="4258"/>
                </a:cubicBezTo>
                <a:cubicBezTo>
                  <a:pt x="8042" y="4258"/>
                  <a:pt x="7365" y="4373"/>
                  <a:pt x="6793" y="4680"/>
                </a:cubicBezTo>
                <a:cubicBezTo>
                  <a:pt x="5978" y="5117"/>
                  <a:pt x="5461" y="5904"/>
                  <a:pt x="4593" y="6207"/>
                </a:cubicBezTo>
                <a:cubicBezTo>
                  <a:pt x="4569" y="6215"/>
                  <a:pt x="4545" y="6224"/>
                  <a:pt x="4519" y="6231"/>
                </a:cubicBezTo>
                <a:cubicBezTo>
                  <a:pt x="4407" y="6267"/>
                  <a:pt x="4286" y="6293"/>
                  <a:pt x="4160" y="6310"/>
                </a:cubicBezTo>
                <a:cubicBezTo>
                  <a:pt x="4052" y="6325"/>
                  <a:pt x="3944" y="6331"/>
                  <a:pt x="3836" y="6331"/>
                </a:cubicBezTo>
                <a:cubicBezTo>
                  <a:pt x="3306" y="6331"/>
                  <a:pt x="2774" y="6185"/>
                  <a:pt x="2236" y="6169"/>
                </a:cubicBezTo>
                <a:cubicBezTo>
                  <a:pt x="2205" y="6168"/>
                  <a:pt x="2173" y="6167"/>
                  <a:pt x="2142" y="6167"/>
                </a:cubicBezTo>
                <a:cubicBezTo>
                  <a:pt x="1432" y="6167"/>
                  <a:pt x="726" y="6406"/>
                  <a:pt x="265" y="6805"/>
                </a:cubicBezTo>
                <a:cubicBezTo>
                  <a:pt x="165" y="6893"/>
                  <a:pt x="77" y="6988"/>
                  <a:pt x="1" y="7088"/>
                </a:cubicBezTo>
                <a:lnTo>
                  <a:pt x="21862" y="7088"/>
                </a:lnTo>
                <a:lnTo>
                  <a:pt x="21862" y="210"/>
                </a:lnTo>
                <a:cubicBezTo>
                  <a:pt x="21397" y="73"/>
                  <a:pt x="20892" y="0"/>
                  <a:pt x="20392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89" name="Google Shape;5489;p244"/>
          <p:cNvSpPr/>
          <p:nvPr/>
        </p:nvSpPr>
        <p:spPr>
          <a:xfrm rot="10800000">
            <a:off x="7148674" y="4300550"/>
            <a:ext cx="2170805" cy="1065337"/>
          </a:xfrm>
          <a:custGeom>
            <a:rect b="b" l="l" r="r" t="t"/>
            <a:pathLst>
              <a:path extrusionOk="0" h="6456" w="13155">
                <a:moveTo>
                  <a:pt x="1821" y="0"/>
                </a:moveTo>
                <a:lnTo>
                  <a:pt x="1821" y="3"/>
                </a:lnTo>
                <a:lnTo>
                  <a:pt x="0" y="4"/>
                </a:lnTo>
                <a:lnTo>
                  <a:pt x="0" y="222"/>
                </a:lnTo>
                <a:lnTo>
                  <a:pt x="0" y="1236"/>
                </a:lnTo>
                <a:lnTo>
                  <a:pt x="0" y="2358"/>
                </a:lnTo>
                <a:lnTo>
                  <a:pt x="1" y="3370"/>
                </a:lnTo>
                <a:lnTo>
                  <a:pt x="1" y="4493"/>
                </a:lnTo>
                <a:lnTo>
                  <a:pt x="1" y="5504"/>
                </a:lnTo>
                <a:lnTo>
                  <a:pt x="1" y="6178"/>
                </a:lnTo>
                <a:cubicBezTo>
                  <a:pt x="369" y="6349"/>
                  <a:pt x="770" y="6456"/>
                  <a:pt x="1177" y="6456"/>
                </a:cubicBezTo>
                <a:cubicBezTo>
                  <a:pt x="1363" y="6456"/>
                  <a:pt x="1550" y="6434"/>
                  <a:pt x="1736" y="6385"/>
                </a:cubicBezTo>
                <a:cubicBezTo>
                  <a:pt x="1764" y="6378"/>
                  <a:pt x="1794" y="6370"/>
                  <a:pt x="1822" y="6361"/>
                </a:cubicBezTo>
                <a:cubicBezTo>
                  <a:pt x="1843" y="6355"/>
                  <a:pt x="1862" y="6348"/>
                  <a:pt x="1882" y="6342"/>
                </a:cubicBezTo>
                <a:cubicBezTo>
                  <a:pt x="2342" y="6188"/>
                  <a:pt x="2719" y="5901"/>
                  <a:pt x="3050" y="5558"/>
                </a:cubicBezTo>
                <a:cubicBezTo>
                  <a:pt x="3068" y="5540"/>
                  <a:pt x="3085" y="5522"/>
                  <a:pt x="3102" y="5503"/>
                </a:cubicBezTo>
                <a:cubicBezTo>
                  <a:pt x="3398" y="5189"/>
                  <a:pt x="3657" y="4831"/>
                  <a:pt x="3908" y="4490"/>
                </a:cubicBezTo>
                <a:cubicBezTo>
                  <a:pt x="3908" y="4490"/>
                  <a:pt x="3909" y="4490"/>
                  <a:pt x="3909" y="4489"/>
                </a:cubicBezTo>
                <a:cubicBezTo>
                  <a:pt x="3923" y="4471"/>
                  <a:pt x="3936" y="4455"/>
                  <a:pt x="3949" y="4436"/>
                </a:cubicBezTo>
                <a:cubicBezTo>
                  <a:pt x="4217" y="4078"/>
                  <a:pt x="4522" y="3714"/>
                  <a:pt x="4875" y="3424"/>
                </a:cubicBezTo>
                <a:cubicBezTo>
                  <a:pt x="4897" y="3405"/>
                  <a:pt x="4919" y="3387"/>
                  <a:pt x="4942" y="3369"/>
                </a:cubicBezTo>
                <a:cubicBezTo>
                  <a:pt x="5319" y="3071"/>
                  <a:pt x="5750" y="2859"/>
                  <a:pt x="6248" y="2826"/>
                </a:cubicBezTo>
                <a:cubicBezTo>
                  <a:pt x="6296" y="2822"/>
                  <a:pt x="6344" y="2821"/>
                  <a:pt x="6391" y="2821"/>
                </a:cubicBezTo>
                <a:cubicBezTo>
                  <a:pt x="7025" y="2821"/>
                  <a:pt x="7616" y="3105"/>
                  <a:pt x="8200" y="3368"/>
                </a:cubicBezTo>
                <a:cubicBezTo>
                  <a:pt x="8240" y="3387"/>
                  <a:pt x="8281" y="3405"/>
                  <a:pt x="8323" y="3423"/>
                </a:cubicBezTo>
                <a:cubicBezTo>
                  <a:pt x="8382" y="3449"/>
                  <a:pt x="8442" y="3475"/>
                  <a:pt x="8501" y="3501"/>
                </a:cubicBezTo>
                <a:cubicBezTo>
                  <a:pt x="9052" y="3734"/>
                  <a:pt x="9659" y="3908"/>
                  <a:pt x="10259" y="3908"/>
                </a:cubicBezTo>
                <a:cubicBezTo>
                  <a:pt x="10487" y="3908"/>
                  <a:pt x="10715" y="3882"/>
                  <a:pt x="10937" y="3826"/>
                </a:cubicBezTo>
                <a:cubicBezTo>
                  <a:pt x="11253" y="3746"/>
                  <a:pt x="11547" y="3604"/>
                  <a:pt x="11810" y="3423"/>
                </a:cubicBezTo>
                <a:cubicBezTo>
                  <a:pt x="11835" y="3405"/>
                  <a:pt x="11861" y="3387"/>
                  <a:pt x="11886" y="3368"/>
                </a:cubicBezTo>
                <a:cubicBezTo>
                  <a:pt x="11986" y="3295"/>
                  <a:pt x="12081" y="3217"/>
                  <a:pt x="12169" y="3134"/>
                </a:cubicBezTo>
                <a:cubicBezTo>
                  <a:pt x="12416" y="2906"/>
                  <a:pt x="12624" y="2641"/>
                  <a:pt x="12783" y="2355"/>
                </a:cubicBezTo>
                <a:cubicBezTo>
                  <a:pt x="12794" y="2337"/>
                  <a:pt x="12805" y="2319"/>
                  <a:pt x="12814" y="2300"/>
                </a:cubicBezTo>
                <a:cubicBezTo>
                  <a:pt x="12983" y="1983"/>
                  <a:pt x="13095" y="1639"/>
                  <a:pt x="13135" y="1287"/>
                </a:cubicBezTo>
                <a:cubicBezTo>
                  <a:pt x="13137" y="1269"/>
                  <a:pt x="13139" y="1251"/>
                  <a:pt x="13141" y="1232"/>
                </a:cubicBezTo>
                <a:cubicBezTo>
                  <a:pt x="13152" y="1109"/>
                  <a:pt x="13155" y="984"/>
                  <a:pt x="13149" y="860"/>
                </a:cubicBezTo>
                <a:cubicBezTo>
                  <a:pt x="13137" y="644"/>
                  <a:pt x="13096" y="428"/>
                  <a:pt x="13028" y="222"/>
                </a:cubicBezTo>
                <a:cubicBezTo>
                  <a:pt x="13023" y="204"/>
                  <a:pt x="13017" y="185"/>
                  <a:pt x="13010" y="167"/>
                </a:cubicBezTo>
                <a:cubicBezTo>
                  <a:pt x="12991" y="111"/>
                  <a:pt x="12969" y="56"/>
                  <a:pt x="12946" y="1"/>
                </a:cubicBezTo>
                <a:lnTo>
                  <a:pt x="1880" y="3"/>
                </a:lnTo>
                <a:lnTo>
                  <a:pt x="1880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90" name="Google Shape;5490;p244"/>
          <p:cNvSpPr/>
          <p:nvPr/>
        </p:nvSpPr>
        <p:spPr>
          <a:xfrm rot="10800000">
            <a:off x="-454045" y="3925144"/>
            <a:ext cx="4760920" cy="1605431"/>
          </a:xfrm>
          <a:custGeom>
            <a:rect b="b" l="l" r="r" t="t"/>
            <a:pathLst>
              <a:path extrusionOk="0" h="9729" w="28851">
                <a:moveTo>
                  <a:pt x="943" y="0"/>
                </a:moveTo>
                <a:cubicBezTo>
                  <a:pt x="631" y="0"/>
                  <a:pt x="337" y="87"/>
                  <a:pt x="179" y="380"/>
                </a:cubicBezTo>
                <a:cubicBezTo>
                  <a:pt x="1" y="711"/>
                  <a:pt x="78" y="1189"/>
                  <a:pt x="451" y="1303"/>
                </a:cubicBezTo>
                <a:cubicBezTo>
                  <a:pt x="355" y="2313"/>
                  <a:pt x="452" y="3522"/>
                  <a:pt x="1499" y="3989"/>
                </a:cubicBezTo>
                <a:cubicBezTo>
                  <a:pt x="1785" y="4117"/>
                  <a:pt x="2088" y="4165"/>
                  <a:pt x="2396" y="4165"/>
                </a:cubicBezTo>
                <a:cubicBezTo>
                  <a:pt x="3000" y="4165"/>
                  <a:pt x="3625" y="3981"/>
                  <a:pt x="4188" y="3848"/>
                </a:cubicBezTo>
                <a:cubicBezTo>
                  <a:pt x="4624" y="3745"/>
                  <a:pt x="5112" y="3633"/>
                  <a:pt x="5582" y="3633"/>
                </a:cubicBezTo>
                <a:cubicBezTo>
                  <a:pt x="6044" y="3633"/>
                  <a:pt x="6489" y="3741"/>
                  <a:pt x="6852" y="4069"/>
                </a:cubicBezTo>
                <a:cubicBezTo>
                  <a:pt x="7560" y="4711"/>
                  <a:pt x="7722" y="5737"/>
                  <a:pt x="8257" y="6500"/>
                </a:cubicBezTo>
                <a:cubicBezTo>
                  <a:pt x="8521" y="6876"/>
                  <a:pt x="8874" y="7178"/>
                  <a:pt x="9322" y="7300"/>
                </a:cubicBezTo>
                <a:cubicBezTo>
                  <a:pt x="9482" y="7344"/>
                  <a:pt x="9645" y="7363"/>
                  <a:pt x="9808" y="7363"/>
                </a:cubicBezTo>
                <a:cubicBezTo>
                  <a:pt x="10078" y="7363"/>
                  <a:pt x="10348" y="7310"/>
                  <a:pt x="10606" y="7231"/>
                </a:cubicBezTo>
                <a:cubicBezTo>
                  <a:pt x="11498" y="6959"/>
                  <a:pt x="12280" y="6380"/>
                  <a:pt x="13194" y="6184"/>
                </a:cubicBezTo>
                <a:cubicBezTo>
                  <a:pt x="13322" y="6156"/>
                  <a:pt x="13450" y="6141"/>
                  <a:pt x="13577" y="6141"/>
                </a:cubicBezTo>
                <a:cubicBezTo>
                  <a:pt x="13849" y="6141"/>
                  <a:pt x="14113" y="6211"/>
                  <a:pt x="14347" y="6376"/>
                </a:cubicBezTo>
                <a:cubicBezTo>
                  <a:pt x="14724" y="6643"/>
                  <a:pt x="14907" y="7097"/>
                  <a:pt x="15047" y="7521"/>
                </a:cubicBezTo>
                <a:cubicBezTo>
                  <a:pt x="15341" y="8400"/>
                  <a:pt x="15592" y="9554"/>
                  <a:pt x="16688" y="9709"/>
                </a:cubicBezTo>
                <a:cubicBezTo>
                  <a:pt x="16781" y="9722"/>
                  <a:pt x="16872" y="9728"/>
                  <a:pt x="16961" y="9728"/>
                </a:cubicBezTo>
                <a:cubicBezTo>
                  <a:pt x="18160" y="9728"/>
                  <a:pt x="18967" y="8588"/>
                  <a:pt x="19887" y="7966"/>
                </a:cubicBezTo>
                <a:cubicBezTo>
                  <a:pt x="20301" y="7685"/>
                  <a:pt x="20755" y="7537"/>
                  <a:pt x="21232" y="7537"/>
                </a:cubicBezTo>
                <a:cubicBezTo>
                  <a:pt x="21401" y="7537"/>
                  <a:pt x="21572" y="7556"/>
                  <a:pt x="21746" y="7593"/>
                </a:cubicBezTo>
                <a:cubicBezTo>
                  <a:pt x="22408" y="7736"/>
                  <a:pt x="23015" y="8087"/>
                  <a:pt x="23550" y="8494"/>
                </a:cubicBezTo>
                <a:cubicBezTo>
                  <a:pt x="24053" y="8876"/>
                  <a:pt x="24539" y="9361"/>
                  <a:pt x="25189" y="9466"/>
                </a:cubicBezTo>
                <a:cubicBezTo>
                  <a:pt x="25284" y="9481"/>
                  <a:pt x="25378" y="9489"/>
                  <a:pt x="25473" y="9489"/>
                </a:cubicBezTo>
                <a:cubicBezTo>
                  <a:pt x="26024" y="9489"/>
                  <a:pt x="26554" y="9240"/>
                  <a:pt x="26991" y="8910"/>
                </a:cubicBezTo>
                <a:cubicBezTo>
                  <a:pt x="27838" y="8271"/>
                  <a:pt x="28376" y="7319"/>
                  <a:pt x="28611" y="6292"/>
                </a:cubicBezTo>
                <a:cubicBezTo>
                  <a:pt x="28851" y="5239"/>
                  <a:pt x="28800" y="4124"/>
                  <a:pt x="28525" y="3084"/>
                </a:cubicBezTo>
                <a:cubicBezTo>
                  <a:pt x="28226" y="1958"/>
                  <a:pt x="27654" y="694"/>
                  <a:pt x="26488" y="261"/>
                </a:cubicBezTo>
                <a:cubicBezTo>
                  <a:pt x="26074" y="106"/>
                  <a:pt x="25631" y="64"/>
                  <a:pt x="25188" y="64"/>
                </a:cubicBezTo>
                <a:cubicBezTo>
                  <a:pt x="24971" y="64"/>
                  <a:pt x="24753" y="74"/>
                  <a:pt x="24540" y="86"/>
                </a:cubicBezTo>
                <a:cubicBezTo>
                  <a:pt x="23776" y="131"/>
                  <a:pt x="23013" y="188"/>
                  <a:pt x="22250" y="248"/>
                </a:cubicBezTo>
                <a:cubicBezTo>
                  <a:pt x="20720" y="367"/>
                  <a:pt x="19190" y="503"/>
                  <a:pt x="17661" y="628"/>
                </a:cubicBezTo>
                <a:cubicBezTo>
                  <a:pt x="15187" y="828"/>
                  <a:pt x="12704" y="996"/>
                  <a:pt x="10221" y="996"/>
                </a:cubicBezTo>
                <a:cubicBezTo>
                  <a:pt x="9649" y="996"/>
                  <a:pt x="9077" y="987"/>
                  <a:pt x="8505" y="967"/>
                </a:cubicBezTo>
                <a:cubicBezTo>
                  <a:pt x="6985" y="916"/>
                  <a:pt x="5467" y="790"/>
                  <a:pt x="3966" y="555"/>
                </a:cubicBezTo>
                <a:cubicBezTo>
                  <a:pt x="3209" y="436"/>
                  <a:pt x="2459" y="290"/>
                  <a:pt x="1714" y="116"/>
                </a:cubicBezTo>
                <a:cubicBezTo>
                  <a:pt x="1493" y="64"/>
                  <a:pt x="1211" y="0"/>
                  <a:pt x="94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91" name="Google Shape;5491;p244"/>
          <p:cNvSpPr/>
          <p:nvPr/>
        </p:nvSpPr>
        <p:spPr>
          <a:xfrm rot="10800000">
            <a:off x="7318149" y="-387074"/>
            <a:ext cx="2415526" cy="3446503"/>
          </a:xfrm>
          <a:custGeom>
            <a:rect b="b" l="l" r="r" t="t"/>
            <a:pathLst>
              <a:path extrusionOk="0" h="20886" w="14638">
                <a:moveTo>
                  <a:pt x="3191" y="1"/>
                </a:moveTo>
                <a:cubicBezTo>
                  <a:pt x="2885" y="1"/>
                  <a:pt x="2576" y="81"/>
                  <a:pt x="2295" y="191"/>
                </a:cubicBezTo>
                <a:cubicBezTo>
                  <a:pt x="1899" y="349"/>
                  <a:pt x="1532" y="564"/>
                  <a:pt x="1185" y="809"/>
                </a:cubicBezTo>
                <a:cubicBezTo>
                  <a:pt x="1218" y="721"/>
                  <a:pt x="1252" y="633"/>
                  <a:pt x="1287" y="547"/>
                </a:cubicBezTo>
                <a:cubicBezTo>
                  <a:pt x="1332" y="438"/>
                  <a:pt x="1242" y="367"/>
                  <a:pt x="1149" y="367"/>
                </a:cubicBezTo>
                <a:cubicBezTo>
                  <a:pt x="1089" y="367"/>
                  <a:pt x="1027" y="397"/>
                  <a:pt x="998" y="467"/>
                </a:cubicBezTo>
                <a:cubicBezTo>
                  <a:pt x="147" y="2564"/>
                  <a:pt x="0" y="4857"/>
                  <a:pt x="71" y="7096"/>
                </a:cubicBezTo>
                <a:cubicBezTo>
                  <a:pt x="107" y="8264"/>
                  <a:pt x="200" y="9428"/>
                  <a:pt x="285" y="10592"/>
                </a:cubicBezTo>
                <a:cubicBezTo>
                  <a:pt x="378" y="11838"/>
                  <a:pt x="471" y="13083"/>
                  <a:pt x="565" y="14328"/>
                </a:cubicBezTo>
                <a:cubicBezTo>
                  <a:pt x="660" y="15573"/>
                  <a:pt x="755" y="16818"/>
                  <a:pt x="852" y="18063"/>
                </a:cubicBezTo>
                <a:cubicBezTo>
                  <a:pt x="895" y="18617"/>
                  <a:pt x="909" y="19183"/>
                  <a:pt x="997" y="19731"/>
                </a:cubicBezTo>
                <a:cubicBezTo>
                  <a:pt x="1063" y="20137"/>
                  <a:pt x="1227" y="20580"/>
                  <a:pt x="1623" y="20768"/>
                </a:cubicBezTo>
                <a:cubicBezTo>
                  <a:pt x="1853" y="20878"/>
                  <a:pt x="2108" y="20885"/>
                  <a:pt x="2359" y="20885"/>
                </a:cubicBezTo>
                <a:cubicBezTo>
                  <a:pt x="2678" y="20885"/>
                  <a:pt x="2997" y="20884"/>
                  <a:pt x="3315" y="20883"/>
                </a:cubicBezTo>
                <a:cubicBezTo>
                  <a:pt x="3934" y="20882"/>
                  <a:pt x="4551" y="20881"/>
                  <a:pt x="5168" y="20880"/>
                </a:cubicBezTo>
                <a:cubicBezTo>
                  <a:pt x="6413" y="20878"/>
                  <a:pt x="7658" y="20875"/>
                  <a:pt x="8904" y="20873"/>
                </a:cubicBezTo>
                <a:cubicBezTo>
                  <a:pt x="8946" y="20873"/>
                  <a:pt x="8987" y="20873"/>
                  <a:pt x="9029" y="20873"/>
                </a:cubicBezTo>
                <a:cubicBezTo>
                  <a:pt x="9733" y="20873"/>
                  <a:pt x="10440" y="20882"/>
                  <a:pt x="11147" y="20882"/>
                </a:cubicBezTo>
                <a:cubicBezTo>
                  <a:pt x="11621" y="20882"/>
                  <a:pt x="12096" y="20878"/>
                  <a:pt x="12569" y="20863"/>
                </a:cubicBezTo>
                <a:cubicBezTo>
                  <a:pt x="13054" y="20848"/>
                  <a:pt x="13560" y="20768"/>
                  <a:pt x="13928" y="20425"/>
                </a:cubicBezTo>
                <a:cubicBezTo>
                  <a:pt x="14266" y="20112"/>
                  <a:pt x="14409" y="19650"/>
                  <a:pt x="14479" y="19208"/>
                </a:cubicBezTo>
                <a:cubicBezTo>
                  <a:pt x="14615" y="18346"/>
                  <a:pt x="14637" y="17435"/>
                  <a:pt x="14556" y="16567"/>
                </a:cubicBezTo>
                <a:cubicBezTo>
                  <a:pt x="14480" y="15744"/>
                  <a:pt x="14290" y="14898"/>
                  <a:pt x="13827" y="14200"/>
                </a:cubicBezTo>
                <a:cubicBezTo>
                  <a:pt x="13606" y="13867"/>
                  <a:pt x="13329" y="13578"/>
                  <a:pt x="13000" y="13350"/>
                </a:cubicBezTo>
                <a:cubicBezTo>
                  <a:pt x="12618" y="13086"/>
                  <a:pt x="12175" y="12928"/>
                  <a:pt x="11727" y="12811"/>
                </a:cubicBezTo>
                <a:cubicBezTo>
                  <a:pt x="10841" y="12580"/>
                  <a:pt x="9808" y="12500"/>
                  <a:pt x="9119" y="11827"/>
                </a:cubicBezTo>
                <a:cubicBezTo>
                  <a:pt x="8381" y="11106"/>
                  <a:pt x="8246" y="10000"/>
                  <a:pt x="8306" y="9020"/>
                </a:cubicBezTo>
                <a:cubicBezTo>
                  <a:pt x="8344" y="8404"/>
                  <a:pt x="8449" y="7795"/>
                  <a:pt x="8518" y="7181"/>
                </a:cubicBezTo>
                <a:cubicBezTo>
                  <a:pt x="8574" y="6676"/>
                  <a:pt x="8621" y="6136"/>
                  <a:pt x="8417" y="5654"/>
                </a:cubicBezTo>
                <a:cubicBezTo>
                  <a:pt x="7771" y="4140"/>
                  <a:pt x="5341" y="4868"/>
                  <a:pt x="4856" y="3246"/>
                </a:cubicBezTo>
                <a:cubicBezTo>
                  <a:pt x="4619" y="2457"/>
                  <a:pt x="4843" y="1582"/>
                  <a:pt x="4492" y="818"/>
                </a:cubicBezTo>
                <a:cubicBezTo>
                  <a:pt x="4321" y="450"/>
                  <a:pt x="3993" y="161"/>
                  <a:pt x="3598" y="53"/>
                </a:cubicBezTo>
                <a:cubicBezTo>
                  <a:pt x="3465" y="17"/>
                  <a:pt x="3328" y="1"/>
                  <a:pt x="3191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92" name="Google Shape;5492;p244"/>
          <p:cNvSpPr txBox="1"/>
          <p:nvPr>
            <p:ph type="title"/>
          </p:nvPr>
        </p:nvSpPr>
        <p:spPr>
          <a:xfrm>
            <a:off x="3360175" y="758950"/>
            <a:ext cx="25290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493" name="Google Shape;5493;p244"/>
          <p:cNvSpPr txBox="1"/>
          <p:nvPr>
            <p:ph idx="2" type="title"/>
          </p:nvPr>
        </p:nvSpPr>
        <p:spPr>
          <a:xfrm>
            <a:off x="713225" y="3359950"/>
            <a:ext cx="18711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494" name="Google Shape;5494;p244"/>
          <p:cNvSpPr txBox="1"/>
          <p:nvPr>
            <p:ph idx="1" type="subTitle"/>
          </p:nvPr>
        </p:nvSpPr>
        <p:spPr>
          <a:xfrm>
            <a:off x="713225" y="3815000"/>
            <a:ext cx="18711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495" name="Google Shape;5495;p244"/>
          <p:cNvSpPr txBox="1"/>
          <p:nvPr>
            <p:ph idx="3" type="title"/>
          </p:nvPr>
        </p:nvSpPr>
        <p:spPr>
          <a:xfrm>
            <a:off x="2665080" y="3359950"/>
            <a:ext cx="18711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496" name="Google Shape;5496;p244"/>
          <p:cNvSpPr txBox="1"/>
          <p:nvPr>
            <p:ph idx="4" type="subTitle"/>
          </p:nvPr>
        </p:nvSpPr>
        <p:spPr>
          <a:xfrm>
            <a:off x="2717775" y="3815000"/>
            <a:ext cx="18711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497" name="Google Shape;5497;p244"/>
          <p:cNvSpPr txBox="1"/>
          <p:nvPr>
            <p:ph idx="5" type="title"/>
          </p:nvPr>
        </p:nvSpPr>
        <p:spPr>
          <a:xfrm>
            <a:off x="4669609" y="3359950"/>
            <a:ext cx="18711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498" name="Google Shape;5498;p244"/>
          <p:cNvSpPr txBox="1"/>
          <p:nvPr>
            <p:ph idx="6" type="subTitle"/>
          </p:nvPr>
        </p:nvSpPr>
        <p:spPr>
          <a:xfrm>
            <a:off x="4669525" y="3815000"/>
            <a:ext cx="18711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499" name="Google Shape;5499;p244"/>
          <p:cNvSpPr txBox="1"/>
          <p:nvPr>
            <p:ph idx="7" type="title"/>
          </p:nvPr>
        </p:nvSpPr>
        <p:spPr>
          <a:xfrm>
            <a:off x="6621464" y="3359950"/>
            <a:ext cx="18711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500" name="Google Shape;5500;p244"/>
          <p:cNvSpPr txBox="1"/>
          <p:nvPr>
            <p:ph idx="8" type="subTitle"/>
          </p:nvPr>
        </p:nvSpPr>
        <p:spPr>
          <a:xfrm>
            <a:off x="6621424" y="3815000"/>
            <a:ext cx="18711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grpSp>
        <p:nvGrpSpPr>
          <p:cNvPr id="5501" name="Google Shape;5501;p244"/>
          <p:cNvGrpSpPr/>
          <p:nvPr/>
        </p:nvGrpSpPr>
        <p:grpSpPr>
          <a:xfrm rot="6299945">
            <a:off x="7844283" y="4563485"/>
            <a:ext cx="359746" cy="325869"/>
            <a:chOff x="1640475" y="1197075"/>
            <a:chExt cx="55475" cy="50250"/>
          </a:xfrm>
        </p:grpSpPr>
        <p:sp>
          <p:nvSpPr>
            <p:cNvPr id="5502" name="Google Shape;5502;p24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24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24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05" name="Google Shape;5505;p244"/>
          <p:cNvSpPr/>
          <p:nvPr/>
        </p:nvSpPr>
        <p:spPr>
          <a:xfrm flipH="1" rot="8615811">
            <a:off x="279838" y="4598042"/>
            <a:ext cx="848090" cy="171654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06" name="Google Shape;5506;p244"/>
          <p:cNvSpPr/>
          <p:nvPr/>
        </p:nvSpPr>
        <p:spPr>
          <a:xfrm rot="-9000285">
            <a:off x="6611777" y="234098"/>
            <a:ext cx="970034" cy="22723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07" name="Google Shape;5507;p244"/>
          <p:cNvGrpSpPr/>
          <p:nvPr/>
        </p:nvGrpSpPr>
        <p:grpSpPr>
          <a:xfrm rot="10799841">
            <a:off x="1663352" y="4510494"/>
            <a:ext cx="239902" cy="217311"/>
            <a:chOff x="1640475" y="1197075"/>
            <a:chExt cx="55475" cy="50250"/>
          </a:xfrm>
        </p:grpSpPr>
        <p:sp>
          <p:nvSpPr>
            <p:cNvPr id="5508" name="Google Shape;5508;p24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24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24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1" name="Google Shape;5511;p244"/>
          <p:cNvGrpSpPr/>
          <p:nvPr/>
        </p:nvGrpSpPr>
        <p:grpSpPr>
          <a:xfrm rot="-5400235">
            <a:off x="8168825" y="635400"/>
            <a:ext cx="243108" cy="220216"/>
            <a:chOff x="1640475" y="1197075"/>
            <a:chExt cx="55475" cy="50250"/>
          </a:xfrm>
        </p:grpSpPr>
        <p:sp>
          <p:nvSpPr>
            <p:cNvPr id="5512" name="Google Shape;5512;p24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24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24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15" name="Google Shape;5515;p244"/>
          <p:cNvSpPr/>
          <p:nvPr/>
        </p:nvSpPr>
        <p:spPr>
          <a:xfrm rot="-9900095">
            <a:off x="8401820" y="4056062"/>
            <a:ext cx="424434" cy="627506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16" name="Google Shape;5516;p244"/>
          <p:cNvSpPr/>
          <p:nvPr/>
        </p:nvSpPr>
        <p:spPr>
          <a:xfrm rot="-3511162">
            <a:off x="1110752" y="269341"/>
            <a:ext cx="738535" cy="540314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17" name="Google Shape;5517;p244"/>
          <p:cNvGrpSpPr/>
          <p:nvPr/>
        </p:nvGrpSpPr>
        <p:grpSpPr>
          <a:xfrm rot="-10374925">
            <a:off x="382077" y="488210"/>
            <a:ext cx="359745" cy="325867"/>
            <a:chOff x="1640475" y="1197075"/>
            <a:chExt cx="55475" cy="50250"/>
          </a:xfrm>
        </p:grpSpPr>
        <p:sp>
          <p:nvSpPr>
            <p:cNvPr id="5518" name="Google Shape;5518;p24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24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24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2">
  <p:cSld name="TITLE_ONLY_1_1_2_2_1_1">
    <p:spTree>
      <p:nvGrpSpPr>
        <p:cNvPr id="5521" name="Shape 5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2" name="Google Shape;5522;p245"/>
          <p:cNvSpPr txBox="1"/>
          <p:nvPr>
            <p:ph type="title"/>
          </p:nvPr>
        </p:nvSpPr>
        <p:spPr>
          <a:xfrm>
            <a:off x="3307500" y="758950"/>
            <a:ext cx="25290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523" name="Google Shape;5523;p245"/>
          <p:cNvSpPr txBox="1"/>
          <p:nvPr>
            <p:ph idx="1" type="subTitle"/>
          </p:nvPr>
        </p:nvSpPr>
        <p:spPr>
          <a:xfrm>
            <a:off x="2277850" y="2624412"/>
            <a:ext cx="18969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8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524" name="Google Shape;5524;p245"/>
          <p:cNvSpPr txBox="1"/>
          <p:nvPr>
            <p:ph idx="2" type="subTitle"/>
          </p:nvPr>
        </p:nvSpPr>
        <p:spPr>
          <a:xfrm>
            <a:off x="4933967" y="2624412"/>
            <a:ext cx="18969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 SemiBold"/>
              <a:buNone/>
              <a:defRPr sz="18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525" name="Google Shape;5525;p245"/>
          <p:cNvSpPr txBox="1"/>
          <p:nvPr>
            <p:ph idx="3" type="subTitle"/>
          </p:nvPr>
        </p:nvSpPr>
        <p:spPr>
          <a:xfrm>
            <a:off x="4956700" y="3523112"/>
            <a:ext cx="18969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 SemiBold"/>
              <a:buNone/>
              <a:defRPr sz="18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526" name="Google Shape;5526;p245"/>
          <p:cNvSpPr txBox="1"/>
          <p:nvPr>
            <p:ph idx="4" type="subTitle"/>
          </p:nvPr>
        </p:nvSpPr>
        <p:spPr>
          <a:xfrm>
            <a:off x="2310363" y="3527587"/>
            <a:ext cx="18969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 SemiBold"/>
              <a:buNone/>
              <a:defRPr sz="18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527" name="Google Shape;5527;p245"/>
          <p:cNvSpPr txBox="1"/>
          <p:nvPr>
            <p:ph idx="5" type="subTitle"/>
          </p:nvPr>
        </p:nvSpPr>
        <p:spPr>
          <a:xfrm>
            <a:off x="3384385" y="1719072"/>
            <a:ext cx="2366400" cy="448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8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528" name="Google Shape;5528;p245"/>
          <p:cNvSpPr/>
          <p:nvPr/>
        </p:nvSpPr>
        <p:spPr>
          <a:xfrm flipH="1">
            <a:off x="-200914" y="4082606"/>
            <a:ext cx="3607613" cy="1169626"/>
          </a:xfrm>
          <a:custGeom>
            <a:rect b="b" l="l" r="r" t="t"/>
            <a:pathLst>
              <a:path extrusionOk="0" h="7088" w="21862">
                <a:moveTo>
                  <a:pt x="20392" y="0"/>
                </a:moveTo>
                <a:cubicBezTo>
                  <a:pt x="19697" y="0"/>
                  <a:pt x="19010" y="139"/>
                  <a:pt x="18446" y="437"/>
                </a:cubicBezTo>
                <a:cubicBezTo>
                  <a:pt x="17368" y="1003"/>
                  <a:pt x="16913" y="1997"/>
                  <a:pt x="16387" y="2893"/>
                </a:cubicBezTo>
                <a:cubicBezTo>
                  <a:pt x="15861" y="3789"/>
                  <a:pt x="15050" y="4733"/>
                  <a:pt x="13753" y="4924"/>
                </a:cubicBezTo>
                <a:cubicBezTo>
                  <a:pt x="13587" y="4948"/>
                  <a:pt x="13420" y="4959"/>
                  <a:pt x="13253" y="4959"/>
                </a:cubicBezTo>
                <a:cubicBezTo>
                  <a:pt x="12545" y="4959"/>
                  <a:pt x="11838" y="4765"/>
                  <a:pt x="11156" y="4596"/>
                </a:cubicBezTo>
                <a:cubicBezTo>
                  <a:pt x="10391" y="4408"/>
                  <a:pt x="9551" y="4258"/>
                  <a:pt x="8748" y="4258"/>
                </a:cubicBezTo>
                <a:cubicBezTo>
                  <a:pt x="8042" y="4258"/>
                  <a:pt x="7365" y="4373"/>
                  <a:pt x="6793" y="4680"/>
                </a:cubicBezTo>
                <a:cubicBezTo>
                  <a:pt x="5978" y="5117"/>
                  <a:pt x="5461" y="5904"/>
                  <a:pt x="4593" y="6207"/>
                </a:cubicBezTo>
                <a:cubicBezTo>
                  <a:pt x="4569" y="6215"/>
                  <a:pt x="4545" y="6224"/>
                  <a:pt x="4519" y="6231"/>
                </a:cubicBezTo>
                <a:cubicBezTo>
                  <a:pt x="4407" y="6267"/>
                  <a:pt x="4286" y="6293"/>
                  <a:pt x="4160" y="6310"/>
                </a:cubicBezTo>
                <a:cubicBezTo>
                  <a:pt x="4052" y="6325"/>
                  <a:pt x="3944" y="6331"/>
                  <a:pt x="3836" y="6331"/>
                </a:cubicBezTo>
                <a:cubicBezTo>
                  <a:pt x="3306" y="6331"/>
                  <a:pt x="2774" y="6185"/>
                  <a:pt x="2236" y="6169"/>
                </a:cubicBezTo>
                <a:cubicBezTo>
                  <a:pt x="2205" y="6168"/>
                  <a:pt x="2173" y="6167"/>
                  <a:pt x="2142" y="6167"/>
                </a:cubicBezTo>
                <a:cubicBezTo>
                  <a:pt x="1432" y="6167"/>
                  <a:pt x="726" y="6406"/>
                  <a:pt x="265" y="6805"/>
                </a:cubicBezTo>
                <a:cubicBezTo>
                  <a:pt x="165" y="6893"/>
                  <a:pt x="77" y="6988"/>
                  <a:pt x="1" y="7088"/>
                </a:cubicBezTo>
                <a:lnTo>
                  <a:pt x="21862" y="7088"/>
                </a:lnTo>
                <a:lnTo>
                  <a:pt x="21862" y="210"/>
                </a:lnTo>
                <a:cubicBezTo>
                  <a:pt x="21397" y="73"/>
                  <a:pt x="20892" y="0"/>
                  <a:pt x="20392" y="0"/>
                </a:cubicBezTo>
                <a:close/>
              </a:path>
            </a:pathLst>
          </a:custGeom>
          <a:solidFill>
            <a:schemeClr val="dk2">
              <a:alpha val="4018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29" name="Google Shape;5529;p245"/>
          <p:cNvSpPr/>
          <p:nvPr/>
        </p:nvSpPr>
        <p:spPr>
          <a:xfrm flipH="1">
            <a:off x="6989554" y="-222374"/>
            <a:ext cx="2304920" cy="1169617"/>
          </a:xfrm>
          <a:custGeom>
            <a:rect b="b" l="l" r="r" t="t"/>
            <a:pathLst>
              <a:path extrusionOk="0" h="6456" w="13155">
                <a:moveTo>
                  <a:pt x="1821" y="0"/>
                </a:moveTo>
                <a:lnTo>
                  <a:pt x="1821" y="3"/>
                </a:lnTo>
                <a:lnTo>
                  <a:pt x="0" y="4"/>
                </a:lnTo>
                <a:lnTo>
                  <a:pt x="0" y="222"/>
                </a:lnTo>
                <a:lnTo>
                  <a:pt x="0" y="1236"/>
                </a:lnTo>
                <a:lnTo>
                  <a:pt x="0" y="2358"/>
                </a:lnTo>
                <a:lnTo>
                  <a:pt x="1" y="3370"/>
                </a:lnTo>
                <a:lnTo>
                  <a:pt x="1" y="4493"/>
                </a:lnTo>
                <a:lnTo>
                  <a:pt x="1" y="5504"/>
                </a:lnTo>
                <a:lnTo>
                  <a:pt x="1" y="6178"/>
                </a:lnTo>
                <a:cubicBezTo>
                  <a:pt x="369" y="6349"/>
                  <a:pt x="770" y="6456"/>
                  <a:pt x="1177" y="6456"/>
                </a:cubicBezTo>
                <a:cubicBezTo>
                  <a:pt x="1363" y="6456"/>
                  <a:pt x="1550" y="6434"/>
                  <a:pt x="1736" y="6385"/>
                </a:cubicBezTo>
                <a:cubicBezTo>
                  <a:pt x="1764" y="6378"/>
                  <a:pt x="1794" y="6370"/>
                  <a:pt x="1822" y="6361"/>
                </a:cubicBezTo>
                <a:cubicBezTo>
                  <a:pt x="1843" y="6355"/>
                  <a:pt x="1862" y="6348"/>
                  <a:pt x="1882" y="6342"/>
                </a:cubicBezTo>
                <a:cubicBezTo>
                  <a:pt x="2342" y="6188"/>
                  <a:pt x="2719" y="5901"/>
                  <a:pt x="3050" y="5558"/>
                </a:cubicBezTo>
                <a:cubicBezTo>
                  <a:pt x="3068" y="5540"/>
                  <a:pt x="3085" y="5522"/>
                  <a:pt x="3102" y="5503"/>
                </a:cubicBezTo>
                <a:cubicBezTo>
                  <a:pt x="3398" y="5189"/>
                  <a:pt x="3657" y="4831"/>
                  <a:pt x="3908" y="4490"/>
                </a:cubicBezTo>
                <a:cubicBezTo>
                  <a:pt x="3908" y="4490"/>
                  <a:pt x="3909" y="4490"/>
                  <a:pt x="3909" y="4489"/>
                </a:cubicBezTo>
                <a:cubicBezTo>
                  <a:pt x="3923" y="4471"/>
                  <a:pt x="3936" y="4455"/>
                  <a:pt x="3949" y="4436"/>
                </a:cubicBezTo>
                <a:cubicBezTo>
                  <a:pt x="4217" y="4078"/>
                  <a:pt x="4522" y="3714"/>
                  <a:pt x="4875" y="3424"/>
                </a:cubicBezTo>
                <a:cubicBezTo>
                  <a:pt x="4897" y="3405"/>
                  <a:pt x="4919" y="3387"/>
                  <a:pt x="4942" y="3369"/>
                </a:cubicBezTo>
                <a:cubicBezTo>
                  <a:pt x="5319" y="3071"/>
                  <a:pt x="5750" y="2859"/>
                  <a:pt x="6248" y="2826"/>
                </a:cubicBezTo>
                <a:cubicBezTo>
                  <a:pt x="6296" y="2822"/>
                  <a:pt x="6344" y="2821"/>
                  <a:pt x="6391" y="2821"/>
                </a:cubicBezTo>
                <a:cubicBezTo>
                  <a:pt x="7025" y="2821"/>
                  <a:pt x="7616" y="3105"/>
                  <a:pt x="8200" y="3368"/>
                </a:cubicBezTo>
                <a:cubicBezTo>
                  <a:pt x="8240" y="3387"/>
                  <a:pt x="8281" y="3405"/>
                  <a:pt x="8323" y="3423"/>
                </a:cubicBezTo>
                <a:cubicBezTo>
                  <a:pt x="8382" y="3449"/>
                  <a:pt x="8442" y="3475"/>
                  <a:pt x="8501" y="3501"/>
                </a:cubicBezTo>
                <a:cubicBezTo>
                  <a:pt x="9052" y="3734"/>
                  <a:pt x="9659" y="3908"/>
                  <a:pt x="10259" y="3908"/>
                </a:cubicBezTo>
                <a:cubicBezTo>
                  <a:pt x="10487" y="3908"/>
                  <a:pt x="10715" y="3882"/>
                  <a:pt x="10937" y="3826"/>
                </a:cubicBezTo>
                <a:cubicBezTo>
                  <a:pt x="11253" y="3746"/>
                  <a:pt x="11547" y="3604"/>
                  <a:pt x="11810" y="3423"/>
                </a:cubicBezTo>
                <a:cubicBezTo>
                  <a:pt x="11835" y="3405"/>
                  <a:pt x="11861" y="3387"/>
                  <a:pt x="11886" y="3368"/>
                </a:cubicBezTo>
                <a:cubicBezTo>
                  <a:pt x="11986" y="3295"/>
                  <a:pt x="12081" y="3217"/>
                  <a:pt x="12169" y="3134"/>
                </a:cubicBezTo>
                <a:cubicBezTo>
                  <a:pt x="12416" y="2906"/>
                  <a:pt x="12624" y="2641"/>
                  <a:pt x="12783" y="2355"/>
                </a:cubicBezTo>
                <a:cubicBezTo>
                  <a:pt x="12794" y="2337"/>
                  <a:pt x="12805" y="2319"/>
                  <a:pt x="12814" y="2300"/>
                </a:cubicBezTo>
                <a:cubicBezTo>
                  <a:pt x="12983" y="1983"/>
                  <a:pt x="13095" y="1639"/>
                  <a:pt x="13135" y="1287"/>
                </a:cubicBezTo>
                <a:cubicBezTo>
                  <a:pt x="13137" y="1269"/>
                  <a:pt x="13139" y="1251"/>
                  <a:pt x="13141" y="1232"/>
                </a:cubicBezTo>
                <a:cubicBezTo>
                  <a:pt x="13152" y="1109"/>
                  <a:pt x="13155" y="984"/>
                  <a:pt x="13149" y="860"/>
                </a:cubicBezTo>
                <a:cubicBezTo>
                  <a:pt x="13137" y="644"/>
                  <a:pt x="13096" y="428"/>
                  <a:pt x="13028" y="222"/>
                </a:cubicBezTo>
                <a:cubicBezTo>
                  <a:pt x="13023" y="204"/>
                  <a:pt x="13017" y="185"/>
                  <a:pt x="13010" y="167"/>
                </a:cubicBezTo>
                <a:cubicBezTo>
                  <a:pt x="12991" y="111"/>
                  <a:pt x="12969" y="56"/>
                  <a:pt x="12946" y="1"/>
                </a:cubicBezTo>
                <a:lnTo>
                  <a:pt x="1880" y="3"/>
                </a:lnTo>
                <a:lnTo>
                  <a:pt x="1880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0" name="Google Shape;5530;p245"/>
          <p:cNvSpPr/>
          <p:nvPr/>
        </p:nvSpPr>
        <p:spPr>
          <a:xfrm flipH="1">
            <a:off x="-761582" y="-550501"/>
            <a:ext cx="5842832" cy="1970244"/>
          </a:xfrm>
          <a:custGeom>
            <a:rect b="b" l="l" r="r" t="t"/>
            <a:pathLst>
              <a:path extrusionOk="0" h="9729" w="28851">
                <a:moveTo>
                  <a:pt x="943" y="0"/>
                </a:moveTo>
                <a:cubicBezTo>
                  <a:pt x="631" y="0"/>
                  <a:pt x="337" y="87"/>
                  <a:pt x="179" y="380"/>
                </a:cubicBezTo>
                <a:cubicBezTo>
                  <a:pt x="1" y="711"/>
                  <a:pt x="78" y="1189"/>
                  <a:pt x="451" y="1303"/>
                </a:cubicBezTo>
                <a:cubicBezTo>
                  <a:pt x="355" y="2313"/>
                  <a:pt x="452" y="3522"/>
                  <a:pt x="1499" y="3989"/>
                </a:cubicBezTo>
                <a:cubicBezTo>
                  <a:pt x="1785" y="4117"/>
                  <a:pt x="2088" y="4165"/>
                  <a:pt x="2396" y="4165"/>
                </a:cubicBezTo>
                <a:cubicBezTo>
                  <a:pt x="3000" y="4165"/>
                  <a:pt x="3625" y="3981"/>
                  <a:pt x="4188" y="3848"/>
                </a:cubicBezTo>
                <a:cubicBezTo>
                  <a:pt x="4624" y="3745"/>
                  <a:pt x="5112" y="3633"/>
                  <a:pt x="5582" y="3633"/>
                </a:cubicBezTo>
                <a:cubicBezTo>
                  <a:pt x="6044" y="3633"/>
                  <a:pt x="6489" y="3741"/>
                  <a:pt x="6852" y="4069"/>
                </a:cubicBezTo>
                <a:cubicBezTo>
                  <a:pt x="7560" y="4711"/>
                  <a:pt x="7722" y="5737"/>
                  <a:pt x="8257" y="6500"/>
                </a:cubicBezTo>
                <a:cubicBezTo>
                  <a:pt x="8521" y="6876"/>
                  <a:pt x="8874" y="7178"/>
                  <a:pt x="9322" y="7300"/>
                </a:cubicBezTo>
                <a:cubicBezTo>
                  <a:pt x="9482" y="7344"/>
                  <a:pt x="9645" y="7363"/>
                  <a:pt x="9808" y="7363"/>
                </a:cubicBezTo>
                <a:cubicBezTo>
                  <a:pt x="10078" y="7363"/>
                  <a:pt x="10348" y="7310"/>
                  <a:pt x="10606" y="7231"/>
                </a:cubicBezTo>
                <a:cubicBezTo>
                  <a:pt x="11498" y="6959"/>
                  <a:pt x="12280" y="6380"/>
                  <a:pt x="13194" y="6184"/>
                </a:cubicBezTo>
                <a:cubicBezTo>
                  <a:pt x="13322" y="6156"/>
                  <a:pt x="13450" y="6141"/>
                  <a:pt x="13577" y="6141"/>
                </a:cubicBezTo>
                <a:cubicBezTo>
                  <a:pt x="13849" y="6141"/>
                  <a:pt x="14113" y="6211"/>
                  <a:pt x="14347" y="6376"/>
                </a:cubicBezTo>
                <a:cubicBezTo>
                  <a:pt x="14724" y="6643"/>
                  <a:pt x="14907" y="7097"/>
                  <a:pt x="15047" y="7521"/>
                </a:cubicBezTo>
                <a:cubicBezTo>
                  <a:pt x="15341" y="8400"/>
                  <a:pt x="15592" y="9554"/>
                  <a:pt x="16688" y="9709"/>
                </a:cubicBezTo>
                <a:cubicBezTo>
                  <a:pt x="16781" y="9722"/>
                  <a:pt x="16872" y="9728"/>
                  <a:pt x="16961" y="9728"/>
                </a:cubicBezTo>
                <a:cubicBezTo>
                  <a:pt x="18160" y="9728"/>
                  <a:pt x="18967" y="8588"/>
                  <a:pt x="19887" y="7966"/>
                </a:cubicBezTo>
                <a:cubicBezTo>
                  <a:pt x="20301" y="7685"/>
                  <a:pt x="20755" y="7537"/>
                  <a:pt x="21232" y="7537"/>
                </a:cubicBezTo>
                <a:cubicBezTo>
                  <a:pt x="21401" y="7537"/>
                  <a:pt x="21572" y="7556"/>
                  <a:pt x="21746" y="7593"/>
                </a:cubicBezTo>
                <a:cubicBezTo>
                  <a:pt x="22408" y="7736"/>
                  <a:pt x="23015" y="8087"/>
                  <a:pt x="23550" y="8494"/>
                </a:cubicBezTo>
                <a:cubicBezTo>
                  <a:pt x="24053" y="8876"/>
                  <a:pt x="24539" y="9361"/>
                  <a:pt x="25189" y="9466"/>
                </a:cubicBezTo>
                <a:cubicBezTo>
                  <a:pt x="25284" y="9481"/>
                  <a:pt x="25378" y="9489"/>
                  <a:pt x="25473" y="9489"/>
                </a:cubicBezTo>
                <a:cubicBezTo>
                  <a:pt x="26024" y="9489"/>
                  <a:pt x="26554" y="9240"/>
                  <a:pt x="26991" y="8910"/>
                </a:cubicBezTo>
                <a:cubicBezTo>
                  <a:pt x="27838" y="8271"/>
                  <a:pt x="28376" y="7319"/>
                  <a:pt x="28611" y="6292"/>
                </a:cubicBezTo>
                <a:cubicBezTo>
                  <a:pt x="28851" y="5239"/>
                  <a:pt x="28800" y="4124"/>
                  <a:pt x="28525" y="3084"/>
                </a:cubicBezTo>
                <a:cubicBezTo>
                  <a:pt x="28226" y="1958"/>
                  <a:pt x="27654" y="694"/>
                  <a:pt x="26488" y="261"/>
                </a:cubicBezTo>
                <a:cubicBezTo>
                  <a:pt x="26074" y="106"/>
                  <a:pt x="25631" y="64"/>
                  <a:pt x="25188" y="64"/>
                </a:cubicBezTo>
                <a:cubicBezTo>
                  <a:pt x="24971" y="64"/>
                  <a:pt x="24753" y="74"/>
                  <a:pt x="24540" y="86"/>
                </a:cubicBezTo>
                <a:cubicBezTo>
                  <a:pt x="23776" y="131"/>
                  <a:pt x="23013" y="188"/>
                  <a:pt x="22250" y="248"/>
                </a:cubicBezTo>
                <a:cubicBezTo>
                  <a:pt x="20720" y="367"/>
                  <a:pt x="19190" y="503"/>
                  <a:pt x="17661" y="628"/>
                </a:cubicBezTo>
                <a:cubicBezTo>
                  <a:pt x="15187" y="828"/>
                  <a:pt x="12704" y="996"/>
                  <a:pt x="10221" y="996"/>
                </a:cubicBezTo>
                <a:cubicBezTo>
                  <a:pt x="9649" y="996"/>
                  <a:pt x="9077" y="987"/>
                  <a:pt x="8505" y="967"/>
                </a:cubicBezTo>
                <a:cubicBezTo>
                  <a:pt x="6985" y="916"/>
                  <a:pt x="5467" y="790"/>
                  <a:pt x="3966" y="555"/>
                </a:cubicBezTo>
                <a:cubicBezTo>
                  <a:pt x="3209" y="436"/>
                  <a:pt x="2459" y="290"/>
                  <a:pt x="1714" y="116"/>
                </a:cubicBezTo>
                <a:cubicBezTo>
                  <a:pt x="1493" y="64"/>
                  <a:pt x="1211" y="0"/>
                  <a:pt x="943" y="0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1" name="Google Shape;5531;p245"/>
          <p:cNvSpPr/>
          <p:nvPr/>
        </p:nvSpPr>
        <p:spPr>
          <a:xfrm rot="-5400000">
            <a:off x="6969937" y="2674579"/>
            <a:ext cx="2232185" cy="3184906"/>
          </a:xfrm>
          <a:custGeom>
            <a:rect b="b" l="l" r="r" t="t"/>
            <a:pathLst>
              <a:path extrusionOk="0" h="20886" w="14638">
                <a:moveTo>
                  <a:pt x="3191" y="1"/>
                </a:moveTo>
                <a:cubicBezTo>
                  <a:pt x="2885" y="1"/>
                  <a:pt x="2576" y="81"/>
                  <a:pt x="2295" y="191"/>
                </a:cubicBezTo>
                <a:cubicBezTo>
                  <a:pt x="1899" y="349"/>
                  <a:pt x="1532" y="564"/>
                  <a:pt x="1185" y="809"/>
                </a:cubicBezTo>
                <a:cubicBezTo>
                  <a:pt x="1218" y="721"/>
                  <a:pt x="1252" y="633"/>
                  <a:pt x="1287" y="547"/>
                </a:cubicBezTo>
                <a:cubicBezTo>
                  <a:pt x="1332" y="438"/>
                  <a:pt x="1242" y="367"/>
                  <a:pt x="1149" y="367"/>
                </a:cubicBezTo>
                <a:cubicBezTo>
                  <a:pt x="1089" y="367"/>
                  <a:pt x="1027" y="397"/>
                  <a:pt x="998" y="467"/>
                </a:cubicBezTo>
                <a:cubicBezTo>
                  <a:pt x="147" y="2564"/>
                  <a:pt x="0" y="4857"/>
                  <a:pt x="71" y="7096"/>
                </a:cubicBezTo>
                <a:cubicBezTo>
                  <a:pt x="107" y="8264"/>
                  <a:pt x="200" y="9428"/>
                  <a:pt x="285" y="10592"/>
                </a:cubicBezTo>
                <a:cubicBezTo>
                  <a:pt x="378" y="11838"/>
                  <a:pt x="471" y="13083"/>
                  <a:pt x="565" y="14328"/>
                </a:cubicBezTo>
                <a:cubicBezTo>
                  <a:pt x="660" y="15573"/>
                  <a:pt x="755" y="16818"/>
                  <a:pt x="852" y="18063"/>
                </a:cubicBezTo>
                <a:cubicBezTo>
                  <a:pt x="895" y="18617"/>
                  <a:pt x="909" y="19183"/>
                  <a:pt x="997" y="19731"/>
                </a:cubicBezTo>
                <a:cubicBezTo>
                  <a:pt x="1063" y="20137"/>
                  <a:pt x="1227" y="20580"/>
                  <a:pt x="1623" y="20768"/>
                </a:cubicBezTo>
                <a:cubicBezTo>
                  <a:pt x="1853" y="20878"/>
                  <a:pt x="2108" y="20885"/>
                  <a:pt x="2359" y="20885"/>
                </a:cubicBezTo>
                <a:cubicBezTo>
                  <a:pt x="2678" y="20885"/>
                  <a:pt x="2997" y="20884"/>
                  <a:pt x="3315" y="20883"/>
                </a:cubicBezTo>
                <a:cubicBezTo>
                  <a:pt x="3934" y="20882"/>
                  <a:pt x="4551" y="20881"/>
                  <a:pt x="5168" y="20880"/>
                </a:cubicBezTo>
                <a:cubicBezTo>
                  <a:pt x="6413" y="20878"/>
                  <a:pt x="7658" y="20875"/>
                  <a:pt x="8904" y="20873"/>
                </a:cubicBezTo>
                <a:cubicBezTo>
                  <a:pt x="8946" y="20873"/>
                  <a:pt x="8987" y="20873"/>
                  <a:pt x="9029" y="20873"/>
                </a:cubicBezTo>
                <a:cubicBezTo>
                  <a:pt x="9733" y="20873"/>
                  <a:pt x="10440" y="20882"/>
                  <a:pt x="11147" y="20882"/>
                </a:cubicBezTo>
                <a:cubicBezTo>
                  <a:pt x="11621" y="20882"/>
                  <a:pt x="12096" y="20878"/>
                  <a:pt x="12569" y="20863"/>
                </a:cubicBezTo>
                <a:cubicBezTo>
                  <a:pt x="13054" y="20848"/>
                  <a:pt x="13560" y="20768"/>
                  <a:pt x="13928" y="20425"/>
                </a:cubicBezTo>
                <a:cubicBezTo>
                  <a:pt x="14266" y="20112"/>
                  <a:pt x="14409" y="19650"/>
                  <a:pt x="14479" y="19208"/>
                </a:cubicBezTo>
                <a:cubicBezTo>
                  <a:pt x="14615" y="18346"/>
                  <a:pt x="14637" y="17435"/>
                  <a:pt x="14556" y="16567"/>
                </a:cubicBezTo>
                <a:cubicBezTo>
                  <a:pt x="14480" y="15744"/>
                  <a:pt x="14290" y="14898"/>
                  <a:pt x="13827" y="14200"/>
                </a:cubicBezTo>
                <a:cubicBezTo>
                  <a:pt x="13606" y="13867"/>
                  <a:pt x="13329" y="13578"/>
                  <a:pt x="13000" y="13350"/>
                </a:cubicBezTo>
                <a:cubicBezTo>
                  <a:pt x="12618" y="13086"/>
                  <a:pt x="12175" y="12928"/>
                  <a:pt x="11727" y="12811"/>
                </a:cubicBezTo>
                <a:cubicBezTo>
                  <a:pt x="10841" y="12580"/>
                  <a:pt x="9808" y="12500"/>
                  <a:pt x="9119" y="11827"/>
                </a:cubicBezTo>
                <a:cubicBezTo>
                  <a:pt x="8381" y="11106"/>
                  <a:pt x="8246" y="10000"/>
                  <a:pt x="8306" y="9020"/>
                </a:cubicBezTo>
                <a:cubicBezTo>
                  <a:pt x="8344" y="8404"/>
                  <a:pt x="8449" y="7795"/>
                  <a:pt x="8518" y="7181"/>
                </a:cubicBezTo>
                <a:cubicBezTo>
                  <a:pt x="8574" y="6676"/>
                  <a:pt x="8621" y="6136"/>
                  <a:pt x="8417" y="5654"/>
                </a:cubicBezTo>
                <a:cubicBezTo>
                  <a:pt x="7771" y="4140"/>
                  <a:pt x="5341" y="4868"/>
                  <a:pt x="4856" y="3246"/>
                </a:cubicBezTo>
                <a:cubicBezTo>
                  <a:pt x="4619" y="2457"/>
                  <a:pt x="4843" y="1582"/>
                  <a:pt x="4492" y="818"/>
                </a:cubicBezTo>
                <a:cubicBezTo>
                  <a:pt x="4321" y="450"/>
                  <a:pt x="3993" y="161"/>
                  <a:pt x="3598" y="53"/>
                </a:cubicBezTo>
                <a:cubicBezTo>
                  <a:pt x="3465" y="17"/>
                  <a:pt x="3328" y="1"/>
                  <a:pt x="3191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32" name="Google Shape;5532;p245"/>
          <p:cNvGrpSpPr/>
          <p:nvPr/>
        </p:nvGrpSpPr>
        <p:grpSpPr>
          <a:xfrm flipH="1" rot="4500055">
            <a:off x="7844283" y="254147"/>
            <a:ext cx="359746" cy="325869"/>
            <a:chOff x="1640475" y="1197075"/>
            <a:chExt cx="55475" cy="50250"/>
          </a:xfrm>
        </p:grpSpPr>
        <p:sp>
          <p:nvSpPr>
            <p:cNvPr id="5533" name="Google Shape;5533;p24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24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24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36" name="Google Shape;5536;p245"/>
          <p:cNvSpPr/>
          <p:nvPr/>
        </p:nvSpPr>
        <p:spPr>
          <a:xfrm rot="2184189">
            <a:off x="279838" y="373805"/>
            <a:ext cx="848090" cy="171654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7" name="Google Shape;5537;p245"/>
          <p:cNvSpPr/>
          <p:nvPr/>
        </p:nvSpPr>
        <p:spPr>
          <a:xfrm flipH="1" rot="-1799715">
            <a:off x="482902" y="3875018"/>
            <a:ext cx="970034" cy="22723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38" name="Google Shape;5538;p245"/>
          <p:cNvGrpSpPr/>
          <p:nvPr/>
        </p:nvGrpSpPr>
        <p:grpSpPr>
          <a:xfrm flipH="1" rot="159">
            <a:off x="908765" y="1401421"/>
            <a:ext cx="239902" cy="217311"/>
            <a:chOff x="1640475" y="1197075"/>
            <a:chExt cx="55475" cy="50250"/>
          </a:xfrm>
        </p:grpSpPr>
        <p:sp>
          <p:nvSpPr>
            <p:cNvPr id="5539" name="Google Shape;5539;p24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24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24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42" name="Google Shape;5542;p245"/>
          <p:cNvSpPr/>
          <p:nvPr/>
        </p:nvSpPr>
        <p:spPr>
          <a:xfrm flipH="1" rot="-899905">
            <a:off x="8401820" y="459933"/>
            <a:ext cx="424434" cy="627506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43" name="Google Shape;5543;p245"/>
          <p:cNvSpPr/>
          <p:nvPr/>
        </p:nvSpPr>
        <p:spPr>
          <a:xfrm flipH="1" rot="-7288838">
            <a:off x="1110752" y="4333846"/>
            <a:ext cx="738535" cy="540314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44" name="Google Shape;5544;p245"/>
          <p:cNvGrpSpPr/>
          <p:nvPr/>
        </p:nvGrpSpPr>
        <p:grpSpPr>
          <a:xfrm flipH="1" rot="-425075">
            <a:off x="7748027" y="3735612"/>
            <a:ext cx="359745" cy="325867"/>
            <a:chOff x="1640475" y="1197075"/>
            <a:chExt cx="55475" cy="50250"/>
          </a:xfrm>
        </p:grpSpPr>
        <p:sp>
          <p:nvSpPr>
            <p:cNvPr id="5545" name="Google Shape;5545;p24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24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24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ive columns ">
  <p:cSld name="TITLE_ONLY_1_1_1">
    <p:spTree>
      <p:nvGrpSpPr>
        <p:cNvPr id="5548" name="Shape 5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49" name="Google Shape;5549;p246"/>
          <p:cNvSpPr txBox="1"/>
          <p:nvPr>
            <p:ph type="title"/>
          </p:nvPr>
        </p:nvSpPr>
        <p:spPr>
          <a:xfrm>
            <a:off x="3307500" y="758950"/>
            <a:ext cx="2529000" cy="48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550" name="Google Shape;5550;p246"/>
          <p:cNvSpPr txBox="1"/>
          <p:nvPr>
            <p:ph idx="2" type="title"/>
          </p:nvPr>
        </p:nvSpPr>
        <p:spPr>
          <a:xfrm>
            <a:off x="717839" y="1967473"/>
            <a:ext cx="2218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551" name="Google Shape;5551;p246"/>
          <p:cNvSpPr txBox="1"/>
          <p:nvPr>
            <p:ph idx="1" type="subTitle"/>
          </p:nvPr>
        </p:nvSpPr>
        <p:spPr>
          <a:xfrm>
            <a:off x="717839" y="2623513"/>
            <a:ext cx="22185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552" name="Google Shape;5552;p246"/>
          <p:cNvSpPr txBox="1"/>
          <p:nvPr>
            <p:ph idx="3" type="title"/>
          </p:nvPr>
        </p:nvSpPr>
        <p:spPr>
          <a:xfrm>
            <a:off x="3462813" y="1967473"/>
            <a:ext cx="2218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553" name="Google Shape;5553;p246"/>
          <p:cNvSpPr txBox="1"/>
          <p:nvPr>
            <p:ph idx="4" type="subTitle"/>
          </p:nvPr>
        </p:nvSpPr>
        <p:spPr>
          <a:xfrm>
            <a:off x="3462813" y="2623513"/>
            <a:ext cx="22185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554" name="Google Shape;5554;p246"/>
          <p:cNvSpPr txBox="1"/>
          <p:nvPr>
            <p:ph idx="5" type="title"/>
          </p:nvPr>
        </p:nvSpPr>
        <p:spPr>
          <a:xfrm>
            <a:off x="6207787" y="1967473"/>
            <a:ext cx="2218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555" name="Google Shape;5555;p246"/>
          <p:cNvSpPr txBox="1"/>
          <p:nvPr>
            <p:ph idx="6" type="subTitle"/>
          </p:nvPr>
        </p:nvSpPr>
        <p:spPr>
          <a:xfrm>
            <a:off x="6207787" y="2623513"/>
            <a:ext cx="22185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556" name="Google Shape;5556;p246"/>
          <p:cNvSpPr txBox="1"/>
          <p:nvPr>
            <p:ph idx="7" type="title"/>
          </p:nvPr>
        </p:nvSpPr>
        <p:spPr>
          <a:xfrm>
            <a:off x="2092124" y="3466598"/>
            <a:ext cx="2218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557" name="Google Shape;5557;p246"/>
          <p:cNvSpPr txBox="1"/>
          <p:nvPr>
            <p:ph idx="8" type="subTitle"/>
          </p:nvPr>
        </p:nvSpPr>
        <p:spPr>
          <a:xfrm>
            <a:off x="2092124" y="4118667"/>
            <a:ext cx="22185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558" name="Google Shape;5558;p246"/>
          <p:cNvSpPr txBox="1"/>
          <p:nvPr>
            <p:ph idx="9" type="title"/>
          </p:nvPr>
        </p:nvSpPr>
        <p:spPr>
          <a:xfrm>
            <a:off x="4833357" y="3466598"/>
            <a:ext cx="2218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559" name="Google Shape;5559;p246"/>
          <p:cNvSpPr txBox="1"/>
          <p:nvPr>
            <p:ph idx="13" type="subTitle"/>
          </p:nvPr>
        </p:nvSpPr>
        <p:spPr>
          <a:xfrm>
            <a:off x="4833357" y="4118667"/>
            <a:ext cx="22185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560" name="Google Shape;5560;p246"/>
          <p:cNvSpPr/>
          <p:nvPr/>
        </p:nvSpPr>
        <p:spPr>
          <a:xfrm flipH="1" rot="-814670">
            <a:off x="5516115" y="-1653443"/>
            <a:ext cx="3612166" cy="2881720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1" name="Google Shape;5561;p246"/>
          <p:cNvSpPr/>
          <p:nvPr/>
        </p:nvSpPr>
        <p:spPr>
          <a:xfrm>
            <a:off x="-991962" y="2798485"/>
            <a:ext cx="2665937" cy="2778151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2" name="Google Shape;5562;p246"/>
          <p:cNvSpPr/>
          <p:nvPr/>
        </p:nvSpPr>
        <p:spPr>
          <a:xfrm>
            <a:off x="7170710" y="4092608"/>
            <a:ext cx="3021471" cy="1245429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accen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3" name="Google Shape;5563;p246"/>
          <p:cNvSpPr/>
          <p:nvPr/>
        </p:nvSpPr>
        <p:spPr>
          <a:xfrm>
            <a:off x="-1059879" y="-301985"/>
            <a:ext cx="4180419" cy="1127189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4" name="Google Shape;5564;p246"/>
          <p:cNvSpPr/>
          <p:nvPr/>
        </p:nvSpPr>
        <p:spPr>
          <a:xfrm>
            <a:off x="1945325" y="2229298"/>
            <a:ext cx="12575" cy="4050"/>
          </a:xfrm>
          <a:custGeom>
            <a:rect b="b" l="l" r="r" t="t"/>
            <a:pathLst>
              <a:path extrusionOk="0" h="162" w="503">
                <a:moveTo>
                  <a:pt x="61" y="0"/>
                </a:moveTo>
                <a:cubicBezTo>
                  <a:pt x="37" y="0"/>
                  <a:pt x="16" y="17"/>
                  <a:pt x="9" y="40"/>
                </a:cubicBezTo>
                <a:cubicBezTo>
                  <a:pt x="1" y="70"/>
                  <a:pt x="18" y="101"/>
                  <a:pt x="47" y="110"/>
                </a:cubicBezTo>
                <a:cubicBezTo>
                  <a:pt x="170" y="145"/>
                  <a:pt x="298" y="162"/>
                  <a:pt x="429" y="162"/>
                </a:cubicBezTo>
                <a:lnTo>
                  <a:pt x="447" y="162"/>
                </a:lnTo>
                <a:cubicBezTo>
                  <a:pt x="478" y="162"/>
                  <a:pt x="503" y="136"/>
                  <a:pt x="502" y="105"/>
                </a:cubicBezTo>
                <a:cubicBezTo>
                  <a:pt x="502" y="78"/>
                  <a:pt x="483" y="50"/>
                  <a:pt x="454" y="50"/>
                </a:cubicBezTo>
                <a:cubicBezTo>
                  <a:pt x="451" y="50"/>
                  <a:pt x="449" y="50"/>
                  <a:pt x="446" y="51"/>
                </a:cubicBezTo>
                <a:cubicBezTo>
                  <a:pt x="442" y="51"/>
                  <a:pt x="438" y="51"/>
                  <a:pt x="435" y="51"/>
                </a:cubicBezTo>
                <a:cubicBezTo>
                  <a:pt x="312" y="51"/>
                  <a:pt x="192" y="35"/>
                  <a:pt x="78" y="3"/>
                </a:cubicBezTo>
                <a:cubicBezTo>
                  <a:pt x="72" y="1"/>
                  <a:pt x="67" y="0"/>
                  <a:pt x="6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5" name="Google Shape;5565;p246"/>
          <p:cNvSpPr/>
          <p:nvPr/>
        </p:nvSpPr>
        <p:spPr>
          <a:xfrm>
            <a:off x="2178925" y="1689425"/>
            <a:ext cx="10925" cy="8600"/>
          </a:xfrm>
          <a:custGeom>
            <a:rect b="b" l="l" r="r" t="t"/>
            <a:pathLst>
              <a:path extrusionOk="0" h="344" w="437">
                <a:moveTo>
                  <a:pt x="63" y="0"/>
                </a:moveTo>
                <a:cubicBezTo>
                  <a:pt x="45" y="0"/>
                  <a:pt x="28" y="9"/>
                  <a:pt x="17" y="25"/>
                </a:cubicBezTo>
                <a:cubicBezTo>
                  <a:pt x="0" y="49"/>
                  <a:pt x="6" y="85"/>
                  <a:pt x="32" y="102"/>
                </a:cubicBezTo>
                <a:cubicBezTo>
                  <a:pt x="137" y="173"/>
                  <a:pt x="240" y="250"/>
                  <a:pt x="340" y="332"/>
                </a:cubicBezTo>
                <a:cubicBezTo>
                  <a:pt x="350" y="340"/>
                  <a:pt x="362" y="343"/>
                  <a:pt x="375" y="343"/>
                </a:cubicBezTo>
                <a:cubicBezTo>
                  <a:pt x="391" y="343"/>
                  <a:pt x="407" y="337"/>
                  <a:pt x="418" y="323"/>
                </a:cubicBezTo>
                <a:cubicBezTo>
                  <a:pt x="437" y="299"/>
                  <a:pt x="434" y="264"/>
                  <a:pt x="410" y="245"/>
                </a:cubicBezTo>
                <a:cubicBezTo>
                  <a:pt x="308" y="162"/>
                  <a:pt x="202" y="83"/>
                  <a:pt x="94" y="10"/>
                </a:cubicBezTo>
                <a:cubicBezTo>
                  <a:pt x="84" y="4"/>
                  <a:pt x="74" y="0"/>
                  <a:pt x="6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6" name="Google Shape;5566;p246"/>
          <p:cNvSpPr/>
          <p:nvPr/>
        </p:nvSpPr>
        <p:spPr>
          <a:xfrm rot="-906775">
            <a:off x="1981288" y="-38901"/>
            <a:ext cx="605796" cy="14193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67" name="Google Shape;5567;p246"/>
          <p:cNvGrpSpPr/>
          <p:nvPr/>
        </p:nvGrpSpPr>
        <p:grpSpPr>
          <a:xfrm rot="-5400000">
            <a:off x="1204838" y="3630002"/>
            <a:ext cx="221772" cy="200884"/>
            <a:chOff x="1640475" y="1197075"/>
            <a:chExt cx="55475" cy="50250"/>
          </a:xfrm>
        </p:grpSpPr>
        <p:sp>
          <p:nvSpPr>
            <p:cNvPr id="5568" name="Google Shape;5568;p24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24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24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71" name="Google Shape;5571;p246"/>
          <p:cNvSpPr/>
          <p:nvPr/>
        </p:nvSpPr>
        <p:spPr>
          <a:xfrm rot="9965797">
            <a:off x="-506318" y="3859694"/>
            <a:ext cx="993864" cy="1557213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72" name="Google Shape;5572;p246"/>
          <p:cNvGrpSpPr/>
          <p:nvPr/>
        </p:nvGrpSpPr>
        <p:grpSpPr>
          <a:xfrm rot="-6145098">
            <a:off x="600862" y="611712"/>
            <a:ext cx="433642" cy="392824"/>
            <a:chOff x="1640475" y="1197075"/>
            <a:chExt cx="55475" cy="50250"/>
          </a:xfrm>
        </p:grpSpPr>
        <p:sp>
          <p:nvSpPr>
            <p:cNvPr id="5573" name="Google Shape;5573;p24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24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24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6" name="Google Shape;5576;p246"/>
          <p:cNvGrpSpPr/>
          <p:nvPr/>
        </p:nvGrpSpPr>
        <p:grpSpPr>
          <a:xfrm rot="-5400000">
            <a:off x="7689117" y="1059184"/>
            <a:ext cx="244822" cy="221773"/>
            <a:chOff x="1640475" y="1197075"/>
            <a:chExt cx="55475" cy="50250"/>
          </a:xfrm>
        </p:grpSpPr>
        <p:sp>
          <p:nvSpPr>
            <p:cNvPr id="5577" name="Google Shape;5577;p24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24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24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80" name="Google Shape;5580;p246"/>
          <p:cNvSpPr/>
          <p:nvPr/>
        </p:nvSpPr>
        <p:spPr>
          <a:xfrm rot="-308323">
            <a:off x="8739717" y="3492310"/>
            <a:ext cx="580167" cy="13591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81" name="Google Shape;5581;p246"/>
          <p:cNvGrpSpPr/>
          <p:nvPr/>
        </p:nvGrpSpPr>
        <p:grpSpPr>
          <a:xfrm rot="-5400000">
            <a:off x="8015649" y="4087110"/>
            <a:ext cx="221772" cy="200884"/>
            <a:chOff x="1640475" y="1197075"/>
            <a:chExt cx="55475" cy="50250"/>
          </a:xfrm>
        </p:grpSpPr>
        <p:sp>
          <p:nvSpPr>
            <p:cNvPr id="5582" name="Google Shape;5582;p24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24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24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85" name="Google Shape;5585;p246"/>
          <p:cNvSpPr/>
          <p:nvPr/>
        </p:nvSpPr>
        <p:spPr>
          <a:xfrm>
            <a:off x="2745450" y="869432"/>
            <a:ext cx="721675" cy="481582"/>
          </a:xfrm>
          <a:custGeom>
            <a:rect b="b" l="l" r="r" t="t"/>
            <a:pathLst>
              <a:path extrusionOk="0" h="21632" w="32413">
                <a:moveTo>
                  <a:pt x="20115" y="0"/>
                </a:moveTo>
                <a:lnTo>
                  <a:pt x="1524" y="853"/>
                </a:lnTo>
                <a:lnTo>
                  <a:pt x="10262" y="9947"/>
                </a:lnTo>
                <a:lnTo>
                  <a:pt x="5560" y="16290"/>
                </a:lnTo>
                <a:lnTo>
                  <a:pt x="0" y="21632"/>
                </a:lnTo>
                <a:lnTo>
                  <a:pt x="32413" y="21226"/>
                </a:lnTo>
              </a:path>
            </a:pathLst>
          </a:custGeom>
          <a:solidFill>
            <a:schemeClr val="accent2"/>
          </a:solidFill>
          <a:ln cap="flat" cmpd="sng" w="9525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sp>
      <p:sp>
        <p:nvSpPr>
          <p:cNvPr id="5586" name="Google Shape;5586;p246"/>
          <p:cNvSpPr/>
          <p:nvPr/>
        </p:nvSpPr>
        <p:spPr>
          <a:xfrm>
            <a:off x="3226196" y="1224341"/>
            <a:ext cx="256226" cy="108552"/>
          </a:xfrm>
          <a:custGeom>
            <a:rect b="b" l="l" r="r" t="t"/>
            <a:pathLst>
              <a:path extrusionOk="0" h="4876" w="11508">
                <a:moveTo>
                  <a:pt x="0" y="203"/>
                </a:moveTo>
                <a:lnTo>
                  <a:pt x="11508" y="4876"/>
                </a:lnTo>
                <a:lnTo>
                  <a:pt x="1138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5587" name="Google Shape;5587;p246"/>
          <p:cNvSpPr/>
          <p:nvPr/>
        </p:nvSpPr>
        <p:spPr>
          <a:xfrm>
            <a:off x="5780214" y="1217239"/>
            <a:ext cx="211696" cy="133753"/>
          </a:xfrm>
          <a:custGeom>
            <a:rect b="b" l="l" r="r" t="t"/>
            <a:pathLst>
              <a:path extrusionOk="0" h="6008" w="9508">
                <a:moveTo>
                  <a:pt x="9508" y="365"/>
                </a:moveTo>
                <a:lnTo>
                  <a:pt x="0" y="6008"/>
                </a:lnTo>
                <a:lnTo>
                  <a:pt x="26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</p:spTree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eight columns">
  <p:cSld name="TITLE_ONLY_1_1_2_2_2">
    <p:spTree>
      <p:nvGrpSpPr>
        <p:cNvPr id="5588" name="Shape 55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89" name="Google Shape;5589;p247"/>
          <p:cNvSpPr txBox="1"/>
          <p:nvPr>
            <p:ph type="title"/>
          </p:nvPr>
        </p:nvSpPr>
        <p:spPr>
          <a:xfrm>
            <a:off x="3307500" y="758952"/>
            <a:ext cx="25290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590" name="Google Shape;5590;p247"/>
          <p:cNvSpPr txBox="1"/>
          <p:nvPr>
            <p:ph idx="1" type="subTitle"/>
          </p:nvPr>
        </p:nvSpPr>
        <p:spPr>
          <a:xfrm>
            <a:off x="794525" y="2644700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591" name="Google Shape;5591;p247"/>
          <p:cNvSpPr txBox="1"/>
          <p:nvPr>
            <p:ph hasCustomPrompt="1" idx="2" type="title"/>
          </p:nvPr>
        </p:nvSpPr>
        <p:spPr>
          <a:xfrm>
            <a:off x="864125" y="1914197"/>
            <a:ext cx="13584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592" name="Google Shape;5592;p247"/>
          <p:cNvSpPr txBox="1"/>
          <p:nvPr>
            <p:ph idx="3" type="subTitle"/>
          </p:nvPr>
        </p:nvSpPr>
        <p:spPr>
          <a:xfrm>
            <a:off x="2813646" y="2644700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593" name="Google Shape;5593;p247"/>
          <p:cNvSpPr txBox="1"/>
          <p:nvPr>
            <p:ph hasCustomPrompt="1" idx="4" type="title"/>
          </p:nvPr>
        </p:nvSpPr>
        <p:spPr>
          <a:xfrm>
            <a:off x="2883246" y="1914197"/>
            <a:ext cx="13584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594" name="Google Shape;5594;p247"/>
          <p:cNvSpPr txBox="1"/>
          <p:nvPr>
            <p:ph idx="5" type="subTitle"/>
          </p:nvPr>
        </p:nvSpPr>
        <p:spPr>
          <a:xfrm>
            <a:off x="4832750" y="2644700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595" name="Google Shape;5595;p247"/>
          <p:cNvSpPr txBox="1"/>
          <p:nvPr>
            <p:ph hasCustomPrompt="1" idx="6" type="title"/>
          </p:nvPr>
        </p:nvSpPr>
        <p:spPr>
          <a:xfrm>
            <a:off x="4902350" y="1914197"/>
            <a:ext cx="13584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596" name="Google Shape;5596;p247"/>
          <p:cNvSpPr txBox="1"/>
          <p:nvPr>
            <p:ph idx="7" type="subTitle"/>
          </p:nvPr>
        </p:nvSpPr>
        <p:spPr>
          <a:xfrm>
            <a:off x="6851846" y="2644700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597" name="Google Shape;5597;p247"/>
          <p:cNvSpPr txBox="1"/>
          <p:nvPr>
            <p:ph hasCustomPrompt="1" idx="8" type="title"/>
          </p:nvPr>
        </p:nvSpPr>
        <p:spPr>
          <a:xfrm>
            <a:off x="6921446" y="1914197"/>
            <a:ext cx="13584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598" name="Google Shape;5598;p247"/>
          <p:cNvSpPr txBox="1"/>
          <p:nvPr>
            <p:ph idx="9" type="subTitle"/>
          </p:nvPr>
        </p:nvSpPr>
        <p:spPr>
          <a:xfrm>
            <a:off x="794525" y="41579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599" name="Google Shape;5599;p247"/>
          <p:cNvSpPr txBox="1"/>
          <p:nvPr>
            <p:ph hasCustomPrompt="1" idx="13" type="title"/>
          </p:nvPr>
        </p:nvSpPr>
        <p:spPr>
          <a:xfrm>
            <a:off x="927275" y="3411265"/>
            <a:ext cx="12321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600" name="Google Shape;5600;p247"/>
          <p:cNvSpPr txBox="1"/>
          <p:nvPr>
            <p:ph idx="14" type="subTitle"/>
          </p:nvPr>
        </p:nvSpPr>
        <p:spPr>
          <a:xfrm>
            <a:off x="2813646" y="41579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601" name="Google Shape;5601;p247"/>
          <p:cNvSpPr txBox="1"/>
          <p:nvPr>
            <p:ph hasCustomPrompt="1" idx="15" type="title"/>
          </p:nvPr>
        </p:nvSpPr>
        <p:spPr>
          <a:xfrm>
            <a:off x="2883246" y="3411265"/>
            <a:ext cx="13584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602" name="Google Shape;5602;p247"/>
          <p:cNvSpPr txBox="1"/>
          <p:nvPr>
            <p:ph idx="16" type="subTitle"/>
          </p:nvPr>
        </p:nvSpPr>
        <p:spPr>
          <a:xfrm>
            <a:off x="4832750" y="41579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603" name="Google Shape;5603;p247"/>
          <p:cNvSpPr txBox="1"/>
          <p:nvPr>
            <p:ph hasCustomPrompt="1" idx="17" type="title"/>
          </p:nvPr>
        </p:nvSpPr>
        <p:spPr>
          <a:xfrm>
            <a:off x="4902350" y="3411265"/>
            <a:ext cx="13584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604" name="Google Shape;5604;p247"/>
          <p:cNvSpPr txBox="1"/>
          <p:nvPr>
            <p:ph idx="18" type="subTitle"/>
          </p:nvPr>
        </p:nvSpPr>
        <p:spPr>
          <a:xfrm>
            <a:off x="6851846" y="41579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605" name="Google Shape;5605;p247"/>
          <p:cNvSpPr txBox="1"/>
          <p:nvPr>
            <p:ph hasCustomPrompt="1" idx="19" type="title"/>
          </p:nvPr>
        </p:nvSpPr>
        <p:spPr>
          <a:xfrm>
            <a:off x="6921446" y="3411265"/>
            <a:ext cx="13584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606" name="Google Shape;5606;p247"/>
          <p:cNvSpPr/>
          <p:nvPr/>
        </p:nvSpPr>
        <p:spPr>
          <a:xfrm rot="10800000">
            <a:off x="-381578" y="4046440"/>
            <a:ext cx="2673716" cy="1310885"/>
          </a:xfrm>
          <a:custGeom>
            <a:rect b="b" l="l" r="r" t="t"/>
            <a:pathLst>
              <a:path extrusionOk="0" h="8220" w="16766">
                <a:moveTo>
                  <a:pt x="16619" y="0"/>
                </a:moveTo>
                <a:lnTo>
                  <a:pt x="1" y="306"/>
                </a:lnTo>
                <a:cubicBezTo>
                  <a:pt x="61" y="421"/>
                  <a:pt x="130" y="530"/>
                  <a:pt x="209" y="629"/>
                </a:cubicBezTo>
                <a:cubicBezTo>
                  <a:pt x="561" y="1077"/>
                  <a:pt x="1090" y="1341"/>
                  <a:pt x="1620" y="1341"/>
                </a:cubicBezTo>
                <a:cubicBezTo>
                  <a:pt x="1653" y="1341"/>
                  <a:pt x="1687" y="1340"/>
                  <a:pt x="1720" y="1338"/>
                </a:cubicBezTo>
                <a:cubicBezTo>
                  <a:pt x="2137" y="1311"/>
                  <a:pt x="2547" y="1128"/>
                  <a:pt x="2959" y="1128"/>
                </a:cubicBezTo>
                <a:cubicBezTo>
                  <a:pt x="3033" y="1128"/>
                  <a:pt x="3106" y="1133"/>
                  <a:pt x="3180" y="1147"/>
                </a:cubicBezTo>
                <a:cubicBezTo>
                  <a:pt x="3277" y="1165"/>
                  <a:pt x="3367" y="1194"/>
                  <a:pt x="3455" y="1233"/>
                </a:cubicBezTo>
                <a:cubicBezTo>
                  <a:pt x="3474" y="1242"/>
                  <a:pt x="3493" y="1250"/>
                  <a:pt x="3511" y="1261"/>
                </a:cubicBezTo>
                <a:lnTo>
                  <a:pt x="3512" y="1261"/>
                </a:lnTo>
                <a:cubicBezTo>
                  <a:pt x="4178" y="1599"/>
                  <a:pt x="4587" y="2502"/>
                  <a:pt x="5216" y="2997"/>
                </a:cubicBezTo>
                <a:cubicBezTo>
                  <a:pt x="5642" y="3331"/>
                  <a:pt x="6137" y="3458"/>
                  <a:pt x="6653" y="3458"/>
                </a:cubicBezTo>
                <a:cubicBezTo>
                  <a:pt x="7281" y="3458"/>
                  <a:pt x="7939" y="3268"/>
                  <a:pt x="8534" y="3032"/>
                </a:cubicBezTo>
                <a:cubicBezTo>
                  <a:pt x="9061" y="2823"/>
                  <a:pt x="9606" y="2582"/>
                  <a:pt x="10155" y="2582"/>
                </a:cubicBezTo>
                <a:cubicBezTo>
                  <a:pt x="10271" y="2582"/>
                  <a:pt x="10386" y="2593"/>
                  <a:pt x="10502" y="2617"/>
                </a:cubicBezTo>
                <a:cubicBezTo>
                  <a:pt x="11491" y="2819"/>
                  <a:pt x="12129" y="3901"/>
                  <a:pt x="12548" y="4929"/>
                </a:cubicBezTo>
                <a:cubicBezTo>
                  <a:pt x="12966" y="5958"/>
                  <a:pt x="13334" y="7102"/>
                  <a:pt x="14165" y="7742"/>
                </a:cubicBezTo>
                <a:cubicBezTo>
                  <a:pt x="14587" y="8068"/>
                  <a:pt x="15094" y="8220"/>
                  <a:pt x="15606" y="8220"/>
                </a:cubicBezTo>
                <a:cubicBezTo>
                  <a:pt x="16002" y="8220"/>
                  <a:pt x="16401" y="8129"/>
                  <a:pt x="16766" y="7956"/>
                </a:cubicBezTo>
                <a:lnTo>
                  <a:pt x="16619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07" name="Google Shape;5607;p247"/>
          <p:cNvSpPr/>
          <p:nvPr/>
        </p:nvSpPr>
        <p:spPr>
          <a:xfrm rot="5400000">
            <a:off x="7309422" y="-859138"/>
            <a:ext cx="1379166" cy="2682086"/>
          </a:xfrm>
          <a:custGeom>
            <a:rect b="b" l="l" r="r" t="t"/>
            <a:pathLst>
              <a:path extrusionOk="0" h="24182" w="12435">
                <a:moveTo>
                  <a:pt x="7995" y="0"/>
                </a:moveTo>
                <a:cubicBezTo>
                  <a:pt x="6753" y="0"/>
                  <a:pt x="5507" y="123"/>
                  <a:pt x="4282" y="305"/>
                </a:cubicBezTo>
                <a:cubicBezTo>
                  <a:pt x="3647" y="400"/>
                  <a:pt x="3014" y="509"/>
                  <a:pt x="2384" y="629"/>
                </a:cubicBezTo>
                <a:cubicBezTo>
                  <a:pt x="1767" y="745"/>
                  <a:pt x="1135" y="843"/>
                  <a:pt x="528" y="997"/>
                </a:cubicBezTo>
                <a:cubicBezTo>
                  <a:pt x="284" y="1059"/>
                  <a:pt x="86" y="1199"/>
                  <a:pt x="44" y="1438"/>
                </a:cubicBezTo>
                <a:cubicBezTo>
                  <a:pt x="1" y="1675"/>
                  <a:pt x="98" y="1906"/>
                  <a:pt x="177" y="2128"/>
                </a:cubicBezTo>
                <a:cubicBezTo>
                  <a:pt x="371" y="2674"/>
                  <a:pt x="529" y="3231"/>
                  <a:pt x="657" y="3795"/>
                </a:cubicBezTo>
                <a:cubicBezTo>
                  <a:pt x="1173" y="6076"/>
                  <a:pt x="1176" y="8421"/>
                  <a:pt x="1157" y="10740"/>
                </a:cubicBezTo>
                <a:cubicBezTo>
                  <a:pt x="1137" y="13166"/>
                  <a:pt x="1119" y="15594"/>
                  <a:pt x="956" y="18015"/>
                </a:cubicBezTo>
                <a:cubicBezTo>
                  <a:pt x="873" y="19227"/>
                  <a:pt x="754" y="20438"/>
                  <a:pt x="578" y="21641"/>
                </a:cubicBezTo>
                <a:cubicBezTo>
                  <a:pt x="533" y="21947"/>
                  <a:pt x="484" y="22253"/>
                  <a:pt x="431" y="22559"/>
                </a:cubicBezTo>
                <a:cubicBezTo>
                  <a:pt x="386" y="22822"/>
                  <a:pt x="322" y="23092"/>
                  <a:pt x="343" y="23359"/>
                </a:cubicBezTo>
                <a:cubicBezTo>
                  <a:pt x="374" y="23781"/>
                  <a:pt x="660" y="24173"/>
                  <a:pt x="1161" y="24181"/>
                </a:cubicBezTo>
                <a:cubicBezTo>
                  <a:pt x="1165" y="24181"/>
                  <a:pt x="1169" y="24181"/>
                  <a:pt x="1173" y="24181"/>
                </a:cubicBezTo>
                <a:cubicBezTo>
                  <a:pt x="1371" y="24181"/>
                  <a:pt x="1540" y="24099"/>
                  <a:pt x="1654" y="23951"/>
                </a:cubicBezTo>
                <a:cubicBezTo>
                  <a:pt x="1675" y="23925"/>
                  <a:pt x="1683" y="23898"/>
                  <a:pt x="1682" y="23874"/>
                </a:cubicBezTo>
                <a:lnTo>
                  <a:pt x="1682" y="23874"/>
                </a:lnTo>
                <a:cubicBezTo>
                  <a:pt x="1847" y="23898"/>
                  <a:pt x="2014" y="23909"/>
                  <a:pt x="2180" y="23909"/>
                </a:cubicBezTo>
                <a:cubicBezTo>
                  <a:pt x="2943" y="23909"/>
                  <a:pt x="3699" y="23667"/>
                  <a:pt x="4311" y="23242"/>
                </a:cubicBezTo>
                <a:cubicBezTo>
                  <a:pt x="4708" y="22966"/>
                  <a:pt x="5045" y="22616"/>
                  <a:pt x="5275" y="22211"/>
                </a:cubicBezTo>
                <a:cubicBezTo>
                  <a:pt x="5529" y="21761"/>
                  <a:pt x="5637" y="21258"/>
                  <a:pt x="5672" y="20756"/>
                </a:cubicBezTo>
                <a:cubicBezTo>
                  <a:pt x="5745" y="19694"/>
                  <a:pt x="5474" y="18600"/>
                  <a:pt x="5753" y="17552"/>
                </a:cubicBezTo>
                <a:cubicBezTo>
                  <a:pt x="5970" y="16734"/>
                  <a:pt x="6573" y="16141"/>
                  <a:pt x="7340" y="15710"/>
                </a:cubicBezTo>
                <a:cubicBezTo>
                  <a:pt x="8075" y="15296"/>
                  <a:pt x="8888" y="15018"/>
                  <a:pt x="9665" y="14682"/>
                </a:cubicBezTo>
                <a:cubicBezTo>
                  <a:pt x="10395" y="14367"/>
                  <a:pt x="11138" y="13992"/>
                  <a:pt x="11650" y="13407"/>
                </a:cubicBezTo>
                <a:cubicBezTo>
                  <a:pt x="12358" y="12597"/>
                  <a:pt x="12435" y="11553"/>
                  <a:pt x="12147" y="10578"/>
                </a:cubicBezTo>
                <a:cubicBezTo>
                  <a:pt x="11808" y="9430"/>
                  <a:pt x="11016" y="8461"/>
                  <a:pt x="10472" y="7396"/>
                </a:cubicBezTo>
                <a:cubicBezTo>
                  <a:pt x="9923" y="6314"/>
                  <a:pt x="9632" y="5096"/>
                  <a:pt x="9791" y="3904"/>
                </a:cubicBezTo>
                <a:cubicBezTo>
                  <a:pt x="9926" y="2896"/>
                  <a:pt x="10412" y="1909"/>
                  <a:pt x="11209" y="1194"/>
                </a:cubicBezTo>
                <a:cubicBezTo>
                  <a:pt x="11406" y="1016"/>
                  <a:pt x="11621" y="858"/>
                  <a:pt x="11854" y="718"/>
                </a:cubicBezTo>
                <a:cubicBezTo>
                  <a:pt x="11960" y="654"/>
                  <a:pt x="11944" y="503"/>
                  <a:pt x="11818" y="468"/>
                </a:cubicBezTo>
                <a:cubicBezTo>
                  <a:pt x="10568" y="132"/>
                  <a:pt x="9284" y="0"/>
                  <a:pt x="7995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08" name="Google Shape;5608;p247"/>
          <p:cNvSpPr/>
          <p:nvPr/>
        </p:nvSpPr>
        <p:spPr>
          <a:xfrm>
            <a:off x="8349439" y="2697046"/>
            <a:ext cx="1497587" cy="2729305"/>
          </a:xfrm>
          <a:custGeom>
            <a:rect b="b" l="l" r="r" t="t"/>
            <a:pathLst>
              <a:path extrusionOk="0" h="26119" w="14332">
                <a:moveTo>
                  <a:pt x="12104" y="0"/>
                </a:moveTo>
                <a:cubicBezTo>
                  <a:pt x="11836" y="0"/>
                  <a:pt x="11579" y="100"/>
                  <a:pt x="11338" y="207"/>
                </a:cubicBezTo>
                <a:cubicBezTo>
                  <a:pt x="11049" y="335"/>
                  <a:pt x="10764" y="475"/>
                  <a:pt x="10478" y="610"/>
                </a:cubicBezTo>
                <a:cubicBezTo>
                  <a:pt x="9890" y="885"/>
                  <a:pt x="9294" y="1149"/>
                  <a:pt x="8713" y="1440"/>
                </a:cubicBezTo>
                <a:cubicBezTo>
                  <a:pt x="8495" y="1549"/>
                  <a:pt x="8298" y="1691"/>
                  <a:pt x="8201" y="1922"/>
                </a:cubicBezTo>
                <a:cubicBezTo>
                  <a:pt x="8095" y="2174"/>
                  <a:pt x="8110" y="2467"/>
                  <a:pt x="8106" y="2735"/>
                </a:cubicBezTo>
                <a:cubicBezTo>
                  <a:pt x="8097" y="3377"/>
                  <a:pt x="8121" y="4019"/>
                  <a:pt x="8176" y="4658"/>
                </a:cubicBezTo>
                <a:cubicBezTo>
                  <a:pt x="8228" y="5277"/>
                  <a:pt x="8331" y="5899"/>
                  <a:pt x="8283" y="6521"/>
                </a:cubicBezTo>
                <a:cubicBezTo>
                  <a:pt x="8242" y="7056"/>
                  <a:pt x="8055" y="7556"/>
                  <a:pt x="7761" y="8004"/>
                </a:cubicBezTo>
                <a:cubicBezTo>
                  <a:pt x="7173" y="8897"/>
                  <a:pt x="6276" y="9476"/>
                  <a:pt x="5434" y="10099"/>
                </a:cubicBezTo>
                <a:cubicBezTo>
                  <a:pt x="5008" y="10415"/>
                  <a:pt x="4600" y="10769"/>
                  <a:pt x="4338" y="11238"/>
                </a:cubicBezTo>
                <a:cubicBezTo>
                  <a:pt x="4078" y="11703"/>
                  <a:pt x="3973" y="12231"/>
                  <a:pt x="3932" y="12758"/>
                </a:cubicBezTo>
                <a:cubicBezTo>
                  <a:pt x="3854" y="13776"/>
                  <a:pt x="4023" y="14819"/>
                  <a:pt x="3717" y="15812"/>
                </a:cubicBezTo>
                <a:cubicBezTo>
                  <a:pt x="3574" y="16273"/>
                  <a:pt x="3319" y="16702"/>
                  <a:pt x="2917" y="16981"/>
                </a:cubicBezTo>
                <a:cubicBezTo>
                  <a:pt x="2489" y="17279"/>
                  <a:pt x="1977" y="17419"/>
                  <a:pt x="1536" y="17694"/>
                </a:cubicBezTo>
                <a:cubicBezTo>
                  <a:pt x="639" y="18252"/>
                  <a:pt x="327" y="19323"/>
                  <a:pt x="152" y="20304"/>
                </a:cubicBezTo>
                <a:cubicBezTo>
                  <a:pt x="48" y="20891"/>
                  <a:pt x="1" y="21500"/>
                  <a:pt x="140" y="22087"/>
                </a:cubicBezTo>
                <a:cubicBezTo>
                  <a:pt x="259" y="22589"/>
                  <a:pt x="523" y="23040"/>
                  <a:pt x="855" y="23429"/>
                </a:cubicBezTo>
                <a:cubicBezTo>
                  <a:pt x="1544" y="24236"/>
                  <a:pt x="3187" y="24329"/>
                  <a:pt x="3333" y="25366"/>
                </a:cubicBezTo>
                <a:cubicBezTo>
                  <a:pt x="3413" y="25937"/>
                  <a:pt x="4213" y="26116"/>
                  <a:pt x="4450" y="26116"/>
                </a:cubicBezTo>
                <a:cubicBezTo>
                  <a:pt x="4499" y="26116"/>
                  <a:pt x="4524" y="26108"/>
                  <a:pt x="4512" y="26094"/>
                </a:cubicBezTo>
                <a:lnTo>
                  <a:pt x="4512" y="26094"/>
                </a:lnTo>
                <a:cubicBezTo>
                  <a:pt x="5752" y="26098"/>
                  <a:pt x="6992" y="26103"/>
                  <a:pt x="8231" y="26108"/>
                </a:cubicBezTo>
                <a:cubicBezTo>
                  <a:pt x="8884" y="26110"/>
                  <a:pt x="9536" y="26113"/>
                  <a:pt x="10188" y="26115"/>
                </a:cubicBezTo>
                <a:cubicBezTo>
                  <a:pt x="10509" y="26116"/>
                  <a:pt x="10831" y="26117"/>
                  <a:pt x="11153" y="26118"/>
                </a:cubicBezTo>
                <a:cubicBezTo>
                  <a:pt x="11181" y="26118"/>
                  <a:pt x="11210" y="26118"/>
                  <a:pt x="11238" y="26118"/>
                </a:cubicBezTo>
                <a:cubicBezTo>
                  <a:pt x="11502" y="26118"/>
                  <a:pt x="11768" y="26112"/>
                  <a:pt x="12030" y="26066"/>
                </a:cubicBezTo>
                <a:cubicBezTo>
                  <a:pt x="12510" y="25980"/>
                  <a:pt x="12981" y="25708"/>
                  <a:pt x="13161" y="25232"/>
                </a:cubicBezTo>
                <a:cubicBezTo>
                  <a:pt x="13200" y="25130"/>
                  <a:pt x="13224" y="25017"/>
                  <a:pt x="13222" y="24907"/>
                </a:cubicBezTo>
                <a:cubicBezTo>
                  <a:pt x="13220" y="24778"/>
                  <a:pt x="13107" y="24687"/>
                  <a:pt x="13042" y="24582"/>
                </a:cubicBezTo>
                <a:cubicBezTo>
                  <a:pt x="12914" y="24378"/>
                  <a:pt x="12829" y="24154"/>
                  <a:pt x="12777" y="23918"/>
                </a:cubicBezTo>
                <a:cubicBezTo>
                  <a:pt x="12667" y="23424"/>
                  <a:pt x="12700" y="22903"/>
                  <a:pt x="12760" y="22402"/>
                </a:cubicBezTo>
                <a:cubicBezTo>
                  <a:pt x="12825" y="21856"/>
                  <a:pt x="12928" y="21313"/>
                  <a:pt x="12991" y="20766"/>
                </a:cubicBezTo>
                <a:cubicBezTo>
                  <a:pt x="13138" y="19498"/>
                  <a:pt x="13165" y="18220"/>
                  <a:pt x="13259" y="16947"/>
                </a:cubicBezTo>
                <a:cubicBezTo>
                  <a:pt x="13306" y="16306"/>
                  <a:pt x="13371" y="15667"/>
                  <a:pt x="13476" y="15033"/>
                </a:cubicBezTo>
                <a:cubicBezTo>
                  <a:pt x="13580" y="14418"/>
                  <a:pt x="13717" y="13809"/>
                  <a:pt x="13850" y="13199"/>
                </a:cubicBezTo>
                <a:cubicBezTo>
                  <a:pt x="14117" y="11977"/>
                  <a:pt x="14332" y="10761"/>
                  <a:pt x="14312" y="9506"/>
                </a:cubicBezTo>
                <a:cubicBezTo>
                  <a:pt x="14292" y="8213"/>
                  <a:pt x="14104" y="6931"/>
                  <a:pt x="14032" y="5641"/>
                </a:cubicBezTo>
                <a:cubicBezTo>
                  <a:pt x="13973" y="4552"/>
                  <a:pt x="14026" y="3448"/>
                  <a:pt x="13821" y="2371"/>
                </a:cubicBezTo>
                <a:cubicBezTo>
                  <a:pt x="13723" y="1854"/>
                  <a:pt x="13559" y="1346"/>
                  <a:pt x="13296" y="889"/>
                </a:cubicBezTo>
                <a:cubicBezTo>
                  <a:pt x="13046" y="456"/>
                  <a:pt x="12681" y="18"/>
                  <a:pt x="12141" y="1"/>
                </a:cubicBezTo>
                <a:cubicBezTo>
                  <a:pt x="12128" y="1"/>
                  <a:pt x="12116" y="0"/>
                  <a:pt x="12104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09" name="Google Shape;5609;p247"/>
          <p:cNvSpPr/>
          <p:nvPr/>
        </p:nvSpPr>
        <p:spPr>
          <a:xfrm rot="8100000">
            <a:off x="-821724" y="-537528"/>
            <a:ext cx="2590333" cy="1991668"/>
          </a:xfrm>
          <a:custGeom>
            <a:rect b="b" l="l" r="r" t="t"/>
            <a:pathLst>
              <a:path extrusionOk="0" h="12489" w="16243">
                <a:moveTo>
                  <a:pt x="3844" y="0"/>
                </a:moveTo>
                <a:cubicBezTo>
                  <a:pt x="3285" y="0"/>
                  <a:pt x="2723" y="148"/>
                  <a:pt x="2228" y="400"/>
                </a:cubicBezTo>
                <a:cubicBezTo>
                  <a:pt x="1280" y="883"/>
                  <a:pt x="590" y="1767"/>
                  <a:pt x="156" y="2720"/>
                </a:cubicBezTo>
                <a:cubicBezTo>
                  <a:pt x="49" y="2956"/>
                  <a:pt x="1" y="3596"/>
                  <a:pt x="54" y="3596"/>
                </a:cubicBezTo>
                <a:cubicBezTo>
                  <a:pt x="57" y="3596"/>
                  <a:pt x="61" y="3593"/>
                  <a:pt x="66" y="3588"/>
                </a:cubicBezTo>
                <a:cubicBezTo>
                  <a:pt x="269" y="4868"/>
                  <a:pt x="1355" y="5759"/>
                  <a:pt x="2294" y="6557"/>
                </a:cubicBezTo>
                <a:cubicBezTo>
                  <a:pt x="3560" y="7632"/>
                  <a:pt x="4723" y="8824"/>
                  <a:pt x="5756" y="10126"/>
                </a:cubicBezTo>
                <a:cubicBezTo>
                  <a:pt x="6340" y="10862"/>
                  <a:pt x="6881" y="11633"/>
                  <a:pt x="7379" y="12430"/>
                </a:cubicBezTo>
                <a:cubicBezTo>
                  <a:pt x="7403" y="12468"/>
                  <a:pt x="7442" y="12488"/>
                  <a:pt x="7481" y="12488"/>
                </a:cubicBezTo>
                <a:cubicBezTo>
                  <a:pt x="7510" y="12488"/>
                  <a:pt x="7539" y="12478"/>
                  <a:pt x="7563" y="12456"/>
                </a:cubicBezTo>
                <a:cubicBezTo>
                  <a:pt x="9372" y="10767"/>
                  <a:pt x="11182" y="9079"/>
                  <a:pt x="12991" y="7391"/>
                </a:cubicBezTo>
                <a:cubicBezTo>
                  <a:pt x="13444" y="6969"/>
                  <a:pt x="13897" y="6547"/>
                  <a:pt x="14348" y="6125"/>
                </a:cubicBezTo>
                <a:cubicBezTo>
                  <a:pt x="14774" y="5728"/>
                  <a:pt x="15224" y="5346"/>
                  <a:pt x="15621" y="4920"/>
                </a:cubicBezTo>
                <a:cubicBezTo>
                  <a:pt x="15956" y="4561"/>
                  <a:pt x="16230" y="4130"/>
                  <a:pt x="16237" y="3625"/>
                </a:cubicBezTo>
                <a:cubicBezTo>
                  <a:pt x="16243" y="3173"/>
                  <a:pt x="16055" y="2737"/>
                  <a:pt x="15772" y="2393"/>
                </a:cubicBezTo>
                <a:cubicBezTo>
                  <a:pt x="15118" y="1597"/>
                  <a:pt x="13969" y="1326"/>
                  <a:pt x="12990" y="1230"/>
                </a:cubicBezTo>
                <a:cubicBezTo>
                  <a:pt x="12782" y="1209"/>
                  <a:pt x="12575" y="1199"/>
                  <a:pt x="12369" y="1199"/>
                </a:cubicBezTo>
                <a:cubicBezTo>
                  <a:pt x="11579" y="1199"/>
                  <a:pt x="10805" y="1344"/>
                  <a:pt x="10046" y="1589"/>
                </a:cubicBezTo>
                <a:cubicBezTo>
                  <a:pt x="9458" y="1779"/>
                  <a:pt x="8842" y="1996"/>
                  <a:pt x="8230" y="1996"/>
                </a:cubicBezTo>
                <a:cubicBezTo>
                  <a:pt x="7924" y="1996"/>
                  <a:pt x="7618" y="1942"/>
                  <a:pt x="7317" y="1801"/>
                </a:cubicBezTo>
                <a:cubicBezTo>
                  <a:pt x="6411" y="1378"/>
                  <a:pt x="5786" y="517"/>
                  <a:pt x="4835" y="170"/>
                </a:cubicBezTo>
                <a:cubicBezTo>
                  <a:pt x="4516" y="54"/>
                  <a:pt x="4181" y="0"/>
                  <a:pt x="3844" y="0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10" name="Google Shape;5610;p247"/>
          <p:cNvGrpSpPr/>
          <p:nvPr/>
        </p:nvGrpSpPr>
        <p:grpSpPr>
          <a:xfrm rot="4499945">
            <a:off x="1435226" y="1133136"/>
            <a:ext cx="215934" cy="195605"/>
            <a:chOff x="1640475" y="1197075"/>
            <a:chExt cx="55475" cy="50250"/>
          </a:xfrm>
        </p:grpSpPr>
        <p:sp>
          <p:nvSpPr>
            <p:cNvPr id="5611" name="Google Shape;5611;p24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24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24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14" name="Google Shape;5614;p247"/>
          <p:cNvSpPr/>
          <p:nvPr/>
        </p:nvSpPr>
        <p:spPr>
          <a:xfrm flipH="1" rot="7610468">
            <a:off x="8662235" y="2889645"/>
            <a:ext cx="545185" cy="12772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15" name="Google Shape;5615;p247"/>
          <p:cNvGrpSpPr/>
          <p:nvPr/>
        </p:nvGrpSpPr>
        <p:grpSpPr>
          <a:xfrm rot="3412103">
            <a:off x="7137581" y="822200"/>
            <a:ext cx="320926" cy="290715"/>
            <a:chOff x="1640475" y="1197075"/>
            <a:chExt cx="55475" cy="50250"/>
          </a:xfrm>
        </p:grpSpPr>
        <p:sp>
          <p:nvSpPr>
            <p:cNvPr id="5616" name="Google Shape;5616;p24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24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24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19" name="Google Shape;5619;p247"/>
          <p:cNvSpPr/>
          <p:nvPr/>
        </p:nvSpPr>
        <p:spPr>
          <a:xfrm rot="3218474">
            <a:off x="2157332" y="4435042"/>
            <a:ext cx="809522" cy="1268427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20" name="Google Shape;5620;p247"/>
          <p:cNvSpPr/>
          <p:nvPr/>
        </p:nvSpPr>
        <p:spPr>
          <a:xfrm flipH="1" rot="7610386">
            <a:off x="2067169" y="10759"/>
            <a:ext cx="864854" cy="20260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3">
    <p:spTree>
      <p:nvGrpSpPr>
        <p:cNvPr id="5621" name="Shape 56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22" name="Google Shape;5622;p248"/>
          <p:cNvSpPr/>
          <p:nvPr/>
        </p:nvSpPr>
        <p:spPr>
          <a:xfrm>
            <a:off x="-215846" y="3590328"/>
            <a:ext cx="3937248" cy="1852861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23" name="Google Shape;5623;p248"/>
          <p:cNvSpPr/>
          <p:nvPr/>
        </p:nvSpPr>
        <p:spPr>
          <a:xfrm>
            <a:off x="-500950" y="-338112"/>
            <a:ext cx="3394487" cy="1873699"/>
          </a:xfrm>
          <a:custGeom>
            <a:rect b="b" l="l" r="r" t="t"/>
            <a:pathLst>
              <a:path extrusionOk="0" h="11330" w="20526">
                <a:moveTo>
                  <a:pt x="12939" y="1"/>
                </a:moveTo>
                <a:cubicBezTo>
                  <a:pt x="11999" y="1"/>
                  <a:pt x="11086" y="167"/>
                  <a:pt x="10169" y="370"/>
                </a:cubicBezTo>
                <a:cubicBezTo>
                  <a:pt x="9691" y="476"/>
                  <a:pt x="9213" y="584"/>
                  <a:pt x="8731" y="667"/>
                </a:cubicBezTo>
                <a:cubicBezTo>
                  <a:pt x="8234" y="750"/>
                  <a:pt x="7732" y="802"/>
                  <a:pt x="7229" y="839"/>
                </a:cubicBezTo>
                <a:cubicBezTo>
                  <a:pt x="6231" y="913"/>
                  <a:pt x="5230" y="935"/>
                  <a:pt x="4235" y="1052"/>
                </a:cubicBezTo>
                <a:cubicBezTo>
                  <a:pt x="3806" y="1102"/>
                  <a:pt x="3380" y="1184"/>
                  <a:pt x="2951" y="1235"/>
                </a:cubicBezTo>
                <a:cubicBezTo>
                  <a:pt x="2746" y="1260"/>
                  <a:pt x="2537" y="1279"/>
                  <a:pt x="2328" y="1279"/>
                </a:cubicBezTo>
                <a:cubicBezTo>
                  <a:pt x="2138" y="1279"/>
                  <a:pt x="1948" y="1263"/>
                  <a:pt x="1762" y="1222"/>
                </a:cubicBezTo>
                <a:cubicBezTo>
                  <a:pt x="1578" y="1180"/>
                  <a:pt x="1402" y="1113"/>
                  <a:pt x="1242" y="1012"/>
                </a:cubicBezTo>
                <a:cubicBezTo>
                  <a:pt x="1161" y="960"/>
                  <a:pt x="1089" y="870"/>
                  <a:pt x="988" y="868"/>
                </a:cubicBezTo>
                <a:cubicBezTo>
                  <a:pt x="985" y="868"/>
                  <a:pt x="983" y="868"/>
                  <a:pt x="981" y="868"/>
                </a:cubicBezTo>
                <a:cubicBezTo>
                  <a:pt x="897" y="868"/>
                  <a:pt x="810" y="887"/>
                  <a:pt x="732" y="917"/>
                </a:cubicBezTo>
                <a:cubicBezTo>
                  <a:pt x="360" y="1060"/>
                  <a:pt x="147" y="1435"/>
                  <a:pt x="79" y="1816"/>
                </a:cubicBezTo>
                <a:cubicBezTo>
                  <a:pt x="38" y="2046"/>
                  <a:pt x="37" y="2279"/>
                  <a:pt x="38" y="2512"/>
                </a:cubicBezTo>
                <a:cubicBezTo>
                  <a:pt x="38" y="2767"/>
                  <a:pt x="39" y="3024"/>
                  <a:pt x="40" y="3279"/>
                </a:cubicBezTo>
                <a:cubicBezTo>
                  <a:pt x="42" y="3797"/>
                  <a:pt x="44" y="4315"/>
                  <a:pt x="46" y="4833"/>
                </a:cubicBezTo>
                <a:cubicBezTo>
                  <a:pt x="50" y="5817"/>
                  <a:pt x="54" y="6803"/>
                  <a:pt x="57" y="7787"/>
                </a:cubicBezTo>
                <a:cubicBezTo>
                  <a:pt x="55" y="7786"/>
                  <a:pt x="54" y="7785"/>
                  <a:pt x="52" y="7785"/>
                </a:cubicBezTo>
                <a:cubicBezTo>
                  <a:pt x="0" y="7785"/>
                  <a:pt x="101" y="8649"/>
                  <a:pt x="628" y="8724"/>
                </a:cubicBezTo>
                <a:cubicBezTo>
                  <a:pt x="1441" y="8840"/>
                  <a:pt x="1514" y="10145"/>
                  <a:pt x="2146" y="10693"/>
                </a:cubicBezTo>
                <a:cubicBezTo>
                  <a:pt x="2452" y="10957"/>
                  <a:pt x="2805" y="11167"/>
                  <a:pt x="3199" y="11261"/>
                </a:cubicBezTo>
                <a:cubicBezTo>
                  <a:pt x="3402" y="11310"/>
                  <a:pt x="3609" y="11330"/>
                  <a:pt x="3816" y="11330"/>
                </a:cubicBezTo>
                <a:cubicBezTo>
                  <a:pt x="4077" y="11330"/>
                  <a:pt x="4340" y="11298"/>
                  <a:pt x="4597" y="11251"/>
                </a:cubicBezTo>
                <a:cubicBezTo>
                  <a:pt x="5367" y="11113"/>
                  <a:pt x="6207" y="10865"/>
                  <a:pt x="6645" y="10152"/>
                </a:cubicBezTo>
                <a:cubicBezTo>
                  <a:pt x="6859" y="9801"/>
                  <a:pt x="6970" y="9395"/>
                  <a:pt x="7203" y="9055"/>
                </a:cubicBezTo>
                <a:cubicBezTo>
                  <a:pt x="7421" y="8736"/>
                  <a:pt x="7758" y="8532"/>
                  <a:pt x="8120" y="8419"/>
                </a:cubicBezTo>
                <a:cubicBezTo>
                  <a:pt x="8559" y="8282"/>
                  <a:pt x="9011" y="8265"/>
                  <a:pt x="9465" y="8265"/>
                </a:cubicBezTo>
                <a:cubicBezTo>
                  <a:pt x="9615" y="8265"/>
                  <a:pt x="9765" y="8267"/>
                  <a:pt x="9915" y="8267"/>
                </a:cubicBezTo>
                <a:cubicBezTo>
                  <a:pt x="10115" y="8267"/>
                  <a:pt x="10316" y="8264"/>
                  <a:pt x="10515" y="8248"/>
                </a:cubicBezTo>
                <a:cubicBezTo>
                  <a:pt x="10927" y="8216"/>
                  <a:pt x="11342" y="8132"/>
                  <a:pt x="11707" y="7927"/>
                </a:cubicBezTo>
                <a:cubicBezTo>
                  <a:pt x="12074" y="7718"/>
                  <a:pt x="12352" y="7394"/>
                  <a:pt x="12600" y="7055"/>
                </a:cubicBezTo>
                <a:cubicBezTo>
                  <a:pt x="13089" y="6385"/>
                  <a:pt x="13543" y="5673"/>
                  <a:pt x="14244" y="5207"/>
                </a:cubicBezTo>
                <a:cubicBezTo>
                  <a:pt x="14594" y="4972"/>
                  <a:pt x="14986" y="4825"/>
                  <a:pt x="15405" y="4792"/>
                </a:cubicBezTo>
                <a:cubicBezTo>
                  <a:pt x="15494" y="4785"/>
                  <a:pt x="15582" y="4782"/>
                  <a:pt x="15670" y="4782"/>
                </a:cubicBezTo>
                <a:cubicBezTo>
                  <a:pt x="16070" y="4782"/>
                  <a:pt x="16469" y="4843"/>
                  <a:pt x="16866" y="4877"/>
                </a:cubicBezTo>
                <a:cubicBezTo>
                  <a:pt x="17302" y="4915"/>
                  <a:pt x="17740" y="4933"/>
                  <a:pt x="18178" y="4933"/>
                </a:cubicBezTo>
                <a:cubicBezTo>
                  <a:pt x="18243" y="4933"/>
                  <a:pt x="18309" y="4933"/>
                  <a:pt x="18374" y="4932"/>
                </a:cubicBezTo>
                <a:cubicBezTo>
                  <a:pt x="18585" y="4929"/>
                  <a:pt x="18814" y="4941"/>
                  <a:pt x="19012" y="4857"/>
                </a:cubicBezTo>
                <a:cubicBezTo>
                  <a:pt x="19193" y="4780"/>
                  <a:pt x="19305" y="4623"/>
                  <a:pt x="19390" y="4450"/>
                </a:cubicBezTo>
                <a:cubicBezTo>
                  <a:pt x="19618" y="3989"/>
                  <a:pt x="19825" y="3515"/>
                  <a:pt x="20041" y="3049"/>
                </a:cubicBezTo>
                <a:cubicBezTo>
                  <a:pt x="20147" y="2821"/>
                  <a:pt x="20256" y="2595"/>
                  <a:pt x="20357" y="2365"/>
                </a:cubicBezTo>
                <a:cubicBezTo>
                  <a:pt x="20444" y="2165"/>
                  <a:pt x="20525" y="1951"/>
                  <a:pt x="20518" y="1728"/>
                </a:cubicBezTo>
                <a:cubicBezTo>
                  <a:pt x="20505" y="1297"/>
                  <a:pt x="20161" y="1008"/>
                  <a:pt x="19822" y="810"/>
                </a:cubicBezTo>
                <a:cubicBezTo>
                  <a:pt x="19463" y="601"/>
                  <a:pt x="19065" y="469"/>
                  <a:pt x="18660" y="392"/>
                </a:cubicBezTo>
                <a:cubicBezTo>
                  <a:pt x="17815" y="229"/>
                  <a:pt x="16950" y="272"/>
                  <a:pt x="16095" y="224"/>
                </a:cubicBezTo>
                <a:cubicBezTo>
                  <a:pt x="15084" y="168"/>
                  <a:pt x="14079" y="19"/>
                  <a:pt x="13065" y="2"/>
                </a:cubicBezTo>
                <a:cubicBezTo>
                  <a:pt x="13023" y="1"/>
                  <a:pt x="12981" y="1"/>
                  <a:pt x="12939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24" name="Google Shape;5624;p248"/>
          <p:cNvSpPr/>
          <p:nvPr/>
        </p:nvSpPr>
        <p:spPr>
          <a:xfrm>
            <a:off x="7494194" y="-264852"/>
            <a:ext cx="2151033" cy="2157317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25" name="Google Shape;5625;p248"/>
          <p:cNvSpPr/>
          <p:nvPr/>
        </p:nvSpPr>
        <p:spPr>
          <a:xfrm>
            <a:off x="5476804" y="4242891"/>
            <a:ext cx="4031181" cy="1424375"/>
          </a:xfrm>
          <a:custGeom>
            <a:rect b="b" l="l" r="r" t="t"/>
            <a:pathLst>
              <a:path extrusionOk="0" h="8613" w="24376">
                <a:moveTo>
                  <a:pt x="12572" y="1"/>
                </a:moveTo>
                <a:cubicBezTo>
                  <a:pt x="11930" y="1"/>
                  <a:pt x="11305" y="137"/>
                  <a:pt x="10778" y="460"/>
                </a:cubicBezTo>
                <a:cubicBezTo>
                  <a:pt x="10193" y="818"/>
                  <a:pt x="9818" y="1341"/>
                  <a:pt x="9503" y="1852"/>
                </a:cubicBezTo>
                <a:cubicBezTo>
                  <a:pt x="9167" y="2398"/>
                  <a:pt x="8889" y="2969"/>
                  <a:pt x="8475" y="3485"/>
                </a:cubicBezTo>
                <a:cubicBezTo>
                  <a:pt x="8044" y="4023"/>
                  <a:pt x="7451" y="4445"/>
                  <a:pt x="6633" y="4599"/>
                </a:cubicBezTo>
                <a:cubicBezTo>
                  <a:pt x="6259" y="4669"/>
                  <a:pt x="5879" y="4690"/>
                  <a:pt x="5496" y="4690"/>
                </a:cubicBezTo>
                <a:cubicBezTo>
                  <a:pt x="4945" y="4690"/>
                  <a:pt x="4388" y="4646"/>
                  <a:pt x="3837" y="4646"/>
                </a:cubicBezTo>
                <a:cubicBezTo>
                  <a:pt x="3701" y="4646"/>
                  <a:pt x="3564" y="4649"/>
                  <a:pt x="3429" y="4656"/>
                </a:cubicBezTo>
                <a:cubicBezTo>
                  <a:pt x="2927" y="4680"/>
                  <a:pt x="2424" y="4755"/>
                  <a:pt x="1974" y="4934"/>
                </a:cubicBezTo>
                <a:cubicBezTo>
                  <a:pt x="1568" y="5095"/>
                  <a:pt x="1218" y="5332"/>
                  <a:pt x="943" y="5611"/>
                </a:cubicBezTo>
                <a:cubicBezTo>
                  <a:pt x="425" y="6133"/>
                  <a:pt x="179" y="6806"/>
                  <a:pt x="311" y="7456"/>
                </a:cubicBezTo>
                <a:cubicBezTo>
                  <a:pt x="309" y="7456"/>
                  <a:pt x="307" y="7456"/>
                  <a:pt x="305" y="7456"/>
                </a:cubicBezTo>
                <a:cubicBezTo>
                  <a:pt x="282" y="7456"/>
                  <a:pt x="258" y="7461"/>
                  <a:pt x="234" y="7475"/>
                </a:cubicBezTo>
                <a:cubicBezTo>
                  <a:pt x="83" y="7556"/>
                  <a:pt x="1" y="7677"/>
                  <a:pt x="4" y="7821"/>
                </a:cubicBezTo>
                <a:cubicBezTo>
                  <a:pt x="12" y="8172"/>
                  <a:pt x="404" y="8373"/>
                  <a:pt x="826" y="8396"/>
                </a:cubicBezTo>
                <a:cubicBezTo>
                  <a:pt x="860" y="8398"/>
                  <a:pt x="894" y="8399"/>
                  <a:pt x="929" y="8399"/>
                </a:cubicBezTo>
                <a:cubicBezTo>
                  <a:pt x="1162" y="8399"/>
                  <a:pt x="1397" y="8361"/>
                  <a:pt x="1626" y="8334"/>
                </a:cubicBezTo>
                <a:cubicBezTo>
                  <a:pt x="1931" y="8297"/>
                  <a:pt x="2238" y="8262"/>
                  <a:pt x="2544" y="8230"/>
                </a:cubicBezTo>
                <a:cubicBezTo>
                  <a:pt x="3747" y="8107"/>
                  <a:pt x="4958" y="8023"/>
                  <a:pt x="6170" y="7965"/>
                </a:cubicBezTo>
                <a:cubicBezTo>
                  <a:pt x="8591" y="7850"/>
                  <a:pt x="11019" y="7838"/>
                  <a:pt x="13445" y="7824"/>
                </a:cubicBezTo>
                <a:cubicBezTo>
                  <a:pt x="13813" y="7822"/>
                  <a:pt x="14182" y="7820"/>
                  <a:pt x="14552" y="7820"/>
                </a:cubicBezTo>
                <a:cubicBezTo>
                  <a:pt x="16507" y="7820"/>
                  <a:pt x="18472" y="7870"/>
                  <a:pt x="20390" y="8174"/>
                </a:cubicBezTo>
                <a:cubicBezTo>
                  <a:pt x="20952" y="8264"/>
                  <a:pt x="21511" y="8375"/>
                  <a:pt x="22057" y="8512"/>
                </a:cubicBezTo>
                <a:cubicBezTo>
                  <a:pt x="22240" y="8558"/>
                  <a:pt x="22430" y="8612"/>
                  <a:pt x="22625" y="8612"/>
                </a:cubicBezTo>
                <a:cubicBezTo>
                  <a:pt x="22665" y="8612"/>
                  <a:pt x="22706" y="8610"/>
                  <a:pt x="22747" y="8605"/>
                </a:cubicBezTo>
                <a:cubicBezTo>
                  <a:pt x="22986" y="8575"/>
                  <a:pt x="23126" y="8437"/>
                  <a:pt x="23188" y="8265"/>
                </a:cubicBezTo>
                <a:cubicBezTo>
                  <a:pt x="23342" y="7840"/>
                  <a:pt x="23440" y="7396"/>
                  <a:pt x="23556" y="6963"/>
                </a:cubicBezTo>
                <a:cubicBezTo>
                  <a:pt x="23675" y="6520"/>
                  <a:pt x="23785" y="6077"/>
                  <a:pt x="23879" y="5631"/>
                </a:cubicBezTo>
                <a:cubicBezTo>
                  <a:pt x="24251" y="3879"/>
                  <a:pt x="24375" y="2063"/>
                  <a:pt x="23717" y="343"/>
                </a:cubicBezTo>
                <a:cubicBezTo>
                  <a:pt x="23697" y="293"/>
                  <a:pt x="23642" y="267"/>
                  <a:pt x="23586" y="267"/>
                </a:cubicBezTo>
                <a:cubicBezTo>
                  <a:pt x="23541" y="267"/>
                  <a:pt x="23495" y="284"/>
                  <a:pt x="23467" y="317"/>
                </a:cubicBezTo>
                <a:cubicBezTo>
                  <a:pt x="23327" y="480"/>
                  <a:pt x="23169" y="631"/>
                  <a:pt x="22991" y="769"/>
                </a:cubicBezTo>
                <a:cubicBezTo>
                  <a:pt x="22274" y="1328"/>
                  <a:pt x="21289" y="1670"/>
                  <a:pt x="20281" y="1764"/>
                </a:cubicBezTo>
                <a:cubicBezTo>
                  <a:pt x="20062" y="1784"/>
                  <a:pt x="19841" y="1794"/>
                  <a:pt x="19620" y="1794"/>
                </a:cubicBezTo>
                <a:cubicBezTo>
                  <a:pt x="18644" y="1794"/>
                  <a:pt x="17671" y="1601"/>
                  <a:pt x="16789" y="1286"/>
                </a:cubicBezTo>
                <a:cubicBezTo>
                  <a:pt x="15722" y="905"/>
                  <a:pt x="14754" y="349"/>
                  <a:pt x="13607" y="110"/>
                </a:cubicBezTo>
                <a:cubicBezTo>
                  <a:pt x="13266" y="40"/>
                  <a:pt x="12917" y="1"/>
                  <a:pt x="12572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26" name="Google Shape;5626;p248"/>
          <p:cNvSpPr txBox="1"/>
          <p:nvPr>
            <p:ph hasCustomPrompt="1" type="title"/>
          </p:nvPr>
        </p:nvSpPr>
        <p:spPr>
          <a:xfrm>
            <a:off x="1193550" y="2143212"/>
            <a:ext cx="15453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627" name="Google Shape;5627;p248"/>
          <p:cNvSpPr txBox="1"/>
          <p:nvPr>
            <p:ph idx="1" type="subTitle"/>
          </p:nvPr>
        </p:nvSpPr>
        <p:spPr>
          <a:xfrm>
            <a:off x="782775" y="2927875"/>
            <a:ext cx="23664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628" name="Google Shape;5628;p248"/>
          <p:cNvSpPr txBox="1"/>
          <p:nvPr>
            <p:ph hasCustomPrompt="1" idx="2" type="title"/>
          </p:nvPr>
        </p:nvSpPr>
        <p:spPr>
          <a:xfrm>
            <a:off x="3799363" y="2143212"/>
            <a:ext cx="15453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629" name="Google Shape;5629;p248"/>
          <p:cNvSpPr txBox="1"/>
          <p:nvPr>
            <p:ph idx="3" type="subTitle"/>
          </p:nvPr>
        </p:nvSpPr>
        <p:spPr>
          <a:xfrm>
            <a:off x="3388813" y="2927875"/>
            <a:ext cx="23664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630" name="Google Shape;5630;p248"/>
          <p:cNvSpPr txBox="1"/>
          <p:nvPr>
            <p:ph hasCustomPrompt="1" idx="4" type="title"/>
          </p:nvPr>
        </p:nvSpPr>
        <p:spPr>
          <a:xfrm>
            <a:off x="6405200" y="2143212"/>
            <a:ext cx="15453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631" name="Google Shape;5631;p248"/>
          <p:cNvSpPr txBox="1"/>
          <p:nvPr>
            <p:ph idx="5" type="subTitle"/>
          </p:nvPr>
        </p:nvSpPr>
        <p:spPr>
          <a:xfrm>
            <a:off x="5994850" y="2927875"/>
            <a:ext cx="23664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632" name="Google Shape;5632;p248"/>
          <p:cNvSpPr txBox="1"/>
          <p:nvPr>
            <p:ph idx="6" type="title"/>
          </p:nvPr>
        </p:nvSpPr>
        <p:spPr>
          <a:xfrm>
            <a:off x="3388950" y="758952"/>
            <a:ext cx="2366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633" name="Google Shape;5633;p248"/>
          <p:cNvSpPr txBox="1"/>
          <p:nvPr>
            <p:ph idx="7" type="title"/>
          </p:nvPr>
        </p:nvSpPr>
        <p:spPr>
          <a:xfrm>
            <a:off x="3433985" y="1482450"/>
            <a:ext cx="2276100" cy="44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5634" name="Google Shape;5634;p248"/>
          <p:cNvGrpSpPr/>
          <p:nvPr/>
        </p:nvGrpSpPr>
        <p:grpSpPr>
          <a:xfrm rot="4517592">
            <a:off x="8550732" y="3940914"/>
            <a:ext cx="221771" cy="200883"/>
            <a:chOff x="1640475" y="1197075"/>
            <a:chExt cx="55475" cy="50250"/>
          </a:xfrm>
        </p:grpSpPr>
        <p:sp>
          <p:nvSpPr>
            <p:cNvPr id="5635" name="Google Shape;5635;p24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24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24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8" name="Google Shape;5638;p248"/>
          <p:cNvGrpSpPr/>
          <p:nvPr/>
        </p:nvGrpSpPr>
        <p:grpSpPr>
          <a:xfrm rot="7199963">
            <a:off x="965918" y="4533021"/>
            <a:ext cx="215935" cy="195604"/>
            <a:chOff x="1640475" y="1197075"/>
            <a:chExt cx="55475" cy="50250"/>
          </a:xfrm>
        </p:grpSpPr>
        <p:sp>
          <p:nvSpPr>
            <p:cNvPr id="5639" name="Google Shape;5639;p24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24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24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42" name="Google Shape;5642;p248"/>
          <p:cNvSpPr/>
          <p:nvPr/>
        </p:nvSpPr>
        <p:spPr>
          <a:xfrm rot="2368484">
            <a:off x="3584583" y="348032"/>
            <a:ext cx="529784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43" name="Google Shape;5643;p248"/>
          <p:cNvGrpSpPr/>
          <p:nvPr/>
        </p:nvGrpSpPr>
        <p:grpSpPr>
          <a:xfrm rot="-9900000">
            <a:off x="1490015" y="185475"/>
            <a:ext cx="347165" cy="314462"/>
            <a:chOff x="1640475" y="1197075"/>
            <a:chExt cx="55475" cy="50250"/>
          </a:xfrm>
        </p:grpSpPr>
        <p:sp>
          <p:nvSpPr>
            <p:cNvPr id="5644" name="Google Shape;5644;p24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24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24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7" name="Google Shape;5647;p248"/>
          <p:cNvGrpSpPr/>
          <p:nvPr/>
        </p:nvGrpSpPr>
        <p:grpSpPr>
          <a:xfrm rot="-9900030">
            <a:off x="7815634" y="527852"/>
            <a:ext cx="215932" cy="195605"/>
            <a:chOff x="1640475" y="1197075"/>
            <a:chExt cx="55475" cy="50250"/>
          </a:xfrm>
        </p:grpSpPr>
        <p:sp>
          <p:nvSpPr>
            <p:cNvPr id="5648" name="Google Shape;5648;p24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24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24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51" name="Google Shape;5651;p248"/>
          <p:cNvSpPr/>
          <p:nvPr/>
        </p:nvSpPr>
        <p:spPr>
          <a:xfrm rot="-8289780">
            <a:off x="7855805" y="1479192"/>
            <a:ext cx="1153753" cy="844089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52" name="Google Shape;5652;p248"/>
          <p:cNvSpPr/>
          <p:nvPr/>
        </p:nvSpPr>
        <p:spPr>
          <a:xfrm rot="-120">
            <a:off x="8278108" y="4777486"/>
            <a:ext cx="529792" cy="12411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53" name="Google Shape;5653;p248"/>
          <p:cNvSpPr txBox="1"/>
          <p:nvPr>
            <p:ph hasCustomPrompt="1" idx="8" type="title"/>
          </p:nvPr>
        </p:nvSpPr>
        <p:spPr>
          <a:xfrm>
            <a:off x="1193550" y="3380324"/>
            <a:ext cx="15453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654" name="Google Shape;5654;p248"/>
          <p:cNvSpPr txBox="1"/>
          <p:nvPr>
            <p:ph idx="9" type="subTitle"/>
          </p:nvPr>
        </p:nvSpPr>
        <p:spPr>
          <a:xfrm>
            <a:off x="782775" y="4180750"/>
            <a:ext cx="23664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655" name="Google Shape;5655;p248"/>
          <p:cNvSpPr txBox="1"/>
          <p:nvPr>
            <p:ph hasCustomPrompt="1" idx="13" type="title"/>
          </p:nvPr>
        </p:nvSpPr>
        <p:spPr>
          <a:xfrm>
            <a:off x="3799363" y="3380324"/>
            <a:ext cx="15453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656" name="Google Shape;5656;p248"/>
          <p:cNvSpPr txBox="1"/>
          <p:nvPr>
            <p:ph idx="14" type="subTitle"/>
          </p:nvPr>
        </p:nvSpPr>
        <p:spPr>
          <a:xfrm>
            <a:off x="3388813" y="4180750"/>
            <a:ext cx="23664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657" name="Google Shape;5657;p248"/>
          <p:cNvSpPr txBox="1"/>
          <p:nvPr>
            <p:ph hasCustomPrompt="1" idx="15" type="title"/>
          </p:nvPr>
        </p:nvSpPr>
        <p:spPr>
          <a:xfrm>
            <a:off x="6405200" y="3380324"/>
            <a:ext cx="15453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4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658" name="Google Shape;5658;p248"/>
          <p:cNvSpPr txBox="1"/>
          <p:nvPr>
            <p:ph idx="16" type="subTitle"/>
          </p:nvPr>
        </p:nvSpPr>
        <p:spPr>
          <a:xfrm>
            <a:off x="5994850" y="4180750"/>
            <a:ext cx="23664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1">
  <p:cSld name="CUSTOM_3_1">
    <p:spTree>
      <p:nvGrpSpPr>
        <p:cNvPr id="5659" name="Shape 5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60" name="Google Shape;5660;p249"/>
          <p:cNvSpPr/>
          <p:nvPr/>
        </p:nvSpPr>
        <p:spPr>
          <a:xfrm rot="10800000">
            <a:off x="6883273" y="-352473"/>
            <a:ext cx="2599602" cy="2709024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61" name="Google Shape;5661;p249"/>
          <p:cNvSpPr/>
          <p:nvPr/>
        </p:nvSpPr>
        <p:spPr>
          <a:xfrm rot="10800000">
            <a:off x="-448788" y="-200669"/>
            <a:ext cx="2946290" cy="1214439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62" name="Google Shape;5662;p249"/>
          <p:cNvSpPr/>
          <p:nvPr/>
        </p:nvSpPr>
        <p:spPr>
          <a:xfrm rot="10800000">
            <a:off x="5249092" y="4177828"/>
            <a:ext cx="4076399" cy="1099141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63" name="Google Shape;5663;p249"/>
          <p:cNvSpPr/>
          <p:nvPr/>
        </p:nvSpPr>
        <p:spPr>
          <a:xfrm rot="10800000">
            <a:off x="-448804" y="2685945"/>
            <a:ext cx="3522302" cy="2810028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64" name="Google Shape;5664;p249">
            <a:hlinkClick/>
          </p:cNvPr>
          <p:cNvSpPr txBox="1"/>
          <p:nvPr>
            <p:ph hasCustomPrompt="1" type="title"/>
          </p:nvPr>
        </p:nvSpPr>
        <p:spPr>
          <a:xfrm>
            <a:off x="1440213" y="2601625"/>
            <a:ext cx="10515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51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665" name="Google Shape;5665;p249"/>
          <p:cNvSpPr txBox="1"/>
          <p:nvPr>
            <p:ph idx="1" type="subTitle"/>
          </p:nvPr>
        </p:nvSpPr>
        <p:spPr>
          <a:xfrm>
            <a:off x="782775" y="3464925"/>
            <a:ext cx="23664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666" name="Google Shape;5666;p249"/>
          <p:cNvSpPr txBox="1"/>
          <p:nvPr>
            <p:ph hasCustomPrompt="1" idx="2" type="title"/>
          </p:nvPr>
        </p:nvSpPr>
        <p:spPr>
          <a:xfrm>
            <a:off x="4048018" y="2601625"/>
            <a:ext cx="10485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51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667" name="Google Shape;5667;p249"/>
          <p:cNvSpPr txBox="1"/>
          <p:nvPr>
            <p:ph idx="3" type="subTitle"/>
          </p:nvPr>
        </p:nvSpPr>
        <p:spPr>
          <a:xfrm>
            <a:off x="3388800" y="3464925"/>
            <a:ext cx="23664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668" name="Google Shape;5668;p249"/>
          <p:cNvSpPr txBox="1"/>
          <p:nvPr>
            <p:ph hasCustomPrompt="1" idx="4" type="title"/>
          </p:nvPr>
        </p:nvSpPr>
        <p:spPr>
          <a:xfrm>
            <a:off x="6652288" y="2601625"/>
            <a:ext cx="10515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51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669" name="Google Shape;5669;p249"/>
          <p:cNvSpPr txBox="1"/>
          <p:nvPr>
            <p:ph idx="5" type="subTitle"/>
          </p:nvPr>
        </p:nvSpPr>
        <p:spPr>
          <a:xfrm>
            <a:off x="5994850" y="3464925"/>
            <a:ext cx="23664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670" name="Google Shape;5670;p249"/>
          <p:cNvSpPr txBox="1"/>
          <p:nvPr>
            <p:ph idx="6" type="title"/>
          </p:nvPr>
        </p:nvSpPr>
        <p:spPr>
          <a:xfrm>
            <a:off x="3388950" y="758952"/>
            <a:ext cx="2366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671" name="Google Shape;5671;p249"/>
          <p:cNvSpPr txBox="1"/>
          <p:nvPr>
            <p:ph idx="7" type="title"/>
          </p:nvPr>
        </p:nvSpPr>
        <p:spPr>
          <a:xfrm>
            <a:off x="3433950" y="1714700"/>
            <a:ext cx="2276100" cy="44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5672" name="Google Shape;5672;p249"/>
          <p:cNvGrpSpPr/>
          <p:nvPr/>
        </p:nvGrpSpPr>
        <p:grpSpPr>
          <a:xfrm rot="-9900030">
            <a:off x="271409" y="845202"/>
            <a:ext cx="215932" cy="195605"/>
            <a:chOff x="1640475" y="1197075"/>
            <a:chExt cx="55475" cy="50250"/>
          </a:xfrm>
        </p:grpSpPr>
        <p:sp>
          <p:nvSpPr>
            <p:cNvPr id="5673" name="Google Shape;5673;p24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24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24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6" name="Google Shape;5676;p249"/>
          <p:cNvGrpSpPr/>
          <p:nvPr/>
        </p:nvGrpSpPr>
        <p:grpSpPr>
          <a:xfrm rot="6524430">
            <a:off x="349879" y="2378626"/>
            <a:ext cx="279618" cy="253294"/>
            <a:chOff x="1640475" y="1197075"/>
            <a:chExt cx="55475" cy="50250"/>
          </a:xfrm>
        </p:grpSpPr>
        <p:sp>
          <p:nvSpPr>
            <p:cNvPr id="5677" name="Google Shape;5677;p24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24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24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80" name="Google Shape;5680;p249"/>
          <p:cNvSpPr/>
          <p:nvPr/>
        </p:nvSpPr>
        <p:spPr>
          <a:xfrm flipH="1" rot="-2121718">
            <a:off x="6738637" y="226323"/>
            <a:ext cx="888103" cy="20804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81" name="Google Shape;5681;p249"/>
          <p:cNvSpPr/>
          <p:nvPr/>
        </p:nvSpPr>
        <p:spPr>
          <a:xfrm flipH="1" rot="-10799883">
            <a:off x="217109" y="4797573"/>
            <a:ext cx="545177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82" name="Google Shape;5682;p249"/>
          <p:cNvGrpSpPr/>
          <p:nvPr/>
        </p:nvGrpSpPr>
        <p:grpSpPr>
          <a:xfrm rot="6300012">
            <a:off x="8577095" y="3925450"/>
            <a:ext cx="290790" cy="263412"/>
            <a:chOff x="1640475" y="1197075"/>
            <a:chExt cx="55475" cy="50250"/>
          </a:xfrm>
        </p:grpSpPr>
        <p:sp>
          <p:nvSpPr>
            <p:cNvPr id="5683" name="Google Shape;5683;p24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24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24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86" name="Google Shape;5686;p249"/>
          <p:cNvSpPr/>
          <p:nvPr/>
        </p:nvSpPr>
        <p:spPr>
          <a:xfrm rot="10800000">
            <a:off x="5828025" y="4022950"/>
            <a:ext cx="1167574" cy="854200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87" name="Google Shape;5687;p249"/>
          <p:cNvSpPr/>
          <p:nvPr/>
        </p:nvSpPr>
        <p:spPr>
          <a:xfrm rot="-10431843">
            <a:off x="-54140" y="-118627"/>
            <a:ext cx="520982" cy="81628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3">
  <p:cSld name="TITLE_ONLY_1_1_2_2_1">
    <p:spTree>
      <p:nvGrpSpPr>
        <p:cNvPr id="5688" name="Shape 56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89" name="Google Shape;5689;p250"/>
          <p:cNvSpPr txBox="1"/>
          <p:nvPr>
            <p:ph type="title"/>
          </p:nvPr>
        </p:nvSpPr>
        <p:spPr>
          <a:xfrm>
            <a:off x="3307500" y="758950"/>
            <a:ext cx="25290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690" name="Google Shape;5690;p250"/>
          <p:cNvSpPr txBox="1"/>
          <p:nvPr>
            <p:ph idx="1" type="subTitle"/>
          </p:nvPr>
        </p:nvSpPr>
        <p:spPr>
          <a:xfrm>
            <a:off x="717800" y="25956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691" name="Google Shape;5691;p250"/>
          <p:cNvSpPr txBox="1"/>
          <p:nvPr>
            <p:ph hasCustomPrompt="1" idx="2" type="title"/>
          </p:nvPr>
        </p:nvSpPr>
        <p:spPr>
          <a:xfrm>
            <a:off x="717800" y="2147300"/>
            <a:ext cx="1497600" cy="51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692" name="Google Shape;5692;p250"/>
          <p:cNvSpPr txBox="1"/>
          <p:nvPr>
            <p:ph idx="3" type="subTitle"/>
          </p:nvPr>
        </p:nvSpPr>
        <p:spPr>
          <a:xfrm>
            <a:off x="2788038" y="25956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693" name="Google Shape;5693;p250"/>
          <p:cNvSpPr txBox="1"/>
          <p:nvPr>
            <p:ph hasCustomPrompt="1" idx="4" type="title"/>
          </p:nvPr>
        </p:nvSpPr>
        <p:spPr>
          <a:xfrm>
            <a:off x="2788038" y="2147300"/>
            <a:ext cx="1497600" cy="51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694" name="Google Shape;5694;p250"/>
          <p:cNvSpPr txBox="1"/>
          <p:nvPr>
            <p:ph idx="5" type="subTitle"/>
          </p:nvPr>
        </p:nvSpPr>
        <p:spPr>
          <a:xfrm>
            <a:off x="4858313" y="25956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695" name="Google Shape;5695;p250"/>
          <p:cNvSpPr txBox="1"/>
          <p:nvPr>
            <p:ph hasCustomPrompt="1" idx="6" type="title"/>
          </p:nvPr>
        </p:nvSpPr>
        <p:spPr>
          <a:xfrm>
            <a:off x="4858313" y="2147300"/>
            <a:ext cx="1497600" cy="51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696" name="Google Shape;5696;p250"/>
          <p:cNvSpPr txBox="1"/>
          <p:nvPr>
            <p:ph idx="7" type="subTitle"/>
          </p:nvPr>
        </p:nvSpPr>
        <p:spPr>
          <a:xfrm>
            <a:off x="6928500" y="25956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697" name="Google Shape;5697;p250"/>
          <p:cNvSpPr txBox="1"/>
          <p:nvPr>
            <p:ph hasCustomPrompt="1" idx="8" type="title"/>
          </p:nvPr>
        </p:nvSpPr>
        <p:spPr>
          <a:xfrm>
            <a:off x="6928500" y="2147300"/>
            <a:ext cx="1497600" cy="51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698" name="Google Shape;5698;p250"/>
          <p:cNvSpPr txBox="1"/>
          <p:nvPr>
            <p:ph idx="9" type="subTitle"/>
          </p:nvPr>
        </p:nvSpPr>
        <p:spPr>
          <a:xfrm>
            <a:off x="717800" y="42341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699" name="Google Shape;5699;p250"/>
          <p:cNvSpPr txBox="1"/>
          <p:nvPr>
            <p:ph hasCustomPrompt="1" idx="13" type="title"/>
          </p:nvPr>
        </p:nvSpPr>
        <p:spPr>
          <a:xfrm>
            <a:off x="717800" y="3785800"/>
            <a:ext cx="1497600" cy="51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700" name="Google Shape;5700;p250"/>
          <p:cNvSpPr txBox="1"/>
          <p:nvPr>
            <p:ph idx="14" type="subTitle"/>
          </p:nvPr>
        </p:nvSpPr>
        <p:spPr>
          <a:xfrm>
            <a:off x="2788038" y="42341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701" name="Google Shape;5701;p250"/>
          <p:cNvSpPr txBox="1"/>
          <p:nvPr>
            <p:ph hasCustomPrompt="1" idx="15" type="title"/>
          </p:nvPr>
        </p:nvSpPr>
        <p:spPr>
          <a:xfrm>
            <a:off x="2788038" y="3785800"/>
            <a:ext cx="1497600" cy="51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702" name="Google Shape;5702;p250"/>
          <p:cNvSpPr txBox="1"/>
          <p:nvPr>
            <p:ph idx="16" type="subTitle"/>
          </p:nvPr>
        </p:nvSpPr>
        <p:spPr>
          <a:xfrm>
            <a:off x="4858313" y="42341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703" name="Google Shape;5703;p250"/>
          <p:cNvSpPr txBox="1"/>
          <p:nvPr>
            <p:ph hasCustomPrompt="1" idx="17" type="title"/>
          </p:nvPr>
        </p:nvSpPr>
        <p:spPr>
          <a:xfrm>
            <a:off x="4858313" y="3785800"/>
            <a:ext cx="1497600" cy="51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704" name="Google Shape;5704;p250"/>
          <p:cNvSpPr txBox="1"/>
          <p:nvPr>
            <p:ph idx="18" type="subTitle"/>
          </p:nvPr>
        </p:nvSpPr>
        <p:spPr>
          <a:xfrm>
            <a:off x="6928500" y="4234163"/>
            <a:ext cx="14976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4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705" name="Google Shape;5705;p250"/>
          <p:cNvSpPr txBox="1"/>
          <p:nvPr>
            <p:ph hasCustomPrompt="1" idx="19" type="title"/>
          </p:nvPr>
        </p:nvSpPr>
        <p:spPr>
          <a:xfrm>
            <a:off x="6928500" y="3785800"/>
            <a:ext cx="1497600" cy="51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706" name="Google Shape;5706;p250"/>
          <p:cNvSpPr/>
          <p:nvPr/>
        </p:nvSpPr>
        <p:spPr>
          <a:xfrm>
            <a:off x="6141275" y="-222451"/>
            <a:ext cx="3682758" cy="1241858"/>
          </a:xfrm>
          <a:custGeom>
            <a:rect b="b" l="l" r="r" t="t"/>
            <a:pathLst>
              <a:path extrusionOk="0" h="9729" w="28851">
                <a:moveTo>
                  <a:pt x="943" y="0"/>
                </a:moveTo>
                <a:cubicBezTo>
                  <a:pt x="631" y="0"/>
                  <a:pt x="337" y="87"/>
                  <a:pt x="179" y="380"/>
                </a:cubicBezTo>
                <a:cubicBezTo>
                  <a:pt x="1" y="711"/>
                  <a:pt x="78" y="1189"/>
                  <a:pt x="451" y="1303"/>
                </a:cubicBezTo>
                <a:cubicBezTo>
                  <a:pt x="355" y="2313"/>
                  <a:pt x="452" y="3522"/>
                  <a:pt x="1499" y="3989"/>
                </a:cubicBezTo>
                <a:cubicBezTo>
                  <a:pt x="1785" y="4117"/>
                  <a:pt x="2088" y="4165"/>
                  <a:pt x="2396" y="4165"/>
                </a:cubicBezTo>
                <a:cubicBezTo>
                  <a:pt x="3000" y="4165"/>
                  <a:pt x="3625" y="3981"/>
                  <a:pt x="4188" y="3848"/>
                </a:cubicBezTo>
                <a:cubicBezTo>
                  <a:pt x="4624" y="3745"/>
                  <a:pt x="5112" y="3633"/>
                  <a:pt x="5582" y="3633"/>
                </a:cubicBezTo>
                <a:cubicBezTo>
                  <a:pt x="6044" y="3633"/>
                  <a:pt x="6489" y="3741"/>
                  <a:pt x="6852" y="4069"/>
                </a:cubicBezTo>
                <a:cubicBezTo>
                  <a:pt x="7560" y="4711"/>
                  <a:pt x="7722" y="5737"/>
                  <a:pt x="8257" y="6500"/>
                </a:cubicBezTo>
                <a:cubicBezTo>
                  <a:pt x="8521" y="6876"/>
                  <a:pt x="8874" y="7178"/>
                  <a:pt x="9322" y="7300"/>
                </a:cubicBezTo>
                <a:cubicBezTo>
                  <a:pt x="9482" y="7344"/>
                  <a:pt x="9645" y="7363"/>
                  <a:pt x="9808" y="7363"/>
                </a:cubicBezTo>
                <a:cubicBezTo>
                  <a:pt x="10078" y="7363"/>
                  <a:pt x="10348" y="7310"/>
                  <a:pt x="10606" y="7231"/>
                </a:cubicBezTo>
                <a:cubicBezTo>
                  <a:pt x="11498" y="6959"/>
                  <a:pt x="12280" y="6380"/>
                  <a:pt x="13194" y="6184"/>
                </a:cubicBezTo>
                <a:cubicBezTo>
                  <a:pt x="13322" y="6156"/>
                  <a:pt x="13450" y="6141"/>
                  <a:pt x="13577" y="6141"/>
                </a:cubicBezTo>
                <a:cubicBezTo>
                  <a:pt x="13849" y="6141"/>
                  <a:pt x="14113" y="6211"/>
                  <a:pt x="14347" y="6376"/>
                </a:cubicBezTo>
                <a:cubicBezTo>
                  <a:pt x="14724" y="6643"/>
                  <a:pt x="14907" y="7097"/>
                  <a:pt x="15047" y="7521"/>
                </a:cubicBezTo>
                <a:cubicBezTo>
                  <a:pt x="15341" y="8400"/>
                  <a:pt x="15592" y="9554"/>
                  <a:pt x="16688" y="9709"/>
                </a:cubicBezTo>
                <a:cubicBezTo>
                  <a:pt x="16781" y="9722"/>
                  <a:pt x="16872" y="9728"/>
                  <a:pt x="16961" y="9728"/>
                </a:cubicBezTo>
                <a:cubicBezTo>
                  <a:pt x="18160" y="9728"/>
                  <a:pt x="18967" y="8588"/>
                  <a:pt x="19887" y="7966"/>
                </a:cubicBezTo>
                <a:cubicBezTo>
                  <a:pt x="20301" y="7685"/>
                  <a:pt x="20755" y="7537"/>
                  <a:pt x="21232" y="7537"/>
                </a:cubicBezTo>
                <a:cubicBezTo>
                  <a:pt x="21401" y="7537"/>
                  <a:pt x="21572" y="7556"/>
                  <a:pt x="21746" y="7593"/>
                </a:cubicBezTo>
                <a:cubicBezTo>
                  <a:pt x="22408" y="7736"/>
                  <a:pt x="23015" y="8087"/>
                  <a:pt x="23550" y="8494"/>
                </a:cubicBezTo>
                <a:cubicBezTo>
                  <a:pt x="24053" y="8876"/>
                  <a:pt x="24539" y="9361"/>
                  <a:pt x="25189" y="9466"/>
                </a:cubicBezTo>
                <a:cubicBezTo>
                  <a:pt x="25284" y="9481"/>
                  <a:pt x="25378" y="9489"/>
                  <a:pt x="25473" y="9489"/>
                </a:cubicBezTo>
                <a:cubicBezTo>
                  <a:pt x="26024" y="9489"/>
                  <a:pt x="26554" y="9240"/>
                  <a:pt x="26991" y="8910"/>
                </a:cubicBezTo>
                <a:cubicBezTo>
                  <a:pt x="27838" y="8271"/>
                  <a:pt x="28376" y="7319"/>
                  <a:pt x="28611" y="6292"/>
                </a:cubicBezTo>
                <a:cubicBezTo>
                  <a:pt x="28851" y="5239"/>
                  <a:pt x="28800" y="4124"/>
                  <a:pt x="28525" y="3084"/>
                </a:cubicBezTo>
                <a:cubicBezTo>
                  <a:pt x="28226" y="1958"/>
                  <a:pt x="27654" y="694"/>
                  <a:pt x="26488" y="261"/>
                </a:cubicBezTo>
                <a:cubicBezTo>
                  <a:pt x="26074" y="106"/>
                  <a:pt x="25631" y="64"/>
                  <a:pt x="25188" y="64"/>
                </a:cubicBezTo>
                <a:cubicBezTo>
                  <a:pt x="24971" y="64"/>
                  <a:pt x="24753" y="74"/>
                  <a:pt x="24540" y="86"/>
                </a:cubicBezTo>
                <a:cubicBezTo>
                  <a:pt x="23776" y="131"/>
                  <a:pt x="23013" y="188"/>
                  <a:pt x="22250" y="248"/>
                </a:cubicBezTo>
                <a:cubicBezTo>
                  <a:pt x="20720" y="367"/>
                  <a:pt x="19190" y="503"/>
                  <a:pt x="17661" y="628"/>
                </a:cubicBezTo>
                <a:cubicBezTo>
                  <a:pt x="15187" y="828"/>
                  <a:pt x="12704" y="996"/>
                  <a:pt x="10221" y="996"/>
                </a:cubicBezTo>
                <a:cubicBezTo>
                  <a:pt x="9649" y="996"/>
                  <a:pt x="9077" y="987"/>
                  <a:pt x="8505" y="967"/>
                </a:cubicBezTo>
                <a:cubicBezTo>
                  <a:pt x="6985" y="916"/>
                  <a:pt x="5467" y="790"/>
                  <a:pt x="3966" y="555"/>
                </a:cubicBezTo>
                <a:cubicBezTo>
                  <a:pt x="3209" y="436"/>
                  <a:pt x="2459" y="290"/>
                  <a:pt x="1714" y="116"/>
                </a:cubicBezTo>
                <a:cubicBezTo>
                  <a:pt x="1493" y="64"/>
                  <a:pt x="1211" y="0"/>
                  <a:pt x="94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07" name="Google Shape;5707;p250"/>
          <p:cNvSpPr/>
          <p:nvPr/>
        </p:nvSpPr>
        <p:spPr>
          <a:xfrm>
            <a:off x="5872932" y="4034331"/>
            <a:ext cx="3607613" cy="1169626"/>
          </a:xfrm>
          <a:custGeom>
            <a:rect b="b" l="l" r="r" t="t"/>
            <a:pathLst>
              <a:path extrusionOk="0" h="7088" w="21862">
                <a:moveTo>
                  <a:pt x="20392" y="0"/>
                </a:moveTo>
                <a:cubicBezTo>
                  <a:pt x="19697" y="0"/>
                  <a:pt x="19010" y="139"/>
                  <a:pt x="18446" y="437"/>
                </a:cubicBezTo>
                <a:cubicBezTo>
                  <a:pt x="17368" y="1003"/>
                  <a:pt x="16913" y="1997"/>
                  <a:pt x="16387" y="2893"/>
                </a:cubicBezTo>
                <a:cubicBezTo>
                  <a:pt x="15861" y="3789"/>
                  <a:pt x="15050" y="4733"/>
                  <a:pt x="13753" y="4924"/>
                </a:cubicBezTo>
                <a:cubicBezTo>
                  <a:pt x="13587" y="4948"/>
                  <a:pt x="13420" y="4959"/>
                  <a:pt x="13253" y="4959"/>
                </a:cubicBezTo>
                <a:cubicBezTo>
                  <a:pt x="12545" y="4959"/>
                  <a:pt x="11838" y="4765"/>
                  <a:pt x="11156" y="4596"/>
                </a:cubicBezTo>
                <a:cubicBezTo>
                  <a:pt x="10391" y="4408"/>
                  <a:pt x="9551" y="4258"/>
                  <a:pt x="8748" y="4258"/>
                </a:cubicBezTo>
                <a:cubicBezTo>
                  <a:pt x="8042" y="4258"/>
                  <a:pt x="7365" y="4373"/>
                  <a:pt x="6793" y="4680"/>
                </a:cubicBezTo>
                <a:cubicBezTo>
                  <a:pt x="5978" y="5117"/>
                  <a:pt x="5461" y="5904"/>
                  <a:pt x="4593" y="6207"/>
                </a:cubicBezTo>
                <a:cubicBezTo>
                  <a:pt x="4569" y="6215"/>
                  <a:pt x="4545" y="6224"/>
                  <a:pt x="4519" y="6231"/>
                </a:cubicBezTo>
                <a:cubicBezTo>
                  <a:pt x="4407" y="6267"/>
                  <a:pt x="4286" y="6293"/>
                  <a:pt x="4160" y="6310"/>
                </a:cubicBezTo>
                <a:cubicBezTo>
                  <a:pt x="4052" y="6325"/>
                  <a:pt x="3944" y="6331"/>
                  <a:pt x="3836" y="6331"/>
                </a:cubicBezTo>
                <a:cubicBezTo>
                  <a:pt x="3306" y="6331"/>
                  <a:pt x="2774" y="6185"/>
                  <a:pt x="2236" y="6169"/>
                </a:cubicBezTo>
                <a:cubicBezTo>
                  <a:pt x="2205" y="6168"/>
                  <a:pt x="2173" y="6167"/>
                  <a:pt x="2142" y="6167"/>
                </a:cubicBezTo>
                <a:cubicBezTo>
                  <a:pt x="1432" y="6167"/>
                  <a:pt x="726" y="6406"/>
                  <a:pt x="265" y="6805"/>
                </a:cubicBezTo>
                <a:cubicBezTo>
                  <a:pt x="165" y="6893"/>
                  <a:pt x="77" y="6988"/>
                  <a:pt x="1" y="7088"/>
                </a:cubicBezTo>
                <a:lnTo>
                  <a:pt x="21862" y="7088"/>
                </a:lnTo>
                <a:lnTo>
                  <a:pt x="21862" y="210"/>
                </a:lnTo>
                <a:cubicBezTo>
                  <a:pt x="21397" y="73"/>
                  <a:pt x="20892" y="0"/>
                  <a:pt x="20392" y="0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08" name="Google Shape;5708;p250"/>
          <p:cNvSpPr/>
          <p:nvPr/>
        </p:nvSpPr>
        <p:spPr>
          <a:xfrm flipH="1" rot="10800000">
            <a:off x="-137173" y="4318675"/>
            <a:ext cx="2170805" cy="1065337"/>
          </a:xfrm>
          <a:custGeom>
            <a:rect b="b" l="l" r="r" t="t"/>
            <a:pathLst>
              <a:path extrusionOk="0" h="6456" w="13155">
                <a:moveTo>
                  <a:pt x="1821" y="0"/>
                </a:moveTo>
                <a:lnTo>
                  <a:pt x="1821" y="3"/>
                </a:lnTo>
                <a:lnTo>
                  <a:pt x="0" y="4"/>
                </a:lnTo>
                <a:lnTo>
                  <a:pt x="0" y="222"/>
                </a:lnTo>
                <a:lnTo>
                  <a:pt x="0" y="1236"/>
                </a:lnTo>
                <a:lnTo>
                  <a:pt x="0" y="2358"/>
                </a:lnTo>
                <a:lnTo>
                  <a:pt x="1" y="3370"/>
                </a:lnTo>
                <a:lnTo>
                  <a:pt x="1" y="4493"/>
                </a:lnTo>
                <a:lnTo>
                  <a:pt x="1" y="5504"/>
                </a:lnTo>
                <a:lnTo>
                  <a:pt x="1" y="6178"/>
                </a:lnTo>
                <a:cubicBezTo>
                  <a:pt x="369" y="6349"/>
                  <a:pt x="770" y="6456"/>
                  <a:pt x="1177" y="6456"/>
                </a:cubicBezTo>
                <a:cubicBezTo>
                  <a:pt x="1363" y="6456"/>
                  <a:pt x="1550" y="6434"/>
                  <a:pt x="1736" y="6385"/>
                </a:cubicBezTo>
                <a:cubicBezTo>
                  <a:pt x="1764" y="6378"/>
                  <a:pt x="1794" y="6370"/>
                  <a:pt x="1822" y="6361"/>
                </a:cubicBezTo>
                <a:cubicBezTo>
                  <a:pt x="1843" y="6355"/>
                  <a:pt x="1862" y="6348"/>
                  <a:pt x="1882" y="6342"/>
                </a:cubicBezTo>
                <a:cubicBezTo>
                  <a:pt x="2342" y="6188"/>
                  <a:pt x="2719" y="5901"/>
                  <a:pt x="3050" y="5558"/>
                </a:cubicBezTo>
                <a:cubicBezTo>
                  <a:pt x="3068" y="5540"/>
                  <a:pt x="3085" y="5522"/>
                  <a:pt x="3102" y="5503"/>
                </a:cubicBezTo>
                <a:cubicBezTo>
                  <a:pt x="3398" y="5189"/>
                  <a:pt x="3657" y="4831"/>
                  <a:pt x="3908" y="4490"/>
                </a:cubicBezTo>
                <a:cubicBezTo>
                  <a:pt x="3908" y="4490"/>
                  <a:pt x="3909" y="4490"/>
                  <a:pt x="3909" y="4489"/>
                </a:cubicBezTo>
                <a:cubicBezTo>
                  <a:pt x="3923" y="4471"/>
                  <a:pt x="3936" y="4455"/>
                  <a:pt x="3949" y="4436"/>
                </a:cubicBezTo>
                <a:cubicBezTo>
                  <a:pt x="4217" y="4078"/>
                  <a:pt x="4522" y="3714"/>
                  <a:pt x="4875" y="3424"/>
                </a:cubicBezTo>
                <a:cubicBezTo>
                  <a:pt x="4897" y="3405"/>
                  <a:pt x="4919" y="3387"/>
                  <a:pt x="4942" y="3369"/>
                </a:cubicBezTo>
                <a:cubicBezTo>
                  <a:pt x="5319" y="3071"/>
                  <a:pt x="5750" y="2859"/>
                  <a:pt x="6248" y="2826"/>
                </a:cubicBezTo>
                <a:cubicBezTo>
                  <a:pt x="6296" y="2822"/>
                  <a:pt x="6344" y="2821"/>
                  <a:pt x="6391" y="2821"/>
                </a:cubicBezTo>
                <a:cubicBezTo>
                  <a:pt x="7025" y="2821"/>
                  <a:pt x="7616" y="3105"/>
                  <a:pt x="8200" y="3368"/>
                </a:cubicBezTo>
                <a:cubicBezTo>
                  <a:pt x="8240" y="3387"/>
                  <a:pt x="8281" y="3405"/>
                  <a:pt x="8323" y="3423"/>
                </a:cubicBezTo>
                <a:cubicBezTo>
                  <a:pt x="8382" y="3449"/>
                  <a:pt x="8442" y="3475"/>
                  <a:pt x="8501" y="3501"/>
                </a:cubicBezTo>
                <a:cubicBezTo>
                  <a:pt x="9052" y="3734"/>
                  <a:pt x="9659" y="3908"/>
                  <a:pt x="10259" y="3908"/>
                </a:cubicBezTo>
                <a:cubicBezTo>
                  <a:pt x="10487" y="3908"/>
                  <a:pt x="10715" y="3882"/>
                  <a:pt x="10937" y="3826"/>
                </a:cubicBezTo>
                <a:cubicBezTo>
                  <a:pt x="11253" y="3746"/>
                  <a:pt x="11547" y="3604"/>
                  <a:pt x="11810" y="3423"/>
                </a:cubicBezTo>
                <a:cubicBezTo>
                  <a:pt x="11835" y="3405"/>
                  <a:pt x="11861" y="3387"/>
                  <a:pt x="11886" y="3368"/>
                </a:cubicBezTo>
                <a:cubicBezTo>
                  <a:pt x="11986" y="3295"/>
                  <a:pt x="12081" y="3217"/>
                  <a:pt x="12169" y="3134"/>
                </a:cubicBezTo>
                <a:cubicBezTo>
                  <a:pt x="12416" y="2906"/>
                  <a:pt x="12624" y="2641"/>
                  <a:pt x="12783" y="2355"/>
                </a:cubicBezTo>
                <a:cubicBezTo>
                  <a:pt x="12794" y="2337"/>
                  <a:pt x="12805" y="2319"/>
                  <a:pt x="12814" y="2300"/>
                </a:cubicBezTo>
                <a:cubicBezTo>
                  <a:pt x="12983" y="1983"/>
                  <a:pt x="13095" y="1639"/>
                  <a:pt x="13135" y="1287"/>
                </a:cubicBezTo>
                <a:cubicBezTo>
                  <a:pt x="13137" y="1269"/>
                  <a:pt x="13139" y="1251"/>
                  <a:pt x="13141" y="1232"/>
                </a:cubicBezTo>
                <a:cubicBezTo>
                  <a:pt x="13152" y="1109"/>
                  <a:pt x="13155" y="984"/>
                  <a:pt x="13149" y="860"/>
                </a:cubicBezTo>
                <a:cubicBezTo>
                  <a:pt x="13137" y="644"/>
                  <a:pt x="13096" y="428"/>
                  <a:pt x="13028" y="222"/>
                </a:cubicBezTo>
                <a:cubicBezTo>
                  <a:pt x="13023" y="204"/>
                  <a:pt x="13017" y="185"/>
                  <a:pt x="13010" y="167"/>
                </a:cubicBezTo>
                <a:cubicBezTo>
                  <a:pt x="12991" y="111"/>
                  <a:pt x="12969" y="56"/>
                  <a:pt x="12946" y="1"/>
                </a:cubicBezTo>
                <a:lnTo>
                  <a:pt x="1880" y="3"/>
                </a:lnTo>
                <a:lnTo>
                  <a:pt x="1880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09" name="Google Shape;5709;p250"/>
          <p:cNvSpPr/>
          <p:nvPr/>
        </p:nvSpPr>
        <p:spPr>
          <a:xfrm flipH="1" rot="10800000">
            <a:off x="-404374" y="-184459"/>
            <a:ext cx="1740934" cy="2483972"/>
          </a:xfrm>
          <a:custGeom>
            <a:rect b="b" l="l" r="r" t="t"/>
            <a:pathLst>
              <a:path extrusionOk="0" h="20886" w="14638">
                <a:moveTo>
                  <a:pt x="3191" y="1"/>
                </a:moveTo>
                <a:cubicBezTo>
                  <a:pt x="2885" y="1"/>
                  <a:pt x="2576" y="81"/>
                  <a:pt x="2295" y="191"/>
                </a:cubicBezTo>
                <a:cubicBezTo>
                  <a:pt x="1899" y="349"/>
                  <a:pt x="1532" y="564"/>
                  <a:pt x="1185" y="809"/>
                </a:cubicBezTo>
                <a:cubicBezTo>
                  <a:pt x="1218" y="721"/>
                  <a:pt x="1252" y="633"/>
                  <a:pt x="1287" y="547"/>
                </a:cubicBezTo>
                <a:cubicBezTo>
                  <a:pt x="1332" y="438"/>
                  <a:pt x="1242" y="367"/>
                  <a:pt x="1149" y="367"/>
                </a:cubicBezTo>
                <a:cubicBezTo>
                  <a:pt x="1089" y="367"/>
                  <a:pt x="1027" y="397"/>
                  <a:pt x="998" y="467"/>
                </a:cubicBezTo>
                <a:cubicBezTo>
                  <a:pt x="147" y="2564"/>
                  <a:pt x="0" y="4857"/>
                  <a:pt x="71" y="7096"/>
                </a:cubicBezTo>
                <a:cubicBezTo>
                  <a:pt x="107" y="8264"/>
                  <a:pt x="200" y="9428"/>
                  <a:pt x="285" y="10592"/>
                </a:cubicBezTo>
                <a:cubicBezTo>
                  <a:pt x="378" y="11838"/>
                  <a:pt x="471" y="13083"/>
                  <a:pt x="565" y="14328"/>
                </a:cubicBezTo>
                <a:cubicBezTo>
                  <a:pt x="660" y="15573"/>
                  <a:pt x="755" y="16818"/>
                  <a:pt x="852" y="18063"/>
                </a:cubicBezTo>
                <a:cubicBezTo>
                  <a:pt x="895" y="18617"/>
                  <a:pt x="909" y="19183"/>
                  <a:pt x="997" y="19731"/>
                </a:cubicBezTo>
                <a:cubicBezTo>
                  <a:pt x="1063" y="20137"/>
                  <a:pt x="1227" y="20580"/>
                  <a:pt x="1623" y="20768"/>
                </a:cubicBezTo>
                <a:cubicBezTo>
                  <a:pt x="1853" y="20878"/>
                  <a:pt x="2108" y="20885"/>
                  <a:pt x="2359" y="20885"/>
                </a:cubicBezTo>
                <a:cubicBezTo>
                  <a:pt x="2678" y="20885"/>
                  <a:pt x="2997" y="20884"/>
                  <a:pt x="3315" y="20883"/>
                </a:cubicBezTo>
                <a:cubicBezTo>
                  <a:pt x="3934" y="20882"/>
                  <a:pt x="4551" y="20881"/>
                  <a:pt x="5168" y="20880"/>
                </a:cubicBezTo>
                <a:cubicBezTo>
                  <a:pt x="6413" y="20878"/>
                  <a:pt x="7658" y="20875"/>
                  <a:pt x="8904" y="20873"/>
                </a:cubicBezTo>
                <a:cubicBezTo>
                  <a:pt x="8946" y="20873"/>
                  <a:pt x="8987" y="20873"/>
                  <a:pt x="9029" y="20873"/>
                </a:cubicBezTo>
                <a:cubicBezTo>
                  <a:pt x="9733" y="20873"/>
                  <a:pt x="10440" y="20882"/>
                  <a:pt x="11147" y="20882"/>
                </a:cubicBezTo>
                <a:cubicBezTo>
                  <a:pt x="11621" y="20882"/>
                  <a:pt x="12096" y="20878"/>
                  <a:pt x="12569" y="20863"/>
                </a:cubicBezTo>
                <a:cubicBezTo>
                  <a:pt x="13054" y="20848"/>
                  <a:pt x="13560" y="20768"/>
                  <a:pt x="13928" y="20425"/>
                </a:cubicBezTo>
                <a:cubicBezTo>
                  <a:pt x="14266" y="20112"/>
                  <a:pt x="14409" y="19650"/>
                  <a:pt x="14479" y="19208"/>
                </a:cubicBezTo>
                <a:cubicBezTo>
                  <a:pt x="14615" y="18346"/>
                  <a:pt x="14637" y="17435"/>
                  <a:pt x="14556" y="16567"/>
                </a:cubicBezTo>
                <a:cubicBezTo>
                  <a:pt x="14480" y="15744"/>
                  <a:pt x="14290" y="14898"/>
                  <a:pt x="13827" y="14200"/>
                </a:cubicBezTo>
                <a:cubicBezTo>
                  <a:pt x="13606" y="13867"/>
                  <a:pt x="13329" y="13578"/>
                  <a:pt x="13000" y="13350"/>
                </a:cubicBezTo>
                <a:cubicBezTo>
                  <a:pt x="12618" y="13086"/>
                  <a:pt x="12175" y="12928"/>
                  <a:pt x="11727" y="12811"/>
                </a:cubicBezTo>
                <a:cubicBezTo>
                  <a:pt x="10841" y="12580"/>
                  <a:pt x="9808" y="12500"/>
                  <a:pt x="9119" y="11827"/>
                </a:cubicBezTo>
                <a:cubicBezTo>
                  <a:pt x="8381" y="11106"/>
                  <a:pt x="8246" y="10000"/>
                  <a:pt x="8306" y="9020"/>
                </a:cubicBezTo>
                <a:cubicBezTo>
                  <a:pt x="8344" y="8404"/>
                  <a:pt x="8449" y="7795"/>
                  <a:pt x="8518" y="7181"/>
                </a:cubicBezTo>
                <a:cubicBezTo>
                  <a:pt x="8574" y="6676"/>
                  <a:pt x="8621" y="6136"/>
                  <a:pt x="8417" y="5654"/>
                </a:cubicBezTo>
                <a:cubicBezTo>
                  <a:pt x="7771" y="4140"/>
                  <a:pt x="5341" y="4868"/>
                  <a:pt x="4856" y="3246"/>
                </a:cubicBezTo>
                <a:cubicBezTo>
                  <a:pt x="4619" y="2457"/>
                  <a:pt x="4843" y="1582"/>
                  <a:pt x="4492" y="818"/>
                </a:cubicBezTo>
                <a:cubicBezTo>
                  <a:pt x="4321" y="450"/>
                  <a:pt x="3993" y="161"/>
                  <a:pt x="3598" y="53"/>
                </a:cubicBezTo>
                <a:cubicBezTo>
                  <a:pt x="3465" y="17"/>
                  <a:pt x="3328" y="1"/>
                  <a:pt x="3191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10" name="Google Shape;5710;p250"/>
          <p:cNvSpPr/>
          <p:nvPr/>
        </p:nvSpPr>
        <p:spPr>
          <a:xfrm rot="-8615811">
            <a:off x="2402227" y="5008217"/>
            <a:ext cx="848090" cy="171654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11" name="Google Shape;5711;p250"/>
          <p:cNvSpPr/>
          <p:nvPr/>
        </p:nvSpPr>
        <p:spPr>
          <a:xfrm flipH="1" rot="9000285">
            <a:off x="6133120" y="-41502"/>
            <a:ext cx="970034" cy="22723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12" name="Google Shape;5712;p250"/>
          <p:cNvGrpSpPr/>
          <p:nvPr/>
        </p:nvGrpSpPr>
        <p:grpSpPr>
          <a:xfrm flipH="1" rot="-10799841">
            <a:off x="6555977" y="4874782"/>
            <a:ext cx="239902" cy="217311"/>
            <a:chOff x="1640475" y="1197075"/>
            <a:chExt cx="55475" cy="50250"/>
          </a:xfrm>
        </p:grpSpPr>
        <p:sp>
          <p:nvSpPr>
            <p:cNvPr id="5713" name="Google Shape;5713;p25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25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25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6" name="Google Shape;5716;p250"/>
          <p:cNvGrpSpPr/>
          <p:nvPr/>
        </p:nvGrpSpPr>
        <p:grpSpPr>
          <a:xfrm flipH="1" rot="5400235">
            <a:off x="7317947" y="867800"/>
            <a:ext cx="243108" cy="220216"/>
            <a:chOff x="1640475" y="1197075"/>
            <a:chExt cx="55475" cy="50250"/>
          </a:xfrm>
        </p:grpSpPr>
        <p:sp>
          <p:nvSpPr>
            <p:cNvPr id="5717" name="Google Shape;5717;p25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25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25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20" name="Google Shape;5720;p250"/>
          <p:cNvSpPr/>
          <p:nvPr/>
        </p:nvSpPr>
        <p:spPr>
          <a:xfrm flipH="1" rot="9900139">
            <a:off x="1901500" y="34245"/>
            <a:ext cx="492733" cy="728482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21" name="Google Shape;5721;p250"/>
          <p:cNvSpPr/>
          <p:nvPr/>
        </p:nvSpPr>
        <p:spPr>
          <a:xfrm flipH="1" rot="3511162">
            <a:off x="7430343" y="269341"/>
            <a:ext cx="738535" cy="540314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22" name="Google Shape;5722;p250"/>
          <p:cNvGrpSpPr/>
          <p:nvPr/>
        </p:nvGrpSpPr>
        <p:grpSpPr>
          <a:xfrm flipH="1" rot="10374925">
            <a:off x="778972" y="752635"/>
            <a:ext cx="359745" cy="325867"/>
            <a:chOff x="1640475" y="1197075"/>
            <a:chExt cx="55475" cy="50250"/>
          </a:xfrm>
        </p:grpSpPr>
        <p:sp>
          <p:nvSpPr>
            <p:cNvPr id="5723" name="Google Shape;5723;p25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25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25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SECTION_HEADER_1_1_2">
    <p:spTree>
      <p:nvGrpSpPr>
        <p:cNvPr id="5726" name="Shape 5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27" name="Google Shape;5727;p251"/>
          <p:cNvSpPr/>
          <p:nvPr/>
        </p:nvSpPr>
        <p:spPr>
          <a:xfrm rot="10800000">
            <a:off x="-127660" y="-68768"/>
            <a:ext cx="3533063" cy="1145474"/>
          </a:xfrm>
          <a:custGeom>
            <a:rect b="b" l="l" r="r" t="t"/>
            <a:pathLst>
              <a:path extrusionOk="0" h="7088" w="21862">
                <a:moveTo>
                  <a:pt x="20392" y="0"/>
                </a:moveTo>
                <a:cubicBezTo>
                  <a:pt x="19697" y="0"/>
                  <a:pt x="19010" y="139"/>
                  <a:pt x="18446" y="437"/>
                </a:cubicBezTo>
                <a:cubicBezTo>
                  <a:pt x="17368" y="1003"/>
                  <a:pt x="16913" y="1997"/>
                  <a:pt x="16387" y="2893"/>
                </a:cubicBezTo>
                <a:cubicBezTo>
                  <a:pt x="15861" y="3789"/>
                  <a:pt x="15050" y="4733"/>
                  <a:pt x="13753" y="4924"/>
                </a:cubicBezTo>
                <a:cubicBezTo>
                  <a:pt x="13587" y="4948"/>
                  <a:pt x="13420" y="4959"/>
                  <a:pt x="13253" y="4959"/>
                </a:cubicBezTo>
                <a:cubicBezTo>
                  <a:pt x="12545" y="4959"/>
                  <a:pt x="11838" y="4765"/>
                  <a:pt x="11156" y="4596"/>
                </a:cubicBezTo>
                <a:cubicBezTo>
                  <a:pt x="10391" y="4408"/>
                  <a:pt x="9551" y="4258"/>
                  <a:pt x="8748" y="4258"/>
                </a:cubicBezTo>
                <a:cubicBezTo>
                  <a:pt x="8042" y="4258"/>
                  <a:pt x="7365" y="4373"/>
                  <a:pt x="6793" y="4680"/>
                </a:cubicBezTo>
                <a:cubicBezTo>
                  <a:pt x="5978" y="5117"/>
                  <a:pt x="5461" y="5904"/>
                  <a:pt x="4593" y="6207"/>
                </a:cubicBezTo>
                <a:cubicBezTo>
                  <a:pt x="4569" y="6215"/>
                  <a:pt x="4545" y="6224"/>
                  <a:pt x="4519" y="6231"/>
                </a:cubicBezTo>
                <a:cubicBezTo>
                  <a:pt x="4407" y="6267"/>
                  <a:pt x="4286" y="6293"/>
                  <a:pt x="4160" y="6310"/>
                </a:cubicBezTo>
                <a:cubicBezTo>
                  <a:pt x="4052" y="6325"/>
                  <a:pt x="3944" y="6331"/>
                  <a:pt x="3836" y="6331"/>
                </a:cubicBezTo>
                <a:cubicBezTo>
                  <a:pt x="3306" y="6331"/>
                  <a:pt x="2774" y="6185"/>
                  <a:pt x="2236" y="6169"/>
                </a:cubicBezTo>
                <a:cubicBezTo>
                  <a:pt x="2205" y="6168"/>
                  <a:pt x="2173" y="6167"/>
                  <a:pt x="2142" y="6167"/>
                </a:cubicBezTo>
                <a:cubicBezTo>
                  <a:pt x="1432" y="6167"/>
                  <a:pt x="726" y="6406"/>
                  <a:pt x="265" y="6805"/>
                </a:cubicBezTo>
                <a:cubicBezTo>
                  <a:pt x="165" y="6893"/>
                  <a:pt x="77" y="6988"/>
                  <a:pt x="1" y="7088"/>
                </a:cubicBezTo>
                <a:lnTo>
                  <a:pt x="21862" y="7088"/>
                </a:lnTo>
                <a:lnTo>
                  <a:pt x="21862" y="210"/>
                </a:lnTo>
                <a:cubicBezTo>
                  <a:pt x="21397" y="73"/>
                  <a:pt x="20892" y="0"/>
                  <a:pt x="20392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28" name="Google Shape;5728;p251"/>
          <p:cNvSpPr/>
          <p:nvPr/>
        </p:nvSpPr>
        <p:spPr>
          <a:xfrm rot="10800000">
            <a:off x="7069948" y="4249330"/>
            <a:ext cx="2125947" cy="1043338"/>
          </a:xfrm>
          <a:custGeom>
            <a:rect b="b" l="l" r="r" t="t"/>
            <a:pathLst>
              <a:path extrusionOk="0" h="6456" w="13155">
                <a:moveTo>
                  <a:pt x="1821" y="0"/>
                </a:moveTo>
                <a:lnTo>
                  <a:pt x="1821" y="3"/>
                </a:lnTo>
                <a:lnTo>
                  <a:pt x="0" y="4"/>
                </a:lnTo>
                <a:lnTo>
                  <a:pt x="0" y="222"/>
                </a:lnTo>
                <a:lnTo>
                  <a:pt x="0" y="1236"/>
                </a:lnTo>
                <a:lnTo>
                  <a:pt x="0" y="2358"/>
                </a:lnTo>
                <a:lnTo>
                  <a:pt x="1" y="3370"/>
                </a:lnTo>
                <a:lnTo>
                  <a:pt x="1" y="4493"/>
                </a:lnTo>
                <a:lnTo>
                  <a:pt x="1" y="5504"/>
                </a:lnTo>
                <a:lnTo>
                  <a:pt x="1" y="6178"/>
                </a:lnTo>
                <a:cubicBezTo>
                  <a:pt x="369" y="6349"/>
                  <a:pt x="770" y="6456"/>
                  <a:pt x="1177" y="6456"/>
                </a:cubicBezTo>
                <a:cubicBezTo>
                  <a:pt x="1363" y="6456"/>
                  <a:pt x="1550" y="6434"/>
                  <a:pt x="1736" y="6385"/>
                </a:cubicBezTo>
                <a:cubicBezTo>
                  <a:pt x="1764" y="6378"/>
                  <a:pt x="1794" y="6370"/>
                  <a:pt x="1822" y="6361"/>
                </a:cubicBezTo>
                <a:cubicBezTo>
                  <a:pt x="1843" y="6355"/>
                  <a:pt x="1862" y="6348"/>
                  <a:pt x="1882" y="6342"/>
                </a:cubicBezTo>
                <a:cubicBezTo>
                  <a:pt x="2342" y="6188"/>
                  <a:pt x="2719" y="5901"/>
                  <a:pt x="3050" y="5558"/>
                </a:cubicBezTo>
                <a:cubicBezTo>
                  <a:pt x="3068" y="5540"/>
                  <a:pt x="3085" y="5522"/>
                  <a:pt x="3102" y="5503"/>
                </a:cubicBezTo>
                <a:cubicBezTo>
                  <a:pt x="3398" y="5189"/>
                  <a:pt x="3657" y="4831"/>
                  <a:pt x="3908" y="4490"/>
                </a:cubicBezTo>
                <a:cubicBezTo>
                  <a:pt x="3908" y="4490"/>
                  <a:pt x="3909" y="4490"/>
                  <a:pt x="3909" y="4489"/>
                </a:cubicBezTo>
                <a:cubicBezTo>
                  <a:pt x="3923" y="4471"/>
                  <a:pt x="3936" y="4455"/>
                  <a:pt x="3949" y="4436"/>
                </a:cubicBezTo>
                <a:cubicBezTo>
                  <a:pt x="4217" y="4078"/>
                  <a:pt x="4522" y="3714"/>
                  <a:pt x="4875" y="3424"/>
                </a:cubicBezTo>
                <a:cubicBezTo>
                  <a:pt x="4897" y="3405"/>
                  <a:pt x="4919" y="3387"/>
                  <a:pt x="4942" y="3369"/>
                </a:cubicBezTo>
                <a:cubicBezTo>
                  <a:pt x="5319" y="3071"/>
                  <a:pt x="5750" y="2859"/>
                  <a:pt x="6248" y="2826"/>
                </a:cubicBezTo>
                <a:cubicBezTo>
                  <a:pt x="6296" y="2822"/>
                  <a:pt x="6344" y="2821"/>
                  <a:pt x="6391" y="2821"/>
                </a:cubicBezTo>
                <a:cubicBezTo>
                  <a:pt x="7025" y="2821"/>
                  <a:pt x="7616" y="3105"/>
                  <a:pt x="8200" y="3368"/>
                </a:cubicBezTo>
                <a:cubicBezTo>
                  <a:pt x="8240" y="3387"/>
                  <a:pt x="8281" y="3405"/>
                  <a:pt x="8323" y="3423"/>
                </a:cubicBezTo>
                <a:cubicBezTo>
                  <a:pt x="8382" y="3449"/>
                  <a:pt x="8442" y="3475"/>
                  <a:pt x="8501" y="3501"/>
                </a:cubicBezTo>
                <a:cubicBezTo>
                  <a:pt x="9052" y="3734"/>
                  <a:pt x="9659" y="3908"/>
                  <a:pt x="10259" y="3908"/>
                </a:cubicBezTo>
                <a:cubicBezTo>
                  <a:pt x="10487" y="3908"/>
                  <a:pt x="10715" y="3882"/>
                  <a:pt x="10937" y="3826"/>
                </a:cubicBezTo>
                <a:cubicBezTo>
                  <a:pt x="11253" y="3746"/>
                  <a:pt x="11547" y="3604"/>
                  <a:pt x="11810" y="3423"/>
                </a:cubicBezTo>
                <a:cubicBezTo>
                  <a:pt x="11835" y="3405"/>
                  <a:pt x="11861" y="3387"/>
                  <a:pt x="11886" y="3368"/>
                </a:cubicBezTo>
                <a:cubicBezTo>
                  <a:pt x="11986" y="3295"/>
                  <a:pt x="12081" y="3217"/>
                  <a:pt x="12169" y="3134"/>
                </a:cubicBezTo>
                <a:cubicBezTo>
                  <a:pt x="12416" y="2906"/>
                  <a:pt x="12624" y="2641"/>
                  <a:pt x="12783" y="2355"/>
                </a:cubicBezTo>
                <a:cubicBezTo>
                  <a:pt x="12794" y="2337"/>
                  <a:pt x="12805" y="2319"/>
                  <a:pt x="12814" y="2300"/>
                </a:cubicBezTo>
                <a:cubicBezTo>
                  <a:pt x="12983" y="1983"/>
                  <a:pt x="13095" y="1639"/>
                  <a:pt x="13135" y="1287"/>
                </a:cubicBezTo>
                <a:cubicBezTo>
                  <a:pt x="13137" y="1269"/>
                  <a:pt x="13139" y="1251"/>
                  <a:pt x="13141" y="1232"/>
                </a:cubicBezTo>
                <a:cubicBezTo>
                  <a:pt x="13152" y="1109"/>
                  <a:pt x="13155" y="984"/>
                  <a:pt x="13149" y="860"/>
                </a:cubicBezTo>
                <a:cubicBezTo>
                  <a:pt x="13137" y="644"/>
                  <a:pt x="13096" y="428"/>
                  <a:pt x="13028" y="222"/>
                </a:cubicBezTo>
                <a:cubicBezTo>
                  <a:pt x="13023" y="204"/>
                  <a:pt x="13017" y="185"/>
                  <a:pt x="13010" y="167"/>
                </a:cubicBezTo>
                <a:cubicBezTo>
                  <a:pt x="12991" y="111"/>
                  <a:pt x="12969" y="56"/>
                  <a:pt x="12946" y="1"/>
                </a:cubicBezTo>
                <a:lnTo>
                  <a:pt x="1880" y="3"/>
                </a:lnTo>
                <a:lnTo>
                  <a:pt x="1880" y="0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29" name="Google Shape;5729;p251"/>
          <p:cNvSpPr/>
          <p:nvPr/>
        </p:nvSpPr>
        <p:spPr>
          <a:xfrm rot="10800000">
            <a:off x="-375576" y="3881671"/>
            <a:ext cx="4662538" cy="1572279"/>
          </a:xfrm>
          <a:custGeom>
            <a:rect b="b" l="l" r="r" t="t"/>
            <a:pathLst>
              <a:path extrusionOk="0" h="9729" w="28851">
                <a:moveTo>
                  <a:pt x="943" y="0"/>
                </a:moveTo>
                <a:cubicBezTo>
                  <a:pt x="631" y="0"/>
                  <a:pt x="337" y="87"/>
                  <a:pt x="179" y="380"/>
                </a:cubicBezTo>
                <a:cubicBezTo>
                  <a:pt x="1" y="711"/>
                  <a:pt x="78" y="1189"/>
                  <a:pt x="451" y="1303"/>
                </a:cubicBezTo>
                <a:cubicBezTo>
                  <a:pt x="355" y="2313"/>
                  <a:pt x="452" y="3522"/>
                  <a:pt x="1499" y="3989"/>
                </a:cubicBezTo>
                <a:cubicBezTo>
                  <a:pt x="1785" y="4117"/>
                  <a:pt x="2088" y="4165"/>
                  <a:pt x="2396" y="4165"/>
                </a:cubicBezTo>
                <a:cubicBezTo>
                  <a:pt x="3000" y="4165"/>
                  <a:pt x="3625" y="3981"/>
                  <a:pt x="4188" y="3848"/>
                </a:cubicBezTo>
                <a:cubicBezTo>
                  <a:pt x="4624" y="3745"/>
                  <a:pt x="5112" y="3633"/>
                  <a:pt x="5582" y="3633"/>
                </a:cubicBezTo>
                <a:cubicBezTo>
                  <a:pt x="6044" y="3633"/>
                  <a:pt x="6489" y="3741"/>
                  <a:pt x="6852" y="4069"/>
                </a:cubicBezTo>
                <a:cubicBezTo>
                  <a:pt x="7560" y="4711"/>
                  <a:pt x="7722" y="5737"/>
                  <a:pt x="8257" y="6500"/>
                </a:cubicBezTo>
                <a:cubicBezTo>
                  <a:pt x="8521" y="6876"/>
                  <a:pt x="8874" y="7178"/>
                  <a:pt x="9322" y="7300"/>
                </a:cubicBezTo>
                <a:cubicBezTo>
                  <a:pt x="9482" y="7344"/>
                  <a:pt x="9645" y="7363"/>
                  <a:pt x="9808" y="7363"/>
                </a:cubicBezTo>
                <a:cubicBezTo>
                  <a:pt x="10078" y="7363"/>
                  <a:pt x="10348" y="7310"/>
                  <a:pt x="10606" y="7231"/>
                </a:cubicBezTo>
                <a:cubicBezTo>
                  <a:pt x="11498" y="6959"/>
                  <a:pt x="12280" y="6380"/>
                  <a:pt x="13194" y="6184"/>
                </a:cubicBezTo>
                <a:cubicBezTo>
                  <a:pt x="13322" y="6156"/>
                  <a:pt x="13450" y="6141"/>
                  <a:pt x="13577" y="6141"/>
                </a:cubicBezTo>
                <a:cubicBezTo>
                  <a:pt x="13849" y="6141"/>
                  <a:pt x="14113" y="6211"/>
                  <a:pt x="14347" y="6376"/>
                </a:cubicBezTo>
                <a:cubicBezTo>
                  <a:pt x="14724" y="6643"/>
                  <a:pt x="14907" y="7097"/>
                  <a:pt x="15047" y="7521"/>
                </a:cubicBezTo>
                <a:cubicBezTo>
                  <a:pt x="15341" y="8400"/>
                  <a:pt x="15592" y="9554"/>
                  <a:pt x="16688" y="9709"/>
                </a:cubicBezTo>
                <a:cubicBezTo>
                  <a:pt x="16781" y="9722"/>
                  <a:pt x="16872" y="9728"/>
                  <a:pt x="16961" y="9728"/>
                </a:cubicBezTo>
                <a:cubicBezTo>
                  <a:pt x="18160" y="9728"/>
                  <a:pt x="18967" y="8588"/>
                  <a:pt x="19887" y="7966"/>
                </a:cubicBezTo>
                <a:cubicBezTo>
                  <a:pt x="20301" y="7685"/>
                  <a:pt x="20755" y="7537"/>
                  <a:pt x="21232" y="7537"/>
                </a:cubicBezTo>
                <a:cubicBezTo>
                  <a:pt x="21401" y="7537"/>
                  <a:pt x="21572" y="7556"/>
                  <a:pt x="21746" y="7593"/>
                </a:cubicBezTo>
                <a:cubicBezTo>
                  <a:pt x="22408" y="7736"/>
                  <a:pt x="23015" y="8087"/>
                  <a:pt x="23550" y="8494"/>
                </a:cubicBezTo>
                <a:cubicBezTo>
                  <a:pt x="24053" y="8876"/>
                  <a:pt x="24539" y="9361"/>
                  <a:pt x="25189" y="9466"/>
                </a:cubicBezTo>
                <a:cubicBezTo>
                  <a:pt x="25284" y="9481"/>
                  <a:pt x="25378" y="9489"/>
                  <a:pt x="25473" y="9489"/>
                </a:cubicBezTo>
                <a:cubicBezTo>
                  <a:pt x="26024" y="9489"/>
                  <a:pt x="26554" y="9240"/>
                  <a:pt x="26991" y="8910"/>
                </a:cubicBezTo>
                <a:cubicBezTo>
                  <a:pt x="27838" y="8271"/>
                  <a:pt x="28376" y="7319"/>
                  <a:pt x="28611" y="6292"/>
                </a:cubicBezTo>
                <a:cubicBezTo>
                  <a:pt x="28851" y="5239"/>
                  <a:pt x="28800" y="4124"/>
                  <a:pt x="28525" y="3084"/>
                </a:cubicBezTo>
                <a:cubicBezTo>
                  <a:pt x="28226" y="1958"/>
                  <a:pt x="27654" y="694"/>
                  <a:pt x="26488" y="261"/>
                </a:cubicBezTo>
                <a:cubicBezTo>
                  <a:pt x="26074" y="106"/>
                  <a:pt x="25631" y="64"/>
                  <a:pt x="25188" y="64"/>
                </a:cubicBezTo>
                <a:cubicBezTo>
                  <a:pt x="24971" y="64"/>
                  <a:pt x="24753" y="74"/>
                  <a:pt x="24540" y="86"/>
                </a:cubicBezTo>
                <a:cubicBezTo>
                  <a:pt x="23776" y="131"/>
                  <a:pt x="23013" y="188"/>
                  <a:pt x="22250" y="248"/>
                </a:cubicBezTo>
                <a:cubicBezTo>
                  <a:pt x="20720" y="367"/>
                  <a:pt x="19190" y="503"/>
                  <a:pt x="17661" y="628"/>
                </a:cubicBezTo>
                <a:cubicBezTo>
                  <a:pt x="15187" y="828"/>
                  <a:pt x="12704" y="996"/>
                  <a:pt x="10221" y="996"/>
                </a:cubicBezTo>
                <a:cubicBezTo>
                  <a:pt x="9649" y="996"/>
                  <a:pt x="9077" y="987"/>
                  <a:pt x="8505" y="967"/>
                </a:cubicBezTo>
                <a:cubicBezTo>
                  <a:pt x="6985" y="916"/>
                  <a:pt x="5467" y="790"/>
                  <a:pt x="3966" y="555"/>
                </a:cubicBezTo>
                <a:cubicBezTo>
                  <a:pt x="3209" y="436"/>
                  <a:pt x="2459" y="290"/>
                  <a:pt x="1714" y="116"/>
                </a:cubicBezTo>
                <a:cubicBezTo>
                  <a:pt x="1493" y="64"/>
                  <a:pt x="1211" y="0"/>
                  <a:pt x="94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0" name="Google Shape;5730;p251"/>
          <p:cNvSpPr/>
          <p:nvPr/>
        </p:nvSpPr>
        <p:spPr>
          <a:xfrm rot="10800000">
            <a:off x="7235914" y="-341425"/>
            <a:ext cx="2365611" cy="3375334"/>
          </a:xfrm>
          <a:custGeom>
            <a:rect b="b" l="l" r="r" t="t"/>
            <a:pathLst>
              <a:path extrusionOk="0" h="20886" w="14638">
                <a:moveTo>
                  <a:pt x="3191" y="1"/>
                </a:moveTo>
                <a:cubicBezTo>
                  <a:pt x="2885" y="1"/>
                  <a:pt x="2576" y="81"/>
                  <a:pt x="2295" y="191"/>
                </a:cubicBezTo>
                <a:cubicBezTo>
                  <a:pt x="1899" y="349"/>
                  <a:pt x="1532" y="564"/>
                  <a:pt x="1185" y="809"/>
                </a:cubicBezTo>
                <a:cubicBezTo>
                  <a:pt x="1218" y="721"/>
                  <a:pt x="1252" y="633"/>
                  <a:pt x="1287" y="547"/>
                </a:cubicBezTo>
                <a:cubicBezTo>
                  <a:pt x="1332" y="438"/>
                  <a:pt x="1242" y="367"/>
                  <a:pt x="1149" y="367"/>
                </a:cubicBezTo>
                <a:cubicBezTo>
                  <a:pt x="1089" y="367"/>
                  <a:pt x="1027" y="397"/>
                  <a:pt x="998" y="467"/>
                </a:cubicBezTo>
                <a:cubicBezTo>
                  <a:pt x="147" y="2564"/>
                  <a:pt x="0" y="4857"/>
                  <a:pt x="71" y="7096"/>
                </a:cubicBezTo>
                <a:cubicBezTo>
                  <a:pt x="107" y="8264"/>
                  <a:pt x="200" y="9428"/>
                  <a:pt x="285" y="10592"/>
                </a:cubicBezTo>
                <a:cubicBezTo>
                  <a:pt x="378" y="11838"/>
                  <a:pt x="471" y="13083"/>
                  <a:pt x="565" y="14328"/>
                </a:cubicBezTo>
                <a:cubicBezTo>
                  <a:pt x="660" y="15573"/>
                  <a:pt x="755" y="16818"/>
                  <a:pt x="852" y="18063"/>
                </a:cubicBezTo>
                <a:cubicBezTo>
                  <a:pt x="895" y="18617"/>
                  <a:pt x="909" y="19183"/>
                  <a:pt x="997" y="19731"/>
                </a:cubicBezTo>
                <a:cubicBezTo>
                  <a:pt x="1063" y="20137"/>
                  <a:pt x="1227" y="20580"/>
                  <a:pt x="1623" y="20768"/>
                </a:cubicBezTo>
                <a:cubicBezTo>
                  <a:pt x="1853" y="20878"/>
                  <a:pt x="2108" y="20885"/>
                  <a:pt x="2359" y="20885"/>
                </a:cubicBezTo>
                <a:cubicBezTo>
                  <a:pt x="2678" y="20885"/>
                  <a:pt x="2997" y="20884"/>
                  <a:pt x="3315" y="20883"/>
                </a:cubicBezTo>
                <a:cubicBezTo>
                  <a:pt x="3934" y="20882"/>
                  <a:pt x="4551" y="20881"/>
                  <a:pt x="5168" y="20880"/>
                </a:cubicBezTo>
                <a:cubicBezTo>
                  <a:pt x="6413" y="20878"/>
                  <a:pt x="7658" y="20875"/>
                  <a:pt x="8904" y="20873"/>
                </a:cubicBezTo>
                <a:cubicBezTo>
                  <a:pt x="8946" y="20873"/>
                  <a:pt x="8987" y="20873"/>
                  <a:pt x="9029" y="20873"/>
                </a:cubicBezTo>
                <a:cubicBezTo>
                  <a:pt x="9733" y="20873"/>
                  <a:pt x="10440" y="20882"/>
                  <a:pt x="11147" y="20882"/>
                </a:cubicBezTo>
                <a:cubicBezTo>
                  <a:pt x="11621" y="20882"/>
                  <a:pt x="12096" y="20878"/>
                  <a:pt x="12569" y="20863"/>
                </a:cubicBezTo>
                <a:cubicBezTo>
                  <a:pt x="13054" y="20848"/>
                  <a:pt x="13560" y="20768"/>
                  <a:pt x="13928" y="20425"/>
                </a:cubicBezTo>
                <a:cubicBezTo>
                  <a:pt x="14266" y="20112"/>
                  <a:pt x="14409" y="19650"/>
                  <a:pt x="14479" y="19208"/>
                </a:cubicBezTo>
                <a:cubicBezTo>
                  <a:pt x="14615" y="18346"/>
                  <a:pt x="14637" y="17435"/>
                  <a:pt x="14556" y="16567"/>
                </a:cubicBezTo>
                <a:cubicBezTo>
                  <a:pt x="14480" y="15744"/>
                  <a:pt x="14290" y="14898"/>
                  <a:pt x="13827" y="14200"/>
                </a:cubicBezTo>
                <a:cubicBezTo>
                  <a:pt x="13606" y="13867"/>
                  <a:pt x="13329" y="13578"/>
                  <a:pt x="13000" y="13350"/>
                </a:cubicBezTo>
                <a:cubicBezTo>
                  <a:pt x="12618" y="13086"/>
                  <a:pt x="12175" y="12928"/>
                  <a:pt x="11727" y="12811"/>
                </a:cubicBezTo>
                <a:cubicBezTo>
                  <a:pt x="10841" y="12580"/>
                  <a:pt x="9808" y="12500"/>
                  <a:pt x="9119" y="11827"/>
                </a:cubicBezTo>
                <a:cubicBezTo>
                  <a:pt x="8381" y="11106"/>
                  <a:pt x="8246" y="10000"/>
                  <a:pt x="8306" y="9020"/>
                </a:cubicBezTo>
                <a:cubicBezTo>
                  <a:pt x="8344" y="8404"/>
                  <a:pt x="8449" y="7795"/>
                  <a:pt x="8518" y="7181"/>
                </a:cubicBezTo>
                <a:cubicBezTo>
                  <a:pt x="8574" y="6676"/>
                  <a:pt x="8621" y="6136"/>
                  <a:pt x="8417" y="5654"/>
                </a:cubicBezTo>
                <a:cubicBezTo>
                  <a:pt x="7771" y="4140"/>
                  <a:pt x="5341" y="4868"/>
                  <a:pt x="4856" y="3246"/>
                </a:cubicBezTo>
                <a:cubicBezTo>
                  <a:pt x="4619" y="2457"/>
                  <a:pt x="4843" y="1582"/>
                  <a:pt x="4492" y="818"/>
                </a:cubicBezTo>
                <a:cubicBezTo>
                  <a:pt x="4321" y="450"/>
                  <a:pt x="3993" y="161"/>
                  <a:pt x="3598" y="53"/>
                </a:cubicBezTo>
                <a:cubicBezTo>
                  <a:pt x="3465" y="17"/>
                  <a:pt x="3328" y="1"/>
                  <a:pt x="3191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1" name="Google Shape;5731;p251"/>
          <p:cNvSpPr txBox="1"/>
          <p:nvPr>
            <p:ph type="title"/>
          </p:nvPr>
        </p:nvSpPr>
        <p:spPr>
          <a:xfrm>
            <a:off x="3387900" y="758952"/>
            <a:ext cx="23682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5732" name="Google Shape;5732;p251"/>
          <p:cNvGrpSpPr/>
          <p:nvPr/>
        </p:nvGrpSpPr>
        <p:grpSpPr>
          <a:xfrm rot="6299945">
            <a:off x="7791608" y="4563485"/>
            <a:ext cx="359746" cy="325869"/>
            <a:chOff x="1640475" y="1197075"/>
            <a:chExt cx="55475" cy="50250"/>
          </a:xfrm>
        </p:grpSpPr>
        <p:sp>
          <p:nvSpPr>
            <p:cNvPr id="5733" name="Google Shape;5733;p25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25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25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36" name="Google Shape;5736;p251"/>
          <p:cNvSpPr/>
          <p:nvPr/>
        </p:nvSpPr>
        <p:spPr>
          <a:xfrm flipH="1" rot="8615811">
            <a:off x="227163" y="4598042"/>
            <a:ext cx="848090" cy="171654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7" name="Google Shape;5737;p251"/>
          <p:cNvSpPr/>
          <p:nvPr/>
        </p:nvSpPr>
        <p:spPr>
          <a:xfrm rot="-9000285">
            <a:off x="6559102" y="234098"/>
            <a:ext cx="970034" cy="22723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38" name="Google Shape;5738;p251"/>
          <p:cNvGrpSpPr/>
          <p:nvPr/>
        </p:nvGrpSpPr>
        <p:grpSpPr>
          <a:xfrm rot="10799841">
            <a:off x="1610677" y="4510494"/>
            <a:ext cx="239902" cy="217311"/>
            <a:chOff x="1640475" y="1197075"/>
            <a:chExt cx="55475" cy="50250"/>
          </a:xfrm>
        </p:grpSpPr>
        <p:sp>
          <p:nvSpPr>
            <p:cNvPr id="5739" name="Google Shape;5739;p25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25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25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2" name="Google Shape;5742;p251"/>
          <p:cNvGrpSpPr/>
          <p:nvPr/>
        </p:nvGrpSpPr>
        <p:grpSpPr>
          <a:xfrm rot="-5400235">
            <a:off x="8116150" y="635400"/>
            <a:ext cx="243108" cy="220216"/>
            <a:chOff x="1640475" y="1197075"/>
            <a:chExt cx="55475" cy="50250"/>
          </a:xfrm>
        </p:grpSpPr>
        <p:sp>
          <p:nvSpPr>
            <p:cNvPr id="5743" name="Google Shape;5743;p25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25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25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46" name="Google Shape;5746;p251"/>
          <p:cNvSpPr/>
          <p:nvPr/>
        </p:nvSpPr>
        <p:spPr>
          <a:xfrm rot="-9900095">
            <a:off x="8349145" y="4056062"/>
            <a:ext cx="424434" cy="627506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47" name="Google Shape;5747;p251"/>
          <p:cNvSpPr/>
          <p:nvPr/>
        </p:nvSpPr>
        <p:spPr>
          <a:xfrm rot="-3511162">
            <a:off x="1058077" y="269341"/>
            <a:ext cx="738535" cy="540314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48" name="Google Shape;5748;p251"/>
          <p:cNvGrpSpPr/>
          <p:nvPr/>
        </p:nvGrpSpPr>
        <p:grpSpPr>
          <a:xfrm rot="-10374925">
            <a:off x="329402" y="488210"/>
            <a:ext cx="359745" cy="325867"/>
            <a:chOff x="1640475" y="1197075"/>
            <a:chExt cx="55475" cy="50250"/>
          </a:xfrm>
        </p:grpSpPr>
        <p:sp>
          <p:nvSpPr>
            <p:cNvPr id="5749" name="Google Shape;5749;p25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25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25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TITLE_AND_BODY_1_1_1">
    <p:spTree>
      <p:nvGrpSpPr>
        <p:cNvPr id="5752" name="Shape 57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53" name="Google Shape;5753;p252"/>
          <p:cNvSpPr/>
          <p:nvPr/>
        </p:nvSpPr>
        <p:spPr>
          <a:xfrm>
            <a:off x="-128026" y="4106413"/>
            <a:ext cx="3465023" cy="1209053"/>
          </a:xfrm>
          <a:custGeom>
            <a:rect b="b" l="l" r="r" t="t"/>
            <a:pathLst>
              <a:path extrusionOk="0" h="7088" w="21861">
                <a:moveTo>
                  <a:pt x="1470" y="1"/>
                </a:moveTo>
                <a:cubicBezTo>
                  <a:pt x="969" y="1"/>
                  <a:pt x="465" y="73"/>
                  <a:pt x="0" y="211"/>
                </a:cubicBezTo>
                <a:lnTo>
                  <a:pt x="0" y="7087"/>
                </a:lnTo>
                <a:lnTo>
                  <a:pt x="21860" y="7087"/>
                </a:lnTo>
                <a:cubicBezTo>
                  <a:pt x="21784" y="6987"/>
                  <a:pt x="21696" y="6892"/>
                  <a:pt x="21596" y="6806"/>
                </a:cubicBezTo>
                <a:cubicBezTo>
                  <a:pt x="21135" y="6406"/>
                  <a:pt x="20429" y="6167"/>
                  <a:pt x="19720" y="6167"/>
                </a:cubicBezTo>
                <a:cubicBezTo>
                  <a:pt x="19688" y="6167"/>
                  <a:pt x="19657" y="6168"/>
                  <a:pt x="19626" y="6169"/>
                </a:cubicBezTo>
                <a:cubicBezTo>
                  <a:pt x="19086" y="6184"/>
                  <a:pt x="18553" y="6331"/>
                  <a:pt x="18022" y="6331"/>
                </a:cubicBezTo>
                <a:cubicBezTo>
                  <a:pt x="17915" y="6331"/>
                  <a:pt x="17808" y="6325"/>
                  <a:pt x="17701" y="6311"/>
                </a:cubicBezTo>
                <a:cubicBezTo>
                  <a:pt x="17575" y="6294"/>
                  <a:pt x="17455" y="6267"/>
                  <a:pt x="17341" y="6232"/>
                </a:cubicBezTo>
                <a:cubicBezTo>
                  <a:pt x="17316" y="6223"/>
                  <a:pt x="17292" y="6216"/>
                  <a:pt x="17268" y="6207"/>
                </a:cubicBezTo>
                <a:cubicBezTo>
                  <a:pt x="16400" y="5904"/>
                  <a:pt x="15883" y="5118"/>
                  <a:pt x="15068" y="4680"/>
                </a:cubicBezTo>
                <a:cubicBezTo>
                  <a:pt x="14496" y="4373"/>
                  <a:pt x="13820" y="4258"/>
                  <a:pt x="13115" y="4258"/>
                </a:cubicBezTo>
                <a:cubicBezTo>
                  <a:pt x="12312" y="4258"/>
                  <a:pt x="11471" y="4408"/>
                  <a:pt x="10706" y="4596"/>
                </a:cubicBezTo>
                <a:cubicBezTo>
                  <a:pt x="10023" y="4765"/>
                  <a:pt x="9316" y="4959"/>
                  <a:pt x="8608" y="4959"/>
                </a:cubicBezTo>
                <a:cubicBezTo>
                  <a:pt x="8441" y="4959"/>
                  <a:pt x="8274" y="4948"/>
                  <a:pt x="8107" y="4924"/>
                </a:cubicBezTo>
                <a:cubicBezTo>
                  <a:pt x="6811" y="4733"/>
                  <a:pt x="5999" y="3788"/>
                  <a:pt x="5474" y="2893"/>
                </a:cubicBezTo>
                <a:cubicBezTo>
                  <a:pt x="4948" y="1997"/>
                  <a:pt x="4493" y="1003"/>
                  <a:pt x="3416" y="436"/>
                </a:cubicBezTo>
                <a:cubicBezTo>
                  <a:pt x="2851" y="140"/>
                  <a:pt x="2164" y="1"/>
                  <a:pt x="1470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54" name="Google Shape;5754;p252"/>
          <p:cNvSpPr/>
          <p:nvPr/>
        </p:nvSpPr>
        <p:spPr>
          <a:xfrm>
            <a:off x="7140208" y="-213544"/>
            <a:ext cx="2085100" cy="1101248"/>
          </a:xfrm>
          <a:custGeom>
            <a:rect b="b" l="l" r="r" t="t"/>
            <a:pathLst>
              <a:path extrusionOk="0" h="6456" w="13155">
                <a:moveTo>
                  <a:pt x="11275" y="1"/>
                </a:moveTo>
                <a:lnTo>
                  <a:pt x="11275" y="4"/>
                </a:lnTo>
                <a:lnTo>
                  <a:pt x="209" y="2"/>
                </a:lnTo>
                <a:cubicBezTo>
                  <a:pt x="185" y="57"/>
                  <a:pt x="164" y="111"/>
                  <a:pt x="145" y="167"/>
                </a:cubicBezTo>
                <a:cubicBezTo>
                  <a:pt x="138" y="184"/>
                  <a:pt x="132" y="203"/>
                  <a:pt x="127" y="221"/>
                </a:cubicBezTo>
                <a:cubicBezTo>
                  <a:pt x="59" y="429"/>
                  <a:pt x="18" y="643"/>
                  <a:pt x="6" y="860"/>
                </a:cubicBezTo>
                <a:cubicBezTo>
                  <a:pt x="0" y="984"/>
                  <a:pt x="3" y="1110"/>
                  <a:pt x="14" y="1233"/>
                </a:cubicBezTo>
                <a:cubicBezTo>
                  <a:pt x="16" y="1251"/>
                  <a:pt x="18" y="1270"/>
                  <a:pt x="20" y="1288"/>
                </a:cubicBezTo>
                <a:cubicBezTo>
                  <a:pt x="60" y="1638"/>
                  <a:pt x="172" y="1982"/>
                  <a:pt x="341" y="2300"/>
                </a:cubicBezTo>
                <a:cubicBezTo>
                  <a:pt x="351" y="2319"/>
                  <a:pt x="361" y="2337"/>
                  <a:pt x="371" y="2355"/>
                </a:cubicBezTo>
                <a:cubicBezTo>
                  <a:pt x="531" y="2642"/>
                  <a:pt x="740" y="2905"/>
                  <a:pt x="987" y="3134"/>
                </a:cubicBezTo>
                <a:cubicBezTo>
                  <a:pt x="1075" y="3217"/>
                  <a:pt x="1169" y="3295"/>
                  <a:pt x="1269" y="3368"/>
                </a:cubicBezTo>
                <a:cubicBezTo>
                  <a:pt x="1295" y="3387"/>
                  <a:pt x="1320" y="3405"/>
                  <a:pt x="1345" y="3422"/>
                </a:cubicBezTo>
                <a:cubicBezTo>
                  <a:pt x="1608" y="3604"/>
                  <a:pt x="1902" y="3745"/>
                  <a:pt x="2218" y="3827"/>
                </a:cubicBezTo>
                <a:cubicBezTo>
                  <a:pt x="2441" y="3883"/>
                  <a:pt x="2668" y="3908"/>
                  <a:pt x="2896" y="3908"/>
                </a:cubicBezTo>
                <a:cubicBezTo>
                  <a:pt x="3496" y="3908"/>
                  <a:pt x="4103" y="3734"/>
                  <a:pt x="4654" y="3501"/>
                </a:cubicBezTo>
                <a:cubicBezTo>
                  <a:pt x="4713" y="3476"/>
                  <a:pt x="4773" y="3450"/>
                  <a:pt x="4833" y="3424"/>
                </a:cubicBezTo>
                <a:cubicBezTo>
                  <a:pt x="4873" y="3406"/>
                  <a:pt x="4915" y="3387"/>
                  <a:pt x="4955" y="3369"/>
                </a:cubicBezTo>
                <a:cubicBezTo>
                  <a:pt x="5539" y="3105"/>
                  <a:pt x="6130" y="2820"/>
                  <a:pt x="6764" y="2820"/>
                </a:cubicBezTo>
                <a:cubicBezTo>
                  <a:pt x="6811" y="2820"/>
                  <a:pt x="6859" y="2822"/>
                  <a:pt x="6907" y="2825"/>
                </a:cubicBezTo>
                <a:cubicBezTo>
                  <a:pt x="7405" y="2860"/>
                  <a:pt x="7836" y="3071"/>
                  <a:pt x="8213" y="3369"/>
                </a:cubicBezTo>
                <a:cubicBezTo>
                  <a:pt x="8237" y="3387"/>
                  <a:pt x="8259" y="3405"/>
                  <a:pt x="8281" y="3424"/>
                </a:cubicBezTo>
                <a:cubicBezTo>
                  <a:pt x="8634" y="3715"/>
                  <a:pt x="8939" y="4078"/>
                  <a:pt x="9207" y="4436"/>
                </a:cubicBezTo>
                <a:cubicBezTo>
                  <a:pt x="9219" y="4454"/>
                  <a:pt x="9233" y="4472"/>
                  <a:pt x="9246" y="4490"/>
                </a:cubicBezTo>
                <a:cubicBezTo>
                  <a:pt x="9246" y="4490"/>
                  <a:pt x="9247" y="4490"/>
                  <a:pt x="9247" y="4491"/>
                </a:cubicBezTo>
                <a:cubicBezTo>
                  <a:pt x="9498" y="4831"/>
                  <a:pt x="9757" y="5189"/>
                  <a:pt x="10053" y="5504"/>
                </a:cubicBezTo>
                <a:cubicBezTo>
                  <a:pt x="10070" y="5523"/>
                  <a:pt x="10087" y="5541"/>
                  <a:pt x="10104" y="5559"/>
                </a:cubicBezTo>
                <a:cubicBezTo>
                  <a:pt x="10436" y="5901"/>
                  <a:pt x="10812" y="6189"/>
                  <a:pt x="11272" y="6342"/>
                </a:cubicBezTo>
                <a:cubicBezTo>
                  <a:pt x="11292" y="6348"/>
                  <a:pt x="11311" y="6355"/>
                  <a:pt x="11333" y="6361"/>
                </a:cubicBezTo>
                <a:cubicBezTo>
                  <a:pt x="11361" y="6370"/>
                  <a:pt x="11391" y="6378"/>
                  <a:pt x="11420" y="6386"/>
                </a:cubicBezTo>
                <a:cubicBezTo>
                  <a:pt x="11605" y="6434"/>
                  <a:pt x="11791" y="6456"/>
                  <a:pt x="11976" y="6456"/>
                </a:cubicBezTo>
                <a:cubicBezTo>
                  <a:pt x="12384" y="6456"/>
                  <a:pt x="12786" y="6349"/>
                  <a:pt x="13154" y="6177"/>
                </a:cubicBezTo>
                <a:lnTo>
                  <a:pt x="13154" y="5505"/>
                </a:lnTo>
                <a:lnTo>
                  <a:pt x="13154" y="4492"/>
                </a:lnTo>
                <a:lnTo>
                  <a:pt x="13154" y="3371"/>
                </a:lnTo>
                <a:lnTo>
                  <a:pt x="13155" y="2358"/>
                </a:lnTo>
                <a:lnTo>
                  <a:pt x="13155" y="1236"/>
                </a:lnTo>
                <a:lnTo>
                  <a:pt x="13155" y="221"/>
                </a:lnTo>
                <a:lnTo>
                  <a:pt x="13155" y="5"/>
                </a:lnTo>
                <a:lnTo>
                  <a:pt x="11334" y="4"/>
                </a:lnTo>
                <a:lnTo>
                  <a:pt x="11334" y="1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55" name="Google Shape;5755;p252"/>
          <p:cNvSpPr/>
          <p:nvPr/>
        </p:nvSpPr>
        <p:spPr>
          <a:xfrm>
            <a:off x="-251977" y="-424375"/>
            <a:ext cx="4573114" cy="1659548"/>
          </a:xfrm>
          <a:custGeom>
            <a:rect b="b" l="l" r="r" t="t"/>
            <a:pathLst>
              <a:path extrusionOk="0" h="9729" w="28852">
                <a:moveTo>
                  <a:pt x="27909" y="1"/>
                </a:moveTo>
                <a:cubicBezTo>
                  <a:pt x="27641" y="1"/>
                  <a:pt x="27359" y="65"/>
                  <a:pt x="27138" y="117"/>
                </a:cubicBezTo>
                <a:cubicBezTo>
                  <a:pt x="26393" y="292"/>
                  <a:pt x="25642" y="438"/>
                  <a:pt x="24886" y="556"/>
                </a:cubicBezTo>
                <a:cubicBezTo>
                  <a:pt x="23384" y="791"/>
                  <a:pt x="21867" y="918"/>
                  <a:pt x="20347" y="969"/>
                </a:cubicBezTo>
                <a:cubicBezTo>
                  <a:pt x="19779" y="988"/>
                  <a:pt x="19211" y="997"/>
                  <a:pt x="18643" y="997"/>
                </a:cubicBezTo>
                <a:cubicBezTo>
                  <a:pt x="16156" y="997"/>
                  <a:pt x="13669" y="829"/>
                  <a:pt x="11190" y="628"/>
                </a:cubicBezTo>
                <a:cubicBezTo>
                  <a:pt x="9660" y="504"/>
                  <a:pt x="8132" y="368"/>
                  <a:pt x="6601" y="249"/>
                </a:cubicBezTo>
                <a:cubicBezTo>
                  <a:pt x="5839" y="189"/>
                  <a:pt x="5076" y="132"/>
                  <a:pt x="4312" y="87"/>
                </a:cubicBezTo>
                <a:cubicBezTo>
                  <a:pt x="4099" y="75"/>
                  <a:pt x="3881" y="64"/>
                  <a:pt x="3664" y="64"/>
                </a:cubicBezTo>
                <a:cubicBezTo>
                  <a:pt x="3221" y="64"/>
                  <a:pt x="2777" y="107"/>
                  <a:pt x="2362" y="261"/>
                </a:cubicBezTo>
                <a:cubicBezTo>
                  <a:pt x="1198" y="695"/>
                  <a:pt x="625" y="1959"/>
                  <a:pt x="327" y="3085"/>
                </a:cubicBezTo>
                <a:cubicBezTo>
                  <a:pt x="51" y="4125"/>
                  <a:pt x="0" y="5240"/>
                  <a:pt x="241" y="6293"/>
                </a:cubicBezTo>
                <a:cubicBezTo>
                  <a:pt x="475" y="7320"/>
                  <a:pt x="1013" y="8271"/>
                  <a:pt x="1861" y="8911"/>
                </a:cubicBezTo>
                <a:cubicBezTo>
                  <a:pt x="2297" y="9241"/>
                  <a:pt x="2827" y="9490"/>
                  <a:pt x="3378" y="9490"/>
                </a:cubicBezTo>
                <a:cubicBezTo>
                  <a:pt x="3472" y="9490"/>
                  <a:pt x="3567" y="9482"/>
                  <a:pt x="3662" y="9467"/>
                </a:cubicBezTo>
                <a:cubicBezTo>
                  <a:pt x="4312" y="9361"/>
                  <a:pt x="4799" y="8877"/>
                  <a:pt x="5302" y="8495"/>
                </a:cubicBezTo>
                <a:cubicBezTo>
                  <a:pt x="5837" y="8088"/>
                  <a:pt x="6442" y="7738"/>
                  <a:pt x="7106" y="7594"/>
                </a:cubicBezTo>
                <a:cubicBezTo>
                  <a:pt x="7279" y="7557"/>
                  <a:pt x="7450" y="7538"/>
                  <a:pt x="7618" y="7538"/>
                </a:cubicBezTo>
                <a:cubicBezTo>
                  <a:pt x="8095" y="7538"/>
                  <a:pt x="8551" y="7686"/>
                  <a:pt x="8965" y="7966"/>
                </a:cubicBezTo>
                <a:cubicBezTo>
                  <a:pt x="9884" y="8588"/>
                  <a:pt x="10692" y="9729"/>
                  <a:pt x="11891" y="9729"/>
                </a:cubicBezTo>
                <a:cubicBezTo>
                  <a:pt x="11980" y="9729"/>
                  <a:pt x="12071" y="9723"/>
                  <a:pt x="12164" y="9709"/>
                </a:cubicBezTo>
                <a:cubicBezTo>
                  <a:pt x="13260" y="9554"/>
                  <a:pt x="13511" y="8401"/>
                  <a:pt x="13804" y="7521"/>
                </a:cubicBezTo>
                <a:cubicBezTo>
                  <a:pt x="13945" y="7099"/>
                  <a:pt x="14127" y="6643"/>
                  <a:pt x="14504" y="6377"/>
                </a:cubicBezTo>
                <a:cubicBezTo>
                  <a:pt x="14738" y="6212"/>
                  <a:pt x="15003" y="6142"/>
                  <a:pt x="15276" y="6142"/>
                </a:cubicBezTo>
                <a:cubicBezTo>
                  <a:pt x="15402" y="6142"/>
                  <a:pt x="15530" y="6157"/>
                  <a:pt x="15656" y="6184"/>
                </a:cubicBezTo>
                <a:cubicBezTo>
                  <a:pt x="16572" y="6381"/>
                  <a:pt x="17354" y="6961"/>
                  <a:pt x="18244" y="7232"/>
                </a:cubicBezTo>
                <a:cubicBezTo>
                  <a:pt x="18502" y="7311"/>
                  <a:pt x="18774" y="7363"/>
                  <a:pt x="19044" y="7363"/>
                </a:cubicBezTo>
                <a:cubicBezTo>
                  <a:pt x="19207" y="7363"/>
                  <a:pt x="19369" y="7344"/>
                  <a:pt x="19529" y="7301"/>
                </a:cubicBezTo>
                <a:cubicBezTo>
                  <a:pt x="19978" y="7178"/>
                  <a:pt x="20331" y="6877"/>
                  <a:pt x="20595" y="6501"/>
                </a:cubicBezTo>
                <a:cubicBezTo>
                  <a:pt x="21130" y="5738"/>
                  <a:pt x="21292" y="4712"/>
                  <a:pt x="21999" y="4070"/>
                </a:cubicBezTo>
                <a:cubicBezTo>
                  <a:pt x="22362" y="3741"/>
                  <a:pt x="22807" y="3634"/>
                  <a:pt x="23269" y="3634"/>
                </a:cubicBezTo>
                <a:cubicBezTo>
                  <a:pt x="23739" y="3634"/>
                  <a:pt x="24227" y="3745"/>
                  <a:pt x="24664" y="3849"/>
                </a:cubicBezTo>
                <a:cubicBezTo>
                  <a:pt x="25227" y="3981"/>
                  <a:pt x="25851" y="4166"/>
                  <a:pt x="26455" y="4166"/>
                </a:cubicBezTo>
                <a:cubicBezTo>
                  <a:pt x="26763" y="4166"/>
                  <a:pt x="27066" y="4118"/>
                  <a:pt x="27353" y="3990"/>
                </a:cubicBezTo>
                <a:cubicBezTo>
                  <a:pt x="28400" y="3523"/>
                  <a:pt x="28496" y="2313"/>
                  <a:pt x="28400" y="1304"/>
                </a:cubicBezTo>
                <a:cubicBezTo>
                  <a:pt x="28773" y="1190"/>
                  <a:pt x="28851" y="712"/>
                  <a:pt x="28673" y="381"/>
                </a:cubicBezTo>
                <a:cubicBezTo>
                  <a:pt x="28515" y="88"/>
                  <a:pt x="28221" y="1"/>
                  <a:pt x="27909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56" name="Google Shape;5756;p252"/>
          <p:cNvSpPr/>
          <p:nvPr/>
        </p:nvSpPr>
        <p:spPr>
          <a:xfrm>
            <a:off x="7213473" y="3051297"/>
            <a:ext cx="2320001" cy="2598236"/>
          </a:xfrm>
          <a:custGeom>
            <a:rect b="b" l="l" r="r" t="t"/>
            <a:pathLst>
              <a:path extrusionOk="0" h="15232" w="14637">
                <a:moveTo>
                  <a:pt x="11445" y="0"/>
                </a:moveTo>
                <a:cubicBezTo>
                  <a:pt x="11308" y="0"/>
                  <a:pt x="11172" y="12"/>
                  <a:pt x="11039" y="38"/>
                </a:cubicBezTo>
                <a:cubicBezTo>
                  <a:pt x="10644" y="116"/>
                  <a:pt x="10316" y="327"/>
                  <a:pt x="10145" y="596"/>
                </a:cubicBezTo>
                <a:cubicBezTo>
                  <a:pt x="9794" y="1152"/>
                  <a:pt x="10018" y="1791"/>
                  <a:pt x="9781" y="2367"/>
                </a:cubicBezTo>
                <a:cubicBezTo>
                  <a:pt x="9296" y="3551"/>
                  <a:pt x="6867" y="3019"/>
                  <a:pt x="6220" y="4123"/>
                </a:cubicBezTo>
                <a:cubicBezTo>
                  <a:pt x="6016" y="4474"/>
                  <a:pt x="6063" y="4867"/>
                  <a:pt x="6119" y="5237"/>
                </a:cubicBezTo>
                <a:cubicBezTo>
                  <a:pt x="6188" y="5684"/>
                  <a:pt x="6293" y="6128"/>
                  <a:pt x="6331" y="6578"/>
                </a:cubicBezTo>
                <a:cubicBezTo>
                  <a:pt x="6392" y="7292"/>
                  <a:pt x="6256" y="8099"/>
                  <a:pt x="5518" y="8624"/>
                </a:cubicBezTo>
                <a:cubicBezTo>
                  <a:pt x="4829" y="9115"/>
                  <a:pt x="3797" y="9174"/>
                  <a:pt x="2910" y="9343"/>
                </a:cubicBezTo>
                <a:cubicBezTo>
                  <a:pt x="2462" y="9427"/>
                  <a:pt x="2020" y="9543"/>
                  <a:pt x="1637" y="9735"/>
                </a:cubicBezTo>
                <a:cubicBezTo>
                  <a:pt x="1309" y="9901"/>
                  <a:pt x="1030" y="10112"/>
                  <a:pt x="810" y="10355"/>
                </a:cubicBezTo>
                <a:cubicBezTo>
                  <a:pt x="347" y="10864"/>
                  <a:pt x="157" y="11482"/>
                  <a:pt x="81" y="12082"/>
                </a:cubicBezTo>
                <a:cubicBezTo>
                  <a:pt x="1" y="12715"/>
                  <a:pt x="23" y="13379"/>
                  <a:pt x="158" y="14007"/>
                </a:cubicBezTo>
                <a:cubicBezTo>
                  <a:pt x="228" y="14329"/>
                  <a:pt x="371" y="14667"/>
                  <a:pt x="709" y="14896"/>
                </a:cubicBezTo>
                <a:cubicBezTo>
                  <a:pt x="1077" y="15146"/>
                  <a:pt x="1583" y="15204"/>
                  <a:pt x="2068" y="15214"/>
                </a:cubicBezTo>
                <a:cubicBezTo>
                  <a:pt x="2549" y="15226"/>
                  <a:pt x="3032" y="15229"/>
                  <a:pt x="3515" y="15229"/>
                </a:cubicBezTo>
                <a:cubicBezTo>
                  <a:pt x="4226" y="15229"/>
                  <a:pt x="4937" y="15222"/>
                  <a:pt x="5646" y="15222"/>
                </a:cubicBezTo>
                <a:cubicBezTo>
                  <a:pt x="5675" y="15222"/>
                  <a:pt x="5704" y="15222"/>
                  <a:pt x="5733" y="15222"/>
                </a:cubicBezTo>
                <a:lnTo>
                  <a:pt x="9469" y="15227"/>
                </a:lnTo>
                <a:cubicBezTo>
                  <a:pt x="10086" y="15228"/>
                  <a:pt x="10704" y="15228"/>
                  <a:pt x="11322" y="15229"/>
                </a:cubicBezTo>
                <a:cubicBezTo>
                  <a:pt x="11640" y="15230"/>
                  <a:pt x="11959" y="15231"/>
                  <a:pt x="12278" y="15231"/>
                </a:cubicBezTo>
                <a:cubicBezTo>
                  <a:pt x="12529" y="15231"/>
                  <a:pt x="12784" y="15225"/>
                  <a:pt x="13014" y="15145"/>
                </a:cubicBezTo>
                <a:cubicBezTo>
                  <a:pt x="13410" y="15008"/>
                  <a:pt x="13574" y="14685"/>
                  <a:pt x="13640" y="14388"/>
                </a:cubicBezTo>
                <a:cubicBezTo>
                  <a:pt x="13728" y="13988"/>
                  <a:pt x="13742" y="13577"/>
                  <a:pt x="13785" y="13173"/>
                </a:cubicBezTo>
                <a:cubicBezTo>
                  <a:pt x="13882" y="12264"/>
                  <a:pt x="13977" y="11357"/>
                  <a:pt x="14072" y="10449"/>
                </a:cubicBezTo>
                <a:cubicBezTo>
                  <a:pt x="14166" y="9541"/>
                  <a:pt x="14259" y="8633"/>
                  <a:pt x="14352" y="7724"/>
                </a:cubicBezTo>
                <a:cubicBezTo>
                  <a:pt x="14437" y="6875"/>
                  <a:pt x="14530" y="6026"/>
                  <a:pt x="14567" y="5174"/>
                </a:cubicBezTo>
                <a:cubicBezTo>
                  <a:pt x="14637" y="3541"/>
                  <a:pt x="14491" y="1869"/>
                  <a:pt x="13640" y="340"/>
                </a:cubicBezTo>
                <a:cubicBezTo>
                  <a:pt x="13611" y="289"/>
                  <a:pt x="13548" y="267"/>
                  <a:pt x="13488" y="267"/>
                </a:cubicBezTo>
                <a:cubicBezTo>
                  <a:pt x="13394" y="267"/>
                  <a:pt x="13305" y="319"/>
                  <a:pt x="13349" y="398"/>
                </a:cubicBezTo>
                <a:cubicBezTo>
                  <a:pt x="13385" y="461"/>
                  <a:pt x="13419" y="526"/>
                  <a:pt x="13452" y="589"/>
                </a:cubicBezTo>
                <a:cubicBezTo>
                  <a:pt x="13105" y="411"/>
                  <a:pt x="12738" y="253"/>
                  <a:pt x="12342" y="140"/>
                </a:cubicBezTo>
                <a:cubicBezTo>
                  <a:pt x="12060" y="59"/>
                  <a:pt x="11751" y="0"/>
                  <a:pt x="11445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57" name="Google Shape;5757;p252"/>
          <p:cNvSpPr txBox="1"/>
          <p:nvPr>
            <p:ph type="title"/>
          </p:nvPr>
        </p:nvSpPr>
        <p:spPr>
          <a:xfrm>
            <a:off x="1693050" y="445025"/>
            <a:ext cx="5757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5758" name="Google Shape;5758;p252"/>
          <p:cNvSpPr txBox="1"/>
          <p:nvPr>
            <p:ph idx="1" type="body"/>
          </p:nvPr>
        </p:nvSpPr>
        <p:spPr>
          <a:xfrm>
            <a:off x="713225" y="1442650"/>
            <a:ext cx="7717500" cy="312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Gloria Hallelujah"/>
              <a:buChar char="●"/>
              <a:defRPr sz="1400">
                <a:latin typeface="Raleway"/>
                <a:ea typeface="Raleway"/>
                <a:cs typeface="Raleway"/>
                <a:sym typeface="Raleway"/>
              </a:defRPr>
            </a:lvl1pPr>
            <a:lvl2pPr indent="-3175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175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175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175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175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175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175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175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grpSp>
        <p:nvGrpSpPr>
          <p:cNvPr id="5759" name="Google Shape;5759;p252"/>
          <p:cNvGrpSpPr/>
          <p:nvPr/>
        </p:nvGrpSpPr>
        <p:grpSpPr>
          <a:xfrm rot="899945">
            <a:off x="7776598" y="266617"/>
            <a:ext cx="359746" cy="325869"/>
            <a:chOff x="1640475" y="1197075"/>
            <a:chExt cx="55475" cy="50250"/>
          </a:xfrm>
        </p:grpSpPr>
        <p:sp>
          <p:nvSpPr>
            <p:cNvPr id="5760" name="Google Shape;5760;p25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25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25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63" name="Google Shape;5763;p252"/>
          <p:cNvSpPr/>
          <p:nvPr/>
        </p:nvSpPr>
        <p:spPr>
          <a:xfrm flipH="1" rot="997180">
            <a:off x="220521" y="343717"/>
            <a:ext cx="848082" cy="171653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64" name="Google Shape;5764;p252"/>
          <p:cNvSpPr/>
          <p:nvPr/>
        </p:nvSpPr>
        <p:spPr>
          <a:xfrm rot="-10262709">
            <a:off x="6864155" y="4703248"/>
            <a:ext cx="970031" cy="22723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65" name="Google Shape;5765;p252"/>
          <p:cNvGrpSpPr/>
          <p:nvPr/>
        </p:nvGrpSpPr>
        <p:grpSpPr>
          <a:xfrm rot="-3600132">
            <a:off x="1590800" y="402690"/>
            <a:ext cx="239901" cy="217311"/>
            <a:chOff x="1640475" y="1197075"/>
            <a:chExt cx="55475" cy="50250"/>
          </a:xfrm>
        </p:grpSpPr>
        <p:sp>
          <p:nvSpPr>
            <p:cNvPr id="5766" name="Google Shape;5766;p25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25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25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9" name="Google Shape;5769;p252"/>
          <p:cNvGrpSpPr/>
          <p:nvPr/>
        </p:nvGrpSpPr>
        <p:grpSpPr>
          <a:xfrm rot="10799765">
            <a:off x="8163975" y="4278850"/>
            <a:ext cx="243108" cy="220216"/>
            <a:chOff x="1640475" y="1197075"/>
            <a:chExt cx="55475" cy="50250"/>
          </a:xfrm>
        </p:grpSpPr>
        <p:sp>
          <p:nvSpPr>
            <p:cNvPr id="5770" name="Google Shape;5770;p25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25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25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73" name="Google Shape;5773;p252"/>
          <p:cNvSpPr/>
          <p:nvPr/>
        </p:nvSpPr>
        <p:spPr>
          <a:xfrm flipH="1">
            <a:off x="8391886" y="405626"/>
            <a:ext cx="510489" cy="754774"/>
          </a:xfrm>
          <a:custGeom>
            <a:rect b="b" l="l" r="r" t="t"/>
            <a:pathLst>
              <a:path extrusionOk="0" h="15713" w="10628">
                <a:moveTo>
                  <a:pt x="9154" y="0"/>
                </a:moveTo>
                <a:cubicBezTo>
                  <a:pt x="9141" y="0"/>
                  <a:pt x="9128" y="5"/>
                  <a:pt x="9118" y="14"/>
                </a:cubicBezTo>
                <a:cubicBezTo>
                  <a:pt x="9094" y="34"/>
                  <a:pt x="9092" y="69"/>
                  <a:pt x="9112" y="93"/>
                </a:cubicBezTo>
                <a:cubicBezTo>
                  <a:pt x="9278" y="281"/>
                  <a:pt x="9433" y="486"/>
                  <a:pt x="9574" y="703"/>
                </a:cubicBezTo>
                <a:cubicBezTo>
                  <a:pt x="9585" y="719"/>
                  <a:pt x="9602" y="727"/>
                  <a:pt x="9620" y="727"/>
                </a:cubicBezTo>
                <a:cubicBezTo>
                  <a:pt x="9631" y="727"/>
                  <a:pt x="9641" y="725"/>
                  <a:pt x="9651" y="719"/>
                </a:cubicBezTo>
                <a:cubicBezTo>
                  <a:pt x="9677" y="703"/>
                  <a:pt x="9684" y="668"/>
                  <a:pt x="9667" y="642"/>
                </a:cubicBezTo>
                <a:cubicBezTo>
                  <a:pt x="9524" y="421"/>
                  <a:pt x="9366" y="212"/>
                  <a:pt x="9196" y="19"/>
                </a:cubicBezTo>
                <a:cubicBezTo>
                  <a:pt x="9185" y="6"/>
                  <a:pt x="9169" y="0"/>
                  <a:pt x="9154" y="0"/>
                </a:cubicBezTo>
                <a:close/>
                <a:moveTo>
                  <a:pt x="9994" y="1294"/>
                </a:moveTo>
                <a:cubicBezTo>
                  <a:pt x="9986" y="1294"/>
                  <a:pt x="9978" y="1296"/>
                  <a:pt x="9970" y="1299"/>
                </a:cubicBezTo>
                <a:cubicBezTo>
                  <a:pt x="9943" y="1312"/>
                  <a:pt x="9931" y="1345"/>
                  <a:pt x="9944" y="1373"/>
                </a:cubicBezTo>
                <a:cubicBezTo>
                  <a:pt x="10050" y="1602"/>
                  <a:pt x="10143" y="1843"/>
                  <a:pt x="10220" y="2087"/>
                </a:cubicBezTo>
                <a:cubicBezTo>
                  <a:pt x="10228" y="2111"/>
                  <a:pt x="10250" y="2126"/>
                  <a:pt x="10274" y="2126"/>
                </a:cubicBezTo>
                <a:cubicBezTo>
                  <a:pt x="10279" y="2126"/>
                  <a:pt x="10284" y="2125"/>
                  <a:pt x="10291" y="2124"/>
                </a:cubicBezTo>
                <a:cubicBezTo>
                  <a:pt x="10320" y="2114"/>
                  <a:pt x="10336" y="2083"/>
                  <a:pt x="10327" y="2054"/>
                </a:cubicBezTo>
                <a:cubicBezTo>
                  <a:pt x="10248" y="1805"/>
                  <a:pt x="10154" y="1561"/>
                  <a:pt x="10044" y="1326"/>
                </a:cubicBezTo>
                <a:cubicBezTo>
                  <a:pt x="10035" y="1306"/>
                  <a:pt x="10015" y="1294"/>
                  <a:pt x="9994" y="1294"/>
                </a:cubicBezTo>
                <a:close/>
                <a:moveTo>
                  <a:pt x="10459" y="2766"/>
                </a:moveTo>
                <a:cubicBezTo>
                  <a:pt x="10456" y="2766"/>
                  <a:pt x="10452" y="2766"/>
                  <a:pt x="10449" y="2767"/>
                </a:cubicBezTo>
                <a:cubicBezTo>
                  <a:pt x="10418" y="2772"/>
                  <a:pt x="10399" y="2801"/>
                  <a:pt x="10404" y="2831"/>
                </a:cubicBezTo>
                <a:cubicBezTo>
                  <a:pt x="10449" y="3078"/>
                  <a:pt x="10482" y="3334"/>
                  <a:pt x="10500" y="3593"/>
                </a:cubicBezTo>
                <a:cubicBezTo>
                  <a:pt x="10502" y="3621"/>
                  <a:pt x="10526" y="3644"/>
                  <a:pt x="10556" y="3644"/>
                </a:cubicBezTo>
                <a:lnTo>
                  <a:pt x="10559" y="3644"/>
                </a:lnTo>
                <a:cubicBezTo>
                  <a:pt x="10590" y="3642"/>
                  <a:pt x="10612" y="3615"/>
                  <a:pt x="10610" y="3585"/>
                </a:cubicBezTo>
                <a:cubicBezTo>
                  <a:pt x="10592" y="3322"/>
                  <a:pt x="10559" y="3062"/>
                  <a:pt x="10513" y="2811"/>
                </a:cubicBezTo>
                <a:cubicBezTo>
                  <a:pt x="10508" y="2784"/>
                  <a:pt x="10485" y="2766"/>
                  <a:pt x="10459" y="2766"/>
                </a:cubicBezTo>
                <a:close/>
                <a:moveTo>
                  <a:pt x="10573" y="4306"/>
                </a:moveTo>
                <a:cubicBezTo>
                  <a:pt x="10546" y="4306"/>
                  <a:pt x="10516" y="4330"/>
                  <a:pt x="10515" y="4361"/>
                </a:cubicBezTo>
                <a:cubicBezTo>
                  <a:pt x="10509" y="4612"/>
                  <a:pt x="10490" y="4869"/>
                  <a:pt x="10459" y="5127"/>
                </a:cubicBezTo>
                <a:cubicBezTo>
                  <a:pt x="10455" y="5158"/>
                  <a:pt x="10477" y="5185"/>
                  <a:pt x="10508" y="5189"/>
                </a:cubicBezTo>
                <a:lnTo>
                  <a:pt x="10514" y="5189"/>
                </a:lnTo>
                <a:cubicBezTo>
                  <a:pt x="10542" y="5189"/>
                  <a:pt x="10565" y="5168"/>
                  <a:pt x="10569" y="5141"/>
                </a:cubicBezTo>
                <a:cubicBezTo>
                  <a:pt x="10600" y="4879"/>
                  <a:pt x="10620" y="4618"/>
                  <a:pt x="10626" y="4364"/>
                </a:cubicBezTo>
                <a:cubicBezTo>
                  <a:pt x="10627" y="4333"/>
                  <a:pt x="10604" y="4307"/>
                  <a:pt x="10573" y="4306"/>
                </a:cubicBezTo>
                <a:close/>
                <a:moveTo>
                  <a:pt x="10392" y="5842"/>
                </a:moveTo>
                <a:cubicBezTo>
                  <a:pt x="10366" y="5842"/>
                  <a:pt x="10342" y="5860"/>
                  <a:pt x="10337" y="5886"/>
                </a:cubicBezTo>
                <a:cubicBezTo>
                  <a:pt x="10329" y="5923"/>
                  <a:pt x="10322" y="5959"/>
                  <a:pt x="10314" y="5994"/>
                </a:cubicBezTo>
                <a:cubicBezTo>
                  <a:pt x="10268" y="6208"/>
                  <a:pt x="10215" y="6424"/>
                  <a:pt x="10156" y="6634"/>
                </a:cubicBezTo>
                <a:cubicBezTo>
                  <a:pt x="10148" y="6664"/>
                  <a:pt x="10165" y="6695"/>
                  <a:pt x="10195" y="6702"/>
                </a:cubicBezTo>
                <a:cubicBezTo>
                  <a:pt x="10200" y="6705"/>
                  <a:pt x="10204" y="6705"/>
                  <a:pt x="10210" y="6705"/>
                </a:cubicBezTo>
                <a:cubicBezTo>
                  <a:pt x="10234" y="6705"/>
                  <a:pt x="10257" y="6689"/>
                  <a:pt x="10263" y="6664"/>
                </a:cubicBezTo>
                <a:cubicBezTo>
                  <a:pt x="10323" y="6451"/>
                  <a:pt x="10377" y="6233"/>
                  <a:pt x="10423" y="6018"/>
                </a:cubicBezTo>
                <a:cubicBezTo>
                  <a:pt x="10431" y="5981"/>
                  <a:pt x="10438" y="5945"/>
                  <a:pt x="10446" y="5909"/>
                </a:cubicBezTo>
                <a:cubicBezTo>
                  <a:pt x="10452" y="5878"/>
                  <a:pt x="10432" y="5849"/>
                  <a:pt x="10402" y="5842"/>
                </a:cubicBezTo>
                <a:cubicBezTo>
                  <a:pt x="10399" y="5842"/>
                  <a:pt x="10395" y="5842"/>
                  <a:pt x="10392" y="5842"/>
                </a:cubicBezTo>
                <a:close/>
                <a:moveTo>
                  <a:pt x="2671" y="7727"/>
                </a:moveTo>
                <a:cubicBezTo>
                  <a:pt x="2645" y="7727"/>
                  <a:pt x="2616" y="7750"/>
                  <a:pt x="2615" y="7780"/>
                </a:cubicBezTo>
                <a:cubicBezTo>
                  <a:pt x="2615" y="7811"/>
                  <a:pt x="2639" y="7837"/>
                  <a:pt x="2670" y="7838"/>
                </a:cubicBezTo>
                <a:cubicBezTo>
                  <a:pt x="2904" y="7844"/>
                  <a:pt x="3138" y="7936"/>
                  <a:pt x="3346" y="8101"/>
                </a:cubicBezTo>
                <a:cubicBezTo>
                  <a:pt x="3356" y="8109"/>
                  <a:pt x="3368" y="8113"/>
                  <a:pt x="3380" y="8113"/>
                </a:cubicBezTo>
                <a:cubicBezTo>
                  <a:pt x="3396" y="8113"/>
                  <a:pt x="3413" y="8106"/>
                  <a:pt x="3424" y="8092"/>
                </a:cubicBezTo>
                <a:cubicBezTo>
                  <a:pt x="3442" y="8068"/>
                  <a:pt x="3439" y="8032"/>
                  <a:pt x="3414" y="8014"/>
                </a:cubicBezTo>
                <a:cubicBezTo>
                  <a:pt x="3188" y="7834"/>
                  <a:pt x="2931" y="7734"/>
                  <a:pt x="2673" y="7727"/>
                </a:cubicBezTo>
                <a:cubicBezTo>
                  <a:pt x="2672" y="7727"/>
                  <a:pt x="2672" y="7727"/>
                  <a:pt x="2671" y="7727"/>
                </a:cubicBezTo>
                <a:close/>
                <a:moveTo>
                  <a:pt x="9973" y="7330"/>
                </a:moveTo>
                <a:cubicBezTo>
                  <a:pt x="9950" y="7330"/>
                  <a:pt x="9929" y="7344"/>
                  <a:pt x="9921" y="7367"/>
                </a:cubicBezTo>
                <a:cubicBezTo>
                  <a:pt x="9834" y="7607"/>
                  <a:pt x="9736" y="7848"/>
                  <a:pt x="9632" y="8081"/>
                </a:cubicBezTo>
                <a:cubicBezTo>
                  <a:pt x="9619" y="8108"/>
                  <a:pt x="9632" y="8141"/>
                  <a:pt x="9659" y="8153"/>
                </a:cubicBezTo>
                <a:cubicBezTo>
                  <a:pt x="9667" y="8157"/>
                  <a:pt x="9674" y="8159"/>
                  <a:pt x="9682" y="8159"/>
                </a:cubicBezTo>
                <a:cubicBezTo>
                  <a:pt x="9703" y="8159"/>
                  <a:pt x="9724" y="8147"/>
                  <a:pt x="9733" y="8125"/>
                </a:cubicBezTo>
                <a:cubicBezTo>
                  <a:pt x="9839" y="7890"/>
                  <a:pt x="9937" y="7648"/>
                  <a:pt x="10025" y="7405"/>
                </a:cubicBezTo>
                <a:cubicBezTo>
                  <a:pt x="10035" y="7377"/>
                  <a:pt x="10021" y="7344"/>
                  <a:pt x="9992" y="7334"/>
                </a:cubicBezTo>
                <a:cubicBezTo>
                  <a:pt x="9985" y="7331"/>
                  <a:pt x="9979" y="7330"/>
                  <a:pt x="9973" y="7330"/>
                </a:cubicBezTo>
                <a:close/>
                <a:moveTo>
                  <a:pt x="1957" y="7977"/>
                </a:moveTo>
                <a:cubicBezTo>
                  <a:pt x="1944" y="7977"/>
                  <a:pt x="1932" y="7981"/>
                  <a:pt x="1922" y="7990"/>
                </a:cubicBezTo>
                <a:cubicBezTo>
                  <a:pt x="1716" y="8153"/>
                  <a:pt x="1552" y="8384"/>
                  <a:pt x="1461" y="8637"/>
                </a:cubicBezTo>
                <a:cubicBezTo>
                  <a:pt x="1452" y="8666"/>
                  <a:pt x="1467" y="8698"/>
                  <a:pt x="1496" y="8709"/>
                </a:cubicBezTo>
                <a:cubicBezTo>
                  <a:pt x="1502" y="8711"/>
                  <a:pt x="1507" y="8712"/>
                  <a:pt x="1514" y="8712"/>
                </a:cubicBezTo>
                <a:cubicBezTo>
                  <a:pt x="1537" y="8712"/>
                  <a:pt x="1559" y="8697"/>
                  <a:pt x="1566" y="8674"/>
                </a:cubicBezTo>
                <a:cubicBezTo>
                  <a:pt x="1649" y="8441"/>
                  <a:pt x="1800" y="8228"/>
                  <a:pt x="1991" y="8076"/>
                </a:cubicBezTo>
                <a:cubicBezTo>
                  <a:pt x="2015" y="8057"/>
                  <a:pt x="2019" y="8022"/>
                  <a:pt x="2000" y="7998"/>
                </a:cubicBezTo>
                <a:cubicBezTo>
                  <a:pt x="1989" y="7984"/>
                  <a:pt x="1973" y="7977"/>
                  <a:pt x="1957" y="7977"/>
                </a:cubicBezTo>
                <a:close/>
                <a:moveTo>
                  <a:pt x="3845" y="8611"/>
                </a:moveTo>
                <a:cubicBezTo>
                  <a:pt x="3837" y="8611"/>
                  <a:pt x="3830" y="8612"/>
                  <a:pt x="3822" y="8616"/>
                </a:cubicBezTo>
                <a:cubicBezTo>
                  <a:pt x="3795" y="8627"/>
                  <a:pt x="3782" y="8661"/>
                  <a:pt x="3794" y="8688"/>
                </a:cubicBezTo>
                <a:cubicBezTo>
                  <a:pt x="3888" y="8903"/>
                  <a:pt x="3943" y="9150"/>
                  <a:pt x="3960" y="9421"/>
                </a:cubicBezTo>
                <a:cubicBezTo>
                  <a:pt x="3962" y="9450"/>
                  <a:pt x="3987" y="9472"/>
                  <a:pt x="4016" y="9472"/>
                </a:cubicBezTo>
                <a:lnTo>
                  <a:pt x="4019" y="9472"/>
                </a:lnTo>
                <a:cubicBezTo>
                  <a:pt x="4050" y="9470"/>
                  <a:pt x="4073" y="9445"/>
                  <a:pt x="4071" y="9414"/>
                </a:cubicBezTo>
                <a:cubicBezTo>
                  <a:pt x="4053" y="9130"/>
                  <a:pt x="3994" y="8871"/>
                  <a:pt x="3896" y="8645"/>
                </a:cubicBezTo>
                <a:cubicBezTo>
                  <a:pt x="3887" y="8624"/>
                  <a:pt x="3866" y="8611"/>
                  <a:pt x="3845" y="8611"/>
                </a:cubicBezTo>
                <a:close/>
                <a:moveTo>
                  <a:pt x="9339" y="8741"/>
                </a:moveTo>
                <a:cubicBezTo>
                  <a:pt x="9320" y="8741"/>
                  <a:pt x="9301" y="8752"/>
                  <a:pt x="9291" y="8771"/>
                </a:cubicBezTo>
                <a:cubicBezTo>
                  <a:pt x="9196" y="8946"/>
                  <a:pt x="9094" y="9121"/>
                  <a:pt x="8990" y="9290"/>
                </a:cubicBezTo>
                <a:cubicBezTo>
                  <a:pt x="8960" y="9338"/>
                  <a:pt x="8930" y="9385"/>
                  <a:pt x="8900" y="9433"/>
                </a:cubicBezTo>
                <a:cubicBezTo>
                  <a:pt x="8883" y="9459"/>
                  <a:pt x="8890" y="9493"/>
                  <a:pt x="8916" y="9510"/>
                </a:cubicBezTo>
                <a:cubicBezTo>
                  <a:pt x="8926" y="9515"/>
                  <a:pt x="8936" y="9518"/>
                  <a:pt x="8946" y="9518"/>
                </a:cubicBezTo>
                <a:cubicBezTo>
                  <a:pt x="8964" y="9518"/>
                  <a:pt x="8982" y="9509"/>
                  <a:pt x="8993" y="9493"/>
                </a:cubicBezTo>
                <a:cubicBezTo>
                  <a:pt x="9024" y="9445"/>
                  <a:pt x="9055" y="9397"/>
                  <a:pt x="9085" y="9349"/>
                </a:cubicBezTo>
                <a:cubicBezTo>
                  <a:pt x="9190" y="9178"/>
                  <a:pt x="9293" y="9000"/>
                  <a:pt x="9389" y="8823"/>
                </a:cubicBezTo>
                <a:cubicBezTo>
                  <a:pt x="9403" y="8796"/>
                  <a:pt x="9393" y="8762"/>
                  <a:pt x="9367" y="8748"/>
                </a:cubicBezTo>
                <a:cubicBezTo>
                  <a:pt x="9358" y="8743"/>
                  <a:pt x="9349" y="8741"/>
                  <a:pt x="9339" y="8741"/>
                </a:cubicBezTo>
                <a:close/>
                <a:moveTo>
                  <a:pt x="1463" y="9364"/>
                </a:moveTo>
                <a:cubicBezTo>
                  <a:pt x="1460" y="9364"/>
                  <a:pt x="1456" y="9364"/>
                  <a:pt x="1453" y="9365"/>
                </a:cubicBezTo>
                <a:cubicBezTo>
                  <a:pt x="1422" y="9370"/>
                  <a:pt x="1403" y="9399"/>
                  <a:pt x="1408" y="9429"/>
                </a:cubicBezTo>
                <a:cubicBezTo>
                  <a:pt x="1454" y="9678"/>
                  <a:pt x="1557" y="9931"/>
                  <a:pt x="1705" y="10162"/>
                </a:cubicBezTo>
                <a:cubicBezTo>
                  <a:pt x="1716" y="10179"/>
                  <a:pt x="1734" y="10187"/>
                  <a:pt x="1752" y="10187"/>
                </a:cubicBezTo>
                <a:cubicBezTo>
                  <a:pt x="1763" y="10187"/>
                  <a:pt x="1773" y="10184"/>
                  <a:pt x="1782" y="10179"/>
                </a:cubicBezTo>
                <a:cubicBezTo>
                  <a:pt x="1808" y="10162"/>
                  <a:pt x="1815" y="10127"/>
                  <a:pt x="1799" y="10102"/>
                </a:cubicBezTo>
                <a:cubicBezTo>
                  <a:pt x="1657" y="9883"/>
                  <a:pt x="1560" y="9643"/>
                  <a:pt x="1517" y="9409"/>
                </a:cubicBezTo>
                <a:cubicBezTo>
                  <a:pt x="1512" y="9382"/>
                  <a:pt x="1489" y="9364"/>
                  <a:pt x="1463" y="9364"/>
                </a:cubicBezTo>
                <a:close/>
                <a:moveTo>
                  <a:pt x="8495" y="10036"/>
                </a:moveTo>
                <a:cubicBezTo>
                  <a:pt x="8479" y="10036"/>
                  <a:pt x="8463" y="10043"/>
                  <a:pt x="8451" y="10057"/>
                </a:cubicBezTo>
                <a:cubicBezTo>
                  <a:pt x="8285" y="10264"/>
                  <a:pt x="8112" y="10454"/>
                  <a:pt x="7934" y="10621"/>
                </a:cubicBezTo>
                <a:cubicBezTo>
                  <a:pt x="7913" y="10642"/>
                  <a:pt x="7912" y="10678"/>
                  <a:pt x="7932" y="10700"/>
                </a:cubicBezTo>
                <a:cubicBezTo>
                  <a:pt x="7944" y="10711"/>
                  <a:pt x="7958" y="10717"/>
                  <a:pt x="7973" y="10717"/>
                </a:cubicBezTo>
                <a:cubicBezTo>
                  <a:pt x="7987" y="10717"/>
                  <a:pt x="8000" y="10712"/>
                  <a:pt x="8011" y="10702"/>
                </a:cubicBezTo>
                <a:cubicBezTo>
                  <a:pt x="8191" y="10531"/>
                  <a:pt x="8368" y="10338"/>
                  <a:pt x="8539" y="10126"/>
                </a:cubicBezTo>
                <a:cubicBezTo>
                  <a:pt x="8558" y="10102"/>
                  <a:pt x="8554" y="10068"/>
                  <a:pt x="8530" y="10048"/>
                </a:cubicBezTo>
                <a:cubicBezTo>
                  <a:pt x="8520" y="10040"/>
                  <a:pt x="8507" y="10036"/>
                  <a:pt x="8495" y="10036"/>
                </a:cubicBezTo>
                <a:close/>
                <a:moveTo>
                  <a:pt x="3979" y="10133"/>
                </a:moveTo>
                <a:cubicBezTo>
                  <a:pt x="3952" y="10133"/>
                  <a:pt x="3929" y="10154"/>
                  <a:pt x="3925" y="10182"/>
                </a:cubicBezTo>
                <a:lnTo>
                  <a:pt x="3920" y="10220"/>
                </a:lnTo>
                <a:cubicBezTo>
                  <a:pt x="3884" y="10457"/>
                  <a:pt x="3835" y="10698"/>
                  <a:pt x="3773" y="10933"/>
                </a:cubicBezTo>
                <a:cubicBezTo>
                  <a:pt x="3765" y="10963"/>
                  <a:pt x="3783" y="10993"/>
                  <a:pt x="3813" y="11000"/>
                </a:cubicBezTo>
                <a:cubicBezTo>
                  <a:pt x="3817" y="11002"/>
                  <a:pt x="3822" y="11002"/>
                  <a:pt x="3827" y="11002"/>
                </a:cubicBezTo>
                <a:cubicBezTo>
                  <a:pt x="3851" y="11002"/>
                  <a:pt x="3874" y="10986"/>
                  <a:pt x="3881" y="10961"/>
                </a:cubicBezTo>
                <a:cubicBezTo>
                  <a:pt x="3944" y="10721"/>
                  <a:pt x="3994" y="10478"/>
                  <a:pt x="4030" y="10236"/>
                </a:cubicBezTo>
                <a:lnTo>
                  <a:pt x="4035" y="10197"/>
                </a:lnTo>
                <a:cubicBezTo>
                  <a:pt x="4039" y="10166"/>
                  <a:pt x="4018" y="10138"/>
                  <a:pt x="3987" y="10134"/>
                </a:cubicBezTo>
                <a:cubicBezTo>
                  <a:pt x="3984" y="10133"/>
                  <a:pt x="3982" y="10133"/>
                  <a:pt x="3979" y="10133"/>
                </a:cubicBezTo>
                <a:close/>
                <a:moveTo>
                  <a:pt x="2272" y="10644"/>
                </a:moveTo>
                <a:cubicBezTo>
                  <a:pt x="2256" y="10644"/>
                  <a:pt x="2239" y="10651"/>
                  <a:pt x="2228" y="10665"/>
                </a:cubicBezTo>
                <a:cubicBezTo>
                  <a:pt x="2209" y="10689"/>
                  <a:pt x="2214" y="10725"/>
                  <a:pt x="2237" y="10744"/>
                </a:cubicBezTo>
                <a:cubicBezTo>
                  <a:pt x="2429" y="10898"/>
                  <a:pt x="2647" y="11033"/>
                  <a:pt x="2903" y="11158"/>
                </a:cubicBezTo>
                <a:cubicBezTo>
                  <a:pt x="2911" y="11163"/>
                  <a:pt x="2920" y="11164"/>
                  <a:pt x="2927" y="11164"/>
                </a:cubicBezTo>
                <a:cubicBezTo>
                  <a:pt x="2947" y="11164"/>
                  <a:pt x="2968" y="11153"/>
                  <a:pt x="2977" y="11133"/>
                </a:cubicBezTo>
                <a:cubicBezTo>
                  <a:pt x="2990" y="11105"/>
                  <a:pt x="2979" y="11072"/>
                  <a:pt x="2952" y="11058"/>
                </a:cubicBezTo>
                <a:cubicBezTo>
                  <a:pt x="2703" y="10937"/>
                  <a:pt x="2492" y="10806"/>
                  <a:pt x="2306" y="10656"/>
                </a:cubicBezTo>
                <a:cubicBezTo>
                  <a:pt x="2296" y="10648"/>
                  <a:pt x="2284" y="10644"/>
                  <a:pt x="2272" y="10644"/>
                </a:cubicBezTo>
                <a:close/>
                <a:moveTo>
                  <a:pt x="7368" y="11087"/>
                </a:moveTo>
                <a:cubicBezTo>
                  <a:pt x="7358" y="11087"/>
                  <a:pt x="7347" y="11090"/>
                  <a:pt x="7338" y="11096"/>
                </a:cubicBezTo>
                <a:cubicBezTo>
                  <a:pt x="7119" y="11238"/>
                  <a:pt x="6892" y="11355"/>
                  <a:pt x="6661" y="11440"/>
                </a:cubicBezTo>
                <a:cubicBezTo>
                  <a:pt x="6632" y="11451"/>
                  <a:pt x="6617" y="11484"/>
                  <a:pt x="6628" y="11512"/>
                </a:cubicBezTo>
                <a:cubicBezTo>
                  <a:pt x="6636" y="11534"/>
                  <a:pt x="6658" y="11548"/>
                  <a:pt x="6680" y="11548"/>
                </a:cubicBezTo>
                <a:cubicBezTo>
                  <a:pt x="6686" y="11548"/>
                  <a:pt x="6693" y="11547"/>
                  <a:pt x="6699" y="11545"/>
                </a:cubicBezTo>
                <a:cubicBezTo>
                  <a:pt x="6939" y="11456"/>
                  <a:pt x="7174" y="11337"/>
                  <a:pt x="7399" y="11189"/>
                </a:cubicBezTo>
                <a:cubicBezTo>
                  <a:pt x="7425" y="11172"/>
                  <a:pt x="7432" y="11138"/>
                  <a:pt x="7415" y="11112"/>
                </a:cubicBezTo>
                <a:cubicBezTo>
                  <a:pt x="7404" y="11096"/>
                  <a:pt x="7386" y="11087"/>
                  <a:pt x="7368" y="11087"/>
                </a:cubicBezTo>
                <a:close/>
                <a:moveTo>
                  <a:pt x="3646" y="11340"/>
                </a:moveTo>
                <a:cubicBezTo>
                  <a:pt x="3622" y="11340"/>
                  <a:pt x="3600" y="11355"/>
                  <a:pt x="3593" y="11378"/>
                </a:cubicBezTo>
                <a:cubicBezTo>
                  <a:pt x="3583" y="11407"/>
                  <a:pt x="3599" y="11439"/>
                  <a:pt x="3628" y="11449"/>
                </a:cubicBezTo>
                <a:cubicBezTo>
                  <a:pt x="3882" y="11533"/>
                  <a:pt x="4135" y="11602"/>
                  <a:pt x="4380" y="11653"/>
                </a:cubicBezTo>
                <a:cubicBezTo>
                  <a:pt x="4384" y="11653"/>
                  <a:pt x="4389" y="11654"/>
                  <a:pt x="4392" y="11654"/>
                </a:cubicBezTo>
                <a:cubicBezTo>
                  <a:pt x="4417" y="11654"/>
                  <a:pt x="4441" y="11636"/>
                  <a:pt x="4446" y="11609"/>
                </a:cubicBezTo>
                <a:cubicBezTo>
                  <a:pt x="4453" y="11579"/>
                  <a:pt x="4433" y="11550"/>
                  <a:pt x="4404" y="11544"/>
                </a:cubicBezTo>
                <a:cubicBezTo>
                  <a:pt x="4163" y="11494"/>
                  <a:pt x="3913" y="11426"/>
                  <a:pt x="3663" y="11343"/>
                </a:cubicBezTo>
                <a:cubicBezTo>
                  <a:pt x="3657" y="11341"/>
                  <a:pt x="3651" y="11340"/>
                  <a:pt x="3646" y="11340"/>
                </a:cubicBezTo>
                <a:close/>
                <a:moveTo>
                  <a:pt x="5932" y="11621"/>
                </a:moveTo>
                <a:cubicBezTo>
                  <a:pt x="5929" y="11621"/>
                  <a:pt x="5926" y="11622"/>
                  <a:pt x="5924" y="11622"/>
                </a:cubicBezTo>
                <a:cubicBezTo>
                  <a:pt x="5757" y="11643"/>
                  <a:pt x="5584" y="11653"/>
                  <a:pt x="5409" y="11653"/>
                </a:cubicBezTo>
                <a:cubicBezTo>
                  <a:pt x="5326" y="11653"/>
                  <a:pt x="5244" y="11651"/>
                  <a:pt x="5161" y="11646"/>
                </a:cubicBezTo>
                <a:cubicBezTo>
                  <a:pt x="5160" y="11646"/>
                  <a:pt x="5158" y="11646"/>
                  <a:pt x="5157" y="11646"/>
                </a:cubicBezTo>
                <a:cubicBezTo>
                  <a:pt x="5128" y="11646"/>
                  <a:pt x="5104" y="11669"/>
                  <a:pt x="5102" y="11699"/>
                </a:cubicBezTo>
                <a:cubicBezTo>
                  <a:pt x="5101" y="11729"/>
                  <a:pt x="5125" y="11755"/>
                  <a:pt x="5155" y="11758"/>
                </a:cubicBezTo>
                <a:cubicBezTo>
                  <a:pt x="5242" y="11762"/>
                  <a:pt x="5330" y="11765"/>
                  <a:pt x="5417" y="11765"/>
                </a:cubicBezTo>
                <a:cubicBezTo>
                  <a:pt x="5595" y="11765"/>
                  <a:pt x="5770" y="11753"/>
                  <a:pt x="5938" y="11732"/>
                </a:cubicBezTo>
                <a:cubicBezTo>
                  <a:pt x="5967" y="11728"/>
                  <a:pt x="5990" y="11700"/>
                  <a:pt x="5986" y="11670"/>
                </a:cubicBezTo>
                <a:cubicBezTo>
                  <a:pt x="5982" y="11642"/>
                  <a:pt x="5959" y="11621"/>
                  <a:pt x="5932" y="11621"/>
                </a:cubicBezTo>
                <a:close/>
                <a:moveTo>
                  <a:pt x="3586" y="11626"/>
                </a:moveTo>
                <a:cubicBezTo>
                  <a:pt x="3563" y="11626"/>
                  <a:pt x="3542" y="11639"/>
                  <a:pt x="3533" y="11661"/>
                </a:cubicBezTo>
                <a:cubicBezTo>
                  <a:pt x="3441" y="11895"/>
                  <a:pt x="3333" y="12130"/>
                  <a:pt x="3213" y="12358"/>
                </a:cubicBezTo>
                <a:cubicBezTo>
                  <a:pt x="3198" y="12386"/>
                  <a:pt x="3209" y="12419"/>
                  <a:pt x="3237" y="12434"/>
                </a:cubicBezTo>
                <a:cubicBezTo>
                  <a:pt x="3244" y="12438"/>
                  <a:pt x="3254" y="12440"/>
                  <a:pt x="3263" y="12440"/>
                </a:cubicBezTo>
                <a:cubicBezTo>
                  <a:pt x="3282" y="12440"/>
                  <a:pt x="3302" y="12430"/>
                  <a:pt x="3312" y="12410"/>
                </a:cubicBezTo>
                <a:cubicBezTo>
                  <a:pt x="3434" y="12178"/>
                  <a:pt x="3542" y="11940"/>
                  <a:pt x="3636" y="11702"/>
                </a:cubicBezTo>
                <a:cubicBezTo>
                  <a:pt x="3648" y="11673"/>
                  <a:pt x="3634" y="11641"/>
                  <a:pt x="3606" y="11629"/>
                </a:cubicBezTo>
                <a:cubicBezTo>
                  <a:pt x="3599" y="11627"/>
                  <a:pt x="3592" y="11626"/>
                  <a:pt x="3586" y="11626"/>
                </a:cubicBezTo>
                <a:close/>
                <a:moveTo>
                  <a:pt x="2869" y="12994"/>
                </a:moveTo>
                <a:cubicBezTo>
                  <a:pt x="2850" y="12994"/>
                  <a:pt x="2832" y="13003"/>
                  <a:pt x="2821" y="13019"/>
                </a:cubicBezTo>
                <a:cubicBezTo>
                  <a:pt x="2683" y="13230"/>
                  <a:pt x="2530" y="13438"/>
                  <a:pt x="2367" y="13639"/>
                </a:cubicBezTo>
                <a:cubicBezTo>
                  <a:pt x="2348" y="13662"/>
                  <a:pt x="2352" y="13698"/>
                  <a:pt x="2376" y="13717"/>
                </a:cubicBezTo>
                <a:cubicBezTo>
                  <a:pt x="2387" y="13725"/>
                  <a:pt x="2398" y="13730"/>
                  <a:pt x="2411" y="13730"/>
                </a:cubicBezTo>
                <a:cubicBezTo>
                  <a:pt x="2427" y="13730"/>
                  <a:pt x="2443" y="13722"/>
                  <a:pt x="2454" y="13708"/>
                </a:cubicBezTo>
                <a:cubicBezTo>
                  <a:pt x="2618" y="13505"/>
                  <a:pt x="2773" y="13294"/>
                  <a:pt x="2914" y="13080"/>
                </a:cubicBezTo>
                <a:cubicBezTo>
                  <a:pt x="2931" y="13054"/>
                  <a:pt x="2925" y="13020"/>
                  <a:pt x="2899" y="13003"/>
                </a:cubicBezTo>
                <a:cubicBezTo>
                  <a:pt x="2890" y="12997"/>
                  <a:pt x="2879" y="12994"/>
                  <a:pt x="2869" y="12994"/>
                </a:cubicBezTo>
                <a:close/>
                <a:moveTo>
                  <a:pt x="1898" y="14197"/>
                </a:moveTo>
                <a:cubicBezTo>
                  <a:pt x="1883" y="14197"/>
                  <a:pt x="1869" y="14203"/>
                  <a:pt x="1858" y="14214"/>
                </a:cubicBezTo>
                <a:cubicBezTo>
                  <a:pt x="1680" y="14396"/>
                  <a:pt x="1492" y="14575"/>
                  <a:pt x="1299" y="14742"/>
                </a:cubicBezTo>
                <a:cubicBezTo>
                  <a:pt x="1276" y="14763"/>
                  <a:pt x="1273" y="14797"/>
                  <a:pt x="1294" y="14820"/>
                </a:cubicBezTo>
                <a:cubicBezTo>
                  <a:pt x="1304" y="14833"/>
                  <a:pt x="1319" y="14840"/>
                  <a:pt x="1335" y="14840"/>
                </a:cubicBezTo>
                <a:cubicBezTo>
                  <a:pt x="1348" y="14840"/>
                  <a:pt x="1361" y="14835"/>
                  <a:pt x="1372" y="14826"/>
                </a:cubicBezTo>
                <a:cubicBezTo>
                  <a:pt x="1567" y="14656"/>
                  <a:pt x="1758" y="14476"/>
                  <a:pt x="1937" y="14292"/>
                </a:cubicBezTo>
                <a:cubicBezTo>
                  <a:pt x="1958" y="14269"/>
                  <a:pt x="1958" y="14234"/>
                  <a:pt x="1936" y="14212"/>
                </a:cubicBezTo>
                <a:cubicBezTo>
                  <a:pt x="1925" y="14202"/>
                  <a:pt x="1912" y="14197"/>
                  <a:pt x="1898" y="14197"/>
                </a:cubicBezTo>
                <a:close/>
                <a:moveTo>
                  <a:pt x="729" y="15209"/>
                </a:moveTo>
                <a:cubicBezTo>
                  <a:pt x="718" y="15209"/>
                  <a:pt x="706" y="15213"/>
                  <a:pt x="697" y="15220"/>
                </a:cubicBezTo>
                <a:cubicBezTo>
                  <a:pt x="463" y="15388"/>
                  <a:pt x="248" y="15514"/>
                  <a:pt x="41" y="15607"/>
                </a:cubicBezTo>
                <a:cubicBezTo>
                  <a:pt x="13" y="15619"/>
                  <a:pt x="0" y="15651"/>
                  <a:pt x="13" y="15680"/>
                </a:cubicBezTo>
                <a:cubicBezTo>
                  <a:pt x="22" y="15701"/>
                  <a:pt x="43" y="15712"/>
                  <a:pt x="64" y="15712"/>
                </a:cubicBezTo>
                <a:cubicBezTo>
                  <a:pt x="72" y="15712"/>
                  <a:pt x="79" y="15711"/>
                  <a:pt x="87" y="15708"/>
                </a:cubicBezTo>
                <a:cubicBezTo>
                  <a:pt x="300" y="15613"/>
                  <a:pt x="521" y="15483"/>
                  <a:pt x="762" y="15310"/>
                </a:cubicBezTo>
                <a:cubicBezTo>
                  <a:pt x="786" y="15293"/>
                  <a:pt x="792" y="15257"/>
                  <a:pt x="775" y="15233"/>
                </a:cubicBezTo>
                <a:cubicBezTo>
                  <a:pt x="764" y="15217"/>
                  <a:pt x="746" y="15209"/>
                  <a:pt x="729" y="15209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74" name="Google Shape;5774;p252"/>
          <p:cNvSpPr/>
          <p:nvPr/>
        </p:nvSpPr>
        <p:spPr>
          <a:xfrm rot="-9876870">
            <a:off x="896524" y="4221099"/>
            <a:ext cx="959264" cy="701800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75" name="Google Shape;5775;p252"/>
          <p:cNvGrpSpPr/>
          <p:nvPr/>
        </p:nvGrpSpPr>
        <p:grpSpPr>
          <a:xfrm rot="-5400000">
            <a:off x="268420" y="4295778"/>
            <a:ext cx="359744" cy="325866"/>
            <a:chOff x="1640475" y="1197075"/>
            <a:chExt cx="55475" cy="50250"/>
          </a:xfrm>
        </p:grpSpPr>
        <p:sp>
          <p:nvSpPr>
            <p:cNvPr id="5776" name="Google Shape;5776;p25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25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25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4">
  <p:cSld name="TITLE_AND_BODY_1_1_1_2">
    <p:spTree>
      <p:nvGrpSpPr>
        <p:cNvPr id="5779" name="Shape 57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0" name="Google Shape;5780;p253"/>
          <p:cNvSpPr txBox="1"/>
          <p:nvPr>
            <p:ph idx="1" type="body"/>
          </p:nvPr>
        </p:nvSpPr>
        <p:spPr>
          <a:xfrm>
            <a:off x="2233425" y="1987750"/>
            <a:ext cx="4677300" cy="177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04800" lvl="0" marL="457200" algn="ctr">
              <a:spcBef>
                <a:spcPts val="12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●"/>
              <a:defRPr sz="16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indent="-304800" lvl="1" marL="91440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○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048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■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048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●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048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○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048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■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048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●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048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○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048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■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781" name="Google Shape;5781;p253"/>
          <p:cNvSpPr txBox="1"/>
          <p:nvPr>
            <p:ph type="title"/>
          </p:nvPr>
        </p:nvSpPr>
        <p:spPr>
          <a:xfrm>
            <a:off x="3283875" y="759398"/>
            <a:ext cx="25764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782" name="Google Shape;5782;p253"/>
          <p:cNvSpPr/>
          <p:nvPr/>
        </p:nvSpPr>
        <p:spPr>
          <a:xfrm flipH="1">
            <a:off x="-1416201" y="3995333"/>
            <a:ext cx="3997055" cy="1412317"/>
          </a:xfrm>
          <a:custGeom>
            <a:rect b="b" l="l" r="r" t="t"/>
            <a:pathLst>
              <a:path extrusionOk="0" h="8613" w="24376">
                <a:moveTo>
                  <a:pt x="12572" y="1"/>
                </a:moveTo>
                <a:cubicBezTo>
                  <a:pt x="11930" y="1"/>
                  <a:pt x="11305" y="137"/>
                  <a:pt x="10778" y="460"/>
                </a:cubicBezTo>
                <a:cubicBezTo>
                  <a:pt x="10193" y="818"/>
                  <a:pt x="9818" y="1341"/>
                  <a:pt x="9503" y="1852"/>
                </a:cubicBezTo>
                <a:cubicBezTo>
                  <a:pt x="9167" y="2398"/>
                  <a:pt x="8889" y="2969"/>
                  <a:pt x="8475" y="3485"/>
                </a:cubicBezTo>
                <a:cubicBezTo>
                  <a:pt x="8044" y="4023"/>
                  <a:pt x="7451" y="4445"/>
                  <a:pt x="6633" y="4599"/>
                </a:cubicBezTo>
                <a:cubicBezTo>
                  <a:pt x="6259" y="4669"/>
                  <a:pt x="5879" y="4690"/>
                  <a:pt x="5496" y="4690"/>
                </a:cubicBezTo>
                <a:cubicBezTo>
                  <a:pt x="4945" y="4690"/>
                  <a:pt x="4388" y="4646"/>
                  <a:pt x="3837" y="4646"/>
                </a:cubicBezTo>
                <a:cubicBezTo>
                  <a:pt x="3701" y="4646"/>
                  <a:pt x="3564" y="4649"/>
                  <a:pt x="3429" y="4656"/>
                </a:cubicBezTo>
                <a:cubicBezTo>
                  <a:pt x="2927" y="4680"/>
                  <a:pt x="2424" y="4755"/>
                  <a:pt x="1974" y="4934"/>
                </a:cubicBezTo>
                <a:cubicBezTo>
                  <a:pt x="1568" y="5095"/>
                  <a:pt x="1218" y="5332"/>
                  <a:pt x="943" y="5611"/>
                </a:cubicBezTo>
                <a:cubicBezTo>
                  <a:pt x="425" y="6133"/>
                  <a:pt x="179" y="6806"/>
                  <a:pt x="311" y="7456"/>
                </a:cubicBezTo>
                <a:cubicBezTo>
                  <a:pt x="309" y="7456"/>
                  <a:pt x="307" y="7456"/>
                  <a:pt x="305" y="7456"/>
                </a:cubicBezTo>
                <a:cubicBezTo>
                  <a:pt x="282" y="7456"/>
                  <a:pt x="258" y="7461"/>
                  <a:pt x="234" y="7475"/>
                </a:cubicBezTo>
                <a:cubicBezTo>
                  <a:pt x="83" y="7556"/>
                  <a:pt x="1" y="7677"/>
                  <a:pt x="4" y="7821"/>
                </a:cubicBezTo>
                <a:cubicBezTo>
                  <a:pt x="12" y="8172"/>
                  <a:pt x="404" y="8373"/>
                  <a:pt x="826" y="8396"/>
                </a:cubicBezTo>
                <a:cubicBezTo>
                  <a:pt x="860" y="8398"/>
                  <a:pt x="894" y="8399"/>
                  <a:pt x="929" y="8399"/>
                </a:cubicBezTo>
                <a:cubicBezTo>
                  <a:pt x="1162" y="8399"/>
                  <a:pt x="1397" y="8361"/>
                  <a:pt x="1626" y="8334"/>
                </a:cubicBezTo>
                <a:cubicBezTo>
                  <a:pt x="1931" y="8297"/>
                  <a:pt x="2238" y="8262"/>
                  <a:pt x="2544" y="8230"/>
                </a:cubicBezTo>
                <a:cubicBezTo>
                  <a:pt x="3747" y="8107"/>
                  <a:pt x="4958" y="8023"/>
                  <a:pt x="6170" y="7965"/>
                </a:cubicBezTo>
                <a:cubicBezTo>
                  <a:pt x="8591" y="7850"/>
                  <a:pt x="11019" y="7838"/>
                  <a:pt x="13445" y="7824"/>
                </a:cubicBezTo>
                <a:cubicBezTo>
                  <a:pt x="13813" y="7822"/>
                  <a:pt x="14182" y="7820"/>
                  <a:pt x="14552" y="7820"/>
                </a:cubicBezTo>
                <a:cubicBezTo>
                  <a:pt x="16507" y="7820"/>
                  <a:pt x="18472" y="7870"/>
                  <a:pt x="20390" y="8174"/>
                </a:cubicBezTo>
                <a:cubicBezTo>
                  <a:pt x="20952" y="8264"/>
                  <a:pt x="21511" y="8375"/>
                  <a:pt x="22057" y="8512"/>
                </a:cubicBezTo>
                <a:cubicBezTo>
                  <a:pt x="22240" y="8558"/>
                  <a:pt x="22430" y="8612"/>
                  <a:pt x="22625" y="8612"/>
                </a:cubicBezTo>
                <a:cubicBezTo>
                  <a:pt x="22665" y="8612"/>
                  <a:pt x="22706" y="8610"/>
                  <a:pt x="22747" y="8605"/>
                </a:cubicBezTo>
                <a:cubicBezTo>
                  <a:pt x="22986" y="8575"/>
                  <a:pt x="23126" y="8437"/>
                  <a:pt x="23188" y="8265"/>
                </a:cubicBezTo>
                <a:cubicBezTo>
                  <a:pt x="23342" y="7840"/>
                  <a:pt x="23440" y="7396"/>
                  <a:pt x="23556" y="6963"/>
                </a:cubicBezTo>
                <a:cubicBezTo>
                  <a:pt x="23675" y="6520"/>
                  <a:pt x="23785" y="6077"/>
                  <a:pt x="23879" y="5631"/>
                </a:cubicBezTo>
                <a:cubicBezTo>
                  <a:pt x="24251" y="3879"/>
                  <a:pt x="24375" y="2063"/>
                  <a:pt x="23717" y="343"/>
                </a:cubicBezTo>
                <a:cubicBezTo>
                  <a:pt x="23697" y="293"/>
                  <a:pt x="23642" y="267"/>
                  <a:pt x="23586" y="267"/>
                </a:cubicBezTo>
                <a:cubicBezTo>
                  <a:pt x="23541" y="267"/>
                  <a:pt x="23495" y="284"/>
                  <a:pt x="23467" y="317"/>
                </a:cubicBezTo>
                <a:cubicBezTo>
                  <a:pt x="23327" y="480"/>
                  <a:pt x="23169" y="631"/>
                  <a:pt x="22991" y="769"/>
                </a:cubicBezTo>
                <a:cubicBezTo>
                  <a:pt x="22274" y="1328"/>
                  <a:pt x="21289" y="1670"/>
                  <a:pt x="20281" y="1764"/>
                </a:cubicBezTo>
                <a:cubicBezTo>
                  <a:pt x="20062" y="1784"/>
                  <a:pt x="19841" y="1794"/>
                  <a:pt x="19620" y="1794"/>
                </a:cubicBezTo>
                <a:cubicBezTo>
                  <a:pt x="18644" y="1794"/>
                  <a:pt x="17671" y="1601"/>
                  <a:pt x="16789" y="1286"/>
                </a:cubicBezTo>
                <a:cubicBezTo>
                  <a:pt x="15722" y="905"/>
                  <a:pt x="14754" y="349"/>
                  <a:pt x="13607" y="110"/>
                </a:cubicBezTo>
                <a:cubicBezTo>
                  <a:pt x="13266" y="40"/>
                  <a:pt x="12917" y="1"/>
                  <a:pt x="12572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83" name="Google Shape;5783;p253"/>
          <p:cNvSpPr/>
          <p:nvPr/>
        </p:nvSpPr>
        <p:spPr>
          <a:xfrm rot="-5400000">
            <a:off x="6552370" y="2577693"/>
            <a:ext cx="3486086" cy="1837176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84" name="Google Shape;5784;p253"/>
          <p:cNvSpPr/>
          <p:nvPr/>
        </p:nvSpPr>
        <p:spPr>
          <a:xfrm flipH="1" rot="-5400000">
            <a:off x="-1100548" y="77563"/>
            <a:ext cx="3365751" cy="1857837"/>
          </a:xfrm>
          <a:custGeom>
            <a:rect b="b" l="l" r="r" t="t"/>
            <a:pathLst>
              <a:path extrusionOk="0" h="11330" w="20526">
                <a:moveTo>
                  <a:pt x="12939" y="1"/>
                </a:moveTo>
                <a:cubicBezTo>
                  <a:pt x="11999" y="1"/>
                  <a:pt x="11086" y="167"/>
                  <a:pt x="10169" y="370"/>
                </a:cubicBezTo>
                <a:cubicBezTo>
                  <a:pt x="9691" y="476"/>
                  <a:pt x="9213" y="584"/>
                  <a:pt x="8731" y="667"/>
                </a:cubicBezTo>
                <a:cubicBezTo>
                  <a:pt x="8234" y="750"/>
                  <a:pt x="7732" y="802"/>
                  <a:pt x="7229" y="839"/>
                </a:cubicBezTo>
                <a:cubicBezTo>
                  <a:pt x="6231" y="913"/>
                  <a:pt x="5230" y="935"/>
                  <a:pt x="4235" y="1052"/>
                </a:cubicBezTo>
                <a:cubicBezTo>
                  <a:pt x="3806" y="1102"/>
                  <a:pt x="3380" y="1184"/>
                  <a:pt x="2951" y="1235"/>
                </a:cubicBezTo>
                <a:cubicBezTo>
                  <a:pt x="2746" y="1260"/>
                  <a:pt x="2537" y="1279"/>
                  <a:pt x="2328" y="1279"/>
                </a:cubicBezTo>
                <a:cubicBezTo>
                  <a:pt x="2138" y="1279"/>
                  <a:pt x="1948" y="1263"/>
                  <a:pt x="1762" y="1222"/>
                </a:cubicBezTo>
                <a:cubicBezTo>
                  <a:pt x="1578" y="1180"/>
                  <a:pt x="1402" y="1113"/>
                  <a:pt x="1242" y="1012"/>
                </a:cubicBezTo>
                <a:cubicBezTo>
                  <a:pt x="1161" y="960"/>
                  <a:pt x="1089" y="870"/>
                  <a:pt x="988" y="868"/>
                </a:cubicBezTo>
                <a:cubicBezTo>
                  <a:pt x="985" y="868"/>
                  <a:pt x="983" y="868"/>
                  <a:pt x="981" y="868"/>
                </a:cubicBezTo>
                <a:cubicBezTo>
                  <a:pt x="897" y="868"/>
                  <a:pt x="810" y="887"/>
                  <a:pt x="732" y="917"/>
                </a:cubicBezTo>
                <a:cubicBezTo>
                  <a:pt x="360" y="1060"/>
                  <a:pt x="147" y="1435"/>
                  <a:pt x="79" y="1816"/>
                </a:cubicBezTo>
                <a:cubicBezTo>
                  <a:pt x="38" y="2046"/>
                  <a:pt x="37" y="2279"/>
                  <a:pt x="38" y="2512"/>
                </a:cubicBezTo>
                <a:cubicBezTo>
                  <a:pt x="38" y="2767"/>
                  <a:pt x="39" y="3024"/>
                  <a:pt x="40" y="3279"/>
                </a:cubicBezTo>
                <a:cubicBezTo>
                  <a:pt x="42" y="3797"/>
                  <a:pt x="44" y="4315"/>
                  <a:pt x="46" y="4833"/>
                </a:cubicBezTo>
                <a:cubicBezTo>
                  <a:pt x="50" y="5817"/>
                  <a:pt x="54" y="6803"/>
                  <a:pt x="57" y="7787"/>
                </a:cubicBezTo>
                <a:cubicBezTo>
                  <a:pt x="55" y="7786"/>
                  <a:pt x="54" y="7785"/>
                  <a:pt x="52" y="7785"/>
                </a:cubicBezTo>
                <a:cubicBezTo>
                  <a:pt x="0" y="7785"/>
                  <a:pt x="101" y="8649"/>
                  <a:pt x="628" y="8724"/>
                </a:cubicBezTo>
                <a:cubicBezTo>
                  <a:pt x="1441" y="8840"/>
                  <a:pt x="1514" y="10145"/>
                  <a:pt x="2146" y="10693"/>
                </a:cubicBezTo>
                <a:cubicBezTo>
                  <a:pt x="2452" y="10957"/>
                  <a:pt x="2805" y="11167"/>
                  <a:pt x="3199" y="11261"/>
                </a:cubicBezTo>
                <a:cubicBezTo>
                  <a:pt x="3402" y="11310"/>
                  <a:pt x="3609" y="11330"/>
                  <a:pt x="3816" y="11330"/>
                </a:cubicBezTo>
                <a:cubicBezTo>
                  <a:pt x="4077" y="11330"/>
                  <a:pt x="4340" y="11298"/>
                  <a:pt x="4597" y="11251"/>
                </a:cubicBezTo>
                <a:cubicBezTo>
                  <a:pt x="5367" y="11113"/>
                  <a:pt x="6207" y="10865"/>
                  <a:pt x="6645" y="10152"/>
                </a:cubicBezTo>
                <a:cubicBezTo>
                  <a:pt x="6859" y="9801"/>
                  <a:pt x="6970" y="9395"/>
                  <a:pt x="7203" y="9055"/>
                </a:cubicBezTo>
                <a:cubicBezTo>
                  <a:pt x="7421" y="8736"/>
                  <a:pt x="7758" y="8532"/>
                  <a:pt x="8120" y="8419"/>
                </a:cubicBezTo>
                <a:cubicBezTo>
                  <a:pt x="8559" y="8282"/>
                  <a:pt x="9011" y="8265"/>
                  <a:pt x="9465" y="8265"/>
                </a:cubicBezTo>
                <a:cubicBezTo>
                  <a:pt x="9615" y="8265"/>
                  <a:pt x="9765" y="8267"/>
                  <a:pt x="9915" y="8267"/>
                </a:cubicBezTo>
                <a:cubicBezTo>
                  <a:pt x="10115" y="8267"/>
                  <a:pt x="10316" y="8264"/>
                  <a:pt x="10515" y="8248"/>
                </a:cubicBezTo>
                <a:cubicBezTo>
                  <a:pt x="10927" y="8216"/>
                  <a:pt x="11342" y="8132"/>
                  <a:pt x="11707" y="7927"/>
                </a:cubicBezTo>
                <a:cubicBezTo>
                  <a:pt x="12074" y="7718"/>
                  <a:pt x="12352" y="7394"/>
                  <a:pt x="12600" y="7055"/>
                </a:cubicBezTo>
                <a:cubicBezTo>
                  <a:pt x="13089" y="6385"/>
                  <a:pt x="13543" y="5673"/>
                  <a:pt x="14244" y="5207"/>
                </a:cubicBezTo>
                <a:cubicBezTo>
                  <a:pt x="14594" y="4972"/>
                  <a:pt x="14986" y="4825"/>
                  <a:pt x="15405" y="4792"/>
                </a:cubicBezTo>
                <a:cubicBezTo>
                  <a:pt x="15494" y="4785"/>
                  <a:pt x="15582" y="4782"/>
                  <a:pt x="15670" y="4782"/>
                </a:cubicBezTo>
                <a:cubicBezTo>
                  <a:pt x="16070" y="4782"/>
                  <a:pt x="16469" y="4843"/>
                  <a:pt x="16866" y="4877"/>
                </a:cubicBezTo>
                <a:cubicBezTo>
                  <a:pt x="17302" y="4915"/>
                  <a:pt x="17740" y="4933"/>
                  <a:pt x="18178" y="4933"/>
                </a:cubicBezTo>
                <a:cubicBezTo>
                  <a:pt x="18243" y="4933"/>
                  <a:pt x="18309" y="4933"/>
                  <a:pt x="18374" y="4932"/>
                </a:cubicBezTo>
                <a:cubicBezTo>
                  <a:pt x="18585" y="4929"/>
                  <a:pt x="18814" y="4941"/>
                  <a:pt x="19012" y="4857"/>
                </a:cubicBezTo>
                <a:cubicBezTo>
                  <a:pt x="19193" y="4780"/>
                  <a:pt x="19305" y="4623"/>
                  <a:pt x="19390" y="4450"/>
                </a:cubicBezTo>
                <a:cubicBezTo>
                  <a:pt x="19618" y="3989"/>
                  <a:pt x="19825" y="3515"/>
                  <a:pt x="20041" y="3049"/>
                </a:cubicBezTo>
                <a:cubicBezTo>
                  <a:pt x="20147" y="2821"/>
                  <a:pt x="20256" y="2595"/>
                  <a:pt x="20357" y="2365"/>
                </a:cubicBezTo>
                <a:cubicBezTo>
                  <a:pt x="20444" y="2165"/>
                  <a:pt x="20525" y="1951"/>
                  <a:pt x="20518" y="1728"/>
                </a:cubicBezTo>
                <a:cubicBezTo>
                  <a:pt x="20505" y="1297"/>
                  <a:pt x="20161" y="1008"/>
                  <a:pt x="19822" y="810"/>
                </a:cubicBezTo>
                <a:cubicBezTo>
                  <a:pt x="19463" y="601"/>
                  <a:pt x="19065" y="469"/>
                  <a:pt x="18660" y="392"/>
                </a:cubicBezTo>
                <a:cubicBezTo>
                  <a:pt x="17815" y="229"/>
                  <a:pt x="16950" y="272"/>
                  <a:pt x="16095" y="224"/>
                </a:cubicBezTo>
                <a:cubicBezTo>
                  <a:pt x="15084" y="168"/>
                  <a:pt x="14079" y="19"/>
                  <a:pt x="13065" y="2"/>
                </a:cubicBezTo>
                <a:cubicBezTo>
                  <a:pt x="13023" y="1"/>
                  <a:pt x="12981" y="1"/>
                  <a:pt x="12939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85" name="Google Shape;5785;p253"/>
          <p:cNvSpPr/>
          <p:nvPr/>
        </p:nvSpPr>
        <p:spPr>
          <a:xfrm flipH="1" rot="9000107">
            <a:off x="6710506" y="323704"/>
            <a:ext cx="615242" cy="14412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86" name="Google Shape;5786;p253"/>
          <p:cNvSpPr/>
          <p:nvPr/>
        </p:nvSpPr>
        <p:spPr>
          <a:xfrm flipH="1" rot="8768117">
            <a:off x="6705008" y="4254869"/>
            <a:ext cx="545184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87" name="Google Shape;5787;p253"/>
          <p:cNvGrpSpPr/>
          <p:nvPr/>
        </p:nvGrpSpPr>
        <p:grpSpPr>
          <a:xfrm rot="3412077">
            <a:off x="842755" y="760335"/>
            <a:ext cx="228601" cy="207083"/>
            <a:chOff x="1640475" y="1197075"/>
            <a:chExt cx="55475" cy="50250"/>
          </a:xfrm>
        </p:grpSpPr>
        <p:sp>
          <p:nvSpPr>
            <p:cNvPr id="5788" name="Google Shape;5788;p25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25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25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1" name="Google Shape;5791;p253"/>
          <p:cNvGrpSpPr/>
          <p:nvPr/>
        </p:nvGrpSpPr>
        <p:grpSpPr>
          <a:xfrm rot="5627131">
            <a:off x="1177325" y="3787339"/>
            <a:ext cx="408783" cy="370267"/>
            <a:chOff x="1640475" y="1197075"/>
            <a:chExt cx="55475" cy="50250"/>
          </a:xfrm>
        </p:grpSpPr>
        <p:sp>
          <p:nvSpPr>
            <p:cNvPr id="5792" name="Google Shape;5792;p25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25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25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95" name="Google Shape;5795;p253"/>
          <p:cNvSpPr/>
          <p:nvPr/>
        </p:nvSpPr>
        <p:spPr>
          <a:xfrm rot="7492361">
            <a:off x="-206510" y="1813740"/>
            <a:ext cx="809523" cy="1268415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96" name="Google Shape;5796;p253"/>
          <p:cNvGrpSpPr/>
          <p:nvPr/>
        </p:nvGrpSpPr>
        <p:grpSpPr>
          <a:xfrm rot="3497029">
            <a:off x="8440893" y="3550453"/>
            <a:ext cx="267259" cy="242085"/>
            <a:chOff x="1640475" y="1197075"/>
            <a:chExt cx="55475" cy="50250"/>
          </a:xfrm>
        </p:grpSpPr>
        <p:sp>
          <p:nvSpPr>
            <p:cNvPr id="5797" name="Google Shape;5797;p25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25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25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00" name="Google Shape;5800;p253"/>
          <p:cNvSpPr/>
          <p:nvPr/>
        </p:nvSpPr>
        <p:spPr>
          <a:xfrm rot="-3239791">
            <a:off x="7229013" y="-720658"/>
            <a:ext cx="2132820" cy="2139051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5">
  <p:cSld name="TITLE_AND_BODY_1_1_1_2_1">
    <p:spTree>
      <p:nvGrpSpPr>
        <p:cNvPr id="5801" name="Shape 5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02" name="Google Shape;5802;p254"/>
          <p:cNvSpPr txBox="1"/>
          <p:nvPr>
            <p:ph type="title"/>
          </p:nvPr>
        </p:nvSpPr>
        <p:spPr>
          <a:xfrm>
            <a:off x="3387900" y="758952"/>
            <a:ext cx="23682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803" name="Google Shape;5803;p254"/>
          <p:cNvSpPr txBox="1"/>
          <p:nvPr>
            <p:ph idx="1" type="subTitle"/>
          </p:nvPr>
        </p:nvSpPr>
        <p:spPr>
          <a:xfrm>
            <a:off x="1783125" y="1791144"/>
            <a:ext cx="5586600" cy="1340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45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804" name="Google Shape;5804;p254"/>
          <p:cNvSpPr/>
          <p:nvPr/>
        </p:nvSpPr>
        <p:spPr>
          <a:xfrm>
            <a:off x="-150975" y="3211475"/>
            <a:ext cx="4108725" cy="1933586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accen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5" name="Google Shape;5805;p254"/>
          <p:cNvSpPr/>
          <p:nvPr/>
        </p:nvSpPr>
        <p:spPr>
          <a:xfrm rot="5400000">
            <a:off x="7390582" y="3099598"/>
            <a:ext cx="2151033" cy="2157317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dk2">
              <a:alpha val="4018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6" name="Google Shape;5806;p254"/>
          <p:cNvSpPr/>
          <p:nvPr/>
        </p:nvSpPr>
        <p:spPr>
          <a:xfrm rot="10800000">
            <a:off x="-1291279" y="-1584618"/>
            <a:ext cx="3522302" cy="2810028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7" name="Google Shape;5807;p254"/>
          <p:cNvSpPr/>
          <p:nvPr/>
        </p:nvSpPr>
        <p:spPr>
          <a:xfrm flipH="1" rot="10800000">
            <a:off x="6343786" y="-381722"/>
            <a:ext cx="4164738" cy="1716675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08" name="Google Shape;5808;p254"/>
          <p:cNvGrpSpPr/>
          <p:nvPr/>
        </p:nvGrpSpPr>
        <p:grpSpPr>
          <a:xfrm rot="-5400000">
            <a:off x="8068180" y="1904209"/>
            <a:ext cx="244822" cy="221773"/>
            <a:chOff x="1640475" y="1197075"/>
            <a:chExt cx="55475" cy="50250"/>
          </a:xfrm>
        </p:grpSpPr>
        <p:sp>
          <p:nvSpPr>
            <p:cNvPr id="5809" name="Google Shape;5809;p25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25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25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12" name="Google Shape;5812;p254"/>
          <p:cNvSpPr/>
          <p:nvPr/>
        </p:nvSpPr>
        <p:spPr>
          <a:xfrm rot="912813">
            <a:off x="8372080" y="228912"/>
            <a:ext cx="529792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13" name="Google Shape;5813;p254"/>
          <p:cNvGrpSpPr/>
          <p:nvPr/>
        </p:nvGrpSpPr>
        <p:grpSpPr>
          <a:xfrm rot="-5400000">
            <a:off x="707399" y="439585"/>
            <a:ext cx="221772" cy="200884"/>
            <a:chOff x="1640475" y="1197075"/>
            <a:chExt cx="55475" cy="50250"/>
          </a:xfrm>
        </p:grpSpPr>
        <p:sp>
          <p:nvSpPr>
            <p:cNvPr id="5814" name="Google Shape;5814;p25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25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25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17" name="Google Shape;5817;p254"/>
          <p:cNvSpPr/>
          <p:nvPr/>
        </p:nvSpPr>
        <p:spPr>
          <a:xfrm rot="-651040">
            <a:off x="375788" y="1730465"/>
            <a:ext cx="884989" cy="20733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6">
  <p:cSld name="TITLE_AND_BODY_1_1_1_2_1_1">
    <p:spTree>
      <p:nvGrpSpPr>
        <p:cNvPr id="5818" name="Shape 58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9" name="Google Shape;5819;p255"/>
          <p:cNvSpPr txBox="1"/>
          <p:nvPr>
            <p:ph idx="1" type="body"/>
          </p:nvPr>
        </p:nvSpPr>
        <p:spPr>
          <a:xfrm>
            <a:off x="1201513" y="2904919"/>
            <a:ext cx="2453400" cy="36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04800" lvl="0" marL="4572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●"/>
              <a:defRPr sz="1800"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indent="-3048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048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048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048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048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048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048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048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820" name="Google Shape;5820;p255"/>
          <p:cNvSpPr txBox="1"/>
          <p:nvPr>
            <p:ph type="title"/>
          </p:nvPr>
        </p:nvSpPr>
        <p:spPr>
          <a:xfrm>
            <a:off x="3387900" y="758952"/>
            <a:ext cx="23682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821" name="Google Shape;5821;p255"/>
          <p:cNvSpPr txBox="1"/>
          <p:nvPr>
            <p:ph idx="2" type="subTitle"/>
          </p:nvPr>
        </p:nvSpPr>
        <p:spPr>
          <a:xfrm>
            <a:off x="1201513" y="1901717"/>
            <a:ext cx="2453400" cy="769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42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822" name="Google Shape;5822;p255"/>
          <p:cNvSpPr/>
          <p:nvPr/>
        </p:nvSpPr>
        <p:spPr>
          <a:xfrm flipH="1">
            <a:off x="7326560" y="3204833"/>
            <a:ext cx="2502288" cy="2607656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3" name="Google Shape;5823;p255"/>
          <p:cNvSpPr/>
          <p:nvPr/>
        </p:nvSpPr>
        <p:spPr>
          <a:xfrm flipH="1">
            <a:off x="-457025" y="3980076"/>
            <a:ext cx="2928340" cy="1246805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4" name="Google Shape;5824;p255"/>
          <p:cNvSpPr/>
          <p:nvPr/>
        </p:nvSpPr>
        <p:spPr>
          <a:xfrm flipH="1">
            <a:off x="6402777" y="-238032"/>
            <a:ext cx="3923803" cy="1058013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5" name="Google Shape;5825;p255"/>
          <p:cNvSpPr/>
          <p:nvPr/>
        </p:nvSpPr>
        <p:spPr>
          <a:xfrm>
            <a:off x="-1077816" y="-1599487"/>
            <a:ext cx="3390448" cy="2704882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26" name="Google Shape;5826;p255"/>
          <p:cNvGrpSpPr/>
          <p:nvPr/>
        </p:nvGrpSpPr>
        <p:grpSpPr>
          <a:xfrm rot="1800041">
            <a:off x="8030472" y="3933161"/>
            <a:ext cx="221773" cy="200885"/>
            <a:chOff x="1640475" y="1197075"/>
            <a:chExt cx="55475" cy="50250"/>
          </a:xfrm>
        </p:grpSpPr>
        <p:sp>
          <p:nvSpPr>
            <p:cNvPr id="5827" name="Google Shape;5827;p25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25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25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30" name="Google Shape;5830;p255"/>
          <p:cNvSpPr/>
          <p:nvPr/>
        </p:nvSpPr>
        <p:spPr>
          <a:xfrm rot="912813">
            <a:off x="6876280" y="709487"/>
            <a:ext cx="529792" cy="12411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31" name="Google Shape;5831;p255"/>
          <p:cNvGrpSpPr/>
          <p:nvPr/>
        </p:nvGrpSpPr>
        <p:grpSpPr>
          <a:xfrm rot="-5400000">
            <a:off x="506511" y="3478772"/>
            <a:ext cx="221772" cy="200884"/>
            <a:chOff x="1640475" y="1197075"/>
            <a:chExt cx="55475" cy="50250"/>
          </a:xfrm>
        </p:grpSpPr>
        <p:sp>
          <p:nvSpPr>
            <p:cNvPr id="5832" name="Google Shape;5832;p25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25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25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35" name="Google Shape;5835;p255"/>
          <p:cNvSpPr/>
          <p:nvPr/>
        </p:nvSpPr>
        <p:spPr>
          <a:xfrm rot="-9674336">
            <a:off x="1042315" y="-186608"/>
            <a:ext cx="609625" cy="955176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7">
  <p:cSld name="TITLE_AND_BODY_1_1_1_2_1_1_1">
    <p:spTree>
      <p:nvGrpSpPr>
        <p:cNvPr id="5836" name="Shape 58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" name="Google Shape;5837;p256"/>
          <p:cNvSpPr txBox="1"/>
          <p:nvPr>
            <p:ph type="title"/>
          </p:nvPr>
        </p:nvSpPr>
        <p:spPr>
          <a:xfrm>
            <a:off x="3045650" y="758950"/>
            <a:ext cx="30528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838" name="Google Shape;5838;p256"/>
          <p:cNvSpPr txBox="1"/>
          <p:nvPr>
            <p:ph idx="1" type="subTitle"/>
          </p:nvPr>
        </p:nvSpPr>
        <p:spPr>
          <a:xfrm>
            <a:off x="3045700" y="2375375"/>
            <a:ext cx="3052800" cy="938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46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839" name="Google Shape;5839;p256"/>
          <p:cNvSpPr/>
          <p:nvPr/>
        </p:nvSpPr>
        <p:spPr>
          <a:xfrm>
            <a:off x="-96271" y="3523616"/>
            <a:ext cx="3937248" cy="1852861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dk2">
              <a:alpha val="4018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40" name="Google Shape;5840;p256"/>
          <p:cNvSpPr/>
          <p:nvPr/>
        </p:nvSpPr>
        <p:spPr>
          <a:xfrm rot="10800000">
            <a:off x="-615404" y="-1265593"/>
            <a:ext cx="3522302" cy="2810028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41" name="Google Shape;5841;p256"/>
          <p:cNvSpPr/>
          <p:nvPr/>
        </p:nvSpPr>
        <p:spPr>
          <a:xfrm flipH="1">
            <a:off x="7166298" y="2888852"/>
            <a:ext cx="2599602" cy="2709024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42" name="Google Shape;5842;p256"/>
          <p:cNvSpPr/>
          <p:nvPr/>
        </p:nvSpPr>
        <p:spPr>
          <a:xfrm flipH="1" rot="10800000">
            <a:off x="6379202" y="-224944"/>
            <a:ext cx="2946289" cy="1214439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43" name="Google Shape;5843;p256"/>
          <p:cNvGrpSpPr/>
          <p:nvPr/>
        </p:nvGrpSpPr>
        <p:grpSpPr>
          <a:xfrm rot="-9900030">
            <a:off x="7744384" y="3303414"/>
            <a:ext cx="215932" cy="195605"/>
            <a:chOff x="1640475" y="1197075"/>
            <a:chExt cx="55475" cy="50250"/>
          </a:xfrm>
        </p:grpSpPr>
        <p:sp>
          <p:nvSpPr>
            <p:cNvPr id="5844" name="Google Shape;5844;p25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25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25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47" name="Google Shape;5847;p256"/>
          <p:cNvSpPr/>
          <p:nvPr/>
        </p:nvSpPr>
        <p:spPr>
          <a:xfrm flipH="1" rot="-2121718">
            <a:off x="6738637" y="226323"/>
            <a:ext cx="888103" cy="20804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48" name="Google Shape;5848;p256"/>
          <p:cNvSpPr/>
          <p:nvPr/>
        </p:nvSpPr>
        <p:spPr>
          <a:xfrm flipH="1" rot="-10799883">
            <a:off x="2554097" y="4877148"/>
            <a:ext cx="545177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49" name="Google Shape;5849;p256"/>
          <p:cNvGrpSpPr/>
          <p:nvPr/>
        </p:nvGrpSpPr>
        <p:grpSpPr>
          <a:xfrm rot="6300061">
            <a:off x="847794" y="268463"/>
            <a:ext cx="453875" cy="411156"/>
            <a:chOff x="1640475" y="1197075"/>
            <a:chExt cx="55475" cy="50250"/>
          </a:xfrm>
        </p:grpSpPr>
        <p:sp>
          <p:nvSpPr>
            <p:cNvPr id="5850" name="Google Shape;5850;p256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256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256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53" name="Google Shape;5853;p256"/>
          <p:cNvSpPr/>
          <p:nvPr/>
        </p:nvSpPr>
        <p:spPr>
          <a:xfrm rot="10800000">
            <a:off x="5828025" y="4022950"/>
            <a:ext cx="1167574" cy="854200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4" name="Google Shape;5854;p256"/>
          <p:cNvSpPr/>
          <p:nvPr/>
        </p:nvSpPr>
        <p:spPr>
          <a:xfrm flipH="1" rot="6566059">
            <a:off x="8815426" y="3103302"/>
            <a:ext cx="545172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5" name="Google Shape;5855;p256"/>
          <p:cNvSpPr/>
          <p:nvPr/>
        </p:nvSpPr>
        <p:spPr>
          <a:xfrm rot="-10431899">
            <a:off x="356617" y="1190894"/>
            <a:ext cx="733110" cy="1148601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8">
  <p:cSld name="TITLE_AND_BODY_1_1_1_2_1_1_1_1">
    <p:spTree>
      <p:nvGrpSpPr>
        <p:cNvPr id="5856" name="Shape 58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57" name="Google Shape;5857;p257"/>
          <p:cNvSpPr txBox="1"/>
          <p:nvPr>
            <p:ph idx="1" type="subTitle"/>
          </p:nvPr>
        </p:nvSpPr>
        <p:spPr>
          <a:xfrm>
            <a:off x="4775063" y="2355800"/>
            <a:ext cx="3095100" cy="1191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6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858" name="Google Shape;5858;p257"/>
          <p:cNvSpPr txBox="1"/>
          <p:nvPr>
            <p:ph type="title"/>
          </p:nvPr>
        </p:nvSpPr>
        <p:spPr>
          <a:xfrm>
            <a:off x="3068175" y="758950"/>
            <a:ext cx="30078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1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859" name="Google Shape;5859;p257"/>
          <p:cNvSpPr/>
          <p:nvPr/>
        </p:nvSpPr>
        <p:spPr>
          <a:xfrm flipH="1" rot="10800000">
            <a:off x="7052435" y="-342694"/>
            <a:ext cx="2387697" cy="2484758"/>
          </a:xfrm>
          <a:custGeom>
            <a:rect b="b" l="l" r="r" t="t"/>
            <a:pathLst>
              <a:path extrusionOk="0" h="15232" w="14637">
                <a:moveTo>
                  <a:pt x="11445" y="0"/>
                </a:moveTo>
                <a:cubicBezTo>
                  <a:pt x="11308" y="0"/>
                  <a:pt x="11172" y="12"/>
                  <a:pt x="11039" y="38"/>
                </a:cubicBezTo>
                <a:cubicBezTo>
                  <a:pt x="10644" y="116"/>
                  <a:pt x="10316" y="327"/>
                  <a:pt x="10145" y="596"/>
                </a:cubicBezTo>
                <a:cubicBezTo>
                  <a:pt x="9794" y="1152"/>
                  <a:pt x="10018" y="1791"/>
                  <a:pt x="9781" y="2367"/>
                </a:cubicBezTo>
                <a:cubicBezTo>
                  <a:pt x="9296" y="3551"/>
                  <a:pt x="6867" y="3019"/>
                  <a:pt x="6220" y="4123"/>
                </a:cubicBezTo>
                <a:cubicBezTo>
                  <a:pt x="6016" y="4474"/>
                  <a:pt x="6063" y="4867"/>
                  <a:pt x="6119" y="5237"/>
                </a:cubicBezTo>
                <a:cubicBezTo>
                  <a:pt x="6188" y="5684"/>
                  <a:pt x="6293" y="6128"/>
                  <a:pt x="6331" y="6578"/>
                </a:cubicBezTo>
                <a:cubicBezTo>
                  <a:pt x="6392" y="7292"/>
                  <a:pt x="6256" y="8099"/>
                  <a:pt x="5518" y="8624"/>
                </a:cubicBezTo>
                <a:cubicBezTo>
                  <a:pt x="4829" y="9115"/>
                  <a:pt x="3797" y="9174"/>
                  <a:pt x="2910" y="9343"/>
                </a:cubicBezTo>
                <a:cubicBezTo>
                  <a:pt x="2462" y="9427"/>
                  <a:pt x="2020" y="9543"/>
                  <a:pt x="1637" y="9735"/>
                </a:cubicBezTo>
                <a:cubicBezTo>
                  <a:pt x="1309" y="9901"/>
                  <a:pt x="1030" y="10112"/>
                  <a:pt x="810" y="10355"/>
                </a:cubicBezTo>
                <a:cubicBezTo>
                  <a:pt x="347" y="10864"/>
                  <a:pt x="157" y="11482"/>
                  <a:pt x="81" y="12082"/>
                </a:cubicBezTo>
                <a:cubicBezTo>
                  <a:pt x="1" y="12715"/>
                  <a:pt x="23" y="13379"/>
                  <a:pt x="158" y="14007"/>
                </a:cubicBezTo>
                <a:cubicBezTo>
                  <a:pt x="228" y="14329"/>
                  <a:pt x="371" y="14667"/>
                  <a:pt x="709" y="14896"/>
                </a:cubicBezTo>
                <a:cubicBezTo>
                  <a:pt x="1077" y="15146"/>
                  <a:pt x="1583" y="15204"/>
                  <a:pt x="2068" y="15214"/>
                </a:cubicBezTo>
                <a:cubicBezTo>
                  <a:pt x="2549" y="15226"/>
                  <a:pt x="3032" y="15229"/>
                  <a:pt x="3515" y="15229"/>
                </a:cubicBezTo>
                <a:cubicBezTo>
                  <a:pt x="4226" y="15229"/>
                  <a:pt x="4937" y="15222"/>
                  <a:pt x="5646" y="15222"/>
                </a:cubicBezTo>
                <a:cubicBezTo>
                  <a:pt x="5675" y="15222"/>
                  <a:pt x="5704" y="15222"/>
                  <a:pt x="5733" y="15222"/>
                </a:cubicBezTo>
                <a:lnTo>
                  <a:pt x="9469" y="15227"/>
                </a:lnTo>
                <a:cubicBezTo>
                  <a:pt x="10086" y="15228"/>
                  <a:pt x="10704" y="15228"/>
                  <a:pt x="11322" y="15229"/>
                </a:cubicBezTo>
                <a:cubicBezTo>
                  <a:pt x="11640" y="15230"/>
                  <a:pt x="11959" y="15231"/>
                  <a:pt x="12278" y="15231"/>
                </a:cubicBezTo>
                <a:cubicBezTo>
                  <a:pt x="12529" y="15231"/>
                  <a:pt x="12784" y="15225"/>
                  <a:pt x="13014" y="15145"/>
                </a:cubicBezTo>
                <a:cubicBezTo>
                  <a:pt x="13410" y="15008"/>
                  <a:pt x="13574" y="14685"/>
                  <a:pt x="13640" y="14388"/>
                </a:cubicBezTo>
                <a:cubicBezTo>
                  <a:pt x="13728" y="13988"/>
                  <a:pt x="13742" y="13577"/>
                  <a:pt x="13785" y="13173"/>
                </a:cubicBezTo>
                <a:cubicBezTo>
                  <a:pt x="13882" y="12264"/>
                  <a:pt x="13977" y="11357"/>
                  <a:pt x="14072" y="10449"/>
                </a:cubicBezTo>
                <a:cubicBezTo>
                  <a:pt x="14166" y="9541"/>
                  <a:pt x="14259" y="8633"/>
                  <a:pt x="14352" y="7724"/>
                </a:cubicBezTo>
                <a:cubicBezTo>
                  <a:pt x="14437" y="6875"/>
                  <a:pt x="14530" y="6026"/>
                  <a:pt x="14567" y="5174"/>
                </a:cubicBezTo>
                <a:cubicBezTo>
                  <a:pt x="14637" y="3541"/>
                  <a:pt x="14491" y="1869"/>
                  <a:pt x="13640" y="340"/>
                </a:cubicBezTo>
                <a:cubicBezTo>
                  <a:pt x="13611" y="289"/>
                  <a:pt x="13548" y="267"/>
                  <a:pt x="13488" y="267"/>
                </a:cubicBezTo>
                <a:cubicBezTo>
                  <a:pt x="13394" y="267"/>
                  <a:pt x="13305" y="319"/>
                  <a:pt x="13349" y="398"/>
                </a:cubicBezTo>
                <a:cubicBezTo>
                  <a:pt x="13385" y="461"/>
                  <a:pt x="13419" y="526"/>
                  <a:pt x="13452" y="589"/>
                </a:cubicBezTo>
                <a:cubicBezTo>
                  <a:pt x="13105" y="411"/>
                  <a:pt x="12738" y="253"/>
                  <a:pt x="12342" y="140"/>
                </a:cubicBezTo>
                <a:cubicBezTo>
                  <a:pt x="12060" y="59"/>
                  <a:pt x="11751" y="0"/>
                  <a:pt x="11445" y="0"/>
                </a:cubicBezTo>
                <a:close/>
              </a:path>
            </a:pathLst>
          </a:custGeom>
          <a:solidFill>
            <a:schemeClr val="accent1">
              <a:alpha val="4954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0" name="Google Shape;5860;p257"/>
          <p:cNvSpPr/>
          <p:nvPr/>
        </p:nvSpPr>
        <p:spPr>
          <a:xfrm rot="10800000">
            <a:off x="-246461" y="4218971"/>
            <a:ext cx="2145942" cy="1053151"/>
          </a:xfrm>
          <a:custGeom>
            <a:rect b="b" l="l" r="r" t="t"/>
            <a:pathLst>
              <a:path extrusionOk="0" h="6456" w="13155">
                <a:moveTo>
                  <a:pt x="11275" y="1"/>
                </a:moveTo>
                <a:lnTo>
                  <a:pt x="11275" y="4"/>
                </a:lnTo>
                <a:lnTo>
                  <a:pt x="209" y="2"/>
                </a:lnTo>
                <a:cubicBezTo>
                  <a:pt x="185" y="57"/>
                  <a:pt x="164" y="111"/>
                  <a:pt x="145" y="167"/>
                </a:cubicBezTo>
                <a:cubicBezTo>
                  <a:pt x="138" y="184"/>
                  <a:pt x="132" y="203"/>
                  <a:pt x="127" y="221"/>
                </a:cubicBezTo>
                <a:cubicBezTo>
                  <a:pt x="59" y="429"/>
                  <a:pt x="18" y="643"/>
                  <a:pt x="6" y="860"/>
                </a:cubicBezTo>
                <a:cubicBezTo>
                  <a:pt x="0" y="984"/>
                  <a:pt x="3" y="1110"/>
                  <a:pt x="14" y="1233"/>
                </a:cubicBezTo>
                <a:cubicBezTo>
                  <a:pt x="16" y="1251"/>
                  <a:pt x="18" y="1270"/>
                  <a:pt x="20" y="1288"/>
                </a:cubicBezTo>
                <a:cubicBezTo>
                  <a:pt x="60" y="1638"/>
                  <a:pt x="172" y="1982"/>
                  <a:pt x="341" y="2300"/>
                </a:cubicBezTo>
                <a:cubicBezTo>
                  <a:pt x="351" y="2319"/>
                  <a:pt x="361" y="2337"/>
                  <a:pt x="371" y="2355"/>
                </a:cubicBezTo>
                <a:cubicBezTo>
                  <a:pt x="531" y="2642"/>
                  <a:pt x="740" y="2905"/>
                  <a:pt x="987" y="3134"/>
                </a:cubicBezTo>
                <a:cubicBezTo>
                  <a:pt x="1075" y="3217"/>
                  <a:pt x="1169" y="3295"/>
                  <a:pt x="1269" y="3368"/>
                </a:cubicBezTo>
                <a:cubicBezTo>
                  <a:pt x="1295" y="3387"/>
                  <a:pt x="1320" y="3405"/>
                  <a:pt x="1345" y="3422"/>
                </a:cubicBezTo>
                <a:cubicBezTo>
                  <a:pt x="1608" y="3604"/>
                  <a:pt x="1902" y="3745"/>
                  <a:pt x="2218" y="3827"/>
                </a:cubicBezTo>
                <a:cubicBezTo>
                  <a:pt x="2441" y="3883"/>
                  <a:pt x="2668" y="3908"/>
                  <a:pt x="2896" y="3908"/>
                </a:cubicBezTo>
                <a:cubicBezTo>
                  <a:pt x="3496" y="3908"/>
                  <a:pt x="4103" y="3734"/>
                  <a:pt x="4654" y="3501"/>
                </a:cubicBezTo>
                <a:cubicBezTo>
                  <a:pt x="4713" y="3476"/>
                  <a:pt x="4773" y="3450"/>
                  <a:pt x="4833" y="3424"/>
                </a:cubicBezTo>
                <a:cubicBezTo>
                  <a:pt x="4873" y="3406"/>
                  <a:pt x="4915" y="3387"/>
                  <a:pt x="4955" y="3369"/>
                </a:cubicBezTo>
                <a:cubicBezTo>
                  <a:pt x="5539" y="3105"/>
                  <a:pt x="6130" y="2820"/>
                  <a:pt x="6764" y="2820"/>
                </a:cubicBezTo>
                <a:cubicBezTo>
                  <a:pt x="6811" y="2820"/>
                  <a:pt x="6859" y="2822"/>
                  <a:pt x="6907" y="2825"/>
                </a:cubicBezTo>
                <a:cubicBezTo>
                  <a:pt x="7405" y="2860"/>
                  <a:pt x="7836" y="3071"/>
                  <a:pt x="8213" y="3369"/>
                </a:cubicBezTo>
                <a:cubicBezTo>
                  <a:pt x="8237" y="3387"/>
                  <a:pt x="8259" y="3405"/>
                  <a:pt x="8281" y="3424"/>
                </a:cubicBezTo>
                <a:cubicBezTo>
                  <a:pt x="8634" y="3715"/>
                  <a:pt x="8939" y="4078"/>
                  <a:pt x="9207" y="4436"/>
                </a:cubicBezTo>
                <a:cubicBezTo>
                  <a:pt x="9219" y="4454"/>
                  <a:pt x="9233" y="4472"/>
                  <a:pt x="9246" y="4490"/>
                </a:cubicBezTo>
                <a:cubicBezTo>
                  <a:pt x="9246" y="4490"/>
                  <a:pt x="9247" y="4490"/>
                  <a:pt x="9247" y="4491"/>
                </a:cubicBezTo>
                <a:cubicBezTo>
                  <a:pt x="9498" y="4831"/>
                  <a:pt x="9757" y="5189"/>
                  <a:pt x="10053" y="5504"/>
                </a:cubicBezTo>
                <a:cubicBezTo>
                  <a:pt x="10070" y="5523"/>
                  <a:pt x="10087" y="5541"/>
                  <a:pt x="10104" y="5559"/>
                </a:cubicBezTo>
                <a:cubicBezTo>
                  <a:pt x="10436" y="5901"/>
                  <a:pt x="10812" y="6189"/>
                  <a:pt x="11272" y="6342"/>
                </a:cubicBezTo>
                <a:cubicBezTo>
                  <a:pt x="11292" y="6348"/>
                  <a:pt x="11311" y="6355"/>
                  <a:pt x="11333" y="6361"/>
                </a:cubicBezTo>
                <a:cubicBezTo>
                  <a:pt x="11361" y="6370"/>
                  <a:pt x="11391" y="6378"/>
                  <a:pt x="11420" y="6386"/>
                </a:cubicBezTo>
                <a:cubicBezTo>
                  <a:pt x="11605" y="6434"/>
                  <a:pt x="11791" y="6456"/>
                  <a:pt x="11976" y="6456"/>
                </a:cubicBezTo>
                <a:cubicBezTo>
                  <a:pt x="12384" y="6456"/>
                  <a:pt x="12786" y="6349"/>
                  <a:pt x="13154" y="6177"/>
                </a:cubicBezTo>
                <a:lnTo>
                  <a:pt x="13154" y="5505"/>
                </a:lnTo>
                <a:lnTo>
                  <a:pt x="13154" y="4492"/>
                </a:lnTo>
                <a:lnTo>
                  <a:pt x="13154" y="3371"/>
                </a:lnTo>
                <a:lnTo>
                  <a:pt x="13155" y="2358"/>
                </a:lnTo>
                <a:lnTo>
                  <a:pt x="13155" y="1236"/>
                </a:lnTo>
                <a:lnTo>
                  <a:pt x="13155" y="221"/>
                </a:lnTo>
                <a:lnTo>
                  <a:pt x="13155" y="5"/>
                </a:lnTo>
                <a:lnTo>
                  <a:pt x="11334" y="4"/>
                </a:lnTo>
                <a:lnTo>
                  <a:pt x="11334" y="1"/>
                </a:lnTo>
                <a:close/>
              </a:path>
            </a:pathLst>
          </a:custGeom>
          <a:solidFill>
            <a:schemeClr val="accen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1" name="Google Shape;5861;p257"/>
          <p:cNvSpPr/>
          <p:nvPr/>
        </p:nvSpPr>
        <p:spPr>
          <a:xfrm>
            <a:off x="-1526763" y="-342705"/>
            <a:ext cx="4706555" cy="1587067"/>
          </a:xfrm>
          <a:custGeom>
            <a:rect b="b" l="l" r="r" t="t"/>
            <a:pathLst>
              <a:path extrusionOk="0" h="9729" w="28852">
                <a:moveTo>
                  <a:pt x="27909" y="1"/>
                </a:moveTo>
                <a:cubicBezTo>
                  <a:pt x="27641" y="1"/>
                  <a:pt x="27359" y="65"/>
                  <a:pt x="27138" y="117"/>
                </a:cubicBezTo>
                <a:cubicBezTo>
                  <a:pt x="26393" y="292"/>
                  <a:pt x="25642" y="438"/>
                  <a:pt x="24886" y="556"/>
                </a:cubicBezTo>
                <a:cubicBezTo>
                  <a:pt x="23384" y="791"/>
                  <a:pt x="21867" y="918"/>
                  <a:pt x="20347" y="969"/>
                </a:cubicBezTo>
                <a:cubicBezTo>
                  <a:pt x="19779" y="988"/>
                  <a:pt x="19211" y="997"/>
                  <a:pt x="18643" y="997"/>
                </a:cubicBezTo>
                <a:cubicBezTo>
                  <a:pt x="16156" y="997"/>
                  <a:pt x="13669" y="829"/>
                  <a:pt x="11190" y="628"/>
                </a:cubicBezTo>
                <a:cubicBezTo>
                  <a:pt x="9660" y="504"/>
                  <a:pt x="8132" y="368"/>
                  <a:pt x="6601" y="249"/>
                </a:cubicBezTo>
                <a:cubicBezTo>
                  <a:pt x="5839" y="189"/>
                  <a:pt x="5076" y="132"/>
                  <a:pt x="4312" y="87"/>
                </a:cubicBezTo>
                <a:cubicBezTo>
                  <a:pt x="4099" y="75"/>
                  <a:pt x="3881" y="64"/>
                  <a:pt x="3664" y="64"/>
                </a:cubicBezTo>
                <a:cubicBezTo>
                  <a:pt x="3221" y="64"/>
                  <a:pt x="2777" y="107"/>
                  <a:pt x="2362" y="261"/>
                </a:cubicBezTo>
                <a:cubicBezTo>
                  <a:pt x="1198" y="695"/>
                  <a:pt x="625" y="1959"/>
                  <a:pt x="327" y="3085"/>
                </a:cubicBezTo>
                <a:cubicBezTo>
                  <a:pt x="51" y="4125"/>
                  <a:pt x="0" y="5240"/>
                  <a:pt x="241" y="6293"/>
                </a:cubicBezTo>
                <a:cubicBezTo>
                  <a:pt x="475" y="7320"/>
                  <a:pt x="1013" y="8271"/>
                  <a:pt x="1861" y="8911"/>
                </a:cubicBezTo>
                <a:cubicBezTo>
                  <a:pt x="2297" y="9241"/>
                  <a:pt x="2827" y="9490"/>
                  <a:pt x="3378" y="9490"/>
                </a:cubicBezTo>
                <a:cubicBezTo>
                  <a:pt x="3472" y="9490"/>
                  <a:pt x="3567" y="9482"/>
                  <a:pt x="3662" y="9467"/>
                </a:cubicBezTo>
                <a:cubicBezTo>
                  <a:pt x="4312" y="9361"/>
                  <a:pt x="4799" y="8877"/>
                  <a:pt x="5302" y="8495"/>
                </a:cubicBezTo>
                <a:cubicBezTo>
                  <a:pt x="5837" y="8088"/>
                  <a:pt x="6442" y="7738"/>
                  <a:pt x="7106" y="7594"/>
                </a:cubicBezTo>
                <a:cubicBezTo>
                  <a:pt x="7279" y="7557"/>
                  <a:pt x="7450" y="7538"/>
                  <a:pt x="7618" y="7538"/>
                </a:cubicBezTo>
                <a:cubicBezTo>
                  <a:pt x="8095" y="7538"/>
                  <a:pt x="8551" y="7686"/>
                  <a:pt x="8965" y="7966"/>
                </a:cubicBezTo>
                <a:cubicBezTo>
                  <a:pt x="9884" y="8588"/>
                  <a:pt x="10692" y="9729"/>
                  <a:pt x="11891" y="9729"/>
                </a:cubicBezTo>
                <a:cubicBezTo>
                  <a:pt x="11980" y="9729"/>
                  <a:pt x="12071" y="9723"/>
                  <a:pt x="12164" y="9709"/>
                </a:cubicBezTo>
                <a:cubicBezTo>
                  <a:pt x="13260" y="9554"/>
                  <a:pt x="13511" y="8401"/>
                  <a:pt x="13804" y="7521"/>
                </a:cubicBezTo>
                <a:cubicBezTo>
                  <a:pt x="13945" y="7099"/>
                  <a:pt x="14127" y="6643"/>
                  <a:pt x="14504" y="6377"/>
                </a:cubicBezTo>
                <a:cubicBezTo>
                  <a:pt x="14738" y="6212"/>
                  <a:pt x="15003" y="6142"/>
                  <a:pt x="15276" y="6142"/>
                </a:cubicBezTo>
                <a:cubicBezTo>
                  <a:pt x="15402" y="6142"/>
                  <a:pt x="15530" y="6157"/>
                  <a:pt x="15656" y="6184"/>
                </a:cubicBezTo>
                <a:cubicBezTo>
                  <a:pt x="16572" y="6381"/>
                  <a:pt x="17354" y="6961"/>
                  <a:pt x="18244" y="7232"/>
                </a:cubicBezTo>
                <a:cubicBezTo>
                  <a:pt x="18502" y="7311"/>
                  <a:pt x="18774" y="7363"/>
                  <a:pt x="19044" y="7363"/>
                </a:cubicBezTo>
                <a:cubicBezTo>
                  <a:pt x="19207" y="7363"/>
                  <a:pt x="19369" y="7344"/>
                  <a:pt x="19529" y="7301"/>
                </a:cubicBezTo>
                <a:cubicBezTo>
                  <a:pt x="19978" y="7178"/>
                  <a:pt x="20331" y="6877"/>
                  <a:pt x="20595" y="6501"/>
                </a:cubicBezTo>
                <a:cubicBezTo>
                  <a:pt x="21130" y="5738"/>
                  <a:pt x="21292" y="4712"/>
                  <a:pt x="21999" y="4070"/>
                </a:cubicBezTo>
                <a:cubicBezTo>
                  <a:pt x="22362" y="3741"/>
                  <a:pt x="22807" y="3634"/>
                  <a:pt x="23269" y="3634"/>
                </a:cubicBezTo>
                <a:cubicBezTo>
                  <a:pt x="23739" y="3634"/>
                  <a:pt x="24227" y="3745"/>
                  <a:pt x="24664" y="3849"/>
                </a:cubicBezTo>
                <a:cubicBezTo>
                  <a:pt x="25227" y="3981"/>
                  <a:pt x="25851" y="4166"/>
                  <a:pt x="26455" y="4166"/>
                </a:cubicBezTo>
                <a:cubicBezTo>
                  <a:pt x="26763" y="4166"/>
                  <a:pt x="27066" y="4118"/>
                  <a:pt x="27353" y="3990"/>
                </a:cubicBezTo>
                <a:cubicBezTo>
                  <a:pt x="28400" y="3523"/>
                  <a:pt x="28496" y="2313"/>
                  <a:pt x="28400" y="1304"/>
                </a:cubicBezTo>
                <a:cubicBezTo>
                  <a:pt x="28773" y="1190"/>
                  <a:pt x="28851" y="712"/>
                  <a:pt x="28673" y="381"/>
                </a:cubicBezTo>
                <a:cubicBezTo>
                  <a:pt x="28515" y="88"/>
                  <a:pt x="28221" y="1"/>
                  <a:pt x="27909" y="1"/>
                </a:cubicBezTo>
                <a:close/>
              </a:path>
            </a:pathLst>
          </a:custGeom>
          <a:solidFill>
            <a:schemeClr val="l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2" name="Google Shape;5862;p257"/>
          <p:cNvSpPr/>
          <p:nvPr/>
        </p:nvSpPr>
        <p:spPr>
          <a:xfrm flipH="1">
            <a:off x="5821100" y="3760534"/>
            <a:ext cx="3566130" cy="1460872"/>
          </a:xfrm>
          <a:custGeom>
            <a:rect b="b" l="l" r="r" t="t"/>
            <a:pathLst>
              <a:path extrusionOk="0" h="7088" w="21861">
                <a:moveTo>
                  <a:pt x="1470" y="1"/>
                </a:moveTo>
                <a:cubicBezTo>
                  <a:pt x="969" y="1"/>
                  <a:pt x="465" y="73"/>
                  <a:pt x="0" y="211"/>
                </a:cubicBezTo>
                <a:lnTo>
                  <a:pt x="0" y="7087"/>
                </a:lnTo>
                <a:lnTo>
                  <a:pt x="21860" y="7087"/>
                </a:lnTo>
                <a:cubicBezTo>
                  <a:pt x="21784" y="6987"/>
                  <a:pt x="21696" y="6892"/>
                  <a:pt x="21596" y="6806"/>
                </a:cubicBezTo>
                <a:cubicBezTo>
                  <a:pt x="21135" y="6406"/>
                  <a:pt x="20429" y="6167"/>
                  <a:pt x="19720" y="6167"/>
                </a:cubicBezTo>
                <a:cubicBezTo>
                  <a:pt x="19688" y="6167"/>
                  <a:pt x="19657" y="6168"/>
                  <a:pt x="19626" y="6169"/>
                </a:cubicBezTo>
                <a:cubicBezTo>
                  <a:pt x="19086" y="6184"/>
                  <a:pt x="18553" y="6331"/>
                  <a:pt x="18022" y="6331"/>
                </a:cubicBezTo>
                <a:cubicBezTo>
                  <a:pt x="17915" y="6331"/>
                  <a:pt x="17808" y="6325"/>
                  <a:pt x="17701" y="6311"/>
                </a:cubicBezTo>
                <a:cubicBezTo>
                  <a:pt x="17575" y="6294"/>
                  <a:pt x="17455" y="6267"/>
                  <a:pt x="17341" y="6232"/>
                </a:cubicBezTo>
                <a:cubicBezTo>
                  <a:pt x="17316" y="6223"/>
                  <a:pt x="17292" y="6216"/>
                  <a:pt x="17268" y="6207"/>
                </a:cubicBezTo>
                <a:cubicBezTo>
                  <a:pt x="16400" y="5904"/>
                  <a:pt x="15883" y="5118"/>
                  <a:pt x="15068" y="4680"/>
                </a:cubicBezTo>
                <a:cubicBezTo>
                  <a:pt x="14496" y="4373"/>
                  <a:pt x="13820" y="4258"/>
                  <a:pt x="13115" y="4258"/>
                </a:cubicBezTo>
                <a:cubicBezTo>
                  <a:pt x="12312" y="4258"/>
                  <a:pt x="11471" y="4408"/>
                  <a:pt x="10706" y="4596"/>
                </a:cubicBezTo>
                <a:cubicBezTo>
                  <a:pt x="10023" y="4765"/>
                  <a:pt x="9316" y="4959"/>
                  <a:pt x="8608" y="4959"/>
                </a:cubicBezTo>
                <a:cubicBezTo>
                  <a:pt x="8441" y="4959"/>
                  <a:pt x="8274" y="4948"/>
                  <a:pt x="8107" y="4924"/>
                </a:cubicBezTo>
                <a:cubicBezTo>
                  <a:pt x="6811" y="4733"/>
                  <a:pt x="5999" y="3788"/>
                  <a:pt x="5474" y="2893"/>
                </a:cubicBezTo>
                <a:cubicBezTo>
                  <a:pt x="4948" y="1997"/>
                  <a:pt x="4493" y="1003"/>
                  <a:pt x="3416" y="436"/>
                </a:cubicBezTo>
                <a:cubicBezTo>
                  <a:pt x="2851" y="140"/>
                  <a:pt x="2164" y="1"/>
                  <a:pt x="1470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3" name="Google Shape;5863;p257"/>
          <p:cNvSpPr/>
          <p:nvPr/>
        </p:nvSpPr>
        <p:spPr>
          <a:xfrm rot="-10446150">
            <a:off x="7301254" y="828711"/>
            <a:ext cx="605803" cy="14193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64" name="Google Shape;5864;p257"/>
          <p:cNvGrpSpPr/>
          <p:nvPr/>
        </p:nvGrpSpPr>
        <p:grpSpPr>
          <a:xfrm rot="5400000">
            <a:off x="1196997" y="633767"/>
            <a:ext cx="221772" cy="200884"/>
            <a:chOff x="1640475" y="1197075"/>
            <a:chExt cx="55475" cy="50250"/>
          </a:xfrm>
        </p:grpSpPr>
        <p:sp>
          <p:nvSpPr>
            <p:cNvPr id="5865" name="Google Shape;5865;p25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25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25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68" name="Google Shape;5868;p257"/>
          <p:cNvSpPr/>
          <p:nvPr/>
        </p:nvSpPr>
        <p:spPr>
          <a:xfrm rot="-834203">
            <a:off x="8546511" y="363435"/>
            <a:ext cx="993864" cy="1557213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9" name="Google Shape;5869;p257"/>
          <p:cNvSpPr/>
          <p:nvPr/>
        </p:nvSpPr>
        <p:spPr>
          <a:xfrm rot="9299609">
            <a:off x="6169067" y="4423007"/>
            <a:ext cx="580163" cy="13591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70" name="Google Shape;5870;p257"/>
          <p:cNvGrpSpPr/>
          <p:nvPr/>
        </p:nvGrpSpPr>
        <p:grpSpPr>
          <a:xfrm rot="5400000">
            <a:off x="7984661" y="4245497"/>
            <a:ext cx="221772" cy="200884"/>
            <a:chOff x="1640475" y="1197075"/>
            <a:chExt cx="55475" cy="50250"/>
          </a:xfrm>
        </p:grpSpPr>
        <p:sp>
          <p:nvSpPr>
            <p:cNvPr id="5871" name="Google Shape;5871;p25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25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25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4" name="Google Shape;5874;p257"/>
          <p:cNvGrpSpPr/>
          <p:nvPr/>
        </p:nvGrpSpPr>
        <p:grpSpPr>
          <a:xfrm rot="9243324">
            <a:off x="715625" y="4390515"/>
            <a:ext cx="221772" cy="200884"/>
            <a:chOff x="1640475" y="1197075"/>
            <a:chExt cx="55475" cy="50250"/>
          </a:xfrm>
        </p:grpSpPr>
        <p:sp>
          <p:nvSpPr>
            <p:cNvPr id="5875" name="Google Shape;5875;p257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257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257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78" name="Google Shape;5878;p257"/>
          <p:cNvSpPr/>
          <p:nvPr/>
        </p:nvSpPr>
        <p:spPr>
          <a:xfrm rot="6391521">
            <a:off x="90759" y="1137610"/>
            <a:ext cx="605799" cy="141934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9" name="Google Shape;5879;p257"/>
          <p:cNvSpPr/>
          <p:nvPr/>
        </p:nvSpPr>
        <p:spPr>
          <a:xfrm rot="-5211900">
            <a:off x="-288345" y="2736749"/>
            <a:ext cx="988852" cy="900801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9">
  <p:cSld name="TITLE_AND_BODY_1_1_1_2_1_1_1_1_1">
    <p:spTree>
      <p:nvGrpSpPr>
        <p:cNvPr id="5880" name="Shape 58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81" name="Google Shape;5881;p258"/>
          <p:cNvSpPr/>
          <p:nvPr/>
        </p:nvSpPr>
        <p:spPr>
          <a:xfrm rot="814705">
            <a:off x="1052129" y="-1383880"/>
            <a:ext cx="3177459" cy="2534962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l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2" name="Google Shape;5882;p258"/>
          <p:cNvSpPr/>
          <p:nvPr/>
        </p:nvSpPr>
        <p:spPr>
          <a:xfrm flipH="1">
            <a:off x="6627888" y="3318985"/>
            <a:ext cx="2665937" cy="2778151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3" name="Google Shape;5883;p258"/>
          <p:cNvSpPr/>
          <p:nvPr/>
        </p:nvSpPr>
        <p:spPr>
          <a:xfrm rot="-5400000">
            <a:off x="7233435" y="-351342"/>
            <a:ext cx="3021471" cy="1245429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accen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4" name="Google Shape;5884;p258"/>
          <p:cNvSpPr/>
          <p:nvPr/>
        </p:nvSpPr>
        <p:spPr>
          <a:xfrm rot="-5400000">
            <a:off x="-793653" y="3177741"/>
            <a:ext cx="2810710" cy="1223408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5" name="Google Shape;5885;p258"/>
          <p:cNvSpPr/>
          <p:nvPr/>
        </p:nvSpPr>
        <p:spPr>
          <a:xfrm rot="-906775">
            <a:off x="6090638" y="379274"/>
            <a:ext cx="605796" cy="14193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6" name="Google Shape;5886;p258"/>
          <p:cNvSpPr/>
          <p:nvPr/>
        </p:nvSpPr>
        <p:spPr>
          <a:xfrm rot="9965797">
            <a:off x="-318118" y="-18831"/>
            <a:ext cx="993864" cy="1557213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87" name="Google Shape;5887;p258"/>
          <p:cNvGrpSpPr/>
          <p:nvPr/>
        </p:nvGrpSpPr>
        <p:grpSpPr>
          <a:xfrm rot="1310449">
            <a:off x="8221027" y="1368344"/>
            <a:ext cx="251676" cy="227987"/>
            <a:chOff x="1640475" y="1197075"/>
            <a:chExt cx="55475" cy="50250"/>
          </a:xfrm>
        </p:grpSpPr>
        <p:sp>
          <p:nvSpPr>
            <p:cNvPr id="5888" name="Google Shape;5888;p25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25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25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1" name="Google Shape;5891;p258"/>
          <p:cNvGrpSpPr/>
          <p:nvPr/>
        </p:nvGrpSpPr>
        <p:grpSpPr>
          <a:xfrm rot="-6151375">
            <a:off x="1256890" y="4184201"/>
            <a:ext cx="251675" cy="227988"/>
            <a:chOff x="1640475" y="1197075"/>
            <a:chExt cx="55475" cy="50250"/>
          </a:xfrm>
        </p:grpSpPr>
        <p:sp>
          <p:nvSpPr>
            <p:cNvPr id="5892" name="Google Shape;5892;p25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25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25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5" name="Google Shape;5895;p258"/>
          <p:cNvGrpSpPr/>
          <p:nvPr/>
        </p:nvGrpSpPr>
        <p:grpSpPr>
          <a:xfrm rot="-6151375">
            <a:off x="3578215" y="336251"/>
            <a:ext cx="251675" cy="227988"/>
            <a:chOff x="1640475" y="1197075"/>
            <a:chExt cx="55475" cy="50250"/>
          </a:xfrm>
        </p:grpSpPr>
        <p:sp>
          <p:nvSpPr>
            <p:cNvPr id="5896" name="Google Shape;5896;p258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258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258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99" name="Google Shape;5899;p258"/>
          <p:cNvSpPr/>
          <p:nvPr/>
        </p:nvSpPr>
        <p:spPr>
          <a:xfrm rot="496725">
            <a:off x="6393888" y="4453034"/>
            <a:ext cx="605803" cy="14193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0" name="Google Shape;5900;p258"/>
          <p:cNvSpPr/>
          <p:nvPr/>
        </p:nvSpPr>
        <p:spPr>
          <a:xfrm rot="6293788">
            <a:off x="8351781" y="3151021"/>
            <a:ext cx="959267" cy="701802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1" name="Google Shape;5901;p258"/>
          <p:cNvSpPr txBox="1"/>
          <p:nvPr>
            <p:ph type="title"/>
          </p:nvPr>
        </p:nvSpPr>
        <p:spPr>
          <a:xfrm>
            <a:off x="2906875" y="1270638"/>
            <a:ext cx="3330300" cy="942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902" name="Google Shape;5902;p258"/>
          <p:cNvSpPr txBox="1"/>
          <p:nvPr>
            <p:ph idx="1" type="subTitle"/>
          </p:nvPr>
        </p:nvSpPr>
        <p:spPr>
          <a:xfrm>
            <a:off x="1982875" y="2912938"/>
            <a:ext cx="5178300" cy="111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 sz="16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 SemiBold"/>
              <a:buNone/>
              <a:defRPr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0">
  <p:cSld name="TITLE_AND_BODY_1_1_1_2_1_1_1_1_1_1">
    <p:spTree>
      <p:nvGrpSpPr>
        <p:cNvPr id="5903" name="Shape 59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04" name="Google Shape;5904;p259"/>
          <p:cNvSpPr txBox="1"/>
          <p:nvPr>
            <p:ph type="title"/>
          </p:nvPr>
        </p:nvSpPr>
        <p:spPr>
          <a:xfrm>
            <a:off x="1693050" y="445025"/>
            <a:ext cx="5757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5905" name="Google Shape;5905;p259"/>
          <p:cNvSpPr txBox="1"/>
          <p:nvPr>
            <p:ph idx="1" type="body"/>
          </p:nvPr>
        </p:nvSpPr>
        <p:spPr>
          <a:xfrm>
            <a:off x="969788" y="1214050"/>
            <a:ext cx="3258600" cy="338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655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700"/>
              <a:buFont typeface="Gloria Hallelujah"/>
              <a:buChar char="●"/>
              <a:defRPr sz="1400">
                <a:latin typeface="Raleway"/>
                <a:ea typeface="Raleway"/>
                <a:cs typeface="Raleway"/>
                <a:sym typeface="Raleway"/>
              </a:defRPr>
            </a:lvl1pPr>
            <a:lvl2pPr indent="-3175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175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175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175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175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175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175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175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906" name="Google Shape;5906;p259"/>
          <p:cNvSpPr txBox="1"/>
          <p:nvPr>
            <p:ph idx="2" type="body"/>
          </p:nvPr>
        </p:nvSpPr>
        <p:spPr>
          <a:xfrm>
            <a:off x="4915613" y="1214050"/>
            <a:ext cx="3258600" cy="3389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655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700"/>
              <a:buFont typeface="Gloria Hallelujah"/>
              <a:buChar char="●"/>
              <a:defRPr sz="1400">
                <a:latin typeface="Raleway"/>
                <a:ea typeface="Raleway"/>
                <a:cs typeface="Raleway"/>
                <a:sym typeface="Raleway"/>
              </a:defRPr>
            </a:lvl1pPr>
            <a:lvl2pPr indent="-3175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175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175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175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175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175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175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175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907" name="Google Shape;5907;p259"/>
          <p:cNvSpPr/>
          <p:nvPr/>
        </p:nvSpPr>
        <p:spPr>
          <a:xfrm>
            <a:off x="6777626" y="-372150"/>
            <a:ext cx="3877467" cy="1370005"/>
          </a:xfrm>
          <a:custGeom>
            <a:rect b="b" l="l" r="r" t="t"/>
            <a:pathLst>
              <a:path extrusionOk="0" h="8613" w="24377">
                <a:moveTo>
                  <a:pt x="22626" y="1"/>
                </a:moveTo>
                <a:cubicBezTo>
                  <a:pt x="22431" y="1"/>
                  <a:pt x="22241" y="55"/>
                  <a:pt x="22058" y="101"/>
                </a:cubicBezTo>
                <a:cubicBezTo>
                  <a:pt x="21511" y="238"/>
                  <a:pt x="20953" y="349"/>
                  <a:pt x="20391" y="439"/>
                </a:cubicBezTo>
                <a:cubicBezTo>
                  <a:pt x="18472" y="743"/>
                  <a:pt x="16508" y="793"/>
                  <a:pt x="14552" y="793"/>
                </a:cubicBezTo>
                <a:cubicBezTo>
                  <a:pt x="14183" y="793"/>
                  <a:pt x="13813" y="791"/>
                  <a:pt x="13445" y="789"/>
                </a:cubicBezTo>
                <a:cubicBezTo>
                  <a:pt x="11020" y="775"/>
                  <a:pt x="8592" y="763"/>
                  <a:pt x="6170" y="648"/>
                </a:cubicBezTo>
                <a:cubicBezTo>
                  <a:pt x="4959" y="590"/>
                  <a:pt x="3748" y="506"/>
                  <a:pt x="2545" y="383"/>
                </a:cubicBezTo>
                <a:cubicBezTo>
                  <a:pt x="2238" y="351"/>
                  <a:pt x="1932" y="316"/>
                  <a:pt x="1627" y="279"/>
                </a:cubicBezTo>
                <a:cubicBezTo>
                  <a:pt x="1398" y="252"/>
                  <a:pt x="1163" y="215"/>
                  <a:pt x="930" y="215"/>
                </a:cubicBezTo>
                <a:cubicBezTo>
                  <a:pt x="895" y="215"/>
                  <a:pt x="861" y="215"/>
                  <a:pt x="827" y="217"/>
                </a:cubicBezTo>
                <a:cubicBezTo>
                  <a:pt x="405" y="240"/>
                  <a:pt x="13" y="441"/>
                  <a:pt x="5" y="792"/>
                </a:cubicBezTo>
                <a:cubicBezTo>
                  <a:pt x="1" y="936"/>
                  <a:pt x="84" y="1057"/>
                  <a:pt x="235" y="1138"/>
                </a:cubicBezTo>
                <a:cubicBezTo>
                  <a:pt x="259" y="1152"/>
                  <a:pt x="283" y="1157"/>
                  <a:pt x="305" y="1157"/>
                </a:cubicBezTo>
                <a:cubicBezTo>
                  <a:pt x="307" y="1157"/>
                  <a:pt x="309" y="1157"/>
                  <a:pt x="311" y="1157"/>
                </a:cubicBezTo>
                <a:lnTo>
                  <a:pt x="311" y="1157"/>
                </a:lnTo>
                <a:cubicBezTo>
                  <a:pt x="180" y="1807"/>
                  <a:pt x="426" y="2480"/>
                  <a:pt x="944" y="3003"/>
                </a:cubicBezTo>
                <a:cubicBezTo>
                  <a:pt x="1219" y="3281"/>
                  <a:pt x="1569" y="3518"/>
                  <a:pt x="1974" y="3679"/>
                </a:cubicBezTo>
                <a:cubicBezTo>
                  <a:pt x="2424" y="3858"/>
                  <a:pt x="2928" y="3933"/>
                  <a:pt x="3430" y="3957"/>
                </a:cubicBezTo>
                <a:cubicBezTo>
                  <a:pt x="3565" y="3964"/>
                  <a:pt x="3702" y="3967"/>
                  <a:pt x="3838" y="3967"/>
                </a:cubicBezTo>
                <a:cubicBezTo>
                  <a:pt x="4389" y="3967"/>
                  <a:pt x="4946" y="3924"/>
                  <a:pt x="5497" y="3924"/>
                </a:cubicBezTo>
                <a:cubicBezTo>
                  <a:pt x="5880" y="3924"/>
                  <a:pt x="6260" y="3944"/>
                  <a:pt x="6634" y="4014"/>
                </a:cubicBezTo>
                <a:cubicBezTo>
                  <a:pt x="7452" y="4167"/>
                  <a:pt x="8044" y="4590"/>
                  <a:pt x="8476" y="5128"/>
                </a:cubicBezTo>
                <a:cubicBezTo>
                  <a:pt x="8889" y="5644"/>
                  <a:pt x="9168" y="6215"/>
                  <a:pt x="9504" y="6761"/>
                </a:cubicBezTo>
                <a:cubicBezTo>
                  <a:pt x="9818" y="7272"/>
                  <a:pt x="10194" y="7795"/>
                  <a:pt x="10779" y="8153"/>
                </a:cubicBezTo>
                <a:cubicBezTo>
                  <a:pt x="11306" y="8477"/>
                  <a:pt x="11931" y="8612"/>
                  <a:pt x="12573" y="8612"/>
                </a:cubicBezTo>
                <a:cubicBezTo>
                  <a:pt x="12917" y="8612"/>
                  <a:pt x="13266" y="8573"/>
                  <a:pt x="13607" y="8503"/>
                </a:cubicBezTo>
                <a:cubicBezTo>
                  <a:pt x="14755" y="8264"/>
                  <a:pt x="15723" y="7708"/>
                  <a:pt x="16790" y="7327"/>
                </a:cubicBezTo>
                <a:cubicBezTo>
                  <a:pt x="17672" y="7012"/>
                  <a:pt x="18645" y="6819"/>
                  <a:pt x="19621" y="6819"/>
                </a:cubicBezTo>
                <a:cubicBezTo>
                  <a:pt x="19841" y="6819"/>
                  <a:pt x="20062" y="6829"/>
                  <a:pt x="20281" y="6849"/>
                </a:cubicBezTo>
                <a:cubicBezTo>
                  <a:pt x="21290" y="6943"/>
                  <a:pt x="22275" y="7285"/>
                  <a:pt x="22992" y="7844"/>
                </a:cubicBezTo>
                <a:cubicBezTo>
                  <a:pt x="23170" y="7982"/>
                  <a:pt x="23328" y="8133"/>
                  <a:pt x="23467" y="8296"/>
                </a:cubicBezTo>
                <a:cubicBezTo>
                  <a:pt x="23495" y="8329"/>
                  <a:pt x="23541" y="8346"/>
                  <a:pt x="23587" y="8346"/>
                </a:cubicBezTo>
                <a:cubicBezTo>
                  <a:pt x="23643" y="8346"/>
                  <a:pt x="23698" y="8320"/>
                  <a:pt x="23718" y="8271"/>
                </a:cubicBezTo>
                <a:cubicBezTo>
                  <a:pt x="24376" y="6550"/>
                  <a:pt x="24252" y="4734"/>
                  <a:pt x="23880" y="2982"/>
                </a:cubicBezTo>
                <a:cubicBezTo>
                  <a:pt x="23786" y="2536"/>
                  <a:pt x="23676" y="2093"/>
                  <a:pt x="23557" y="1650"/>
                </a:cubicBezTo>
                <a:cubicBezTo>
                  <a:pt x="23441" y="1217"/>
                  <a:pt x="23343" y="773"/>
                  <a:pt x="23189" y="348"/>
                </a:cubicBezTo>
                <a:cubicBezTo>
                  <a:pt x="23127" y="176"/>
                  <a:pt x="22987" y="38"/>
                  <a:pt x="22748" y="8"/>
                </a:cubicBezTo>
                <a:cubicBezTo>
                  <a:pt x="22707" y="3"/>
                  <a:pt x="22666" y="1"/>
                  <a:pt x="22626" y="1"/>
                </a:cubicBezTo>
                <a:close/>
              </a:path>
            </a:pathLst>
          </a:custGeom>
          <a:solidFill>
            <a:schemeClr val="dk2">
              <a:alpha val="4776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8" name="Google Shape;5908;p259"/>
          <p:cNvSpPr/>
          <p:nvPr/>
        </p:nvSpPr>
        <p:spPr>
          <a:xfrm flipH="1" rot="5400000">
            <a:off x="-477525" y="-353486"/>
            <a:ext cx="2068926" cy="2074970"/>
          </a:xfrm>
          <a:custGeom>
            <a:rect b="b" l="l" r="r" t="t"/>
            <a:pathLst>
              <a:path extrusionOk="0" h="13045" w="13007">
                <a:moveTo>
                  <a:pt x="11086" y="1"/>
                </a:moveTo>
                <a:cubicBezTo>
                  <a:pt x="10136" y="1"/>
                  <a:pt x="9220" y="578"/>
                  <a:pt x="8514" y="1160"/>
                </a:cubicBezTo>
                <a:cubicBezTo>
                  <a:pt x="7734" y="1801"/>
                  <a:pt x="7147" y="2603"/>
                  <a:pt x="6690" y="3499"/>
                </a:cubicBezTo>
                <a:cubicBezTo>
                  <a:pt x="6269" y="4325"/>
                  <a:pt x="5846" y="5241"/>
                  <a:pt x="4914" y="5581"/>
                </a:cubicBezTo>
                <a:cubicBezTo>
                  <a:pt x="3974" y="5923"/>
                  <a:pt x="2923" y="5759"/>
                  <a:pt x="2005" y="6187"/>
                </a:cubicBezTo>
                <a:cubicBezTo>
                  <a:pt x="1188" y="6570"/>
                  <a:pt x="602" y="7349"/>
                  <a:pt x="329" y="8196"/>
                </a:cubicBezTo>
                <a:cubicBezTo>
                  <a:pt x="1" y="9208"/>
                  <a:pt x="140" y="10320"/>
                  <a:pt x="509" y="11301"/>
                </a:cubicBezTo>
                <a:cubicBezTo>
                  <a:pt x="597" y="11534"/>
                  <a:pt x="989" y="11993"/>
                  <a:pt x="1051" y="11993"/>
                </a:cubicBezTo>
                <a:cubicBezTo>
                  <a:pt x="1057" y="11993"/>
                  <a:pt x="1060" y="11988"/>
                  <a:pt x="1059" y="11977"/>
                </a:cubicBezTo>
                <a:lnTo>
                  <a:pt x="1059" y="11977"/>
                </a:lnTo>
                <a:cubicBezTo>
                  <a:pt x="1717" y="12454"/>
                  <a:pt x="2513" y="12576"/>
                  <a:pt x="3318" y="12576"/>
                </a:cubicBezTo>
                <a:cubicBezTo>
                  <a:pt x="3796" y="12576"/>
                  <a:pt x="4277" y="12533"/>
                  <a:pt x="4735" y="12495"/>
                </a:cubicBezTo>
                <a:cubicBezTo>
                  <a:pt x="5450" y="12436"/>
                  <a:pt x="6168" y="12406"/>
                  <a:pt x="6885" y="12406"/>
                </a:cubicBezTo>
                <a:cubicBezTo>
                  <a:pt x="7827" y="12406"/>
                  <a:pt x="8769" y="12458"/>
                  <a:pt x="9706" y="12564"/>
                </a:cubicBezTo>
                <a:cubicBezTo>
                  <a:pt x="10641" y="12670"/>
                  <a:pt x="11568" y="12831"/>
                  <a:pt x="12485" y="13041"/>
                </a:cubicBezTo>
                <a:cubicBezTo>
                  <a:pt x="12495" y="13043"/>
                  <a:pt x="12505" y="13045"/>
                  <a:pt x="12515" y="13045"/>
                </a:cubicBezTo>
                <a:cubicBezTo>
                  <a:pt x="12578" y="13045"/>
                  <a:pt x="12630" y="12997"/>
                  <a:pt x="12632" y="12929"/>
                </a:cubicBezTo>
                <a:lnTo>
                  <a:pt x="12879" y="5509"/>
                </a:lnTo>
                <a:cubicBezTo>
                  <a:pt x="12900" y="4891"/>
                  <a:pt x="12920" y="4272"/>
                  <a:pt x="12940" y="3654"/>
                </a:cubicBezTo>
                <a:cubicBezTo>
                  <a:pt x="12960" y="3073"/>
                  <a:pt x="13006" y="2485"/>
                  <a:pt x="12985" y="1903"/>
                </a:cubicBezTo>
                <a:cubicBezTo>
                  <a:pt x="12967" y="1412"/>
                  <a:pt x="12856" y="914"/>
                  <a:pt x="12502" y="551"/>
                </a:cubicBezTo>
                <a:cubicBezTo>
                  <a:pt x="12188" y="228"/>
                  <a:pt x="11746" y="54"/>
                  <a:pt x="11303" y="11"/>
                </a:cubicBezTo>
                <a:cubicBezTo>
                  <a:pt x="11230" y="4"/>
                  <a:pt x="11158" y="1"/>
                  <a:pt x="11086" y="1"/>
                </a:cubicBezTo>
                <a:close/>
              </a:path>
            </a:pathLst>
          </a:custGeom>
          <a:solidFill>
            <a:schemeClr val="accent1">
              <a:alpha val="598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9" name="Google Shape;5909;p259"/>
          <p:cNvSpPr/>
          <p:nvPr/>
        </p:nvSpPr>
        <p:spPr>
          <a:xfrm flipH="1">
            <a:off x="5696165" y="4019619"/>
            <a:ext cx="4163302" cy="2268390"/>
          </a:xfrm>
          <a:custGeom>
            <a:rect b="b" l="l" r="r" t="t"/>
            <a:pathLst>
              <a:path extrusionOk="0" h="14261" w="26174">
                <a:moveTo>
                  <a:pt x="4863" y="0"/>
                </a:moveTo>
                <a:cubicBezTo>
                  <a:pt x="4600" y="0"/>
                  <a:pt x="4337" y="25"/>
                  <a:pt x="4079" y="86"/>
                </a:cubicBezTo>
                <a:cubicBezTo>
                  <a:pt x="3577" y="206"/>
                  <a:pt x="3127" y="469"/>
                  <a:pt x="2736" y="803"/>
                </a:cubicBezTo>
                <a:cubicBezTo>
                  <a:pt x="1930" y="1492"/>
                  <a:pt x="1836" y="3135"/>
                  <a:pt x="799" y="3280"/>
                </a:cubicBezTo>
                <a:cubicBezTo>
                  <a:pt x="128" y="3374"/>
                  <a:pt x="0" y="4462"/>
                  <a:pt x="66" y="4462"/>
                </a:cubicBezTo>
                <a:cubicBezTo>
                  <a:pt x="68" y="4462"/>
                  <a:pt x="70" y="4461"/>
                  <a:pt x="72" y="4459"/>
                </a:cubicBezTo>
                <a:lnTo>
                  <a:pt x="72" y="4459"/>
                </a:lnTo>
                <a:cubicBezTo>
                  <a:pt x="67" y="5698"/>
                  <a:pt x="63" y="6939"/>
                  <a:pt x="59" y="8179"/>
                </a:cubicBezTo>
                <a:cubicBezTo>
                  <a:pt x="56" y="8831"/>
                  <a:pt x="53" y="9483"/>
                  <a:pt x="51" y="10135"/>
                </a:cubicBezTo>
                <a:cubicBezTo>
                  <a:pt x="50" y="10457"/>
                  <a:pt x="49" y="10777"/>
                  <a:pt x="48" y="11099"/>
                </a:cubicBezTo>
                <a:cubicBezTo>
                  <a:pt x="47" y="11393"/>
                  <a:pt x="48" y="11687"/>
                  <a:pt x="100" y="11976"/>
                </a:cubicBezTo>
                <a:cubicBezTo>
                  <a:pt x="186" y="12456"/>
                  <a:pt x="458" y="12928"/>
                  <a:pt x="933" y="13108"/>
                </a:cubicBezTo>
                <a:cubicBezTo>
                  <a:pt x="1033" y="13146"/>
                  <a:pt x="1145" y="13169"/>
                  <a:pt x="1252" y="13169"/>
                </a:cubicBezTo>
                <a:cubicBezTo>
                  <a:pt x="1254" y="13169"/>
                  <a:pt x="1257" y="13169"/>
                  <a:pt x="1259" y="13169"/>
                </a:cubicBezTo>
                <a:cubicBezTo>
                  <a:pt x="1388" y="13167"/>
                  <a:pt x="1479" y="13054"/>
                  <a:pt x="1583" y="12989"/>
                </a:cubicBezTo>
                <a:cubicBezTo>
                  <a:pt x="1788" y="12861"/>
                  <a:pt x="2013" y="12777"/>
                  <a:pt x="2247" y="12724"/>
                </a:cubicBezTo>
                <a:cubicBezTo>
                  <a:pt x="2483" y="12671"/>
                  <a:pt x="2724" y="12651"/>
                  <a:pt x="2966" y="12651"/>
                </a:cubicBezTo>
                <a:cubicBezTo>
                  <a:pt x="3233" y="12651"/>
                  <a:pt x="3501" y="12676"/>
                  <a:pt x="3763" y="12707"/>
                </a:cubicBezTo>
                <a:cubicBezTo>
                  <a:pt x="4310" y="12772"/>
                  <a:pt x="4853" y="12875"/>
                  <a:pt x="5400" y="12938"/>
                </a:cubicBezTo>
                <a:cubicBezTo>
                  <a:pt x="6669" y="13085"/>
                  <a:pt x="7946" y="13111"/>
                  <a:pt x="9219" y="13205"/>
                </a:cubicBezTo>
                <a:cubicBezTo>
                  <a:pt x="9860" y="13253"/>
                  <a:pt x="10500" y="13317"/>
                  <a:pt x="11134" y="13424"/>
                </a:cubicBezTo>
                <a:cubicBezTo>
                  <a:pt x="11749" y="13526"/>
                  <a:pt x="12358" y="13663"/>
                  <a:pt x="12967" y="13796"/>
                </a:cubicBezTo>
                <a:cubicBezTo>
                  <a:pt x="14136" y="14051"/>
                  <a:pt x="15300" y="14261"/>
                  <a:pt x="16498" y="14261"/>
                </a:cubicBezTo>
                <a:cubicBezTo>
                  <a:pt x="16552" y="14261"/>
                  <a:pt x="16606" y="14260"/>
                  <a:pt x="16660" y="14259"/>
                </a:cubicBezTo>
                <a:cubicBezTo>
                  <a:pt x="17953" y="14238"/>
                  <a:pt x="19236" y="14050"/>
                  <a:pt x="20525" y="13980"/>
                </a:cubicBezTo>
                <a:cubicBezTo>
                  <a:pt x="21615" y="13919"/>
                  <a:pt x="22718" y="13973"/>
                  <a:pt x="23796" y="13769"/>
                </a:cubicBezTo>
                <a:cubicBezTo>
                  <a:pt x="24313" y="13670"/>
                  <a:pt x="24820" y="13506"/>
                  <a:pt x="25277" y="13242"/>
                </a:cubicBezTo>
                <a:cubicBezTo>
                  <a:pt x="25711" y="12992"/>
                  <a:pt x="26148" y="12628"/>
                  <a:pt x="26165" y="12087"/>
                </a:cubicBezTo>
                <a:cubicBezTo>
                  <a:pt x="26174" y="11806"/>
                  <a:pt x="26071" y="11536"/>
                  <a:pt x="25960" y="11284"/>
                </a:cubicBezTo>
                <a:cubicBezTo>
                  <a:pt x="25831" y="10995"/>
                  <a:pt x="25692" y="10711"/>
                  <a:pt x="25556" y="10424"/>
                </a:cubicBezTo>
                <a:cubicBezTo>
                  <a:pt x="25280" y="9836"/>
                  <a:pt x="25017" y="9241"/>
                  <a:pt x="24726" y="8660"/>
                </a:cubicBezTo>
                <a:cubicBezTo>
                  <a:pt x="24617" y="8443"/>
                  <a:pt x="24475" y="8244"/>
                  <a:pt x="24244" y="8148"/>
                </a:cubicBezTo>
                <a:cubicBezTo>
                  <a:pt x="23992" y="8043"/>
                  <a:pt x="23700" y="8056"/>
                  <a:pt x="23431" y="8053"/>
                </a:cubicBezTo>
                <a:cubicBezTo>
                  <a:pt x="23345" y="8052"/>
                  <a:pt x="23259" y="8052"/>
                  <a:pt x="23173" y="8052"/>
                </a:cubicBezTo>
                <a:cubicBezTo>
                  <a:pt x="22618" y="8052"/>
                  <a:pt x="22062" y="8075"/>
                  <a:pt x="21508" y="8122"/>
                </a:cubicBezTo>
                <a:cubicBezTo>
                  <a:pt x="20999" y="8165"/>
                  <a:pt x="20489" y="8243"/>
                  <a:pt x="19978" y="8243"/>
                </a:cubicBezTo>
                <a:cubicBezTo>
                  <a:pt x="19867" y="8243"/>
                  <a:pt x="19756" y="8239"/>
                  <a:pt x="19645" y="8231"/>
                </a:cubicBezTo>
                <a:cubicBezTo>
                  <a:pt x="19110" y="8189"/>
                  <a:pt x="18609" y="8002"/>
                  <a:pt x="18163" y="7708"/>
                </a:cubicBezTo>
                <a:cubicBezTo>
                  <a:pt x="17269" y="7121"/>
                  <a:pt x="16691" y="6224"/>
                  <a:pt x="16067" y="5381"/>
                </a:cubicBezTo>
                <a:cubicBezTo>
                  <a:pt x="15751" y="4955"/>
                  <a:pt x="15397" y="4546"/>
                  <a:pt x="14929" y="4285"/>
                </a:cubicBezTo>
                <a:cubicBezTo>
                  <a:pt x="14463" y="4025"/>
                  <a:pt x="13935" y="3920"/>
                  <a:pt x="13408" y="3879"/>
                </a:cubicBezTo>
                <a:cubicBezTo>
                  <a:pt x="13154" y="3860"/>
                  <a:pt x="12899" y="3855"/>
                  <a:pt x="12643" y="3855"/>
                </a:cubicBezTo>
                <a:cubicBezTo>
                  <a:pt x="12450" y="3855"/>
                  <a:pt x="12257" y="3858"/>
                  <a:pt x="12064" y="3858"/>
                </a:cubicBezTo>
                <a:cubicBezTo>
                  <a:pt x="11487" y="3858"/>
                  <a:pt x="10912" y="3836"/>
                  <a:pt x="10354" y="3664"/>
                </a:cubicBezTo>
                <a:cubicBezTo>
                  <a:pt x="9893" y="3522"/>
                  <a:pt x="9465" y="3265"/>
                  <a:pt x="9185" y="2863"/>
                </a:cubicBezTo>
                <a:cubicBezTo>
                  <a:pt x="8887" y="2436"/>
                  <a:pt x="8747" y="1924"/>
                  <a:pt x="8473" y="1483"/>
                </a:cubicBezTo>
                <a:cubicBezTo>
                  <a:pt x="7915" y="585"/>
                  <a:pt x="6844" y="273"/>
                  <a:pt x="5861" y="99"/>
                </a:cubicBezTo>
                <a:cubicBezTo>
                  <a:pt x="5533" y="41"/>
                  <a:pt x="5197" y="0"/>
                  <a:pt x="4863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0" name="Google Shape;5910;p259"/>
          <p:cNvSpPr/>
          <p:nvPr/>
        </p:nvSpPr>
        <p:spPr>
          <a:xfrm rot="2024276">
            <a:off x="8338770" y="842317"/>
            <a:ext cx="755189" cy="17692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11" name="Google Shape;5911;p259"/>
          <p:cNvGrpSpPr/>
          <p:nvPr/>
        </p:nvGrpSpPr>
        <p:grpSpPr>
          <a:xfrm>
            <a:off x="6928061" y="349247"/>
            <a:ext cx="221772" cy="200884"/>
            <a:chOff x="1640475" y="1197075"/>
            <a:chExt cx="55475" cy="50250"/>
          </a:xfrm>
        </p:grpSpPr>
        <p:sp>
          <p:nvSpPr>
            <p:cNvPr id="5912" name="Google Shape;5912;p25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25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25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5" name="Google Shape;5915;p259"/>
          <p:cNvGrpSpPr/>
          <p:nvPr/>
        </p:nvGrpSpPr>
        <p:grpSpPr>
          <a:xfrm rot="10468240">
            <a:off x="1666764" y="197950"/>
            <a:ext cx="221772" cy="200884"/>
            <a:chOff x="1640475" y="1197075"/>
            <a:chExt cx="55475" cy="50250"/>
          </a:xfrm>
        </p:grpSpPr>
        <p:sp>
          <p:nvSpPr>
            <p:cNvPr id="5916" name="Google Shape;5916;p25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25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25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9" name="Google Shape;5919;p259"/>
          <p:cNvGrpSpPr/>
          <p:nvPr/>
        </p:nvGrpSpPr>
        <p:grpSpPr>
          <a:xfrm rot="3155490">
            <a:off x="7186097" y="4770947"/>
            <a:ext cx="221774" cy="200886"/>
            <a:chOff x="1640475" y="1197075"/>
            <a:chExt cx="55475" cy="50250"/>
          </a:xfrm>
        </p:grpSpPr>
        <p:sp>
          <p:nvSpPr>
            <p:cNvPr id="5920" name="Google Shape;5920;p259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259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259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23" name="Google Shape;5923;p259"/>
          <p:cNvSpPr/>
          <p:nvPr/>
        </p:nvSpPr>
        <p:spPr>
          <a:xfrm flipH="1" rot="10800000">
            <a:off x="-59881" y="4256559"/>
            <a:ext cx="2299567" cy="1009729"/>
          </a:xfrm>
          <a:custGeom>
            <a:rect b="b" l="l" r="r" t="t"/>
            <a:pathLst>
              <a:path extrusionOk="0" h="6348" w="14457">
                <a:moveTo>
                  <a:pt x="0" y="1"/>
                </a:moveTo>
                <a:lnTo>
                  <a:pt x="0" y="6160"/>
                </a:lnTo>
                <a:cubicBezTo>
                  <a:pt x="307" y="6283"/>
                  <a:pt x="641" y="6348"/>
                  <a:pt x="972" y="6348"/>
                </a:cubicBezTo>
                <a:cubicBezTo>
                  <a:pt x="1431" y="6348"/>
                  <a:pt x="1886" y="6223"/>
                  <a:pt x="2259" y="5957"/>
                </a:cubicBezTo>
                <a:cubicBezTo>
                  <a:pt x="2971" y="5450"/>
                  <a:pt x="3272" y="4560"/>
                  <a:pt x="3620" y="3758"/>
                </a:cubicBezTo>
                <a:cubicBezTo>
                  <a:pt x="3967" y="2955"/>
                  <a:pt x="4504" y="2110"/>
                  <a:pt x="5362" y="1938"/>
                </a:cubicBezTo>
                <a:cubicBezTo>
                  <a:pt x="5472" y="1916"/>
                  <a:pt x="5582" y="1906"/>
                  <a:pt x="5692" y="1906"/>
                </a:cubicBezTo>
                <a:cubicBezTo>
                  <a:pt x="6160" y="1906"/>
                  <a:pt x="6628" y="2081"/>
                  <a:pt x="7080" y="2232"/>
                </a:cubicBezTo>
                <a:cubicBezTo>
                  <a:pt x="7585" y="2401"/>
                  <a:pt x="8141" y="2535"/>
                  <a:pt x="8672" y="2535"/>
                </a:cubicBezTo>
                <a:cubicBezTo>
                  <a:pt x="9138" y="2535"/>
                  <a:pt x="9586" y="2431"/>
                  <a:pt x="9965" y="2156"/>
                </a:cubicBezTo>
                <a:cubicBezTo>
                  <a:pt x="10504" y="1765"/>
                  <a:pt x="10846" y="1060"/>
                  <a:pt x="11419" y="789"/>
                </a:cubicBezTo>
                <a:lnTo>
                  <a:pt x="11420" y="789"/>
                </a:lnTo>
                <a:cubicBezTo>
                  <a:pt x="11436" y="781"/>
                  <a:pt x="11452" y="774"/>
                  <a:pt x="11469" y="767"/>
                </a:cubicBezTo>
                <a:cubicBezTo>
                  <a:pt x="11544" y="736"/>
                  <a:pt x="11623" y="712"/>
                  <a:pt x="11706" y="696"/>
                </a:cubicBezTo>
                <a:cubicBezTo>
                  <a:pt x="11777" y="683"/>
                  <a:pt x="11848" y="678"/>
                  <a:pt x="11919" y="678"/>
                </a:cubicBezTo>
                <a:cubicBezTo>
                  <a:pt x="12271" y="678"/>
                  <a:pt x="12623" y="809"/>
                  <a:pt x="12978" y="824"/>
                </a:cubicBezTo>
                <a:cubicBezTo>
                  <a:pt x="12999" y="824"/>
                  <a:pt x="13020" y="825"/>
                  <a:pt x="13041" y="825"/>
                </a:cubicBezTo>
                <a:cubicBezTo>
                  <a:pt x="13511" y="825"/>
                  <a:pt x="13977" y="611"/>
                  <a:pt x="14281" y="253"/>
                </a:cubicBezTo>
                <a:cubicBezTo>
                  <a:pt x="14348" y="175"/>
                  <a:pt x="14407" y="90"/>
                  <a:pt x="14457" y="1"/>
                </a:cubicBezTo>
                <a:close/>
              </a:path>
            </a:pathLst>
          </a:custGeom>
          <a:solidFill>
            <a:schemeClr val="l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24" name="Google Shape;5924;p259"/>
          <p:cNvSpPr/>
          <p:nvPr/>
        </p:nvSpPr>
        <p:spPr>
          <a:xfrm rot="-8833383">
            <a:off x="923277" y="4582056"/>
            <a:ext cx="1292676" cy="1177550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1">
  <p:cSld name="CUSTOM_6">
    <p:spTree>
      <p:nvGrpSpPr>
        <p:cNvPr id="5925" name="Shape 59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26" name="Google Shape;5926;p260"/>
          <p:cNvSpPr txBox="1"/>
          <p:nvPr>
            <p:ph hasCustomPrompt="1" type="title"/>
          </p:nvPr>
        </p:nvSpPr>
        <p:spPr>
          <a:xfrm>
            <a:off x="1453450" y="1418358"/>
            <a:ext cx="2751900" cy="1963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5927" name="Google Shape;5927;p260"/>
          <p:cNvSpPr txBox="1"/>
          <p:nvPr>
            <p:ph idx="2" type="title"/>
          </p:nvPr>
        </p:nvSpPr>
        <p:spPr>
          <a:xfrm>
            <a:off x="4862088" y="1676222"/>
            <a:ext cx="3149400" cy="718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5928" name="Google Shape;5928;p260"/>
          <p:cNvSpPr txBox="1"/>
          <p:nvPr>
            <p:ph idx="3" type="title"/>
          </p:nvPr>
        </p:nvSpPr>
        <p:spPr>
          <a:xfrm>
            <a:off x="4862088" y="2535068"/>
            <a:ext cx="3149400" cy="41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1600"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5929" name="Google Shape;5929;p260"/>
          <p:cNvSpPr/>
          <p:nvPr/>
        </p:nvSpPr>
        <p:spPr>
          <a:xfrm flipH="1" rot="10800000">
            <a:off x="-426183" y="4147653"/>
            <a:ext cx="4076399" cy="1099141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30" name="Google Shape;5930;p260"/>
          <p:cNvSpPr/>
          <p:nvPr/>
        </p:nvSpPr>
        <p:spPr>
          <a:xfrm rot="9900019">
            <a:off x="7095004" y="-874636"/>
            <a:ext cx="2599579" cy="2709000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31" name="Google Shape;5931;p260"/>
          <p:cNvSpPr/>
          <p:nvPr/>
        </p:nvSpPr>
        <p:spPr>
          <a:xfrm rot="4851914">
            <a:off x="-1544179" y="-754466"/>
            <a:ext cx="3522283" cy="2810013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32" name="Google Shape;5932;p260"/>
          <p:cNvSpPr/>
          <p:nvPr/>
        </p:nvSpPr>
        <p:spPr>
          <a:xfrm flipH="1" rot="-5015029">
            <a:off x="7313217" y="3496321"/>
            <a:ext cx="2946331" cy="1214456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33" name="Google Shape;5933;p260"/>
          <p:cNvGrpSpPr/>
          <p:nvPr/>
        </p:nvGrpSpPr>
        <p:grpSpPr>
          <a:xfrm flipH="1" rot="-899970">
            <a:off x="1760784" y="4172269"/>
            <a:ext cx="215932" cy="195605"/>
            <a:chOff x="1640475" y="1197075"/>
            <a:chExt cx="55475" cy="50250"/>
          </a:xfrm>
        </p:grpSpPr>
        <p:sp>
          <p:nvSpPr>
            <p:cNvPr id="5934" name="Google Shape;5934;p26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26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26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7" name="Google Shape;5937;p260"/>
          <p:cNvGrpSpPr/>
          <p:nvPr/>
        </p:nvGrpSpPr>
        <p:grpSpPr>
          <a:xfrm flipH="1" rot="6649759">
            <a:off x="1641791" y="225957"/>
            <a:ext cx="279617" cy="253295"/>
            <a:chOff x="1640475" y="1197075"/>
            <a:chExt cx="55475" cy="50250"/>
          </a:xfrm>
        </p:grpSpPr>
        <p:sp>
          <p:nvSpPr>
            <p:cNvPr id="5938" name="Google Shape;5938;p26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26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26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41" name="Google Shape;5941;p260"/>
          <p:cNvSpPr/>
          <p:nvPr/>
        </p:nvSpPr>
        <p:spPr>
          <a:xfrm rot="-8678282">
            <a:off x="7640087" y="3913453"/>
            <a:ext cx="888103" cy="20804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42" name="Google Shape;5942;p260"/>
          <p:cNvSpPr/>
          <p:nvPr/>
        </p:nvSpPr>
        <p:spPr>
          <a:xfrm rot="4808201">
            <a:off x="359983" y="1957583"/>
            <a:ext cx="545173" cy="12771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43" name="Google Shape;5943;p260"/>
          <p:cNvGrpSpPr/>
          <p:nvPr/>
        </p:nvGrpSpPr>
        <p:grpSpPr>
          <a:xfrm flipH="1" rot="4499988">
            <a:off x="8640970" y="873713"/>
            <a:ext cx="290790" cy="263412"/>
            <a:chOff x="1640475" y="1197075"/>
            <a:chExt cx="55475" cy="50250"/>
          </a:xfrm>
        </p:grpSpPr>
        <p:sp>
          <p:nvSpPr>
            <p:cNvPr id="5944" name="Google Shape;5944;p26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26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26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TITLE_AND_BODY_1_1_1_1">
    <p:spTree>
      <p:nvGrpSpPr>
        <p:cNvPr id="5947" name="Shape 59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48" name="Google Shape;5948;p261"/>
          <p:cNvSpPr txBox="1"/>
          <p:nvPr>
            <p:ph idx="1" type="subTitle"/>
          </p:nvPr>
        </p:nvSpPr>
        <p:spPr>
          <a:xfrm flipH="1">
            <a:off x="1547694" y="3071081"/>
            <a:ext cx="3779400" cy="869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loria Hallelujah"/>
              <a:buNone/>
              <a:defRPr sz="16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949" name="Google Shape;5949;p261"/>
          <p:cNvSpPr txBox="1"/>
          <p:nvPr>
            <p:ph type="ctrTitle"/>
          </p:nvPr>
        </p:nvSpPr>
        <p:spPr>
          <a:xfrm flipH="1">
            <a:off x="1143650" y="1309006"/>
            <a:ext cx="4602300" cy="142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600"/>
              <a:buNone/>
              <a:defRPr sz="9600"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950" name="Google Shape;5950;p261"/>
          <p:cNvSpPr/>
          <p:nvPr/>
        </p:nvSpPr>
        <p:spPr>
          <a:xfrm>
            <a:off x="5548426" y="-346475"/>
            <a:ext cx="3877467" cy="1370005"/>
          </a:xfrm>
          <a:custGeom>
            <a:rect b="b" l="l" r="r" t="t"/>
            <a:pathLst>
              <a:path extrusionOk="0" h="8613" w="24377">
                <a:moveTo>
                  <a:pt x="22626" y="1"/>
                </a:moveTo>
                <a:cubicBezTo>
                  <a:pt x="22431" y="1"/>
                  <a:pt x="22241" y="55"/>
                  <a:pt x="22058" y="101"/>
                </a:cubicBezTo>
                <a:cubicBezTo>
                  <a:pt x="21511" y="238"/>
                  <a:pt x="20953" y="349"/>
                  <a:pt x="20391" y="439"/>
                </a:cubicBezTo>
                <a:cubicBezTo>
                  <a:pt x="18472" y="743"/>
                  <a:pt x="16508" y="793"/>
                  <a:pt x="14552" y="793"/>
                </a:cubicBezTo>
                <a:cubicBezTo>
                  <a:pt x="14183" y="793"/>
                  <a:pt x="13813" y="791"/>
                  <a:pt x="13445" y="789"/>
                </a:cubicBezTo>
                <a:cubicBezTo>
                  <a:pt x="11020" y="775"/>
                  <a:pt x="8592" y="763"/>
                  <a:pt x="6170" y="648"/>
                </a:cubicBezTo>
                <a:cubicBezTo>
                  <a:pt x="4959" y="590"/>
                  <a:pt x="3748" y="506"/>
                  <a:pt x="2545" y="383"/>
                </a:cubicBezTo>
                <a:cubicBezTo>
                  <a:pt x="2238" y="351"/>
                  <a:pt x="1932" y="316"/>
                  <a:pt x="1627" y="279"/>
                </a:cubicBezTo>
                <a:cubicBezTo>
                  <a:pt x="1398" y="252"/>
                  <a:pt x="1163" y="215"/>
                  <a:pt x="930" y="215"/>
                </a:cubicBezTo>
                <a:cubicBezTo>
                  <a:pt x="895" y="215"/>
                  <a:pt x="861" y="215"/>
                  <a:pt x="827" y="217"/>
                </a:cubicBezTo>
                <a:cubicBezTo>
                  <a:pt x="405" y="240"/>
                  <a:pt x="13" y="441"/>
                  <a:pt x="5" y="792"/>
                </a:cubicBezTo>
                <a:cubicBezTo>
                  <a:pt x="1" y="936"/>
                  <a:pt x="84" y="1057"/>
                  <a:pt x="235" y="1138"/>
                </a:cubicBezTo>
                <a:cubicBezTo>
                  <a:pt x="259" y="1152"/>
                  <a:pt x="283" y="1157"/>
                  <a:pt x="305" y="1157"/>
                </a:cubicBezTo>
                <a:cubicBezTo>
                  <a:pt x="307" y="1157"/>
                  <a:pt x="309" y="1157"/>
                  <a:pt x="311" y="1157"/>
                </a:cubicBezTo>
                <a:lnTo>
                  <a:pt x="311" y="1157"/>
                </a:lnTo>
                <a:cubicBezTo>
                  <a:pt x="180" y="1807"/>
                  <a:pt x="426" y="2480"/>
                  <a:pt x="944" y="3003"/>
                </a:cubicBezTo>
                <a:cubicBezTo>
                  <a:pt x="1219" y="3281"/>
                  <a:pt x="1569" y="3518"/>
                  <a:pt x="1974" y="3679"/>
                </a:cubicBezTo>
                <a:cubicBezTo>
                  <a:pt x="2424" y="3858"/>
                  <a:pt x="2928" y="3933"/>
                  <a:pt x="3430" y="3957"/>
                </a:cubicBezTo>
                <a:cubicBezTo>
                  <a:pt x="3565" y="3964"/>
                  <a:pt x="3702" y="3967"/>
                  <a:pt x="3838" y="3967"/>
                </a:cubicBezTo>
                <a:cubicBezTo>
                  <a:pt x="4389" y="3967"/>
                  <a:pt x="4946" y="3924"/>
                  <a:pt x="5497" y="3924"/>
                </a:cubicBezTo>
                <a:cubicBezTo>
                  <a:pt x="5880" y="3924"/>
                  <a:pt x="6260" y="3944"/>
                  <a:pt x="6634" y="4014"/>
                </a:cubicBezTo>
                <a:cubicBezTo>
                  <a:pt x="7452" y="4167"/>
                  <a:pt x="8044" y="4590"/>
                  <a:pt x="8476" y="5128"/>
                </a:cubicBezTo>
                <a:cubicBezTo>
                  <a:pt x="8889" y="5644"/>
                  <a:pt x="9168" y="6215"/>
                  <a:pt x="9504" y="6761"/>
                </a:cubicBezTo>
                <a:cubicBezTo>
                  <a:pt x="9818" y="7272"/>
                  <a:pt x="10194" y="7795"/>
                  <a:pt x="10779" y="8153"/>
                </a:cubicBezTo>
                <a:cubicBezTo>
                  <a:pt x="11306" y="8477"/>
                  <a:pt x="11931" y="8612"/>
                  <a:pt x="12573" y="8612"/>
                </a:cubicBezTo>
                <a:cubicBezTo>
                  <a:pt x="12917" y="8612"/>
                  <a:pt x="13266" y="8573"/>
                  <a:pt x="13607" y="8503"/>
                </a:cubicBezTo>
                <a:cubicBezTo>
                  <a:pt x="14755" y="8264"/>
                  <a:pt x="15723" y="7708"/>
                  <a:pt x="16790" y="7327"/>
                </a:cubicBezTo>
                <a:cubicBezTo>
                  <a:pt x="17672" y="7012"/>
                  <a:pt x="18645" y="6819"/>
                  <a:pt x="19621" y="6819"/>
                </a:cubicBezTo>
                <a:cubicBezTo>
                  <a:pt x="19841" y="6819"/>
                  <a:pt x="20062" y="6829"/>
                  <a:pt x="20281" y="6849"/>
                </a:cubicBezTo>
                <a:cubicBezTo>
                  <a:pt x="21290" y="6943"/>
                  <a:pt x="22275" y="7285"/>
                  <a:pt x="22992" y="7844"/>
                </a:cubicBezTo>
                <a:cubicBezTo>
                  <a:pt x="23170" y="7982"/>
                  <a:pt x="23328" y="8133"/>
                  <a:pt x="23467" y="8296"/>
                </a:cubicBezTo>
                <a:cubicBezTo>
                  <a:pt x="23495" y="8329"/>
                  <a:pt x="23541" y="8346"/>
                  <a:pt x="23587" y="8346"/>
                </a:cubicBezTo>
                <a:cubicBezTo>
                  <a:pt x="23643" y="8346"/>
                  <a:pt x="23698" y="8320"/>
                  <a:pt x="23718" y="8271"/>
                </a:cubicBezTo>
                <a:cubicBezTo>
                  <a:pt x="24376" y="6550"/>
                  <a:pt x="24252" y="4734"/>
                  <a:pt x="23880" y="2982"/>
                </a:cubicBezTo>
                <a:cubicBezTo>
                  <a:pt x="23786" y="2536"/>
                  <a:pt x="23676" y="2093"/>
                  <a:pt x="23557" y="1650"/>
                </a:cubicBezTo>
                <a:cubicBezTo>
                  <a:pt x="23441" y="1217"/>
                  <a:pt x="23343" y="773"/>
                  <a:pt x="23189" y="348"/>
                </a:cubicBezTo>
                <a:cubicBezTo>
                  <a:pt x="23127" y="176"/>
                  <a:pt x="22987" y="38"/>
                  <a:pt x="22748" y="8"/>
                </a:cubicBezTo>
                <a:cubicBezTo>
                  <a:pt x="22707" y="3"/>
                  <a:pt x="22666" y="1"/>
                  <a:pt x="22626" y="1"/>
                </a:cubicBezTo>
                <a:close/>
              </a:path>
            </a:pathLst>
          </a:custGeom>
          <a:solidFill>
            <a:schemeClr val="dk2">
              <a:alpha val="4776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1" name="Google Shape;5951;p261"/>
          <p:cNvSpPr/>
          <p:nvPr/>
        </p:nvSpPr>
        <p:spPr>
          <a:xfrm flipH="1" rot="5400000">
            <a:off x="-133350" y="-219449"/>
            <a:ext cx="2068926" cy="2074970"/>
          </a:xfrm>
          <a:custGeom>
            <a:rect b="b" l="l" r="r" t="t"/>
            <a:pathLst>
              <a:path extrusionOk="0" h="13045" w="13007">
                <a:moveTo>
                  <a:pt x="11086" y="1"/>
                </a:moveTo>
                <a:cubicBezTo>
                  <a:pt x="10136" y="1"/>
                  <a:pt x="9220" y="578"/>
                  <a:pt x="8514" y="1160"/>
                </a:cubicBezTo>
                <a:cubicBezTo>
                  <a:pt x="7734" y="1801"/>
                  <a:pt x="7147" y="2603"/>
                  <a:pt x="6690" y="3499"/>
                </a:cubicBezTo>
                <a:cubicBezTo>
                  <a:pt x="6269" y="4325"/>
                  <a:pt x="5846" y="5241"/>
                  <a:pt x="4914" y="5581"/>
                </a:cubicBezTo>
                <a:cubicBezTo>
                  <a:pt x="3974" y="5923"/>
                  <a:pt x="2923" y="5759"/>
                  <a:pt x="2005" y="6187"/>
                </a:cubicBezTo>
                <a:cubicBezTo>
                  <a:pt x="1188" y="6570"/>
                  <a:pt x="602" y="7349"/>
                  <a:pt x="329" y="8196"/>
                </a:cubicBezTo>
                <a:cubicBezTo>
                  <a:pt x="1" y="9208"/>
                  <a:pt x="140" y="10320"/>
                  <a:pt x="509" y="11301"/>
                </a:cubicBezTo>
                <a:cubicBezTo>
                  <a:pt x="597" y="11534"/>
                  <a:pt x="989" y="11993"/>
                  <a:pt x="1051" y="11993"/>
                </a:cubicBezTo>
                <a:cubicBezTo>
                  <a:pt x="1057" y="11993"/>
                  <a:pt x="1060" y="11988"/>
                  <a:pt x="1059" y="11977"/>
                </a:cubicBezTo>
                <a:lnTo>
                  <a:pt x="1059" y="11977"/>
                </a:lnTo>
                <a:cubicBezTo>
                  <a:pt x="1717" y="12454"/>
                  <a:pt x="2513" y="12576"/>
                  <a:pt x="3318" y="12576"/>
                </a:cubicBezTo>
                <a:cubicBezTo>
                  <a:pt x="3796" y="12576"/>
                  <a:pt x="4277" y="12533"/>
                  <a:pt x="4735" y="12495"/>
                </a:cubicBezTo>
                <a:cubicBezTo>
                  <a:pt x="5450" y="12436"/>
                  <a:pt x="6168" y="12406"/>
                  <a:pt x="6885" y="12406"/>
                </a:cubicBezTo>
                <a:cubicBezTo>
                  <a:pt x="7827" y="12406"/>
                  <a:pt x="8769" y="12458"/>
                  <a:pt x="9706" y="12564"/>
                </a:cubicBezTo>
                <a:cubicBezTo>
                  <a:pt x="10641" y="12670"/>
                  <a:pt x="11568" y="12831"/>
                  <a:pt x="12485" y="13041"/>
                </a:cubicBezTo>
                <a:cubicBezTo>
                  <a:pt x="12495" y="13043"/>
                  <a:pt x="12505" y="13045"/>
                  <a:pt x="12515" y="13045"/>
                </a:cubicBezTo>
                <a:cubicBezTo>
                  <a:pt x="12578" y="13045"/>
                  <a:pt x="12630" y="12997"/>
                  <a:pt x="12632" y="12929"/>
                </a:cubicBezTo>
                <a:lnTo>
                  <a:pt x="12879" y="5509"/>
                </a:lnTo>
                <a:cubicBezTo>
                  <a:pt x="12900" y="4891"/>
                  <a:pt x="12920" y="4272"/>
                  <a:pt x="12940" y="3654"/>
                </a:cubicBezTo>
                <a:cubicBezTo>
                  <a:pt x="12960" y="3073"/>
                  <a:pt x="13006" y="2485"/>
                  <a:pt x="12985" y="1903"/>
                </a:cubicBezTo>
                <a:cubicBezTo>
                  <a:pt x="12967" y="1412"/>
                  <a:pt x="12856" y="914"/>
                  <a:pt x="12502" y="551"/>
                </a:cubicBezTo>
                <a:cubicBezTo>
                  <a:pt x="12188" y="228"/>
                  <a:pt x="11746" y="54"/>
                  <a:pt x="11303" y="11"/>
                </a:cubicBezTo>
                <a:cubicBezTo>
                  <a:pt x="11230" y="4"/>
                  <a:pt x="11158" y="1"/>
                  <a:pt x="11086" y="1"/>
                </a:cubicBezTo>
                <a:close/>
              </a:path>
            </a:pathLst>
          </a:custGeom>
          <a:solidFill>
            <a:schemeClr val="accent1">
              <a:alpha val="598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2" name="Google Shape;5952;p261"/>
          <p:cNvSpPr/>
          <p:nvPr/>
        </p:nvSpPr>
        <p:spPr>
          <a:xfrm flipH="1" rot="10800000">
            <a:off x="-59881" y="4256559"/>
            <a:ext cx="2299567" cy="1009729"/>
          </a:xfrm>
          <a:custGeom>
            <a:rect b="b" l="l" r="r" t="t"/>
            <a:pathLst>
              <a:path extrusionOk="0" h="6348" w="14457">
                <a:moveTo>
                  <a:pt x="0" y="1"/>
                </a:moveTo>
                <a:lnTo>
                  <a:pt x="0" y="6160"/>
                </a:lnTo>
                <a:cubicBezTo>
                  <a:pt x="307" y="6283"/>
                  <a:pt x="641" y="6348"/>
                  <a:pt x="972" y="6348"/>
                </a:cubicBezTo>
                <a:cubicBezTo>
                  <a:pt x="1431" y="6348"/>
                  <a:pt x="1886" y="6223"/>
                  <a:pt x="2259" y="5957"/>
                </a:cubicBezTo>
                <a:cubicBezTo>
                  <a:pt x="2971" y="5450"/>
                  <a:pt x="3272" y="4560"/>
                  <a:pt x="3620" y="3758"/>
                </a:cubicBezTo>
                <a:cubicBezTo>
                  <a:pt x="3967" y="2955"/>
                  <a:pt x="4504" y="2110"/>
                  <a:pt x="5362" y="1938"/>
                </a:cubicBezTo>
                <a:cubicBezTo>
                  <a:pt x="5472" y="1916"/>
                  <a:pt x="5582" y="1906"/>
                  <a:pt x="5692" y="1906"/>
                </a:cubicBezTo>
                <a:cubicBezTo>
                  <a:pt x="6160" y="1906"/>
                  <a:pt x="6628" y="2081"/>
                  <a:pt x="7080" y="2232"/>
                </a:cubicBezTo>
                <a:cubicBezTo>
                  <a:pt x="7585" y="2401"/>
                  <a:pt x="8141" y="2535"/>
                  <a:pt x="8672" y="2535"/>
                </a:cubicBezTo>
                <a:cubicBezTo>
                  <a:pt x="9138" y="2535"/>
                  <a:pt x="9586" y="2431"/>
                  <a:pt x="9965" y="2156"/>
                </a:cubicBezTo>
                <a:cubicBezTo>
                  <a:pt x="10504" y="1765"/>
                  <a:pt x="10846" y="1060"/>
                  <a:pt x="11419" y="789"/>
                </a:cubicBezTo>
                <a:lnTo>
                  <a:pt x="11420" y="789"/>
                </a:lnTo>
                <a:cubicBezTo>
                  <a:pt x="11436" y="781"/>
                  <a:pt x="11452" y="774"/>
                  <a:pt x="11469" y="767"/>
                </a:cubicBezTo>
                <a:cubicBezTo>
                  <a:pt x="11544" y="736"/>
                  <a:pt x="11623" y="712"/>
                  <a:pt x="11706" y="696"/>
                </a:cubicBezTo>
                <a:cubicBezTo>
                  <a:pt x="11777" y="683"/>
                  <a:pt x="11848" y="678"/>
                  <a:pt x="11919" y="678"/>
                </a:cubicBezTo>
                <a:cubicBezTo>
                  <a:pt x="12271" y="678"/>
                  <a:pt x="12623" y="809"/>
                  <a:pt x="12978" y="824"/>
                </a:cubicBezTo>
                <a:cubicBezTo>
                  <a:pt x="12999" y="824"/>
                  <a:pt x="13020" y="825"/>
                  <a:pt x="13041" y="825"/>
                </a:cubicBezTo>
                <a:cubicBezTo>
                  <a:pt x="13511" y="825"/>
                  <a:pt x="13977" y="611"/>
                  <a:pt x="14281" y="253"/>
                </a:cubicBezTo>
                <a:cubicBezTo>
                  <a:pt x="14348" y="175"/>
                  <a:pt x="14407" y="90"/>
                  <a:pt x="14457" y="1"/>
                </a:cubicBezTo>
                <a:close/>
              </a:path>
            </a:pathLst>
          </a:custGeom>
          <a:solidFill>
            <a:schemeClr val="lt2">
              <a:alpha val="500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3" name="Google Shape;5953;p261"/>
          <p:cNvSpPr/>
          <p:nvPr/>
        </p:nvSpPr>
        <p:spPr>
          <a:xfrm flipH="1">
            <a:off x="5320140" y="3198044"/>
            <a:ext cx="4163302" cy="2268390"/>
          </a:xfrm>
          <a:custGeom>
            <a:rect b="b" l="l" r="r" t="t"/>
            <a:pathLst>
              <a:path extrusionOk="0" h="14261" w="26174">
                <a:moveTo>
                  <a:pt x="4863" y="0"/>
                </a:moveTo>
                <a:cubicBezTo>
                  <a:pt x="4600" y="0"/>
                  <a:pt x="4337" y="25"/>
                  <a:pt x="4079" y="86"/>
                </a:cubicBezTo>
                <a:cubicBezTo>
                  <a:pt x="3577" y="206"/>
                  <a:pt x="3127" y="469"/>
                  <a:pt x="2736" y="803"/>
                </a:cubicBezTo>
                <a:cubicBezTo>
                  <a:pt x="1930" y="1492"/>
                  <a:pt x="1836" y="3135"/>
                  <a:pt x="799" y="3280"/>
                </a:cubicBezTo>
                <a:cubicBezTo>
                  <a:pt x="128" y="3374"/>
                  <a:pt x="0" y="4462"/>
                  <a:pt x="66" y="4462"/>
                </a:cubicBezTo>
                <a:cubicBezTo>
                  <a:pt x="68" y="4462"/>
                  <a:pt x="70" y="4461"/>
                  <a:pt x="72" y="4459"/>
                </a:cubicBezTo>
                <a:lnTo>
                  <a:pt x="72" y="4459"/>
                </a:lnTo>
                <a:cubicBezTo>
                  <a:pt x="67" y="5698"/>
                  <a:pt x="63" y="6939"/>
                  <a:pt x="59" y="8179"/>
                </a:cubicBezTo>
                <a:cubicBezTo>
                  <a:pt x="56" y="8831"/>
                  <a:pt x="53" y="9483"/>
                  <a:pt x="51" y="10135"/>
                </a:cubicBezTo>
                <a:cubicBezTo>
                  <a:pt x="50" y="10457"/>
                  <a:pt x="49" y="10777"/>
                  <a:pt x="48" y="11099"/>
                </a:cubicBezTo>
                <a:cubicBezTo>
                  <a:pt x="47" y="11393"/>
                  <a:pt x="48" y="11687"/>
                  <a:pt x="100" y="11976"/>
                </a:cubicBezTo>
                <a:cubicBezTo>
                  <a:pt x="186" y="12456"/>
                  <a:pt x="458" y="12928"/>
                  <a:pt x="933" y="13108"/>
                </a:cubicBezTo>
                <a:cubicBezTo>
                  <a:pt x="1033" y="13146"/>
                  <a:pt x="1145" y="13169"/>
                  <a:pt x="1252" y="13169"/>
                </a:cubicBezTo>
                <a:cubicBezTo>
                  <a:pt x="1254" y="13169"/>
                  <a:pt x="1257" y="13169"/>
                  <a:pt x="1259" y="13169"/>
                </a:cubicBezTo>
                <a:cubicBezTo>
                  <a:pt x="1388" y="13167"/>
                  <a:pt x="1479" y="13054"/>
                  <a:pt x="1583" y="12989"/>
                </a:cubicBezTo>
                <a:cubicBezTo>
                  <a:pt x="1788" y="12861"/>
                  <a:pt x="2013" y="12777"/>
                  <a:pt x="2247" y="12724"/>
                </a:cubicBezTo>
                <a:cubicBezTo>
                  <a:pt x="2483" y="12671"/>
                  <a:pt x="2724" y="12651"/>
                  <a:pt x="2966" y="12651"/>
                </a:cubicBezTo>
                <a:cubicBezTo>
                  <a:pt x="3233" y="12651"/>
                  <a:pt x="3501" y="12676"/>
                  <a:pt x="3763" y="12707"/>
                </a:cubicBezTo>
                <a:cubicBezTo>
                  <a:pt x="4310" y="12772"/>
                  <a:pt x="4853" y="12875"/>
                  <a:pt x="5400" y="12938"/>
                </a:cubicBezTo>
                <a:cubicBezTo>
                  <a:pt x="6669" y="13085"/>
                  <a:pt x="7946" y="13111"/>
                  <a:pt x="9219" y="13205"/>
                </a:cubicBezTo>
                <a:cubicBezTo>
                  <a:pt x="9860" y="13253"/>
                  <a:pt x="10500" y="13317"/>
                  <a:pt x="11134" y="13424"/>
                </a:cubicBezTo>
                <a:cubicBezTo>
                  <a:pt x="11749" y="13526"/>
                  <a:pt x="12358" y="13663"/>
                  <a:pt x="12967" y="13796"/>
                </a:cubicBezTo>
                <a:cubicBezTo>
                  <a:pt x="14136" y="14051"/>
                  <a:pt x="15300" y="14261"/>
                  <a:pt x="16498" y="14261"/>
                </a:cubicBezTo>
                <a:cubicBezTo>
                  <a:pt x="16552" y="14261"/>
                  <a:pt x="16606" y="14260"/>
                  <a:pt x="16660" y="14259"/>
                </a:cubicBezTo>
                <a:cubicBezTo>
                  <a:pt x="17953" y="14238"/>
                  <a:pt x="19236" y="14050"/>
                  <a:pt x="20525" y="13980"/>
                </a:cubicBezTo>
                <a:cubicBezTo>
                  <a:pt x="21615" y="13919"/>
                  <a:pt x="22718" y="13973"/>
                  <a:pt x="23796" y="13769"/>
                </a:cubicBezTo>
                <a:cubicBezTo>
                  <a:pt x="24313" y="13670"/>
                  <a:pt x="24820" y="13506"/>
                  <a:pt x="25277" y="13242"/>
                </a:cubicBezTo>
                <a:cubicBezTo>
                  <a:pt x="25711" y="12992"/>
                  <a:pt x="26148" y="12628"/>
                  <a:pt x="26165" y="12087"/>
                </a:cubicBezTo>
                <a:cubicBezTo>
                  <a:pt x="26174" y="11806"/>
                  <a:pt x="26071" y="11536"/>
                  <a:pt x="25960" y="11284"/>
                </a:cubicBezTo>
                <a:cubicBezTo>
                  <a:pt x="25831" y="10995"/>
                  <a:pt x="25692" y="10711"/>
                  <a:pt x="25556" y="10424"/>
                </a:cubicBezTo>
                <a:cubicBezTo>
                  <a:pt x="25280" y="9836"/>
                  <a:pt x="25017" y="9241"/>
                  <a:pt x="24726" y="8660"/>
                </a:cubicBezTo>
                <a:cubicBezTo>
                  <a:pt x="24617" y="8443"/>
                  <a:pt x="24475" y="8244"/>
                  <a:pt x="24244" y="8148"/>
                </a:cubicBezTo>
                <a:cubicBezTo>
                  <a:pt x="23992" y="8043"/>
                  <a:pt x="23700" y="8056"/>
                  <a:pt x="23431" y="8053"/>
                </a:cubicBezTo>
                <a:cubicBezTo>
                  <a:pt x="23345" y="8052"/>
                  <a:pt x="23259" y="8052"/>
                  <a:pt x="23173" y="8052"/>
                </a:cubicBezTo>
                <a:cubicBezTo>
                  <a:pt x="22618" y="8052"/>
                  <a:pt x="22062" y="8075"/>
                  <a:pt x="21508" y="8122"/>
                </a:cubicBezTo>
                <a:cubicBezTo>
                  <a:pt x="20999" y="8165"/>
                  <a:pt x="20489" y="8243"/>
                  <a:pt x="19978" y="8243"/>
                </a:cubicBezTo>
                <a:cubicBezTo>
                  <a:pt x="19867" y="8243"/>
                  <a:pt x="19756" y="8239"/>
                  <a:pt x="19645" y="8231"/>
                </a:cubicBezTo>
                <a:cubicBezTo>
                  <a:pt x="19110" y="8189"/>
                  <a:pt x="18609" y="8002"/>
                  <a:pt x="18163" y="7708"/>
                </a:cubicBezTo>
                <a:cubicBezTo>
                  <a:pt x="17269" y="7121"/>
                  <a:pt x="16691" y="6224"/>
                  <a:pt x="16067" y="5381"/>
                </a:cubicBezTo>
                <a:cubicBezTo>
                  <a:pt x="15751" y="4955"/>
                  <a:pt x="15397" y="4546"/>
                  <a:pt x="14929" y="4285"/>
                </a:cubicBezTo>
                <a:cubicBezTo>
                  <a:pt x="14463" y="4025"/>
                  <a:pt x="13935" y="3920"/>
                  <a:pt x="13408" y="3879"/>
                </a:cubicBezTo>
                <a:cubicBezTo>
                  <a:pt x="13154" y="3860"/>
                  <a:pt x="12899" y="3855"/>
                  <a:pt x="12643" y="3855"/>
                </a:cubicBezTo>
                <a:cubicBezTo>
                  <a:pt x="12450" y="3855"/>
                  <a:pt x="12257" y="3858"/>
                  <a:pt x="12064" y="3858"/>
                </a:cubicBezTo>
                <a:cubicBezTo>
                  <a:pt x="11487" y="3858"/>
                  <a:pt x="10912" y="3836"/>
                  <a:pt x="10354" y="3664"/>
                </a:cubicBezTo>
                <a:cubicBezTo>
                  <a:pt x="9893" y="3522"/>
                  <a:pt x="9465" y="3265"/>
                  <a:pt x="9185" y="2863"/>
                </a:cubicBezTo>
                <a:cubicBezTo>
                  <a:pt x="8887" y="2436"/>
                  <a:pt x="8747" y="1924"/>
                  <a:pt x="8473" y="1483"/>
                </a:cubicBezTo>
                <a:cubicBezTo>
                  <a:pt x="7915" y="585"/>
                  <a:pt x="6844" y="273"/>
                  <a:pt x="5861" y="99"/>
                </a:cubicBezTo>
                <a:cubicBezTo>
                  <a:pt x="5533" y="41"/>
                  <a:pt x="5197" y="0"/>
                  <a:pt x="4863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4" name="Google Shape;5954;p261"/>
          <p:cNvSpPr/>
          <p:nvPr/>
        </p:nvSpPr>
        <p:spPr>
          <a:xfrm rot="2024276">
            <a:off x="8351633" y="1663617"/>
            <a:ext cx="755189" cy="176929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5" name="Google Shape;5955;p261"/>
          <p:cNvSpPr/>
          <p:nvPr/>
        </p:nvSpPr>
        <p:spPr>
          <a:xfrm>
            <a:off x="7073440" y="-275926"/>
            <a:ext cx="1292661" cy="1177544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56" name="Google Shape;5956;p261"/>
          <p:cNvGrpSpPr/>
          <p:nvPr/>
        </p:nvGrpSpPr>
        <p:grpSpPr>
          <a:xfrm>
            <a:off x="8144336" y="3252147"/>
            <a:ext cx="221772" cy="200884"/>
            <a:chOff x="1640475" y="1197075"/>
            <a:chExt cx="55475" cy="50250"/>
          </a:xfrm>
        </p:grpSpPr>
        <p:sp>
          <p:nvSpPr>
            <p:cNvPr id="5957" name="Google Shape;5957;p26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26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26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0" name="Google Shape;5960;p261"/>
          <p:cNvGrpSpPr/>
          <p:nvPr/>
        </p:nvGrpSpPr>
        <p:grpSpPr>
          <a:xfrm flipH="1" rot="7529702">
            <a:off x="460810" y="487975"/>
            <a:ext cx="221773" cy="200885"/>
            <a:chOff x="1640475" y="1197075"/>
            <a:chExt cx="55475" cy="50250"/>
          </a:xfrm>
        </p:grpSpPr>
        <p:sp>
          <p:nvSpPr>
            <p:cNvPr id="5961" name="Google Shape;5961;p26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26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26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4" name="Google Shape;5964;p261"/>
          <p:cNvGrpSpPr/>
          <p:nvPr/>
        </p:nvGrpSpPr>
        <p:grpSpPr>
          <a:xfrm>
            <a:off x="1648299" y="4503035"/>
            <a:ext cx="221772" cy="200884"/>
            <a:chOff x="1640475" y="1197075"/>
            <a:chExt cx="55475" cy="50250"/>
          </a:xfrm>
        </p:grpSpPr>
        <p:sp>
          <p:nvSpPr>
            <p:cNvPr id="5965" name="Google Shape;5965;p26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26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26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8" name="Google Shape;5968;p261"/>
          <p:cNvGrpSpPr/>
          <p:nvPr/>
        </p:nvGrpSpPr>
        <p:grpSpPr>
          <a:xfrm>
            <a:off x="7209124" y="114872"/>
            <a:ext cx="221772" cy="200884"/>
            <a:chOff x="1640475" y="1197075"/>
            <a:chExt cx="55475" cy="50250"/>
          </a:xfrm>
        </p:grpSpPr>
        <p:sp>
          <p:nvSpPr>
            <p:cNvPr id="5969" name="Google Shape;5969;p26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26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26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2" name="Google Shape;5972;p261"/>
          <p:cNvGrpSpPr/>
          <p:nvPr/>
        </p:nvGrpSpPr>
        <p:grpSpPr>
          <a:xfrm rot="10468240">
            <a:off x="1819739" y="114875"/>
            <a:ext cx="221772" cy="200884"/>
            <a:chOff x="1640475" y="1197075"/>
            <a:chExt cx="55475" cy="50250"/>
          </a:xfrm>
        </p:grpSpPr>
        <p:sp>
          <p:nvSpPr>
            <p:cNvPr id="5973" name="Google Shape;5973;p26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26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26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76" name="Google Shape;5976;p261"/>
          <p:cNvSpPr/>
          <p:nvPr/>
        </p:nvSpPr>
        <p:spPr>
          <a:xfrm rot="-1439237">
            <a:off x="229358" y="4354592"/>
            <a:ext cx="755196" cy="17693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7" name="Google Shape;5977;p261"/>
          <p:cNvSpPr/>
          <p:nvPr/>
        </p:nvSpPr>
        <p:spPr>
          <a:xfrm flipH="1" rot="6471385">
            <a:off x="8124343" y="4299394"/>
            <a:ext cx="1292668" cy="1177548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78" name="Google Shape;5978;p261"/>
          <p:cNvGrpSpPr/>
          <p:nvPr/>
        </p:nvGrpSpPr>
        <p:grpSpPr>
          <a:xfrm rot="3155490">
            <a:off x="6966697" y="4660972"/>
            <a:ext cx="221774" cy="200886"/>
            <a:chOff x="1640475" y="1197075"/>
            <a:chExt cx="55475" cy="50250"/>
          </a:xfrm>
        </p:grpSpPr>
        <p:sp>
          <p:nvSpPr>
            <p:cNvPr id="5979" name="Google Shape;5979;p26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26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26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2" name="Google Shape;5982;p261"/>
          <p:cNvGrpSpPr/>
          <p:nvPr/>
        </p:nvGrpSpPr>
        <p:grpSpPr>
          <a:xfrm rot="-5400064">
            <a:off x="6187029" y="2959875"/>
            <a:ext cx="297246" cy="269250"/>
            <a:chOff x="1640475" y="1197075"/>
            <a:chExt cx="55475" cy="50250"/>
          </a:xfrm>
        </p:grpSpPr>
        <p:sp>
          <p:nvSpPr>
            <p:cNvPr id="5983" name="Google Shape;5983;p261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261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261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SECTION_TITLE_AND_DESCRIPTION_1">
    <p:spTree>
      <p:nvGrpSpPr>
        <p:cNvPr id="5986" name="Shape 59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87" name="Google Shape;5987;p262"/>
          <p:cNvSpPr/>
          <p:nvPr/>
        </p:nvSpPr>
        <p:spPr>
          <a:xfrm rot="10800000">
            <a:off x="5503960" y="-195863"/>
            <a:ext cx="3782139" cy="1779867"/>
          </a:xfrm>
          <a:custGeom>
            <a:rect b="b" l="l" r="r" t="t"/>
            <a:pathLst>
              <a:path extrusionOk="0" h="11204" w="23808">
                <a:moveTo>
                  <a:pt x="1601" y="1"/>
                </a:moveTo>
                <a:cubicBezTo>
                  <a:pt x="1055" y="1"/>
                  <a:pt x="506" y="115"/>
                  <a:pt x="0" y="332"/>
                </a:cubicBezTo>
                <a:lnTo>
                  <a:pt x="0" y="11204"/>
                </a:lnTo>
                <a:lnTo>
                  <a:pt x="23808" y="11204"/>
                </a:lnTo>
                <a:cubicBezTo>
                  <a:pt x="23725" y="11045"/>
                  <a:pt x="23628" y="10895"/>
                  <a:pt x="23519" y="10757"/>
                </a:cubicBezTo>
                <a:cubicBezTo>
                  <a:pt x="23017" y="10126"/>
                  <a:pt x="22249" y="9748"/>
                  <a:pt x="21476" y="9748"/>
                </a:cubicBezTo>
                <a:cubicBezTo>
                  <a:pt x="21442" y="9748"/>
                  <a:pt x="21408" y="9749"/>
                  <a:pt x="21374" y="9751"/>
                </a:cubicBezTo>
                <a:cubicBezTo>
                  <a:pt x="20787" y="9776"/>
                  <a:pt x="20207" y="10007"/>
                  <a:pt x="19629" y="10007"/>
                </a:cubicBezTo>
                <a:cubicBezTo>
                  <a:pt x="19512" y="10007"/>
                  <a:pt x="19395" y="9998"/>
                  <a:pt x="19278" y="9975"/>
                </a:cubicBezTo>
                <a:cubicBezTo>
                  <a:pt x="19140" y="9948"/>
                  <a:pt x="19009" y="9906"/>
                  <a:pt x="18886" y="9850"/>
                </a:cubicBezTo>
                <a:cubicBezTo>
                  <a:pt x="18859" y="9838"/>
                  <a:pt x="18832" y="9826"/>
                  <a:pt x="18806" y="9811"/>
                </a:cubicBezTo>
                <a:cubicBezTo>
                  <a:pt x="17861" y="9333"/>
                  <a:pt x="17298" y="8089"/>
                  <a:pt x="16410" y="7398"/>
                </a:cubicBezTo>
                <a:cubicBezTo>
                  <a:pt x="15787" y="6913"/>
                  <a:pt x="15050" y="6730"/>
                  <a:pt x="14282" y="6730"/>
                </a:cubicBezTo>
                <a:cubicBezTo>
                  <a:pt x="13407" y="6730"/>
                  <a:pt x="12492" y="6967"/>
                  <a:pt x="11660" y="7265"/>
                </a:cubicBezTo>
                <a:cubicBezTo>
                  <a:pt x="10916" y="7531"/>
                  <a:pt x="10145" y="7839"/>
                  <a:pt x="9375" y="7839"/>
                </a:cubicBezTo>
                <a:cubicBezTo>
                  <a:pt x="9193" y="7839"/>
                  <a:pt x="9011" y="7822"/>
                  <a:pt x="8830" y="7783"/>
                </a:cubicBezTo>
                <a:cubicBezTo>
                  <a:pt x="7417" y="7481"/>
                  <a:pt x="6534" y="5988"/>
                  <a:pt x="5961" y="4572"/>
                </a:cubicBezTo>
                <a:cubicBezTo>
                  <a:pt x="5388" y="3156"/>
                  <a:pt x="4892" y="1585"/>
                  <a:pt x="3719" y="690"/>
                </a:cubicBezTo>
                <a:cubicBezTo>
                  <a:pt x="3105" y="220"/>
                  <a:pt x="2357" y="1"/>
                  <a:pt x="1601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8" name="Google Shape;5988;p262"/>
          <p:cNvSpPr/>
          <p:nvPr/>
        </p:nvSpPr>
        <p:spPr>
          <a:xfrm rot="10800000">
            <a:off x="6095615" y="3584390"/>
            <a:ext cx="3260760" cy="1799884"/>
          </a:xfrm>
          <a:custGeom>
            <a:rect b="b" l="l" r="r" t="t"/>
            <a:pathLst>
              <a:path extrusionOk="0" h="11330" w="20526">
                <a:moveTo>
                  <a:pt x="12939" y="1"/>
                </a:moveTo>
                <a:cubicBezTo>
                  <a:pt x="11999" y="1"/>
                  <a:pt x="11086" y="167"/>
                  <a:pt x="10169" y="370"/>
                </a:cubicBezTo>
                <a:cubicBezTo>
                  <a:pt x="9691" y="476"/>
                  <a:pt x="9213" y="584"/>
                  <a:pt x="8731" y="667"/>
                </a:cubicBezTo>
                <a:cubicBezTo>
                  <a:pt x="8234" y="750"/>
                  <a:pt x="7732" y="802"/>
                  <a:pt x="7229" y="839"/>
                </a:cubicBezTo>
                <a:cubicBezTo>
                  <a:pt x="6231" y="913"/>
                  <a:pt x="5230" y="935"/>
                  <a:pt x="4235" y="1052"/>
                </a:cubicBezTo>
                <a:cubicBezTo>
                  <a:pt x="3806" y="1102"/>
                  <a:pt x="3380" y="1184"/>
                  <a:pt x="2951" y="1235"/>
                </a:cubicBezTo>
                <a:cubicBezTo>
                  <a:pt x="2746" y="1260"/>
                  <a:pt x="2537" y="1279"/>
                  <a:pt x="2328" y="1279"/>
                </a:cubicBezTo>
                <a:cubicBezTo>
                  <a:pt x="2138" y="1279"/>
                  <a:pt x="1948" y="1263"/>
                  <a:pt x="1762" y="1222"/>
                </a:cubicBezTo>
                <a:cubicBezTo>
                  <a:pt x="1578" y="1180"/>
                  <a:pt x="1402" y="1113"/>
                  <a:pt x="1242" y="1012"/>
                </a:cubicBezTo>
                <a:cubicBezTo>
                  <a:pt x="1161" y="960"/>
                  <a:pt x="1089" y="870"/>
                  <a:pt x="988" y="868"/>
                </a:cubicBezTo>
                <a:cubicBezTo>
                  <a:pt x="985" y="868"/>
                  <a:pt x="983" y="868"/>
                  <a:pt x="981" y="868"/>
                </a:cubicBezTo>
                <a:cubicBezTo>
                  <a:pt x="897" y="868"/>
                  <a:pt x="810" y="887"/>
                  <a:pt x="732" y="917"/>
                </a:cubicBezTo>
                <a:cubicBezTo>
                  <a:pt x="360" y="1060"/>
                  <a:pt x="147" y="1435"/>
                  <a:pt x="79" y="1816"/>
                </a:cubicBezTo>
                <a:cubicBezTo>
                  <a:pt x="38" y="2046"/>
                  <a:pt x="37" y="2279"/>
                  <a:pt x="38" y="2512"/>
                </a:cubicBezTo>
                <a:cubicBezTo>
                  <a:pt x="38" y="2767"/>
                  <a:pt x="39" y="3024"/>
                  <a:pt x="40" y="3279"/>
                </a:cubicBezTo>
                <a:cubicBezTo>
                  <a:pt x="42" y="3797"/>
                  <a:pt x="44" y="4315"/>
                  <a:pt x="46" y="4833"/>
                </a:cubicBezTo>
                <a:cubicBezTo>
                  <a:pt x="50" y="5817"/>
                  <a:pt x="54" y="6803"/>
                  <a:pt x="57" y="7787"/>
                </a:cubicBezTo>
                <a:cubicBezTo>
                  <a:pt x="55" y="7786"/>
                  <a:pt x="54" y="7785"/>
                  <a:pt x="52" y="7785"/>
                </a:cubicBezTo>
                <a:cubicBezTo>
                  <a:pt x="0" y="7785"/>
                  <a:pt x="101" y="8649"/>
                  <a:pt x="628" y="8724"/>
                </a:cubicBezTo>
                <a:cubicBezTo>
                  <a:pt x="1441" y="8840"/>
                  <a:pt x="1514" y="10145"/>
                  <a:pt x="2146" y="10693"/>
                </a:cubicBezTo>
                <a:cubicBezTo>
                  <a:pt x="2452" y="10957"/>
                  <a:pt x="2805" y="11167"/>
                  <a:pt x="3199" y="11261"/>
                </a:cubicBezTo>
                <a:cubicBezTo>
                  <a:pt x="3402" y="11310"/>
                  <a:pt x="3609" y="11330"/>
                  <a:pt x="3816" y="11330"/>
                </a:cubicBezTo>
                <a:cubicBezTo>
                  <a:pt x="4077" y="11330"/>
                  <a:pt x="4340" y="11298"/>
                  <a:pt x="4597" y="11251"/>
                </a:cubicBezTo>
                <a:cubicBezTo>
                  <a:pt x="5367" y="11113"/>
                  <a:pt x="6207" y="10865"/>
                  <a:pt x="6645" y="10152"/>
                </a:cubicBezTo>
                <a:cubicBezTo>
                  <a:pt x="6859" y="9801"/>
                  <a:pt x="6970" y="9395"/>
                  <a:pt x="7203" y="9055"/>
                </a:cubicBezTo>
                <a:cubicBezTo>
                  <a:pt x="7421" y="8736"/>
                  <a:pt x="7758" y="8532"/>
                  <a:pt x="8120" y="8419"/>
                </a:cubicBezTo>
                <a:cubicBezTo>
                  <a:pt x="8559" y="8282"/>
                  <a:pt x="9011" y="8265"/>
                  <a:pt x="9465" y="8265"/>
                </a:cubicBezTo>
                <a:cubicBezTo>
                  <a:pt x="9615" y="8265"/>
                  <a:pt x="9765" y="8267"/>
                  <a:pt x="9915" y="8267"/>
                </a:cubicBezTo>
                <a:cubicBezTo>
                  <a:pt x="10115" y="8267"/>
                  <a:pt x="10316" y="8264"/>
                  <a:pt x="10515" y="8248"/>
                </a:cubicBezTo>
                <a:cubicBezTo>
                  <a:pt x="10927" y="8216"/>
                  <a:pt x="11342" y="8132"/>
                  <a:pt x="11707" y="7927"/>
                </a:cubicBezTo>
                <a:cubicBezTo>
                  <a:pt x="12074" y="7718"/>
                  <a:pt x="12352" y="7394"/>
                  <a:pt x="12600" y="7055"/>
                </a:cubicBezTo>
                <a:cubicBezTo>
                  <a:pt x="13089" y="6385"/>
                  <a:pt x="13543" y="5673"/>
                  <a:pt x="14244" y="5207"/>
                </a:cubicBezTo>
                <a:cubicBezTo>
                  <a:pt x="14594" y="4972"/>
                  <a:pt x="14986" y="4825"/>
                  <a:pt x="15405" y="4792"/>
                </a:cubicBezTo>
                <a:cubicBezTo>
                  <a:pt x="15494" y="4785"/>
                  <a:pt x="15582" y="4782"/>
                  <a:pt x="15670" y="4782"/>
                </a:cubicBezTo>
                <a:cubicBezTo>
                  <a:pt x="16070" y="4782"/>
                  <a:pt x="16469" y="4843"/>
                  <a:pt x="16866" y="4877"/>
                </a:cubicBezTo>
                <a:cubicBezTo>
                  <a:pt x="17302" y="4915"/>
                  <a:pt x="17740" y="4933"/>
                  <a:pt x="18178" y="4933"/>
                </a:cubicBezTo>
                <a:cubicBezTo>
                  <a:pt x="18243" y="4933"/>
                  <a:pt x="18309" y="4933"/>
                  <a:pt x="18374" y="4932"/>
                </a:cubicBezTo>
                <a:cubicBezTo>
                  <a:pt x="18585" y="4929"/>
                  <a:pt x="18814" y="4941"/>
                  <a:pt x="19012" y="4857"/>
                </a:cubicBezTo>
                <a:cubicBezTo>
                  <a:pt x="19193" y="4780"/>
                  <a:pt x="19305" y="4623"/>
                  <a:pt x="19390" y="4450"/>
                </a:cubicBezTo>
                <a:cubicBezTo>
                  <a:pt x="19618" y="3989"/>
                  <a:pt x="19825" y="3515"/>
                  <a:pt x="20041" y="3049"/>
                </a:cubicBezTo>
                <a:cubicBezTo>
                  <a:pt x="20147" y="2821"/>
                  <a:pt x="20256" y="2595"/>
                  <a:pt x="20357" y="2365"/>
                </a:cubicBezTo>
                <a:cubicBezTo>
                  <a:pt x="20444" y="2165"/>
                  <a:pt x="20525" y="1951"/>
                  <a:pt x="20518" y="1728"/>
                </a:cubicBezTo>
                <a:cubicBezTo>
                  <a:pt x="20505" y="1297"/>
                  <a:pt x="20161" y="1008"/>
                  <a:pt x="19822" y="810"/>
                </a:cubicBezTo>
                <a:cubicBezTo>
                  <a:pt x="19463" y="601"/>
                  <a:pt x="19065" y="469"/>
                  <a:pt x="18660" y="392"/>
                </a:cubicBezTo>
                <a:cubicBezTo>
                  <a:pt x="17815" y="229"/>
                  <a:pt x="16950" y="272"/>
                  <a:pt x="16095" y="224"/>
                </a:cubicBezTo>
                <a:cubicBezTo>
                  <a:pt x="15084" y="168"/>
                  <a:pt x="14079" y="19"/>
                  <a:pt x="13065" y="2"/>
                </a:cubicBezTo>
                <a:cubicBezTo>
                  <a:pt x="13023" y="1"/>
                  <a:pt x="12981" y="1"/>
                  <a:pt x="12939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9" name="Google Shape;5989;p262"/>
          <p:cNvSpPr/>
          <p:nvPr/>
        </p:nvSpPr>
        <p:spPr>
          <a:xfrm rot="10800000">
            <a:off x="-390198" y="3241570"/>
            <a:ext cx="2066292" cy="2072329"/>
          </a:xfrm>
          <a:custGeom>
            <a:rect b="b" l="l" r="r" t="t"/>
            <a:pathLst>
              <a:path extrusionOk="0" h="13045" w="13007">
                <a:moveTo>
                  <a:pt x="12515" y="1"/>
                </a:moveTo>
                <a:cubicBezTo>
                  <a:pt x="12505" y="1"/>
                  <a:pt x="12495" y="2"/>
                  <a:pt x="12485" y="4"/>
                </a:cubicBezTo>
                <a:cubicBezTo>
                  <a:pt x="11568" y="214"/>
                  <a:pt x="10641" y="375"/>
                  <a:pt x="9706" y="481"/>
                </a:cubicBezTo>
                <a:cubicBezTo>
                  <a:pt x="8769" y="587"/>
                  <a:pt x="7827" y="639"/>
                  <a:pt x="6885" y="639"/>
                </a:cubicBezTo>
                <a:cubicBezTo>
                  <a:pt x="6168" y="639"/>
                  <a:pt x="5450" y="609"/>
                  <a:pt x="4735" y="550"/>
                </a:cubicBezTo>
                <a:cubicBezTo>
                  <a:pt x="4277" y="512"/>
                  <a:pt x="3796" y="469"/>
                  <a:pt x="3318" y="469"/>
                </a:cubicBezTo>
                <a:cubicBezTo>
                  <a:pt x="2513" y="469"/>
                  <a:pt x="1717" y="591"/>
                  <a:pt x="1058" y="1068"/>
                </a:cubicBezTo>
                <a:cubicBezTo>
                  <a:pt x="1059" y="1057"/>
                  <a:pt x="1057" y="1052"/>
                  <a:pt x="1050" y="1052"/>
                </a:cubicBezTo>
                <a:cubicBezTo>
                  <a:pt x="989" y="1052"/>
                  <a:pt x="597" y="1511"/>
                  <a:pt x="509" y="1745"/>
                </a:cubicBezTo>
                <a:cubicBezTo>
                  <a:pt x="139" y="2725"/>
                  <a:pt x="1" y="3837"/>
                  <a:pt x="329" y="4850"/>
                </a:cubicBezTo>
                <a:cubicBezTo>
                  <a:pt x="602" y="5696"/>
                  <a:pt x="1186" y="6475"/>
                  <a:pt x="2005" y="6858"/>
                </a:cubicBezTo>
                <a:cubicBezTo>
                  <a:pt x="2923" y="7286"/>
                  <a:pt x="3974" y="7122"/>
                  <a:pt x="4914" y="7465"/>
                </a:cubicBezTo>
                <a:cubicBezTo>
                  <a:pt x="5846" y="7805"/>
                  <a:pt x="6269" y="8720"/>
                  <a:pt x="6690" y="9546"/>
                </a:cubicBezTo>
                <a:cubicBezTo>
                  <a:pt x="7147" y="10442"/>
                  <a:pt x="7734" y="11244"/>
                  <a:pt x="8514" y="11886"/>
                </a:cubicBezTo>
                <a:cubicBezTo>
                  <a:pt x="9220" y="12466"/>
                  <a:pt x="10135" y="13045"/>
                  <a:pt x="11084" y="13045"/>
                </a:cubicBezTo>
                <a:cubicBezTo>
                  <a:pt x="11157" y="13045"/>
                  <a:pt x="11229" y="13041"/>
                  <a:pt x="11303" y="13034"/>
                </a:cubicBezTo>
                <a:cubicBezTo>
                  <a:pt x="11746" y="12991"/>
                  <a:pt x="12188" y="12817"/>
                  <a:pt x="12502" y="12494"/>
                </a:cubicBezTo>
                <a:cubicBezTo>
                  <a:pt x="12856" y="12131"/>
                  <a:pt x="12967" y="11633"/>
                  <a:pt x="12985" y="11143"/>
                </a:cubicBezTo>
                <a:cubicBezTo>
                  <a:pt x="13006" y="10560"/>
                  <a:pt x="12960" y="9972"/>
                  <a:pt x="12940" y="9391"/>
                </a:cubicBezTo>
                <a:cubicBezTo>
                  <a:pt x="12920" y="8773"/>
                  <a:pt x="12900" y="8155"/>
                  <a:pt x="12879" y="7536"/>
                </a:cubicBezTo>
                <a:lnTo>
                  <a:pt x="12632" y="116"/>
                </a:lnTo>
                <a:cubicBezTo>
                  <a:pt x="12630" y="48"/>
                  <a:pt x="12578" y="1"/>
                  <a:pt x="12515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0" name="Google Shape;5990;p262"/>
          <p:cNvSpPr/>
          <p:nvPr/>
        </p:nvSpPr>
        <p:spPr>
          <a:xfrm rot="10800000">
            <a:off x="-258336" y="-384598"/>
            <a:ext cx="3872371" cy="1368261"/>
          </a:xfrm>
          <a:custGeom>
            <a:rect b="b" l="l" r="r" t="t"/>
            <a:pathLst>
              <a:path extrusionOk="0" h="8613" w="24376">
                <a:moveTo>
                  <a:pt x="12572" y="1"/>
                </a:moveTo>
                <a:cubicBezTo>
                  <a:pt x="11930" y="1"/>
                  <a:pt x="11305" y="137"/>
                  <a:pt x="10778" y="460"/>
                </a:cubicBezTo>
                <a:cubicBezTo>
                  <a:pt x="10193" y="818"/>
                  <a:pt x="9818" y="1341"/>
                  <a:pt x="9503" y="1852"/>
                </a:cubicBezTo>
                <a:cubicBezTo>
                  <a:pt x="9167" y="2398"/>
                  <a:pt x="8889" y="2969"/>
                  <a:pt x="8475" y="3485"/>
                </a:cubicBezTo>
                <a:cubicBezTo>
                  <a:pt x="8044" y="4023"/>
                  <a:pt x="7451" y="4445"/>
                  <a:pt x="6633" y="4599"/>
                </a:cubicBezTo>
                <a:cubicBezTo>
                  <a:pt x="6259" y="4669"/>
                  <a:pt x="5879" y="4690"/>
                  <a:pt x="5496" y="4690"/>
                </a:cubicBezTo>
                <a:cubicBezTo>
                  <a:pt x="4945" y="4690"/>
                  <a:pt x="4388" y="4646"/>
                  <a:pt x="3837" y="4646"/>
                </a:cubicBezTo>
                <a:cubicBezTo>
                  <a:pt x="3701" y="4646"/>
                  <a:pt x="3564" y="4649"/>
                  <a:pt x="3429" y="4656"/>
                </a:cubicBezTo>
                <a:cubicBezTo>
                  <a:pt x="2927" y="4680"/>
                  <a:pt x="2424" y="4755"/>
                  <a:pt x="1974" y="4934"/>
                </a:cubicBezTo>
                <a:cubicBezTo>
                  <a:pt x="1568" y="5095"/>
                  <a:pt x="1218" y="5332"/>
                  <a:pt x="943" y="5611"/>
                </a:cubicBezTo>
                <a:cubicBezTo>
                  <a:pt x="425" y="6133"/>
                  <a:pt x="179" y="6806"/>
                  <a:pt x="311" y="7456"/>
                </a:cubicBezTo>
                <a:cubicBezTo>
                  <a:pt x="309" y="7456"/>
                  <a:pt x="307" y="7456"/>
                  <a:pt x="305" y="7456"/>
                </a:cubicBezTo>
                <a:cubicBezTo>
                  <a:pt x="282" y="7456"/>
                  <a:pt x="258" y="7461"/>
                  <a:pt x="234" y="7475"/>
                </a:cubicBezTo>
                <a:cubicBezTo>
                  <a:pt x="83" y="7556"/>
                  <a:pt x="1" y="7677"/>
                  <a:pt x="4" y="7821"/>
                </a:cubicBezTo>
                <a:cubicBezTo>
                  <a:pt x="12" y="8172"/>
                  <a:pt x="404" y="8373"/>
                  <a:pt x="826" y="8396"/>
                </a:cubicBezTo>
                <a:cubicBezTo>
                  <a:pt x="860" y="8398"/>
                  <a:pt x="894" y="8399"/>
                  <a:pt x="929" y="8399"/>
                </a:cubicBezTo>
                <a:cubicBezTo>
                  <a:pt x="1162" y="8399"/>
                  <a:pt x="1397" y="8361"/>
                  <a:pt x="1626" y="8334"/>
                </a:cubicBezTo>
                <a:cubicBezTo>
                  <a:pt x="1931" y="8297"/>
                  <a:pt x="2238" y="8262"/>
                  <a:pt x="2544" y="8230"/>
                </a:cubicBezTo>
                <a:cubicBezTo>
                  <a:pt x="3747" y="8107"/>
                  <a:pt x="4958" y="8023"/>
                  <a:pt x="6170" y="7965"/>
                </a:cubicBezTo>
                <a:cubicBezTo>
                  <a:pt x="8591" y="7850"/>
                  <a:pt x="11019" y="7838"/>
                  <a:pt x="13445" y="7824"/>
                </a:cubicBezTo>
                <a:cubicBezTo>
                  <a:pt x="13813" y="7822"/>
                  <a:pt x="14182" y="7820"/>
                  <a:pt x="14552" y="7820"/>
                </a:cubicBezTo>
                <a:cubicBezTo>
                  <a:pt x="16507" y="7820"/>
                  <a:pt x="18472" y="7870"/>
                  <a:pt x="20390" y="8174"/>
                </a:cubicBezTo>
                <a:cubicBezTo>
                  <a:pt x="20952" y="8264"/>
                  <a:pt x="21511" y="8375"/>
                  <a:pt x="22057" y="8512"/>
                </a:cubicBezTo>
                <a:cubicBezTo>
                  <a:pt x="22240" y="8558"/>
                  <a:pt x="22430" y="8612"/>
                  <a:pt x="22625" y="8612"/>
                </a:cubicBezTo>
                <a:cubicBezTo>
                  <a:pt x="22665" y="8612"/>
                  <a:pt x="22706" y="8610"/>
                  <a:pt x="22747" y="8605"/>
                </a:cubicBezTo>
                <a:cubicBezTo>
                  <a:pt x="22986" y="8575"/>
                  <a:pt x="23126" y="8437"/>
                  <a:pt x="23188" y="8265"/>
                </a:cubicBezTo>
                <a:cubicBezTo>
                  <a:pt x="23342" y="7840"/>
                  <a:pt x="23440" y="7396"/>
                  <a:pt x="23556" y="6963"/>
                </a:cubicBezTo>
                <a:cubicBezTo>
                  <a:pt x="23675" y="6520"/>
                  <a:pt x="23785" y="6077"/>
                  <a:pt x="23879" y="5631"/>
                </a:cubicBezTo>
                <a:cubicBezTo>
                  <a:pt x="24251" y="3879"/>
                  <a:pt x="24375" y="2063"/>
                  <a:pt x="23717" y="343"/>
                </a:cubicBezTo>
                <a:cubicBezTo>
                  <a:pt x="23697" y="293"/>
                  <a:pt x="23642" y="267"/>
                  <a:pt x="23586" y="267"/>
                </a:cubicBezTo>
                <a:cubicBezTo>
                  <a:pt x="23541" y="267"/>
                  <a:pt x="23495" y="284"/>
                  <a:pt x="23467" y="317"/>
                </a:cubicBezTo>
                <a:cubicBezTo>
                  <a:pt x="23327" y="480"/>
                  <a:pt x="23169" y="631"/>
                  <a:pt x="22991" y="769"/>
                </a:cubicBezTo>
                <a:cubicBezTo>
                  <a:pt x="22274" y="1328"/>
                  <a:pt x="21289" y="1670"/>
                  <a:pt x="20281" y="1764"/>
                </a:cubicBezTo>
                <a:cubicBezTo>
                  <a:pt x="20062" y="1784"/>
                  <a:pt x="19841" y="1794"/>
                  <a:pt x="19620" y="1794"/>
                </a:cubicBezTo>
                <a:cubicBezTo>
                  <a:pt x="18644" y="1794"/>
                  <a:pt x="17671" y="1601"/>
                  <a:pt x="16789" y="1286"/>
                </a:cubicBezTo>
                <a:cubicBezTo>
                  <a:pt x="15722" y="905"/>
                  <a:pt x="14754" y="349"/>
                  <a:pt x="13607" y="110"/>
                </a:cubicBezTo>
                <a:cubicBezTo>
                  <a:pt x="13266" y="40"/>
                  <a:pt x="12917" y="1"/>
                  <a:pt x="12572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1" name="Google Shape;5991;p262"/>
          <p:cNvSpPr txBox="1"/>
          <p:nvPr>
            <p:ph type="title"/>
          </p:nvPr>
        </p:nvSpPr>
        <p:spPr>
          <a:xfrm>
            <a:off x="3079950" y="966254"/>
            <a:ext cx="2984100" cy="84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5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5992" name="Google Shape;5992;p262"/>
          <p:cNvSpPr txBox="1"/>
          <p:nvPr>
            <p:ph idx="1" type="body"/>
          </p:nvPr>
        </p:nvSpPr>
        <p:spPr>
          <a:xfrm>
            <a:off x="1234375" y="3235750"/>
            <a:ext cx="2721900" cy="102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04800" lvl="0" marL="4572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●"/>
              <a:defRPr sz="1400"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indent="-3048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048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048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048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048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048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●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048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○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048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aleway SemiBold"/>
              <a:buChar char="■"/>
              <a:defRPr sz="1200"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  <p:sp>
        <p:nvSpPr>
          <p:cNvPr id="5993" name="Google Shape;5993;p262"/>
          <p:cNvSpPr txBox="1"/>
          <p:nvPr/>
        </p:nvSpPr>
        <p:spPr>
          <a:xfrm>
            <a:off x="5390907" y="3188897"/>
            <a:ext cx="2289900" cy="70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rPr>
              <a:t>CREDITS: This presentation template was created by </a:t>
            </a:r>
            <a:r>
              <a:rPr b="1" lang="en" sz="1000">
                <a:solidFill>
                  <a:schemeClr val="dk2"/>
                </a:solidFill>
                <a:uFill>
                  <a:noFill/>
                </a:uFill>
                <a:latin typeface="Raleway"/>
                <a:ea typeface="Raleway"/>
                <a:cs typeface="Raleway"/>
                <a:sym typeface="Raleway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rPr>
              <a:t>, including icons by </a:t>
            </a:r>
            <a:r>
              <a:rPr b="1" lang="en" sz="1000">
                <a:solidFill>
                  <a:schemeClr val="dk2"/>
                </a:solidFill>
                <a:uFill>
                  <a:noFill/>
                </a:uFill>
                <a:latin typeface="Raleway"/>
                <a:ea typeface="Raleway"/>
                <a:cs typeface="Raleway"/>
                <a:sym typeface="Raleway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rPr>
              <a:t>, and infographics &amp; images by </a:t>
            </a:r>
            <a:r>
              <a:rPr b="1" lang="en" sz="1000">
                <a:solidFill>
                  <a:schemeClr val="dk2"/>
                </a:solidFill>
                <a:uFill>
                  <a:noFill/>
                </a:uFill>
                <a:latin typeface="Raleway"/>
                <a:ea typeface="Raleway"/>
                <a:cs typeface="Raleway"/>
                <a:sym typeface="Raleway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lang="en" sz="1000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rPr>
              <a:t>.</a:t>
            </a:r>
            <a:endParaRPr sz="1000">
              <a:solidFill>
                <a:schemeClr val="dk1"/>
              </a:solidFill>
            </a:endParaRPr>
          </a:p>
        </p:txBody>
      </p:sp>
      <p:grpSp>
        <p:nvGrpSpPr>
          <p:cNvPr id="5994" name="Google Shape;5994;p262"/>
          <p:cNvGrpSpPr/>
          <p:nvPr/>
        </p:nvGrpSpPr>
        <p:grpSpPr>
          <a:xfrm rot="9300375">
            <a:off x="1127031" y="4402137"/>
            <a:ext cx="226551" cy="205211"/>
            <a:chOff x="1640475" y="1197075"/>
            <a:chExt cx="55475" cy="50250"/>
          </a:xfrm>
        </p:grpSpPr>
        <p:sp>
          <p:nvSpPr>
            <p:cNvPr id="5995" name="Google Shape;5995;p26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26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26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98" name="Google Shape;5998;p262"/>
          <p:cNvSpPr/>
          <p:nvPr/>
        </p:nvSpPr>
        <p:spPr>
          <a:xfrm flipH="1" rot="-510326">
            <a:off x="375317" y="272405"/>
            <a:ext cx="574893" cy="13467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9" name="Google Shape;5999;p262"/>
          <p:cNvSpPr/>
          <p:nvPr/>
        </p:nvSpPr>
        <p:spPr>
          <a:xfrm flipH="1" rot="-9899901">
            <a:off x="4951535" y="4570194"/>
            <a:ext cx="545173" cy="12772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00" name="Google Shape;6000;p262"/>
          <p:cNvGrpSpPr/>
          <p:nvPr/>
        </p:nvGrpSpPr>
        <p:grpSpPr>
          <a:xfrm rot="2217042">
            <a:off x="7251693" y="4647997"/>
            <a:ext cx="365864" cy="331431"/>
            <a:chOff x="1640475" y="1197075"/>
            <a:chExt cx="55475" cy="50250"/>
          </a:xfrm>
        </p:grpSpPr>
        <p:sp>
          <p:nvSpPr>
            <p:cNvPr id="6001" name="Google Shape;6001;p26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26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26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4" name="Google Shape;6004;p262"/>
          <p:cNvGrpSpPr/>
          <p:nvPr/>
        </p:nvGrpSpPr>
        <p:grpSpPr>
          <a:xfrm rot="-7117196">
            <a:off x="7733082" y="352399"/>
            <a:ext cx="324154" cy="293632"/>
            <a:chOff x="1640475" y="1197075"/>
            <a:chExt cx="55475" cy="50250"/>
          </a:xfrm>
        </p:grpSpPr>
        <p:sp>
          <p:nvSpPr>
            <p:cNvPr id="6005" name="Google Shape;6005;p26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26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26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8" name="Google Shape;6008;p262"/>
          <p:cNvGrpSpPr/>
          <p:nvPr/>
        </p:nvGrpSpPr>
        <p:grpSpPr>
          <a:xfrm rot="-7256213">
            <a:off x="430054" y="976951"/>
            <a:ext cx="225183" cy="266962"/>
            <a:chOff x="1640475" y="1197075"/>
            <a:chExt cx="55475" cy="50250"/>
          </a:xfrm>
        </p:grpSpPr>
        <p:sp>
          <p:nvSpPr>
            <p:cNvPr id="6009" name="Google Shape;6009;p262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262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262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12" name="Google Shape;6012;p262"/>
          <p:cNvSpPr/>
          <p:nvPr/>
        </p:nvSpPr>
        <p:spPr>
          <a:xfrm rot="-5211900">
            <a:off x="-17670" y="2640499"/>
            <a:ext cx="988852" cy="900801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4">
    <p:spTree>
      <p:nvGrpSpPr>
        <p:cNvPr id="6013" name="Shape 60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14" name="Google Shape;6014;p263"/>
          <p:cNvSpPr/>
          <p:nvPr/>
        </p:nvSpPr>
        <p:spPr>
          <a:xfrm flipH="1">
            <a:off x="5463834" y="-171500"/>
            <a:ext cx="3715991" cy="1895529"/>
          </a:xfrm>
          <a:custGeom>
            <a:rect b="b" l="l" r="r" t="t"/>
            <a:pathLst>
              <a:path extrusionOk="0" h="6348" w="14457">
                <a:moveTo>
                  <a:pt x="0" y="1"/>
                </a:moveTo>
                <a:lnTo>
                  <a:pt x="0" y="6160"/>
                </a:lnTo>
                <a:cubicBezTo>
                  <a:pt x="307" y="6283"/>
                  <a:pt x="641" y="6348"/>
                  <a:pt x="972" y="6348"/>
                </a:cubicBezTo>
                <a:cubicBezTo>
                  <a:pt x="1431" y="6348"/>
                  <a:pt x="1886" y="6223"/>
                  <a:pt x="2259" y="5957"/>
                </a:cubicBezTo>
                <a:cubicBezTo>
                  <a:pt x="2971" y="5450"/>
                  <a:pt x="3272" y="4560"/>
                  <a:pt x="3620" y="3758"/>
                </a:cubicBezTo>
                <a:cubicBezTo>
                  <a:pt x="3967" y="2955"/>
                  <a:pt x="4504" y="2110"/>
                  <a:pt x="5362" y="1938"/>
                </a:cubicBezTo>
                <a:cubicBezTo>
                  <a:pt x="5472" y="1916"/>
                  <a:pt x="5582" y="1906"/>
                  <a:pt x="5692" y="1906"/>
                </a:cubicBezTo>
                <a:cubicBezTo>
                  <a:pt x="6160" y="1906"/>
                  <a:pt x="6628" y="2081"/>
                  <a:pt x="7080" y="2232"/>
                </a:cubicBezTo>
                <a:cubicBezTo>
                  <a:pt x="7585" y="2401"/>
                  <a:pt x="8141" y="2535"/>
                  <a:pt x="8672" y="2535"/>
                </a:cubicBezTo>
                <a:cubicBezTo>
                  <a:pt x="9138" y="2535"/>
                  <a:pt x="9586" y="2431"/>
                  <a:pt x="9965" y="2156"/>
                </a:cubicBezTo>
                <a:cubicBezTo>
                  <a:pt x="10504" y="1765"/>
                  <a:pt x="10846" y="1060"/>
                  <a:pt x="11419" y="789"/>
                </a:cubicBezTo>
                <a:lnTo>
                  <a:pt x="11420" y="789"/>
                </a:lnTo>
                <a:cubicBezTo>
                  <a:pt x="11436" y="781"/>
                  <a:pt x="11452" y="774"/>
                  <a:pt x="11469" y="767"/>
                </a:cubicBezTo>
                <a:cubicBezTo>
                  <a:pt x="11544" y="736"/>
                  <a:pt x="11623" y="712"/>
                  <a:pt x="11706" y="696"/>
                </a:cubicBezTo>
                <a:cubicBezTo>
                  <a:pt x="11777" y="683"/>
                  <a:pt x="11848" y="678"/>
                  <a:pt x="11919" y="678"/>
                </a:cubicBezTo>
                <a:cubicBezTo>
                  <a:pt x="12271" y="678"/>
                  <a:pt x="12623" y="809"/>
                  <a:pt x="12978" y="824"/>
                </a:cubicBezTo>
                <a:cubicBezTo>
                  <a:pt x="12999" y="824"/>
                  <a:pt x="13020" y="825"/>
                  <a:pt x="13041" y="825"/>
                </a:cubicBezTo>
                <a:cubicBezTo>
                  <a:pt x="13511" y="825"/>
                  <a:pt x="13977" y="611"/>
                  <a:pt x="14281" y="253"/>
                </a:cubicBezTo>
                <a:cubicBezTo>
                  <a:pt x="14348" y="175"/>
                  <a:pt x="14407" y="90"/>
                  <a:pt x="14457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5" name="Google Shape;6015;p263"/>
          <p:cNvSpPr/>
          <p:nvPr/>
        </p:nvSpPr>
        <p:spPr>
          <a:xfrm flipH="1">
            <a:off x="6310157" y="3340499"/>
            <a:ext cx="3132243" cy="2074976"/>
          </a:xfrm>
          <a:custGeom>
            <a:rect b="b" l="l" r="r" t="t"/>
            <a:pathLst>
              <a:path extrusionOk="0" h="14261" w="26174">
                <a:moveTo>
                  <a:pt x="4863" y="0"/>
                </a:moveTo>
                <a:cubicBezTo>
                  <a:pt x="4600" y="0"/>
                  <a:pt x="4337" y="25"/>
                  <a:pt x="4079" y="86"/>
                </a:cubicBezTo>
                <a:cubicBezTo>
                  <a:pt x="3577" y="206"/>
                  <a:pt x="3127" y="469"/>
                  <a:pt x="2736" y="803"/>
                </a:cubicBezTo>
                <a:cubicBezTo>
                  <a:pt x="1930" y="1492"/>
                  <a:pt x="1836" y="3135"/>
                  <a:pt x="799" y="3280"/>
                </a:cubicBezTo>
                <a:cubicBezTo>
                  <a:pt x="128" y="3374"/>
                  <a:pt x="0" y="4462"/>
                  <a:pt x="66" y="4462"/>
                </a:cubicBezTo>
                <a:cubicBezTo>
                  <a:pt x="68" y="4462"/>
                  <a:pt x="70" y="4461"/>
                  <a:pt x="72" y="4459"/>
                </a:cubicBezTo>
                <a:lnTo>
                  <a:pt x="72" y="4459"/>
                </a:lnTo>
                <a:cubicBezTo>
                  <a:pt x="67" y="5698"/>
                  <a:pt x="63" y="6939"/>
                  <a:pt x="59" y="8179"/>
                </a:cubicBezTo>
                <a:cubicBezTo>
                  <a:pt x="56" y="8831"/>
                  <a:pt x="53" y="9483"/>
                  <a:pt x="51" y="10135"/>
                </a:cubicBezTo>
                <a:cubicBezTo>
                  <a:pt x="50" y="10457"/>
                  <a:pt x="49" y="10777"/>
                  <a:pt x="48" y="11099"/>
                </a:cubicBezTo>
                <a:cubicBezTo>
                  <a:pt x="47" y="11393"/>
                  <a:pt x="48" y="11687"/>
                  <a:pt x="100" y="11976"/>
                </a:cubicBezTo>
                <a:cubicBezTo>
                  <a:pt x="186" y="12456"/>
                  <a:pt x="458" y="12928"/>
                  <a:pt x="933" y="13108"/>
                </a:cubicBezTo>
                <a:cubicBezTo>
                  <a:pt x="1033" y="13146"/>
                  <a:pt x="1145" y="13169"/>
                  <a:pt x="1252" y="13169"/>
                </a:cubicBezTo>
                <a:cubicBezTo>
                  <a:pt x="1254" y="13169"/>
                  <a:pt x="1257" y="13169"/>
                  <a:pt x="1259" y="13169"/>
                </a:cubicBezTo>
                <a:cubicBezTo>
                  <a:pt x="1388" y="13167"/>
                  <a:pt x="1479" y="13054"/>
                  <a:pt x="1583" y="12989"/>
                </a:cubicBezTo>
                <a:cubicBezTo>
                  <a:pt x="1788" y="12861"/>
                  <a:pt x="2013" y="12777"/>
                  <a:pt x="2247" y="12724"/>
                </a:cubicBezTo>
                <a:cubicBezTo>
                  <a:pt x="2483" y="12671"/>
                  <a:pt x="2724" y="12651"/>
                  <a:pt x="2966" y="12651"/>
                </a:cubicBezTo>
                <a:cubicBezTo>
                  <a:pt x="3233" y="12651"/>
                  <a:pt x="3501" y="12676"/>
                  <a:pt x="3763" y="12707"/>
                </a:cubicBezTo>
                <a:cubicBezTo>
                  <a:pt x="4310" y="12772"/>
                  <a:pt x="4853" y="12875"/>
                  <a:pt x="5400" y="12938"/>
                </a:cubicBezTo>
                <a:cubicBezTo>
                  <a:pt x="6669" y="13085"/>
                  <a:pt x="7946" y="13111"/>
                  <a:pt x="9219" y="13205"/>
                </a:cubicBezTo>
                <a:cubicBezTo>
                  <a:pt x="9860" y="13253"/>
                  <a:pt x="10500" y="13317"/>
                  <a:pt x="11134" y="13424"/>
                </a:cubicBezTo>
                <a:cubicBezTo>
                  <a:pt x="11749" y="13526"/>
                  <a:pt x="12358" y="13663"/>
                  <a:pt x="12967" y="13796"/>
                </a:cubicBezTo>
                <a:cubicBezTo>
                  <a:pt x="14136" y="14051"/>
                  <a:pt x="15300" y="14261"/>
                  <a:pt x="16498" y="14261"/>
                </a:cubicBezTo>
                <a:cubicBezTo>
                  <a:pt x="16552" y="14261"/>
                  <a:pt x="16606" y="14260"/>
                  <a:pt x="16660" y="14259"/>
                </a:cubicBezTo>
                <a:cubicBezTo>
                  <a:pt x="17953" y="14238"/>
                  <a:pt x="19236" y="14050"/>
                  <a:pt x="20525" y="13980"/>
                </a:cubicBezTo>
                <a:cubicBezTo>
                  <a:pt x="21615" y="13919"/>
                  <a:pt x="22718" y="13973"/>
                  <a:pt x="23796" y="13769"/>
                </a:cubicBezTo>
                <a:cubicBezTo>
                  <a:pt x="24313" y="13670"/>
                  <a:pt x="24820" y="13506"/>
                  <a:pt x="25277" y="13242"/>
                </a:cubicBezTo>
                <a:cubicBezTo>
                  <a:pt x="25711" y="12992"/>
                  <a:pt x="26148" y="12628"/>
                  <a:pt x="26165" y="12087"/>
                </a:cubicBezTo>
                <a:cubicBezTo>
                  <a:pt x="26174" y="11806"/>
                  <a:pt x="26071" y="11536"/>
                  <a:pt x="25960" y="11284"/>
                </a:cubicBezTo>
                <a:cubicBezTo>
                  <a:pt x="25831" y="10995"/>
                  <a:pt x="25692" y="10711"/>
                  <a:pt x="25556" y="10424"/>
                </a:cubicBezTo>
                <a:cubicBezTo>
                  <a:pt x="25280" y="9836"/>
                  <a:pt x="25017" y="9241"/>
                  <a:pt x="24726" y="8660"/>
                </a:cubicBezTo>
                <a:cubicBezTo>
                  <a:pt x="24617" y="8443"/>
                  <a:pt x="24475" y="8244"/>
                  <a:pt x="24244" y="8148"/>
                </a:cubicBezTo>
                <a:cubicBezTo>
                  <a:pt x="23992" y="8043"/>
                  <a:pt x="23700" y="8056"/>
                  <a:pt x="23431" y="8053"/>
                </a:cubicBezTo>
                <a:cubicBezTo>
                  <a:pt x="23345" y="8052"/>
                  <a:pt x="23259" y="8052"/>
                  <a:pt x="23173" y="8052"/>
                </a:cubicBezTo>
                <a:cubicBezTo>
                  <a:pt x="22618" y="8052"/>
                  <a:pt x="22062" y="8075"/>
                  <a:pt x="21508" y="8122"/>
                </a:cubicBezTo>
                <a:cubicBezTo>
                  <a:pt x="20999" y="8165"/>
                  <a:pt x="20489" y="8243"/>
                  <a:pt x="19978" y="8243"/>
                </a:cubicBezTo>
                <a:cubicBezTo>
                  <a:pt x="19867" y="8243"/>
                  <a:pt x="19756" y="8239"/>
                  <a:pt x="19645" y="8231"/>
                </a:cubicBezTo>
                <a:cubicBezTo>
                  <a:pt x="19110" y="8189"/>
                  <a:pt x="18609" y="8002"/>
                  <a:pt x="18163" y="7708"/>
                </a:cubicBezTo>
                <a:cubicBezTo>
                  <a:pt x="17269" y="7121"/>
                  <a:pt x="16691" y="6224"/>
                  <a:pt x="16067" y="5381"/>
                </a:cubicBezTo>
                <a:cubicBezTo>
                  <a:pt x="15751" y="4955"/>
                  <a:pt x="15397" y="4546"/>
                  <a:pt x="14929" y="4285"/>
                </a:cubicBezTo>
                <a:cubicBezTo>
                  <a:pt x="14463" y="4025"/>
                  <a:pt x="13935" y="3920"/>
                  <a:pt x="13408" y="3879"/>
                </a:cubicBezTo>
                <a:cubicBezTo>
                  <a:pt x="13154" y="3860"/>
                  <a:pt x="12899" y="3855"/>
                  <a:pt x="12643" y="3855"/>
                </a:cubicBezTo>
                <a:cubicBezTo>
                  <a:pt x="12450" y="3855"/>
                  <a:pt x="12257" y="3858"/>
                  <a:pt x="12064" y="3858"/>
                </a:cubicBezTo>
                <a:cubicBezTo>
                  <a:pt x="11487" y="3858"/>
                  <a:pt x="10912" y="3836"/>
                  <a:pt x="10354" y="3664"/>
                </a:cubicBezTo>
                <a:cubicBezTo>
                  <a:pt x="9893" y="3522"/>
                  <a:pt x="9465" y="3265"/>
                  <a:pt x="9185" y="2863"/>
                </a:cubicBezTo>
                <a:cubicBezTo>
                  <a:pt x="8887" y="2436"/>
                  <a:pt x="8747" y="1924"/>
                  <a:pt x="8473" y="1483"/>
                </a:cubicBezTo>
                <a:cubicBezTo>
                  <a:pt x="7915" y="585"/>
                  <a:pt x="6844" y="273"/>
                  <a:pt x="5861" y="99"/>
                </a:cubicBezTo>
                <a:cubicBezTo>
                  <a:pt x="5533" y="41"/>
                  <a:pt x="5197" y="0"/>
                  <a:pt x="486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6" name="Google Shape;6016;p263"/>
          <p:cNvSpPr/>
          <p:nvPr/>
        </p:nvSpPr>
        <p:spPr>
          <a:xfrm flipH="1">
            <a:off x="-305030" y="3501099"/>
            <a:ext cx="3502005" cy="1817658"/>
          </a:xfrm>
          <a:custGeom>
            <a:rect b="b" l="l" r="r" t="t"/>
            <a:pathLst>
              <a:path extrusionOk="0" h="13045" w="13007">
                <a:moveTo>
                  <a:pt x="11086" y="1"/>
                </a:moveTo>
                <a:cubicBezTo>
                  <a:pt x="10136" y="1"/>
                  <a:pt x="9220" y="578"/>
                  <a:pt x="8514" y="1160"/>
                </a:cubicBezTo>
                <a:cubicBezTo>
                  <a:pt x="7734" y="1801"/>
                  <a:pt x="7147" y="2603"/>
                  <a:pt x="6690" y="3499"/>
                </a:cubicBezTo>
                <a:cubicBezTo>
                  <a:pt x="6269" y="4325"/>
                  <a:pt x="5846" y="5241"/>
                  <a:pt x="4914" y="5581"/>
                </a:cubicBezTo>
                <a:cubicBezTo>
                  <a:pt x="3974" y="5923"/>
                  <a:pt x="2923" y="5759"/>
                  <a:pt x="2005" y="6187"/>
                </a:cubicBezTo>
                <a:cubicBezTo>
                  <a:pt x="1188" y="6570"/>
                  <a:pt x="602" y="7349"/>
                  <a:pt x="329" y="8196"/>
                </a:cubicBezTo>
                <a:cubicBezTo>
                  <a:pt x="1" y="9208"/>
                  <a:pt x="140" y="10320"/>
                  <a:pt x="509" y="11301"/>
                </a:cubicBezTo>
                <a:cubicBezTo>
                  <a:pt x="597" y="11534"/>
                  <a:pt x="989" y="11993"/>
                  <a:pt x="1051" y="11993"/>
                </a:cubicBezTo>
                <a:cubicBezTo>
                  <a:pt x="1057" y="11993"/>
                  <a:pt x="1060" y="11988"/>
                  <a:pt x="1059" y="11977"/>
                </a:cubicBezTo>
                <a:lnTo>
                  <a:pt x="1059" y="11977"/>
                </a:lnTo>
                <a:cubicBezTo>
                  <a:pt x="1717" y="12454"/>
                  <a:pt x="2513" y="12576"/>
                  <a:pt x="3318" y="12576"/>
                </a:cubicBezTo>
                <a:cubicBezTo>
                  <a:pt x="3796" y="12576"/>
                  <a:pt x="4277" y="12533"/>
                  <a:pt x="4735" y="12495"/>
                </a:cubicBezTo>
                <a:cubicBezTo>
                  <a:pt x="5450" y="12436"/>
                  <a:pt x="6168" y="12406"/>
                  <a:pt x="6885" y="12406"/>
                </a:cubicBezTo>
                <a:cubicBezTo>
                  <a:pt x="7827" y="12406"/>
                  <a:pt x="8769" y="12458"/>
                  <a:pt x="9706" y="12564"/>
                </a:cubicBezTo>
                <a:cubicBezTo>
                  <a:pt x="10641" y="12670"/>
                  <a:pt x="11568" y="12831"/>
                  <a:pt x="12485" y="13041"/>
                </a:cubicBezTo>
                <a:cubicBezTo>
                  <a:pt x="12495" y="13043"/>
                  <a:pt x="12505" y="13045"/>
                  <a:pt x="12515" y="13045"/>
                </a:cubicBezTo>
                <a:cubicBezTo>
                  <a:pt x="12578" y="13045"/>
                  <a:pt x="12630" y="12997"/>
                  <a:pt x="12632" y="12929"/>
                </a:cubicBezTo>
                <a:lnTo>
                  <a:pt x="12879" y="5509"/>
                </a:lnTo>
                <a:cubicBezTo>
                  <a:pt x="12900" y="4891"/>
                  <a:pt x="12920" y="4272"/>
                  <a:pt x="12940" y="3654"/>
                </a:cubicBezTo>
                <a:cubicBezTo>
                  <a:pt x="12960" y="3073"/>
                  <a:pt x="13006" y="2485"/>
                  <a:pt x="12985" y="1903"/>
                </a:cubicBezTo>
                <a:cubicBezTo>
                  <a:pt x="12967" y="1412"/>
                  <a:pt x="12856" y="914"/>
                  <a:pt x="12502" y="551"/>
                </a:cubicBezTo>
                <a:cubicBezTo>
                  <a:pt x="12188" y="228"/>
                  <a:pt x="11746" y="54"/>
                  <a:pt x="11303" y="11"/>
                </a:cubicBezTo>
                <a:cubicBezTo>
                  <a:pt x="11230" y="4"/>
                  <a:pt x="11158" y="1"/>
                  <a:pt x="11086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7" name="Google Shape;6017;p263"/>
          <p:cNvSpPr/>
          <p:nvPr/>
        </p:nvSpPr>
        <p:spPr>
          <a:xfrm flipH="1">
            <a:off x="-172967" y="-346475"/>
            <a:ext cx="3877467" cy="2004202"/>
          </a:xfrm>
          <a:custGeom>
            <a:rect b="b" l="l" r="r" t="t"/>
            <a:pathLst>
              <a:path extrusionOk="0" h="8613" w="24377">
                <a:moveTo>
                  <a:pt x="22626" y="1"/>
                </a:moveTo>
                <a:cubicBezTo>
                  <a:pt x="22431" y="1"/>
                  <a:pt x="22241" y="55"/>
                  <a:pt x="22058" y="101"/>
                </a:cubicBezTo>
                <a:cubicBezTo>
                  <a:pt x="21511" y="238"/>
                  <a:pt x="20953" y="349"/>
                  <a:pt x="20391" y="439"/>
                </a:cubicBezTo>
                <a:cubicBezTo>
                  <a:pt x="18472" y="743"/>
                  <a:pt x="16508" y="793"/>
                  <a:pt x="14552" y="793"/>
                </a:cubicBezTo>
                <a:cubicBezTo>
                  <a:pt x="14183" y="793"/>
                  <a:pt x="13813" y="791"/>
                  <a:pt x="13445" y="789"/>
                </a:cubicBezTo>
                <a:cubicBezTo>
                  <a:pt x="11020" y="775"/>
                  <a:pt x="8592" y="763"/>
                  <a:pt x="6170" y="648"/>
                </a:cubicBezTo>
                <a:cubicBezTo>
                  <a:pt x="4959" y="590"/>
                  <a:pt x="3748" y="506"/>
                  <a:pt x="2545" y="383"/>
                </a:cubicBezTo>
                <a:cubicBezTo>
                  <a:pt x="2238" y="351"/>
                  <a:pt x="1932" y="316"/>
                  <a:pt x="1627" y="279"/>
                </a:cubicBezTo>
                <a:cubicBezTo>
                  <a:pt x="1398" y="252"/>
                  <a:pt x="1163" y="215"/>
                  <a:pt x="930" y="215"/>
                </a:cubicBezTo>
                <a:cubicBezTo>
                  <a:pt x="895" y="215"/>
                  <a:pt x="861" y="215"/>
                  <a:pt x="827" y="217"/>
                </a:cubicBezTo>
                <a:cubicBezTo>
                  <a:pt x="405" y="240"/>
                  <a:pt x="13" y="441"/>
                  <a:pt x="5" y="792"/>
                </a:cubicBezTo>
                <a:cubicBezTo>
                  <a:pt x="1" y="936"/>
                  <a:pt x="84" y="1057"/>
                  <a:pt x="235" y="1138"/>
                </a:cubicBezTo>
                <a:cubicBezTo>
                  <a:pt x="259" y="1152"/>
                  <a:pt x="283" y="1157"/>
                  <a:pt x="305" y="1157"/>
                </a:cubicBezTo>
                <a:cubicBezTo>
                  <a:pt x="307" y="1157"/>
                  <a:pt x="309" y="1157"/>
                  <a:pt x="311" y="1157"/>
                </a:cubicBezTo>
                <a:lnTo>
                  <a:pt x="311" y="1157"/>
                </a:lnTo>
                <a:cubicBezTo>
                  <a:pt x="180" y="1807"/>
                  <a:pt x="426" y="2480"/>
                  <a:pt x="944" y="3003"/>
                </a:cubicBezTo>
                <a:cubicBezTo>
                  <a:pt x="1219" y="3281"/>
                  <a:pt x="1569" y="3518"/>
                  <a:pt x="1974" y="3679"/>
                </a:cubicBezTo>
                <a:cubicBezTo>
                  <a:pt x="2424" y="3858"/>
                  <a:pt x="2928" y="3933"/>
                  <a:pt x="3430" y="3957"/>
                </a:cubicBezTo>
                <a:cubicBezTo>
                  <a:pt x="3565" y="3964"/>
                  <a:pt x="3702" y="3967"/>
                  <a:pt x="3838" y="3967"/>
                </a:cubicBezTo>
                <a:cubicBezTo>
                  <a:pt x="4389" y="3967"/>
                  <a:pt x="4946" y="3924"/>
                  <a:pt x="5497" y="3924"/>
                </a:cubicBezTo>
                <a:cubicBezTo>
                  <a:pt x="5880" y="3924"/>
                  <a:pt x="6260" y="3944"/>
                  <a:pt x="6634" y="4014"/>
                </a:cubicBezTo>
                <a:cubicBezTo>
                  <a:pt x="7452" y="4167"/>
                  <a:pt x="8044" y="4590"/>
                  <a:pt x="8476" y="5128"/>
                </a:cubicBezTo>
                <a:cubicBezTo>
                  <a:pt x="8889" y="5644"/>
                  <a:pt x="9168" y="6215"/>
                  <a:pt x="9504" y="6761"/>
                </a:cubicBezTo>
                <a:cubicBezTo>
                  <a:pt x="9818" y="7272"/>
                  <a:pt x="10194" y="7795"/>
                  <a:pt x="10779" y="8153"/>
                </a:cubicBezTo>
                <a:cubicBezTo>
                  <a:pt x="11306" y="8477"/>
                  <a:pt x="11931" y="8612"/>
                  <a:pt x="12573" y="8612"/>
                </a:cubicBezTo>
                <a:cubicBezTo>
                  <a:pt x="12917" y="8612"/>
                  <a:pt x="13266" y="8573"/>
                  <a:pt x="13607" y="8503"/>
                </a:cubicBezTo>
                <a:cubicBezTo>
                  <a:pt x="14755" y="8264"/>
                  <a:pt x="15723" y="7708"/>
                  <a:pt x="16790" y="7327"/>
                </a:cubicBezTo>
                <a:cubicBezTo>
                  <a:pt x="17672" y="7012"/>
                  <a:pt x="18645" y="6819"/>
                  <a:pt x="19621" y="6819"/>
                </a:cubicBezTo>
                <a:cubicBezTo>
                  <a:pt x="19841" y="6819"/>
                  <a:pt x="20062" y="6829"/>
                  <a:pt x="20281" y="6849"/>
                </a:cubicBezTo>
                <a:cubicBezTo>
                  <a:pt x="21290" y="6943"/>
                  <a:pt x="22275" y="7285"/>
                  <a:pt x="22992" y="7844"/>
                </a:cubicBezTo>
                <a:cubicBezTo>
                  <a:pt x="23170" y="7982"/>
                  <a:pt x="23328" y="8133"/>
                  <a:pt x="23467" y="8296"/>
                </a:cubicBezTo>
                <a:cubicBezTo>
                  <a:pt x="23495" y="8329"/>
                  <a:pt x="23541" y="8346"/>
                  <a:pt x="23587" y="8346"/>
                </a:cubicBezTo>
                <a:cubicBezTo>
                  <a:pt x="23643" y="8346"/>
                  <a:pt x="23698" y="8320"/>
                  <a:pt x="23718" y="8271"/>
                </a:cubicBezTo>
                <a:cubicBezTo>
                  <a:pt x="24376" y="6550"/>
                  <a:pt x="24252" y="4734"/>
                  <a:pt x="23880" y="2982"/>
                </a:cubicBezTo>
                <a:cubicBezTo>
                  <a:pt x="23786" y="2536"/>
                  <a:pt x="23676" y="2093"/>
                  <a:pt x="23557" y="1650"/>
                </a:cubicBezTo>
                <a:cubicBezTo>
                  <a:pt x="23441" y="1217"/>
                  <a:pt x="23343" y="773"/>
                  <a:pt x="23189" y="348"/>
                </a:cubicBezTo>
                <a:cubicBezTo>
                  <a:pt x="23127" y="176"/>
                  <a:pt x="22987" y="38"/>
                  <a:pt x="22748" y="8"/>
                </a:cubicBezTo>
                <a:cubicBezTo>
                  <a:pt x="22707" y="3"/>
                  <a:pt x="22666" y="1"/>
                  <a:pt x="22626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18" name="Google Shape;6018;p263"/>
          <p:cNvGrpSpPr/>
          <p:nvPr/>
        </p:nvGrpSpPr>
        <p:grpSpPr>
          <a:xfrm rot="899994">
            <a:off x="1016472" y="201882"/>
            <a:ext cx="454166" cy="411416"/>
            <a:chOff x="1640475" y="1197075"/>
            <a:chExt cx="55475" cy="50250"/>
          </a:xfrm>
        </p:grpSpPr>
        <p:sp>
          <p:nvSpPr>
            <p:cNvPr id="6019" name="Google Shape;6019;p26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26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26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2" name="Google Shape;6022;p263"/>
          <p:cNvGrpSpPr/>
          <p:nvPr/>
        </p:nvGrpSpPr>
        <p:grpSpPr>
          <a:xfrm rot="-765977">
            <a:off x="8251989" y="1521724"/>
            <a:ext cx="279616" cy="253294"/>
            <a:chOff x="1640475" y="1197075"/>
            <a:chExt cx="55475" cy="50250"/>
          </a:xfrm>
        </p:grpSpPr>
        <p:sp>
          <p:nvSpPr>
            <p:cNvPr id="6023" name="Google Shape;6023;p26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26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26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26" name="Google Shape;6026;p263"/>
          <p:cNvSpPr/>
          <p:nvPr/>
        </p:nvSpPr>
        <p:spPr>
          <a:xfrm flipH="1" rot="-1686808">
            <a:off x="3194336" y="4571863"/>
            <a:ext cx="695049" cy="16282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27" name="Google Shape;6027;p263"/>
          <p:cNvSpPr/>
          <p:nvPr/>
        </p:nvSpPr>
        <p:spPr>
          <a:xfrm flipH="1" rot="117">
            <a:off x="7874199" y="150134"/>
            <a:ext cx="545177" cy="12771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28" name="Google Shape;6028;p263"/>
          <p:cNvGrpSpPr/>
          <p:nvPr/>
        </p:nvGrpSpPr>
        <p:grpSpPr>
          <a:xfrm rot="-4475517">
            <a:off x="7432742" y="4442182"/>
            <a:ext cx="197770" cy="213810"/>
            <a:chOff x="1640475" y="1197075"/>
            <a:chExt cx="55475" cy="50250"/>
          </a:xfrm>
        </p:grpSpPr>
        <p:sp>
          <p:nvSpPr>
            <p:cNvPr id="6029" name="Google Shape;6029;p26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26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26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32" name="Google Shape;6032;p263"/>
          <p:cNvSpPr/>
          <p:nvPr/>
        </p:nvSpPr>
        <p:spPr>
          <a:xfrm>
            <a:off x="891612" y="4121988"/>
            <a:ext cx="1167574" cy="854200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33" name="Google Shape;6033;p263"/>
          <p:cNvSpPr/>
          <p:nvPr/>
        </p:nvSpPr>
        <p:spPr>
          <a:xfrm rot="368157">
            <a:off x="8269118" y="4245138"/>
            <a:ext cx="520982" cy="81628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34" name="Google Shape;6034;p263"/>
          <p:cNvGrpSpPr/>
          <p:nvPr/>
        </p:nvGrpSpPr>
        <p:grpSpPr>
          <a:xfrm rot="-765935">
            <a:off x="274629" y="3048883"/>
            <a:ext cx="221762" cy="200885"/>
            <a:chOff x="1640475" y="1197075"/>
            <a:chExt cx="55475" cy="50250"/>
          </a:xfrm>
        </p:grpSpPr>
        <p:sp>
          <p:nvSpPr>
            <p:cNvPr id="6035" name="Google Shape;6035;p263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263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263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4_1">
    <p:spTree>
      <p:nvGrpSpPr>
        <p:cNvPr id="6038" name="Shape 60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39" name="Google Shape;6039;p264"/>
          <p:cNvSpPr/>
          <p:nvPr/>
        </p:nvSpPr>
        <p:spPr>
          <a:xfrm>
            <a:off x="-128824" y="4059063"/>
            <a:ext cx="3566130" cy="1156248"/>
          </a:xfrm>
          <a:custGeom>
            <a:rect b="b" l="l" r="r" t="t"/>
            <a:pathLst>
              <a:path extrusionOk="0" h="7088" w="21861">
                <a:moveTo>
                  <a:pt x="1470" y="1"/>
                </a:moveTo>
                <a:cubicBezTo>
                  <a:pt x="969" y="1"/>
                  <a:pt x="465" y="73"/>
                  <a:pt x="0" y="211"/>
                </a:cubicBezTo>
                <a:lnTo>
                  <a:pt x="0" y="7087"/>
                </a:lnTo>
                <a:lnTo>
                  <a:pt x="21860" y="7087"/>
                </a:lnTo>
                <a:cubicBezTo>
                  <a:pt x="21784" y="6987"/>
                  <a:pt x="21696" y="6892"/>
                  <a:pt x="21596" y="6806"/>
                </a:cubicBezTo>
                <a:cubicBezTo>
                  <a:pt x="21135" y="6406"/>
                  <a:pt x="20429" y="6167"/>
                  <a:pt x="19720" y="6167"/>
                </a:cubicBezTo>
                <a:cubicBezTo>
                  <a:pt x="19688" y="6167"/>
                  <a:pt x="19657" y="6168"/>
                  <a:pt x="19626" y="6169"/>
                </a:cubicBezTo>
                <a:cubicBezTo>
                  <a:pt x="19086" y="6184"/>
                  <a:pt x="18553" y="6331"/>
                  <a:pt x="18022" y="6331"/>
                </a:cubicBezTo>
                <a:cubicBezTo>
                  <a:pt x="17915" y="6331"/>
                  <a:pt x="17808" y="6325"/>
                  <a:pt x="17701" y="6311"/>
                </a:cubicBezTo>
                <a:cubicBezTo>
                  <a:pt x="17575" y="6294"/>
                  <a:pt x="17455" y="6267"/>
                  <a:pt x="17341" y="6232"/>
                </a:cubicBezTo>
                <a:cubicBezTo>
                  <a:pt x="17316" y="6223"/>
                  <a:pt x="17292" y="6216"/>
                  <a:pt x="17268" y="6207"/>
                </a:cubicBezTo>
                <a:cubicBezTo>
                  <a:pt x="16400" y="5904"/>
                  <a:pt x="15883" y="5118"/>
                  <a:pt x="15068" y="4680"/>
                </a:cubicBezTo>
                <a:cubicBezTo>
                  <a:pt x="14496" y="4373"/>
                  <a:pt x="13820" y="4258"/>
                  <a:pt x="13115" y="4258"/>
                </a:cubicBezTo>
                <a:cubicBezTo>
                  <a:pt x="12312" y="4258"/>
                  <a:pt x="11471" y="4408"/>
                  <a:pt x="10706" y="4596"/>
                </a:cubicBezTo>
                <a:cubicBezTo>
                  <a:pt x="10023" y="4765"/>
                  <a:pt x="9316" y="4959"/>
                  <a:pt x="8608" y="4959"/>
                </a:cubicBezTo>
                <a:cubicBezTo>
                  <a:pt x="8441" y="4959"/>
                  <a:pt x="8274" y="4948"/>
                  <a:pt x="8107" y="4924"/>
                </a:cubicBezTo>
                <a:cubicBezTo>
                  <a:pt x="6811" y="4733"/>
                  <a:pt x="5999" y="3788"/>
                  <a:pt x="5474" y="2893"/>
                </a:cubicBezTo>
                <a:cubicBezTo>
                  <a:pt x="4948" y="1997"/>
                  <a:pt x="4493" y="1003"/>
                  <a:pt x="3416" y="436"/>
                </a:cubicBezTo>
                <a:cubicBezTo>
                  <a:pt x="2851" y="140"/>
                  <a:pt x="2164" y="1"/>
                  <a:pt x="1470" y="1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40" name="Google Shape;6040;p264"/>
          <p:cNvSpPr/>
          <p:nvPr/>
        </p:nvSpPr>
        <p:spPr>
          <a:xfrm>
            <a:off x="7070064" y="-128785"/>
            <a:ext cx="2145942" cy="1053151"/>
          </a:xfrm>
          <a:custGeom>
            <a:rect b="b" l="l" r="r" t="t"/>
            <a:pathLst>
              <a:path extrusionOk="0" h="6456" w="13155">
                <a:moveTo>
                  <a:pt x="11275" y="1"/>
                </a:moveTo>
                <a:lnTo>
                  <a:pt x="11275" y="4"/>
                </a:lnTo>
                <a:lnTo>
                  <a:pt x="209" y="2"/>
                </a:lnTo>
                <a:cubicBezTo>
                  <a:pt x="185" y="57"/>
                  <a:pt x="164" y="111"/>
                  <a:pt x="145" y="167"/>
                </a:cubicBezTo>
                <a:cubicBezTo>
                  <a:pt x="138" y="184"/>
                  <a:pt x="132" y="203"/>
                  <a:pt x="127" y="221"/>
                </a:cubicBezTo>
                <a:cubicBezTo>
                  <a:pt x="59" y="429"/>
                  <a:pt x="18" y="643"/>
                  <a:pt x="6" y="860"/>
                </a:cubicBezTo>
                <a:cubicBezTo>
                  <a:pt x="0" y="984"/>
                  <a:pt x="3" y="1110"/>
                  <a:pt x="14" y="1233"/>
                </a:cubicBezTo>
                <a:cubicBezTo>
                  <a:pt x="16" y="1251"/>
                  <a:pt x="18" y="1270"/>
                  <a:pt x="20" y="1288"/>
                </a:cubicBezTo>
                <a:cubicBezTo>
                  <a:pt x="60" y="1638"/>
                  <a:pt x="172" y="1982"/>
                  <a:pt x="341" y="2300"/>
                </a:cubicBezTo>
                <a:cubicBezTo>
                  <a:pt x="351" y="2319"/>
                  <a:pt x="361" y="2337"/>
                  <a:pt x="371" y="2355"/>
                </a:cubicBezTo>
                <a:cubicBezTo>
                  <a:pt x="531" y="2642"/>
                  <a:pt x="740" y="2905"/>
                  <a:pt x="987" y="3134"/>
                </a:cubicBezTo>
                <a:cubicBezTo>
                  <a:pt x="1075" y="3217"/>
                  <a:pt x="1169" y="3295"/>
                  <a:pt x="1269" y="3368"/>
                </a:cubicBezTo>
                <a:cubicBezTo>
                  <a:pt x="1295" y="3387"/>
                  <a:pt x="1320" y="3405"/>
                  <a:pt x="1345" y="3422"/>
                </a:cubicBezTo>
                <a:cubicBezTo>
                  <a:pt x="1608" y="3604"/>
                  <a:pt x="1902" y="3745"/>
                  <a:pt x="2218" y="3827"/>
                </a:cubicBezTo>
                <a:cubicBezTo>
                  <a:pt x="2441" y="3883"/>
                  <a:pt x="2668" y="3908"/>
                  <a:pt x="2896" y="3908"/>
                </a:cubicBezTo>
                <a:cubicBezTo>
                  <a:pt x="3496" y="3908"/>
                  <a:pt x="4103" y="3734"/>
                  <a:pt x="4654" y="3501"/>
                </a:cubicBezTo>
                <a:cubicBezTo>
                  <a:pt x="4713" y="3476"/>
                  <a:pt x="4773" y="3450"/>
                  <a:pt x="4833" y="3424"/>
                </a:cubicBezTo>
                <a:cubicBezTo>
                  <a:pt x="4873" y="3406"/>
                  <a:pt x="4915" y="3387"/>
                  <a:pt x="4955" y="3369"/>
                </a:cubicBezTo>
                <a:cubicBezTo>
                  <a:pt x="5539" y="3105"/>
                  <a:pt x="6130" y="2820"/>
                  <a:pt x="6764" y="2820"/>
                </a:cubicBezTo>
                <a:cubicBezTo>
                  <a:pt x="6811" y="2820"/>
                  <a:pt x="6859" y="2822"/>
                  <a:pt x="6907" y="2825"/>
                </a:cubicBezTo>
                <a:cubicBezTo>
                  <a:pt x="7405" y="2860"/>
                  <a:pt x="7836" y="3071"/>
                  <a:pt x="8213" y="3369"/>
                </a:cubicBezTo>
                <a:cubicBezTo>
                  <a:pt x="8237" y="3387"/>
                  <a:pt x="8259" y="3405"/>
                  <a:pt x="8281" y="3424"/>
                </a:cubicBezTo>
                <a:cubicBezTo>
                  <a:pt x="8634" y="3715"/>
                  <a:pt x="8939" y="4078"/>
                  <a:pt x="9207" y="4436"/>
                </a:cubicBezTo>
                <a:cubicBezTo>
                  <a:pt x="9219" y="4454"/>
                  <a:pt x="9233" y="4472"/>
                  <a:pt x="9246" y="4490"/>
                </a:cubicBezTo>
                <a:cubicBezTo>
                  <a:pt x="9246" y="4490"/>
                  <a:pt x="9247" y="4490"/>
                  <a:pt x="9247" y="4491"/>
                </a:cubicBezTo>
                <a:cubicBezTo>
                  <a:pt x="9498" y="4831"/>
                  <a:pt x="9757" y="5189"/>
                  <a:pt x="10053" y="5504"/>
                </a:cubicBezTo>
                <a:cubicBezTo>
                  <a:pt x="10070" y="5523"/>
                  <a:pt x="10087" y="5541"/>
                  <a:pt x="10104" y="5559"/>
                </a:cubicBezTo>
                <a:cubicBezTo>
                  <a:pt x="10436" y="5901"/>
                  <a:pt x="10812" y="6189"/>
                  <a:pt x="11272" y="6342"/>
                </a:cubicBezTo>
                <a:cubicBezTo>
                  <a:pt x="11292" y="6348"/>
                  <a:pt x="11311" y="6355"/>
                  <a:pt x="11333" y="6361"/>
                </a:cubicBezTo>
                <a:cubicBezTo>
                  <a:pt x="11361" y="6370"/>
                  <a:pt x="11391" y="6378"/>
                  <a:pt x="11420" y="6386"/>
                </a:cubicBezTo>
                <a:cubicBezTo>
                  <a:pt x="11605" y="6434"/>
                  <a:pt x="11791" y="6456"/>
                  <a:pt x="11976" y="6456"/>
                </a:cubicBezTo>
                <a:cubicBezTo>
                  <a:pt x="12384" y="6456"/>
                  <a:pt x="12786" y="6349"/>
                  <a:pt x="13154" y="6177"/>
                </a:cubicBezTo>
                <a:lnTo>
                  <a:pt x="13154" y="5505"/>
                </a:lnTo>
                <a:lnTo>
                  <a:pt x="13154" y="4492"/>
                </a:lnTo>
                <a:lnTo>
                  <a:pt x="13154" y="3371"/>
                </a:lnTo>
                <a:lnTo>
                  <a:pt x="13155" y="2358"/>
                </a:lnTo>
                <a:lnTo>
                  <a:pt x="13155" y="1236"/>
                </a:lnTo>
                <a:lnTo>
                  <a:pt x="13155" y="221"/>
                </a:lnTo>
                <a:lnTo>
                  <a:pt x="13155" y="5"/>
                </a:lnTo>
                <a:lnTo>
                  <a:pt x="11334" y="4"/>
                </a:lnTo>
                <a:lnTo>
                  <a:pt x="11334" y="1"/>
                </a:ln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41" name="Google Shape;6041;p264"/>
          <p:cNvSpPr/>
          <p:nvPr/>
        </p:nvSpPr>
        <p:spPr>
          <a:xfrm>
            <a:off x="-445550" y="-291750"/>
            <a:ext cx="4706555" cy="1587067"/>
          </a:xfrm>
          <a:custGeom>
            <a:rect b="b" l="l" r="r" t="t"/>
            <a:pathLst>
              <a:path extrusionOk="0" h="9729" w="28852">
                <a:moveTo>
                  <a:pt x="27909" y="1"/>
                </a:moveTo>
                <a:cubicBezTo>
                  <a:pt x="27641" y="1"/>
                  <a:pt x="27359" y="65"/>
                  <a:pt x="27138" y="117"/>
                </a:cubicBezTo>
                <a:cubicBezTo>
                  <a:pt x="26393" y="292"/>
                  <a:pt x="25642" y="438"/>
                  <a:pt x="24886" y="556"/>
                </a:cubicBezTo>
                <a:cubicBezTo>
                  <a:pt x="23384" y="791"/>
                  <a:pt x="21867" y="918"/>
                  <a:pt x="20347" y="969"/>
                </a:cubicBezTo>
                <a:cubicBezTo>
                  <a:pt x="19779" y="988"/>
                  <a:pt x="19211" y="997"/>
                  <a:pt x="18643" y="997"/>
                </a:cubicBezTo>
                <a:cubicBezTo>
                  <a:pt x="16156" y="997"/>
                  <a:pt x="13669" y="829"/>
                  <a:pt x="11190" y="628"/>
                </a:cubicBezTo>
                <a:cubicBezTo>
                  <a:pt x="9660" y="504"/>
                  <a:pt x="8132" y="368"/>
                  <a:pt x="6601" y="249"/>
                </a:cubicBezTo>
                <a:cubicBezTo>
                  <a:pt x="5839" y="189"/>
                  <a:pt x="5076" y="132"/>
                  <a:pt x="4312" y="87"/>
                </a:cubicBezTo>
                <a:cubicBezTo>
                  <a:pt x="4099" y="75"/>
                  <a:pt x="3881" y="64"/>
                  <a:pt x="3664" y="64"/>
                </a:cubicBezTo>
                <a:cubicBezTo>
                  <a:pt x="3221" y="64"/>
                  <a:pt x="2777" y="107"/>
                  <a:pt x="2362" y="261"/>
                </a:cubicBezTo>
                <a:cubicBezTo>
                  <a:pt x="1198" y="695"/>
                  <a:pt x="625" y="1959"/>
                  <a:pt x="327" y="3085"/>
                </a:cubicBezTo>
                <a:cubicBezTo>
                  <a:pt x="51" y="4125"/>
                  <a:pt x="0" y="5240"/>
                  <a:pt x="241" y="6293"/>
                </a:cubicBezTo>
                <a:cubicBezTo>
                  <a:pt x="475" y="7320"/>
                  <a:pt x="1013" y="8271"/>
                  <a:pt x="1861" y="8911"/>
                </a:cubicBezTo>
                <a:cubicBezTo>
                  <a:pt x="2297" y="9241"/>
                  <a:pt x="2827" y="9490"/>
                  <a:pt x="3378" y="9490"/>
                </a:cubicBezTo>
                <a:cubicBezTo>
                  <a:pt x="3472" y="9490"/>
                  <a:pt x="3567" y="9482"/>
                  <a:pt x="3662" y="9467"/>
                </a:cubicBezTo>
                <a:cubicBezTo>
                  <a:pt x="4312" y="9361"/>
                  <a:pt x="4799" y="8877"/>
                  <a:pt x="5302" y="8495"/>
                </a:cubicBezTo>
                <a:cubicBezTo>
                  <a:pt x="5837" y="8088"/>
                  <a:pt x="6442" y="7738"/>
                  <a:pt x="7106" y="7594"/>
                </a:cubicBezTo>
                <a:cubicBezTo>
                  <a:pt x="7279" y="7557"/>
                  <a:pt x="7450" y="7538"/>
                  <a:pt x="7618" y="7538"/>
                </a:cubicBezTo>
                <a:cubicBezTo>
                  <a:pt x="8095" y="7538"/>
                  <a:pt x="8551" y="7686"/>
                  <a:pt x="8965" y="7966"/>
                </a:cubicBezTo>
                <a:cubicBezTo>
                  <a:pt x="9884" y="8588"/>
                  <a:pt x="10692" y="9729"/>
                  <a:pt x="11891" y="9729"/>
                </a:cubicBezTo>
                <a:cubicBezTo>
                  <a:pt x="11980" y="9729"/>
                  <a:pt x="12071" y="9723"/>
                  <a:pt x="12164" y="9709"/>
                </a:cubicBezTo>
                <a:cubicBezTo>
                  <a:pt x="13260" y="9554"/>
                  <a:pt x="13511" y="8401"/>
                  <a:pt x="13804" y="7521"/>
                </a:cubicBezTo>
                <a:cubicBezTo>
                  <a:pt x="13945" y="7099"/>
                  <a:pt x="14127" y="6643"/>
                  <a:pt x="14504" y="6377"/>
                </a:cubicBezTo>
                <a:cubicBezTo>
                  <a:pt x="14738" y="6212"/>
                  <a:pt x="15003" y="6142"/>
                  <a:pt x="15276" y="6142"/>
                </a:cubicBezTo>
                <a:cubicBezTo>
                  <a:pt x="15402" y="6142"/>
                  <a:pt x="15530" y="6157"/>
                  <a:pt x="15656" y="6184"/>
                </a:cubicBezTo>
                <a:cubicBezTo>
                  <a:pt x="16572" y="6381"/>
                  <a:pt x="17354" y="6961"/>
                  <a:pt x="18244" y="7232"/>
                </a:cubicBezTo>
                <a:cubicBezTo>
                  <a:pt x="18502" y="7311"/>
                  <a:pt x="18774" y="7363"/>
                  <a:pt x="19044" y="7363"/>
                </a:cubicBezTo>
                <a:cubicBezTo>
                  <a:pt x="19207" y="7363"/>
                  <a:pt x="19369" y="7344"/>
                  <a:pt x="19529" y="7301"/>
                </a:cubicBezTo>
                <a:cubicBezTo>
                  <a:pt x="19978" y="7178"/>
                  <a:pt x="20331" y="6877"/>
                  <a:pt x="20595" y="6501"/>
                </a:cubicBezTo>
                <a:cubicBezTo>
                  <a:pt x="21130" y="5738"/>
                  <a:pt x="21292" y="4712"/>
                  <a:pt x="21999" y="4070"/>
                </a:cubicBezTo>
                <a:cubicBezTo>
                  <a:pt x="22362" y="3741"/>
                  <a:pt x="22807" y="3634"/>
                  <a:pt x="23269" y="3634"/>
                </a:cubicBezTo>
                <a:cubicBezTo>
                  <a:pt x="23739" y="3634"/>
                  <a:pt x="24227" y="3745"/>
                  <a:pt x="24664" y="3849"/>
                </a:cubicBezTo>
                <a:cubicBezTo>
                  <a:pt x="25227" y="3981"/>
                  <a:pt x="25851" y="4166"/>
                  <a:pt x="26455" y="4166"/>
                </a:cubicBezTo>
                <a:cubicBezTo>
                  <a:pt x="26763" y="4166"/>
                  <a:pt x="27066" y="4118"/>
                  <a:pt x="27353" y="3990"/>
                </a:cubicBezTo>
                <a:cubicBezTo>
                  <a:pt x="28400" y="3523"/>
                  <a:pt x="28496" y="2313"/>
                  <a:pt x="28400" y="1304"/>
                </a:cubicBezTo>
                <a:cubicBezTo>
                  <a:pt x="28773" y="1190"/>
                  <a:pt x="28851" y="712"/>
                  <a:pt x="28673" y="381"/>
                </a:cubicBezTo>
                <a:cubicBezTo>
                  <a:pt x="28515" y="88"/>
                  <a:pt x="28221" y="1"/>
                  <a:pt x="27909" y="1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42" name="Google Shape;6042;p264"/>
          <p:cNvSpPr/>
          <p:nvPr/>
        </p:nvSpPr>
        <p:spPr>
          <a:xfrm>
            <a:off x="7237760" y="3032148"/>
            <a:ext cx="2387697" cy="2484758"/>
          </a:xfrm>
          <a:custGeom>
            <a:rect b="b" l="l" r="r" t="t"/>
            <a:pathLst>
              <a:path extrusionOk="0" h="15232" w="14637">
                <a:moveTo>
                  <a:pt x="11445" y="0"/>
                </a:moveTo>
                <a:cubicBezTo>
                  <a:pt x="11308" y="0"/>
                  <a:pt x="11172" y="12"/>
                  <a:pt x="11039" y="38"/>
                </a:cubicBezTo>
                <a:cubicBezTo>
                  <a:pt x="10644" y="116"/>
                  <a:pt x="10316" y="327"/>
                  <a:pt x="10145" y="596"/>
                </a:cubicBezTo>
                <a:cubicBezTo>
                  <a:pt x="9794" y="1152"/>
                  <a:pt x="10018" y="1791"/>
                  <a:pt x="9781" y="2367"/>
                </a:cubicBezTo>
                <a:cubicBezTo>
                  <a:pt x="9296" y="3551"/>
                  <a:pt x="6867" y="3019"/>
                  <a:pt x="6220" y="4123"/>
                </a:cubicBezTo>
                <a:cubicBezTo>
                  <a:pt x="6016" y="4474"/>
                  <a:pt x="6063" y="4867"/>
                  <a:pt x="6119" y="5237"/>
                </a:cubicBezTo>
                <a:cubicBezTo>
                  <a:pt x="6188" y="5684"/>
                  <a:pt x="6293" y="6128"/>
                  <a:pt x="6331" y="6578"/>
                </a:cubicBezTo>
                <a:cubicBezTo>
                  <a:pt x="6392" y="7292"/>
                  <a:pt x="6256" y="8099"/>
                  <a:pt x="5518" y="8624"/>
                </a:cubicBezTo>
                <a:cubicBezTo>
                  <a:pt x="4829" y="9115"/>
                  <a:pt x="3797" y="9174"/>
                  <a:pt x="2910" y="9343"/>
                </a:cubicBezTo>
                <a:cubicBezTo>
                  <a:pt x="2462" y="9427"/>
                  <a:pt x="2020" y="9543"/>
                  <a:pt x="1637" y="9735"/>
                </a:cubicBezTo>
                <a:cubicBezTo>
                  <a:pt x="1309" y="9901"/>
                  <a:pt x="1030" y="10112"/>
                  <a:pt x="810" y="10355"/>
                </a:cubicBezTo>
                <a:cubicBezTo>
                  <a:pt x="347" y="10864"/>
                  <a:pt x="157" y="11482"/>
                  <a:pt x="81" y="12082"/>
                </a:cubicBezTo>
                <a:cubicBezTo>
                  <a:pt x="1" y="12715"/>
                  <a:pt x="23" y="13379"/>
                  <a:pt x="158" y="14007"/>
                </a:cubicBezTo>
                <a:cubicBezTo>
                  <a:pt x="228" y="14329"/>
                  <a:pt x="371" y="14667"/>
                  <a:pt x="709" y="14896"/>
                </a:cubicBezTo>
                <a:cubicBezTo>
                  <a:pt x="1077" y="15146"/>
                  <a:pt x="1583" y="15204"/>
                  <a:pt x="2068" y="15214"/>
                </a:cubicBezTo>
                <a:cubicBezTo>
                  <a:pt x="2549" y="15226"/>
                  <a:pt x="3032" y="15229"/>
                  <a:pt x="3515" y="15229"/>
                </a:cubicBezTo>
                <a:cubicBezTo>
                  <a:pt x="4226" y="15229"/>
                  <a:pt x="4937" y="15222"/>
                  <a:pt x="5646" y="15222"/>
                </a:cubicBezTo>
                <a:cubicBezTo>
                  <a:pt x="5675" y="15222"/>
                  <a:pt x="5704" y="15222"/>
                  <a:pt x="5733" y="15222"/>
                </a:cubicBezTo>
                <a:lnTo>
                  <a:pt x="9469" y="15227"/>
                </a:lnTo>
                <a:cubicBezTo>
                  <a:pt x="10086" y="15228"/>
                  <a:pt x="10704" y="15228"/>
                  <a:pt x="11322" y="15229"/>
                </a:cubicBezTo>
                <a:cubicBezTo>
                  <a:pt x="11640" y="15230"/>
                  <a:pt x="11959" y="15231"/>
                  <a:pt x="12278" y="15231"/>
                </a:cubicBezTo>
                <a:cubicBezTo>
                  <a:pt x="12529" y="15231"/>
                  <a:pt x="12784" y="15225"/>
                  <a:pt x="13014" y="15145"/>
                </a:cubicBezTo>
                <a:cubicBezTo>
                  <a:pt x="13410" y="15008"/>
                  <a:pt x="13574" y="14685"/>
                  <a:pt x="13640" y="14388"/>
                </a:cubicBezTo>
                <a:cubicBezTo>
                  <a:pt x="13728" y="13988"/>
                  <a:pt x="13742" y="13577"/>
                  <a:pt x="13785" y="13173"/>
                </a:cubicBezTo>
                <a:cubicBezTo>
                  <a:pt x="13882" y="12264"/>
                  <a:pt x="13977" y="11357"/>
                  <a:pt x="14072" y="10449"/>
                </a:cubicBezTo>
                <a:cubicBezTo>
                  <a:pt x="14166" y="9541"/>
                  <a:pt x="14259" y="8633"/>
                  <a:pt x="14352" y="7724"/>
                </a:cubicBezTo>
                <a:cubicBezTo>
                  <a:pt x="14437" y="6875"/>
                  <a:pt x="14530" y="6026"/>
                  <a:pt x="14567" y="5174"/>
                </a:cubicBezTo>
                <a:cubicBezTo>
                  <a:pt x="14637" y="3541"/>
                  <a:pt x="14491" y="1869"/>
                  <a:pt x="13640" y="340"/>
                </a:cubicBezTo>
                <a:cubicBezTo>
                  <a:pt x="13611" y="289"/>
                  <a:pt x="13548" y="267"/>
                  <a:pt x="13488" y="267"/>
                </a:cubicBezTo>
                <a:cubicBezTo>
                  <a:pt x="13394" y="267"/>
                  <a:pt x="13305" y="319"/>
                  <a:pt x="13349" y="398"/>
                </a:cubicBezTo>
                <a:cubicBezTo>
                  <a:pt x="13385" y="461"/>
                  <a:pt x="13419" y="526"/>
                  <a:pt x="13452" y="589"/>
                </a:cubicBezTo>
                <a:cubicBezTo>
                  <a:pt x="13105" y="411"/>
                  <a:pt x="12738" y="253"/>
                  <a:pt x="12342" y="140"/>
                </a:cubicBezTo>
                <a:cubicBezTo>
                  <a:pt x="12060" y="59"/>
                  <a:pt x="11751" y="0"/>
                  <a:pt x="11445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43" name="Google Shape;6043;p264"/>
          <p:cNvSpPr/>
          <p:nvPr/>
        </p:nvSpPr>
        <p:spPr>
          <a:xfrm rot="10800000">
            <a:off x="7573482" y="3136804"/>
            <a:ext cx="12575" cy="4050"/>
          </a:xfrm>
          <a:custGeom>
            <a:rect b="b" l="l" r="r" t="t"/>
            <a:pathLst>
              <a:path extrusionOk="0" h="162" w="503">
                <a:moveTo>
                  <a:pt x="61" y="0"/>
                </a:moveTo>
                <a:cubicBezTo>
                  <a:pt x="37" y="0"/>
                  <a:pt x="16" y="17"/>
                  <a:pt x="9" y="40"/>
                </a:cubicBezTo>
                <a:cubicBezTo>
                  <a:pt x="1" y="70"/>
                  <a:pt x="18" y="101"/>
                  <a:pt x="47" y="110"/>
                </a:cubicBezTo>
                <a:cubicBezTo>
                  <a:pt x="170" y="145"/>
                  <a:pt x="298" y="162"/>
                  <a:pt x="429" y="162"/>
                </a:cubicBezTo>
                <a:lnTo>
                  <a:pt x="447" y="162"/>
                </a:lnTo>
                <a:cubicBezTo>
                  <a:pt x="478" y="162"/>
                  <a:pt x="503" y="136"/>
                  <a:pt x="502" y="105"/>
                </a:cubicBezTo>
                <a:cubicBezTo>
                  <a:pt x="502" y="78"/>
                  <a:pt x="483" y="50"/>
                  <a:pt x="454" y="50"/>
                </a:cubicBezTo>
                <a:cubicBezTo>
                  <a:pt x="451" y="50"/>
                  <a:pt x="449" y="50"/>
                  <a:pt x="446" y="51"/>
                </a:cubicBezTo>
                <a:cubicBezTo>
                  <a:pt x="442" y="51"/>
                  <a:pt x="438" y="51"/>
                  <a:pt x="435" y="51"/>
                </a:cubicBezTo>
                <a:cubicBezTo>
                  <a:pt x="312" y="51"/>
                  <a:pt x="192" y="35"/>
                  <a:pt x="78" y="3"/>
                </a:cubicBezTo>
                <a:cubicBezTo>
                  <a:pt x="72" y="1"/>
                  <a:pt x="67" y="0"/>
                  <a:pt x="6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44" name="Google Shape;6044;p264"/>
          <p:cNvSpPr/>
          <p:nvPr/>
        </p:nvSpPr>
        <p:spPr>
          <a:xfrm rot="10800000">
            <a:off x="7341532" y="3544979"/>
            <a:ext cx="10925" cy="8600"/>
          </a:xfrm>
          <a:custGeom>
            <a:rect b="b" l="l" r="r" t="t"/>
            <a:pathLst>
              <a:path extrusionOk="0" h="344" w="437">
                <a:moveTo>
                  <a:pt x="63" y="0"/>
                </a:moveTo>
                <a:cubicBezTo>
                  <a:pt x="45" y="0"/>
                  <a:pt x="28" y="9"/>
                  <a:pt x="17" y="25"/>
                </a:cubicBezTo>
                <a:cubicBezTo>
                  <a:pt x="0" y="49"/>
                  <a:pt x="6" y="85"/>
                  <a:pt x="32" y="102"/>
                </a:cubicBezTo>
                <a:cubicBezTo>
                  <a:pt x="137" y="173"/>
                  <a:pt x="240" y="250"/>
                  <a:pt x="340" y="332"/>
                </a:cubicBezTo>
                <a:cubicBezTo>
                  <a:pt x="350" y="340"/>
                  <a:pt x="362" y="343"/>
                  <a:pt x="375" y="343"/>
                </a:cubicBezTo>
                <a:cubicBezTo>
                  <a:pt x="391" y="343"/>
                  <a:pt x="407" y="337"/>
                  <a:pt x="418" y="323"/>
                </a:cubicBezTo>
                <a:cubicBezTo>
                  <a:pt x="437" y="299"/>
                  <a:pt x="434" y="264"/>
                  <a:pt x="410" y="245"/>
                </a:cubicBezTo>
                <a:cubicBezTo>
                  <a:pt x="308" y="162"/>
                  <a:pt x="202" y="83"/>
                  <a:pt x="94" y="10"/>
                </a:cubicBezTo>
                <a:cubicBezTo>
                  <a:pt x="84" y="4"/>
                  <a:pt x="74" y="0"/>
                  <a:pt x="6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45" name="Google Shape;6045;p264"/>
          <p:cNvSpPr/>
          <p:nvPr/>
        </p:nvSpPr>
        <p:spPr>
          <a:xfrm rot="10800000">
            <a:off x="7022857" y="2140429"/>
            <a:ext cx="738550" cy="540325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46" name="Google Shape;6046;p264"/>
          <p:cNvSpPr/>
          <p:nvPr/>
        </p:nvSpPr>
        <p:spPr>
          <a:xfrm rot="9893225">
            <a:off x="1777086" y="371868"/>
            <a:ext cx="605796" cy="14193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47" name="Google Shape;6047;p264"/>
          <p:cNvGrpSpPr/>
          <p:nvPr/>
        </p:nvGrpSpPr>
        <p:grpSpPr>
          <a:xfrm rot="5400000">
            <a:off x="278835" y="4536755"/>
            <a:ext cx="221772" cy="200884"/>
            <a:chOff x="1640475" y="1197075"/>
            <a:chExt cx="55475" cy="50250"/>
          </a:xfrm>
        </p:grpSpPr>
        <p:sp>
          <p:nvSpPr>
            <p:cNvPr id="6048" name="Google Shape;6048;p26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26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26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51" name="Google Shape;6051;p264"/>
          <p:cNvSpPr/>
          <p:nvPr/>
        </p:nvSpPr>
        <p:spPr>
          <a:xfrm rot="-834203">
            <a:off x="8546511" y="363435"/>
            <a:ext cx="993864" cy="1557213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52" name="Google Shape;6052;p264"/>
          <p:cNvGrpSpPr/>
          <p:nvPr/>
        </p:nvGrpSpPr>
        <p:grpSpPr>
          <a:xfrm rot="4654902">
            <a:off x="7263554" y="408293"/>
            <a:ext cx="433642" cy="392824"/>
            <a:chOff x="1640475" y="1197075"/>
            <a:chExt cx="55475" cy="50250"/>
          </a:xfrm>
        </p:grpSpPr>
        <p:sp>
          <p:nvSpPr>
            <p:cNvPr id="6053" name="Google Shape;6053;p26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26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26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6" name="Google Shape;6056;p264"/>
          <p:cNvGrpSpPr/>
          <p:nvPr/>
        </p:nvGrpSpPr>
        <p:grpSpPr>
          <a:xfrm rot="5400000">
            <a:off x="571217" y="1059896"/>
            <a:ext cx="244822" cy="221773"/>
            <a:chOff x="1640475" y="1197075"/>
            <a:chExt cx="55475" cy="50250"/>
          </a:xfrm>
        </p:grpSpPr>
        <p:sp>
          <p:nvSpPr>
            <p:cNvPr id="6057" name="Google Shape;6057;p26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26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26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60" name="Google Shape;6060;p264"/>
          <p:cNvSpPr/>
          <p:nvPr/>
        </p:nvSpPr>
        <p:spPr>
          <a:xfrm rot="6477717">
            <a:off x="8298149" y="4511777"/>
            <a:ext cx="580167" cy="135916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61" name="Google Shape;6061;p264"/>
          <p:cNvGrpSpPr/>
          <p:nvPr/>
        </p:nvGrpSpPr>
        <p:grpSpPr>
          <a:xfrm rot="5400000">
            <a:off x="7550086" y="4483922"/>
            <a:ext cx="221772" cy="200884"/>
            <a:chOff x="1640475" y="1197075"/>
            <a:chExt cx="55475" cy="50250"/>
          </a:xfrm>
        </p:grpSpPr>
        <p:sp>
          <p:nvSpPr>
            <p:cNvPr id="6062" name="Google Shape;6062;p264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264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264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CUSTOM_4_1_1">
    <p:spTree>
      <p:nvGrpSpPr>
        <p:cNvPr id="6065" name="Shape 60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66" name="Google Shape;6066;p265"/>
          <p:cNvSpPr/>
          <p:nvPr/>
        </p:nvSpPr>
        <p:spPr>
          <a:xfrm flipH="1">
            <a:off x="6975401" y="2798485"/>
            <a:ext cx="2665937" cy="2778151"/>
          </a:xfrm>
          <a:custGeom>
            <a:rect b="b" l="l" r="r" t="t"/>
            <a:pathLst>
              <a:path extrusionOk="0" h="17058" w="16369">
                <a:moveTo>
                  <a:pt x="5829" y="1"/>
                </a:moveTo>
                <a:cubicBezTo>
                  <a:pt x="5334" y="1"/>
                  <a:pt x="4839" y="58"/>
                  <a:pt x="4360" y="159"/>
                </a:cubicBezTo>
                <a:cubicBezTo>
                  <a:pt x="4030" y="230"/>
                  <a:pt x="3295" y="699"/>
                  <a:pt x="3438" y="702"/>
                </a:cubicBezTo>
                <a:cubicBezTo>
                  <a:pt x="2321" y="1836"/>
                  <a:pt x="2234" y="3557"/>
                  <a:pt x="2129" y="5064"/>
                </a:cubicBezTo>
                <a:cubicBezTo>
                  <a:pt x="1990" y="7098"/>
                  <a:pt x="1660" y="9115"/>
                  <a:pt x="1127" y="11083"/>
                </a:cubicBezTo>
                <a:cubicBezTo>
                  <a:pt x="826" y="12197"/>
                  <a:pt x="460" y="13293"/>
                  <a:pt x="35" y="14365"/>
                </a:cubicBezTo>
                <a:cubicBezTo>
                  <a:pt x="0" y="14453"/>
                  <a:pt x="50" y="14547"/>
                  <a:pt x="144" y="14565"/>
                </a:cubicBezTo>
                <a:cubicBezTo>
                  <a:pt x="3129" y="15121"/>
                  <a:pt x="6113" y="15678"/>
                  <a:pt x="9098" y="16235"/>
                </a:cubicBezTo>
                <a:cubicBezTo>
                  <a:pt x="9845" y="16375"/>
                  <a:pt x="10591" y="16514"/>
                  <a:pt x="11337" y="16653"/>
                </a:cubicBezTo>
                <a:cubicBezTo>
                  <a:pt x="12039" y="16784"/>
                  <a:pt x="12743" y="16949"/>
                  <a:pt x="13454" y="17030"/>
                </a:cubicBezTo>
                <a:cubicBezTo>
                  <a:pt x="13604" y="17047"/>
                  <a:pt x="13756" y="17058"/>
                  <a:pt x="13907" y="17058"/>
                </a:cubicBezTo>
                <a:cubicBezTo>
                  <a:pt x="14359" y="17058"/>
                  <a:pt x="14804" y="16965"/>
                  <a:pt x="15183" y="16694"/>
                </a:cubicBezTo>
                <a:cubicBezTo>
                  <a:pt x="15632" y="16373"/>
                  <a:pt x="15926" y="15869"/>
                  <a:pt x="16060" y="15339"/>
                </a:cubicBezTo>
                <a:cubicBezTo>
                  <a:pt x="16369" y="14114"/>
                  <a:pt x="15800" y="12781"/>
                  <a:pt x="15182" y="11745"/>
                </a:cubicBezTo>
                <a:cubicBezTo>
                  <a:pt x="14547" y="10679"/>
                  <a:pt x="13684" y="9818"/>
                  <a:pt x="12681" y="9099"/>
                </a:cubicBezTo>
                <a:cubicBezTo>
                  <a:pt x="11757" y="8436"/>
                  <a:pt x="10725" y="7754"/>
                  <a:pt x="10485" y="6560"/>
                </a:cubicBezTo>
                <a:cubicBezTo>
                  <a:pt x="10242" y="5357"/>
                  <a:pt x="10635" y="4113"/>
                  <a:pt x="10285" y="2920"/>
                </a:cubicBezTo>
                <a:cubicBezTo>
                  <a:pt x="9973" y="1857"/>
                  <a:pt x="9136" y="1003"/>
                  <a:pt x="8160" y="515"/>
                </a:cubicBezTo>
                <a:cubicBezTo>
                  <a:pt x="7437" y="153"/>
                  <a:pt x="6634" y="1"/>
                  <a:pt x="5829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67" name="Google Shape;6067;p265"/>
          <p:cNvSpPr/>
          <p:nvPr/>
        </p:nvSpPr>
        <p:spPr>
          <a:xfrm flipH="1">
            <a:off x="-517990" y="4092608"/>
            <a:ext cx="3021471" cy="1245429"/>
          </a:xfrm>
          <a:custGeom>
            <a:rect b="b" l="l" r="r" t="t"/>
            <a:pathLst>
              <a:path extrusionOk="0" h="7647" w="18552">
                <a:moveTo>
                  <a:pt x="10153" y="0"/>
                </a:moveTo>
                <a:cubicBezTo>
                  <a:pt x="9767" y="0"/>
                  <a:pt x="9389" y="166"/>
                  <a:pt x="9054" y="416"/>
                </a:cubicBezTo>
                <a:cubicBezTo>
                  <a:pt x="8513" y="821"/>
                  <a:pt x="8082" y="1378"/>
                  <a:pt x="7579" y="1834"/>
                </a:cubicBezTo>
                <a:cubicBezTo>
                  <a:pt x="7060" y="2305"/>
                  <a:pt x="6487" y="2705"/>
                  <a:pt x="5872" y="2994"/>
                </a:cubicBezTo>
                <a:cubicBezTo>
                  <a:pt x="5271" y="3278"/>
                  <a:pt x="4630" y="3458"/>
                  <a:pt x="3977" y="3481"/>
                </a:cubicBezTo>
                <a:cubicBezTo>
                  <a:pt x="3929" y="3483"/>
                  <a:pt x="3881" y="3484"/>
                  <a:pt x="3834" y="3484"/>
                </a:cubicBezTo>
                <a:cubicBezTo>
                  <a:pt x="3559" y="3484"/>
                  <a:pt x="3285" y="3455"/>
                  <a:pt x="3015" y="3396"/>
                </a:cubicBezTo>
                <a:cubicBezTo>
                  <a:pt x="2664" y="3318"/>
                  <a:pt x="2330" y="3164"/>
                  <a:pt x="1977" y="3093"/>
                </a:cubicBezTo>
                <a:cubicBezTo>
                  <a:pt x="1875" y="3072"/>
                  <a:pt x="1772" y="3061"/>
                  <a:pt x="1671" y="3061"/>
                </a:cubicBezTo>
                <a:cubicBezTo>
                  <a:pt x="1440" y="3061"/>
                  <a:pt x="1217" y="3120"/>
                  <a:pt x="1014" y="3265"/>
                </a:cubicBezTo>
                <a:cubicBezTo>
                  <a:pt x="754" y="3450"/>
                  <a:pt x="551" y="3734"/>
                  <a:pt x="397" y="4032"/>
                </a:cubicBezTo>
                <a:cubicBezTo>
                  <a:pt x="125" y="4561"/>
                  <a:pt x="1" y="5210"/>
                  <a:pt x="74" y="5820"/>
                </a:cubicBezTo>
                <a:cubicBezTo>
                  <a:pt x="147" y="6440"/>
                  <a:pt x="426" y="7003"/>
                  <a:pt x="909" y="7319"/>
                </a:cubicBezTo>
                <a:cubicBezTo>
                  <a:pt x="1315" y="7583"/>
                  <a:pt x="1783" y="7647"/>
                  <a:pt x="2245" y="7647"/>
                </a:cubicBezTo>
                <a:cubicBezTo>
                  <a:pt x="2414" y="7647"/>
                  <a:pt x="2582" y="7638"/>
                  <a:pt x="2746" y="7628"/>
                </a:cubicBezTo>
                <a:cubicBezTo>
                  <a:pt x="4356" y="7524"/>
                  <a:pt x="5965" y="7405"/>
                  <a:pt x="7575" y="7294"/>
                </a:cubicBezTo>
                <a:cubicBezTo>
                  <a:pt x="9186" y="7184"/>
                  <a:pt x="10799" y="7072"/>
                  <a:pt x="12410" y="6961"/>
                </a:cubicBezTo>
                <a:cubicBezTo>
                  <a:pt x="14021" y="6849"/>
                  <a:pt x="15633" y="6738"/>
                  <a:pt x="17244" y="6628"/>
                </a:cubicBezTo>
                <a:cubicBezTo>
                  <a:pt x="17639" y="6600"/>
                  <a:pt x="18032" y="6573"/>
                  <a:pt x="18427" y="6545"/>
                </a:cubicBezTo>
                <a:cubicBezTo>
                  <a:pt x="18510" y="6540"/>
                  <a:pt x="18551" y="6442"/>
                  <a:pt x="18512" y="6361"/>
                </a:cubicBezTo>
                <a:cubicBezTo>
                  <a:pt x="18072" y="5436"/>
                  <a:pt x="17853" y="4395"/>
                  <a:pt x="17868" y="3350"/>
                </a:cubicBezTo>
                <a:lnTo>
                  <a:pt x="17868" y="3350"/>
                </a:lnTo>
                <a:cubicBezTo>
                  <a:pt x="17868" y="3350"/>
                  <a:pt x="17868" y="3350"/>
                  <a:pt x="17868" y="3350"/>
                </a:cubicBezTo>
                <a:cubicBezTo>
                  <a:pt x="17890" y="3350"/>
                  <a:pt x="17910" y="3113"/>
                  <a:pt x="17876" y="3104"/>
                </a:cubicBezTo>
                <a:cubicBezTo>
                  <a:pt x="17876" y="3094"/>
                  <a:pt x="17876" y="3084"/>
                  <a:pt x="17877" y="3074"/>
                </a:cubicBezTo>
                <a:cubicBezTo>
                  <a:pt x="17881" y="2998"/>
                  <a:pt x="17832" y="2961"/>
                  <a:pt x="17781" y="2961"/>
                </a:cubicBezTo>
                <a:cubicBezTo>
                  <a:pt x="17737" y="2961"/>
                  <a:pt x="17692" y="2987"/>
                  <a:pt x="17673" y="3037"/>
                </a:cubicBezTo>
                <a:cubicBezTo>
                  <a:pt x="17189" y="2853"/>
                  <a:pt x="16735" y="2520"/>
                  <a:pt x="16216" y="2520"/>
                </a:cubicBezTo>
                <a:cubicBezTo>
                  <a:pt x="16186" y="2520"/>
                  <a:pt x="16156" y="2521"/>
                  <a:pt x="16126" y="2523"/>
                </a:cubicBezTo>
                <a:cubicBezTo>
                  <a:pt x="15979" y="2534"/>
                  <a:pt x="15839" y="2570"/>
                  <a:pt x="15704" y="2620"/>
                </a:cubicBezTo>
                <a:lnTo>
                  <a:pt x="15674" y="2632"/>
                </a:lnTo>
                <a:cubicBezTo>
                  <a:pt x="15287" y="2786"/>
                  <a:pt x="14937" y="3066"/>
                  <a:pt x="14573" y="3274"/>
                </a:cubicBezTo>
                <a:cubicBezTo>
                  <a:pt x="14335" y="3409"/>
                  <a:pt x="14077" y="3514"/>
                  <a:pt x="13808" y="3514"/>
                </a:cubicBezTo>
                <a:cubicBezTo>
                  <a:pt x="13791" y="3514"/>
                  <a:pt x="13773" y="3514"/>
                  <a:pt x="13756" y="3513"/>
                </a:cubicBezTo>
                <a:cubicBezTo>
                  <a:pt x="13474" y="3499"/>
                  <a:pt x="13208" y="3356"/>
                  <a:pt x="12990" y="3156"/>
                </a:cubicBezTo>
                <a:cubicBezTo>
                  <a:pt x="12520" y="2727"/>
                  <a:pt x="12245" y="2115"/>
                  <a:pt x="11938" y="1541"/>
                </a:cubicBezTo>
                <a:cubicBezTo>
                  <a:pt x="11643" y="990"/>
                  <a:pt x="11280" y="403"/>
                  <a:pt x="10742" y="139"/>
                </a:cubicBezTo>
                <a:cubicBezTo>
                  <a:pt x="10546" y="43"/>
                  <a:pt x="10349" y="0"/>
                  <a:pt x="10153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68" name="Google Shape;6068;p265"/>
          <p:cNvSpPr/>
          <p:nvPr/>
        </p:nvSpPr>
        <p:spPr>
          <a:xfrm flipH="1">
            <a:off x="5299521" y="-196435"/>
            <a:ext cx="4180419" cy="1127189"/>
          </a:xfrm>
          <a:custGeom>
            <a:rect b="b" l="l" r="r" t="t"/>
            <a:pathLst>
              <a:path extrusionOk="0" h="6921" w="25668">
                <a:moveTo>
                  <a:pt x="25573" y="0"/>
                </a:moveTo>
                <a:lnTo>
                  <a:pt x="22584" y="1"/>
                </a:lnTo>
                <a:lnTo>
                  <a:pt x="22467" y="1"/>
                </a:lnTo>
                <a:lnTo>
                  <a:pt x="0" y="3"/>
                </a:lnTo>
                <a:lnTo>
                  <a:pt x="1" y="1330"/>
                </a:lnTo>
                <a:lnTo>
                  <a:pt x="1" y="2596"/>
                </a:lnTo>
                <a:lnTo>
                  <a:pt x="2" y="3737"/>
                </a:lnTo>
                <a:lnTo>
                  <a:pt x="2" y="5002"/>
                </a:lnTo>
                <a:lnTo>
                  <a:pt x="3" y="6144"/>
                </a:lnTo>
                <a:lnTo>
                  <a:pt x="3" y="6274"/>
                </a:lnTo>
                <a:cubicBezTo>
                  <a:pt x="454" y="6274"/>
                  <a:pt x="911" y="6248"/>
                  <a:pt x="1366" y="6205"/>
                </a:cubicBezTo>
                <a:cubicBezTo>
                  <a:pt x="1557" y="6187"/>
                  <a:pt x="1747" y="6167"/>
                  <a:pt x="1936" y="6144"/>
                </a:cubicBezTo>
                <a:cubicBezTo>
                  <a:pt x="2414" y="6085"/>
                  <a:pt x="2887" y="6012"/>
                  <a:pt x="3342" y="5932"/>
                </a:cubicBezTo>
                <a:cubicBezTo>
                  <a:pt x="4344" y="5756"/>
                  <a:pt x="5389" y="5552"/>
                  <a:pt x="6425" y="5552"/>
                </a:cubicBezTo>
                <a:cubicBezTo>
                  <a:pt x="6713" y="5552"/>
                  <a:pt x="7001" y="5568"/>
                  <a:pt x="7286" y="5605"/>
                </a:cubicBezTo>
                <a:cubicBezTo>
                  <a:pt x="8016" y="5698"/>
                  <a:pt x="8646" y="5918"/>
                  <a:pt x="9273" y="6143"/>
                </a:cubicBezTo>
                <a:cubicBezTo>
                  <a:pt x="9331" y="6163"/>
                  <a:pt x="9388" y="6184"/>
                  <a:pt x="9446" y="6204"/>
                </a:cubicBezTo>
                <a:cubicBezTo>
                  <a:pt x="9690" y="6291"/>
                  <a:pt x="9934" y="6378"/>
                  <a:pt x="10185" y="6455"/>
                </a:cubicBezTo>
                <a:cubicBezTo>
                  <a:pt x="11085" y="6736"/>
                  <a:pt x="12117" y="6921"/>
                  <a:pt x="13162" y="6921"/>
                </a:cubicBezTo>
                <a:cubicBezTo>
                  <a:pt x="13234" y="6921"/>
                  <a:pt x="13306" y="6920"/>
                  <a:pt x="13377" y="6918"/>
                </a:cubicBezTo>
                <a:cubicBezTo>
                  <a:pt x="14468" y="6893"/>
                  <a:pt x="15560" y="6647"/>
                  <a:pt x="16250" y="6204"/>
                </a:cubicBezTo>
                <a:cubicBezTo>
                  <a:pt x="16269" y="6191"/>
                  <a:pt x="16286" y="6180"/>
                  <a:pt x="16304" y="6168"/>
                </a:cubicBezTo>
                <a:cubicBezTo>
                  <a:pt x="16317" y="6160"/>
                  <a:pt x="16329" y="6151"/>
                  <a:pt x="16341" y="6142"/>
                </a:cubicBezTo>
                <a:cubicBezTo>
                  <a:pt x="16809" y="5812"/>
                  <a:pt x="17054" y="5407"/>
                  <a:pt x="17282" y="5000"/>
                </a:cubicBezTo>
                <a:cubicBezTo>
                  <a:pt x="17293" y="4980"/>
                  <a:pt x="17304" y="4959"/>
                  <a:pt x="17316" y="4939"/>
                </a:cubicBezTo>
                <a:cubicBezTo>
                  <a:pt x="17541" y="4532"/>
                  <a:pt x="17760" y="4125"/>
                  <a:pt x="18175" y="3797"/>
                </a:cubicBezTo>
                <a:cubicBezTo>
                  <a:pt x="18202" y="3776"/>
                  <a:pt x="18230" y="3755"/>
                  <a:pt x="18257" y="3735"/>
                </a:cubicBezTo>
                <a:cubicBezTo>
                  <a:pt x="18421" y="3617"/>
                  <a:pt x="18613" y="3510"/>
                  <a:pt x="18844" y="3420"/>
                </a:cubicBezTo>
                <a:cubicBezTo>
                  <a:pt x="19831" y="3028"/>
                  <a:pt x="21189" y="3061"/>
                  <a:pt x="22363" y="2860"/>
                </a:cubicBezTo>
                <a:cubicBezTo>
                  <a:pt x="22398" y="2854"/>
                  <a:pt x="22433" y="2848"/>
                  <a:pt x="22468" y="2841"/>
                </a:cubicBezTo>
                <a:cubicBezTo>
                  <a:pt x="22508" y="2834"/>
                  <a:pt x="22546" y="2827"/>
                  <a:pt x="22585" y="2819"/>
                </a:cubicBezTo>
                <a:cubicBezTo>
                  <a:pt x="22879" y="2759"/>
                  <a:pt x="23162" y="2683"/>
                  <a:pt x="23427" y="2592"/>
                </a:cubicBezTo>
                <a:cubicBezTo>
                  <a:pt x="23485" y="2573"/>
                  <a:pt x="23544" y="2552"/>
                  <a:pt x="23600" y="2531"/>
                </a:cubicBezTo>
                <a:cubicBezTo>
                  <a:pt x="24363" y="2247"/>
                  <a:pt x="24968" y="1845"/>
                  <a:pt x="25312" y="1389"/>
                </a:cubicBezTo>
                <a:cubicBezTo>
                  <a:pt x="25328" y="1367"/>
                  <a:pt x="25343" y="1347"/>
                  <a:pt x="25357" y="1326"/>
                </a:cubicBezTo>
                <a:cubicBezTo>
                  <a:pt x="25437" y="1213"/>
                  <a:pt x="25499" y="1097"/>
                  <a:pt x="25543" y="978"/>
                </a:cubicBezTo>
                <a:cubicBezTo>
                  <a:pt x="25668" y="651"/>
                  <a:pt x="25664" y="324"/>
                  <a:pt x="25573" y="0"/>
                </a:cubicBezTo>
                <a:close/>
              </a:path>
            </a:pathLst>
          </a:custGeom>
          <a:solidFill>
            <a:schemeClr val="dk2">
              <a:alpha val="491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69" name="Google Shape;6069;p265"/>
          <p:cNvSpPr/>
          <p:nvPr/>
        </p:nvSpPr>
        <p:spPr>
          <a:xfrm flipH="1">
            <a:off x="-543725" y="-421026"/>
            <a:ext cx="3612183" cy="2881733"/>
          </a:xfrm>
          <a:custGeom>
            <a:rect b="b" l="l" r="r" t="t"/>
            <a:pathLst>
              <a:path extrusionOk="0" h="17694" w="22179">
                <a:moveTo>
                  <a:pt x="6745" y="1"/>
                </a:moveTo>
                <a:cubicBezTo>
                  <a:pt x="5279" y="1"/>
                  <a:pt x="3909" y="579"/>
                  <a:pt x="2805" y="1417"/>
                </a:cubicBezTo>
                <a:cubicBezTo>
                  <a:pt x="1651" y="2293"/>
                  <a:pt x="713" y="3427"/>
                  <a:pt x="356" y="4720"/>
                </a:cubicBezTo>
                <a:cubicBezTo>
                  <a:pt x="1" y="6014"/>
                  <a:pt x="287" y="7472"/>
                  <a:pt x="1297" y="8473"/>
                </a:cubicBezTo>
                <a:cubicBezTo>
                  <a:pt x="2084" y="9254"/>
                  <a:pt x="3260" y="9736"/>
                  <a:pt x="3846" y="10640"/>
                </a:cubicBezTo>
                <a:cubicBezTo>
                  <a:pt x="4605" y="11813"/>
                  <a:pt x="4133" y="13292"/>
                  <a:pt x="4490" y="14600"/>
                </a:cubicBezTo>
                <a:cubicBezTo>
                  <a:pt x="4708" y="15396"/>
                  <a:pt x="5235" y="16113"/>
                  <a:pt x="5912" y="16684"/>
                </a:cubicBezTo>
                <a:cubicBezTo>
                  <a:pt x="6532" y="17205"/>
                  <a:pt x="7314" y="17622"/>
                  <a:pt x="8175" y="17685"/>
                </a:cubicBezTo>
                <a:cubicBezTo>
                  <a:pt x="8256" y="17691"/>
                  <a:pt x="8336" y="17694"/>
                  <a:pt x="8416" y="17694"/>
                </a:cubicBezTo>
                <a:cubicBezTo>
                  <a:pt x="10005" y="17694"/>
                  <a:pt x="11391" y="16578"/>
                  <a:pt x="12993" y="16395"/>
                </a:cubicBezTo>
                <a:cubicBezTo>
                  <a:pt x="13164" y="16375"/>
                  <a:pt x="13335" y="16367"/>
                  <a:pt x="13506" y="16367"/>
                </a:cubicBezTo>
                <a:cubicBezTo>
                  <a:pt x="14757" y="16367"/>
                  <a:pt x="16000" y="16827"/>
                  <a:pt x="17259" y="16827"/>
                </a:cubicBezTo>
                <a:cubicBezTo>
                  <a:pt x="17356" y="16827"/>
                  <a:pt x="17454" y="16824"/>
                  <a:pt x="17551" y="16818"/>
                </a:cubicBezTo>
                <a:cubicBezTo>
                  <a:pt x="19291" y="16711"/>
                  <a:pt x="20792" y="15567"/>
                  <a:pt x="21485" y="14180"/>
                </a:cubicBezTo>
                <a:cubicBezTo>
                  <a:pt x="22179" y="12793"/>
                  <a:pt x="22168" y="11210"/>
                  <a:pt x="21846" y="9725"/>
                </a:cubicBezTo>
                <a:cubicBezTo>
                  <a:pt x="21659" y="8862"/>
                  <a:pt x="21361" y="7995"/>
                  <a:pt x="20759" y="7289"/>
                </a:cubicBezTo>
                <a:cubicBezTo>
                  <a:pt x="19574" y="5897"/>
                  <a:pt x="17483" y="5388"/>
                  <a:pt x="15558" y="4931"/>
                </a:cubicBezTo>
                <a:cubicBezTo>
                  <a:pt x="13632" y="4475"/>
                  <a:pt x="11547" y="3872"/>
                  <a:pt x="10504" y="2396"/>
                </a:cubicBezTo>
                <a:cubicBezTo>
                  <a:pt x="9551" y="1047"/>
                  <a:pt x="9231" y="194"/>
                  <a:pt x="7220" y="21"/>
                </a:cubicBezTo>
                <a:cubicBezTo>
                  <a:pt x="7061" y="7"/>
                  <a:pt x="6902" y="1"/>
                  <a:pt x="6745" y="1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70" name="Google Shape;6070;p265"/>
          <p:cNvSpPr/>
          <p:nvPr/>
        </p:nvSpPr>
        <p:spPr>
          <a:xfrm>
            <a:off x="1945325" y="2102150"/>
            <a:ext cx="12575" cy="4050"/>
          </a:xfrm>
          <a:custGeom>
            <a:rect b="b" l="l" r="r" t="t"/>
            <a:pathLst>
              <a:path extrusionOk="0" h="162" w="503">
                <a:moveTo>
                  <a:pt x="61" y="0"/>
                </a:moveTo>
                <a:cubicBezTo>
                  <a:pt x="37" y="0"/>
                  <a:pt x="16" y="17"/>
                  <a:pt x="9" y="40"/>
                </a:cubicBezTo>
                <a:cubicBezTo>
                  <a:pt x="1" y="70"/>
                  <a:pt x="18" y="101"/>
                  <a:pt x="47" y="110"/>
                </a:cubicBezTo>
                <a:cubicBezTo>
                  <a:pt x="170" y="145"/>
                  <a:pt x="298" y="162"/>
                  <a:pt x="429" y="162"/>
                </a:cubicBezTo>
                <a:lnTo>
                  <a:pt x="447" y="162"/>
                </a:lnTo>
                <a:cubicBezTo>
                  <a:pt x="478" y="162"/>
                  <a:pt x="503" y="136"/>
                  <a:pt x="502" y="105"/>
                </a:cubicBezTo>
                <a:cubicBezTo>
                  <a:pt x="502" y="78"/>
                  <a:pt x="483" y="50"/>
                  <a:pt x="454" y="50"/>
                </a:cubicBezTo>
                <a:cubicBezTo>
                  <a:pt x="451" y="50"/>
                  <a:pt x="449" y="50"/>
                  <a:pt x="446" y="51"/>
                </a:cubicBezTo>
                <a:cubicBezTo>
                  <a:pt x="442" y="51"/>
                  <a:pt x="438" y="51"/>
                  <a:pt x="435" y="51"/>
                </a:cubicBezTo>
                <a:cubicBezTo>
                  <a:pt x="312" y="51"/>
                  <a:pt x="192" y="35"/>
                  <a:pt x="78" y="3"/>
                </a:cubicBezTo>
                <a:cubicBezTo>
                  <a:pt x="72" y="1"/>
                  <a:pt x="67" y="0"/>
                  <a:pt x="6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71" name="Google Shape;6071;p265"/>
          <p:cNvSpPr/>
          <p:nvPr/>
        </p:nvSpPr>
        <p:spPr>
          <a:xfrm>
            <a:off x="2178925" y="1689425"/>
            <a:ext cx="10925" cy="8600"/>
          </a:xfrm>
          <a:custGeom>
            <a:rect b="b" l="l" r="r" t="t"/>
            <a:pathLst>
              <a:path extrusionOk="0" h="344" w="437">
                <a:moveTo>
                  <a:pt x="63" y="0"/>
                </a:moveTo>
                <a:cubicBezTo>
                  <a:pt x="45" y="0"/>
                  <a:pt x="28" y="9"/>
                  <a:pt x="17" y="25"/>
                </a:cubicBezTo>
                <a:cubicBezTo>
                  <a:pt x="0" y="49"/>
                  <a:pt x="6" y="85"/>
                  <a:pt x="32" y="102"/>
                </a:cubicBezTo>
                <a:cubicBezTo>
                  <a:pt x="137" y="173"/>
                  <a:pt x="240" y="250"/>
                  <a:pt x="340" y="332"/>
                </a:cubicBezTo>
                <a:cubicBezTo>
                  <a:pt x="350" y="340"/>
                  <a:pt x="362" y="343"/>
                  <a:pt x="375" y="343"/>
                </a:cubicBezTo>
                <a:cubicBezTo>
                  <a:pt x="391" y="343"/>
                  <a:pt x="407" y="337"/>
                  <a:pt x="418" y="323"/>
                </a:cubicBezTo>
                <a:cubicBezTo>
                  <a:pt x="437" y="299"/>
                  <a:pt x="434" y="264"/>
                  <a:pt x="410" y="245"/>
                </a:cubicBezTo>
                <a:cubicBezTo>
                  <a:pt x="308" y="162"/>
                  <a:pt x="202" y="83"/>
                  <a:pt x="94" y="10"/>
                </a:cubicBezTo>
                <a:cubicBezTo>
                  <a:pt x="84" y="4"/>
                  <a:pt x="74" y="0"/>
                  <a:pt x="6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72" name="Google Shape;6072;p265"/>
          <p:cNvSpPr/>
          <p:nvPr/>
        </p:nvSpPr>
        <p:spPr>
          <a:xfrm>
            <a:off x="1769975" y="2562250"/>
            <a:ext cx="738550" cy="540325"/>
          </a:xfrm>
          <a:custGeom>
            <a:rect b="b" l="l" r="r" t="t"/>
            <a:pathLst>
              <a:path extrusionOk="0" h="21613" w="29542">
                <a:moveTo>
                  <a:pt x="3461" y="0"/>
                </a:moveTo>
                <a:cubicBezTo>
                  <a:pt x="3371" y="0"/>
                  <a:pt x="3279" y="3"/>
                  <a:pt x="3188" y="8"/>
                </a:cubicBezTo>
                <a:cubicBezTo>
                  <a:pt x="3155" y="9"/>
                  <a:pt x="3131" y="41"/>
                  <a:pt x="3133" y="77"/>
                </a:cubicBezTo>
                <a:cubicBezTo>
                  <a:pt x="3134" y="81"/>
                  <a:pt x="3134" y="86"/>
                  <a:pt x="3135" y="89"/>
                </a:cubicBezTo>
                <a:cubicBezTo>
                  <a:pt x="3142" y="119"/>
                  <a:pt x="3169" y="141"/>
                  <a:pt x="3198" y="141"/>
                </a:cubicBezTo>
                <a:cubicBezTo>
                  <a:pt x="3199" y="141"/>
                  <a:pt x="3199" y="141"/>
                  <a:pt x="3200" y="141"/>
                </a:cubicBezTo>
                <a:cubicBezTo>
                  <a:pt x="3284" y="137"/>
                  <a:pt x="3368" y="134"/>
                  <a:pt x="3452" y="134"/>
                </a:cubicBezTo>
                <a:cubicBezTo>
                  <a:pt x="3550" y="134"/>
                  <a:pt x="3648" y="137"/>
                  <a:pt x="3745" y="143"/>
                </a:cubicBezTo>
                <a:cubicBezTo>
                  <a:pt x="3846" y="149"/>
                  <a:pt x="3949" y="158"/>
                  <a:pt x="4050" y="171"/>
                </a:cubicBezTo>
                <a:cubicBezTo>
                  <a:pt x="4052" y="171"/>
                  <a:pt x="4054" y="171"/>
                  <a:pt x="4056" y="171"/>
                </a:cubicBezTo>
                <a:cubicBezTo>
                  <a:pt x="4087" y="171"/>
                  <a:pt x="4114" y="146"/>
                  <a:pt x="4116" y="111"/>
                </a:cubicBezTo>
                <a:cubicBezTo>
                  <a:pt x="4119" y="75"/>
                  <a:pt x="4092" y="42"/>
                  <a:pt x="4059" y="37"/>
                </a:cubicBezTo>
                <a:cubicBezTo>
                  <a:pt x="3955" y="25"/>
                  <a:pt x="3850" y="15"/>
                  <a:pt x="3747" y="9"/>
                </a:cubicBezTo>
                <a:cubicBezTo>
                  <a:pt x="3653" y="3"/>
                  <a:pt x="3557" y="0"/>
                  <a:pt x="3461" y="0"/>
                </a:cubicBezTo>
                <a:close/>
                <a:moveTo>
                  <a:pt x="2344" y="125"/>
                </a:moveTo>
                <a:cubicBezTo>
                  <a:pt x="2340" y="125"/>
                  <a:pt x="2336" y="125"/>
                  <a:pt x="2332" y="126"/>
                </a:cubicBezTo>
                <a:cubicBezTo>
                  <a:pt x="2294" y="135"/>
                  <a:pt x="2257" y="143"/>
                  <a:pt x="2219" y="152"/>
                </a:cubicBezTo>
                <a:cubicBezTo>
                  <a:pt x="1978" y="213"/>
                  <a:pt x="1739" y="291"/>
                  <a:pt x="1507" y="385"/>
                </a:cubicBezTo>
                <a:cubicBezTo>
                  <a:pt x="1478" y="396"/>
                  <a:pt x="1463" y="430"/>
                  <a:pt x="1472" y="463"/>
                </a:cubicBezTo>
                <a:cubicBezTo>
                  <a:pt x="1473" y="465"/>
                  <a:pt x="1473" y="468"/>
                  <a:pt x="1474" y="471"/>
                </a:cubicBezTo>
                <a:cubicBezTo>
                  <a:pt x="1484" y="498"/>
                  <a:pt x="1508" y="515"/>
                  <a:pt x="1533" y="515"/>
                </a:cubicBezTo>
                <a:cubicBezTo>
                  <a:pt x="1540" y="515"/>
                  <a:pt x="1547" y="513"/>
                  <a:pt x="1554" y="511"/>
                </a:cubicBezTo>
                <a:cubicBezTo>
                  <a:pt x="1781" y="418"/>
                  <a:pt x="2015" y="342"/>
                  <a:pt x="2251" y="283"/>
                </a:cubicBezTo>
                <a:cubicBezTo>
                  <a:pt x="2289" y="274"/>
                  <a:pt x="2325" y="265"/>
                  <a:pt x="2361" y="256"/>
                </a:cubicBezTo>
                <a:cubicBezTo>
                  <a:pt x="2395" y="249"/>
                  <a:pt x="2415" y="214"/>
                  <a:pt x="2406" y="177"/>
                </a:cubicBezTo>
                <a:cubicBezTo>
                  <a:pt x="2406" y="177"/>
                  <a:pt x="2406" y="176"/>
                  <a:pt x="2406" y="176"/>
                </a:cubicBezTo>
                <a:cubicBezTo>
                  <a:pt x="2399" y="146"/>
                  <a:pt x="2373" y="125"/>
                  <a:pt x="2344" y="125"/>
                </a:cubicBezTo>
                <a:close/>
                <a:moveTo>
                  <a:pt x="4902" y="215"/>
                </a:moveTo>
                <a:cubicBezTo>
                  <a:pt x="4875" y="215"/>
                  <a:pt x="4851" y="234"/>
                  <a:pt x="4845" y="264"/>
                </a:cubicBezTo>
                <a:cubicBezTo>
                  <a:pt x="4843" y="275"/>
                  <a:pt x="4843" y="285"/>
                  <a:pt x="4846" y="296"/>
                </a:cubicBezTo>
                <a:cubicBezTo>
                  <a:pt x="4852" y="319"/>
                  <a:pt x="4869" y="339"/>
                  <a:pt x="4891" y="345"/>
                </a:cubicBezTo>
                <a:cubicBezTo>
                  <a:pt x="5167" y="426"/>
                  <a:pt x="5440" y="531"/>
                  <a:pt x="5705" y="657"/>
                </a:cubicBezTo>
                <a:cubicBezTo>
                  <a:pt x="5713" y="661"/>
                  <a:pt x="5722" y="663"/>
                  <a:pt x="5730" y="663"/>
                </a:cubicBezTo>
                <a:cubicBezTo>
                  <a:pt x="5753" y="663"/>
                  <a:pt x="5776" y="648"/>
                  <a:pt x="5784" y="623"/>
                </a:cubicBezTo>
                <a:cubicBezTo>
                  <a:pt x="5797" y="590"/>
                  <a:pt x="5782" y="550"/>
                  <a:pt x="5750" y="535"/>
                </a:cubicBezTo>
                <a:cubicBezTo>
                  <a:pt x="5480" y="407"/>
                  <a:pt x="5200" y="299"/>
                  <a:pt x="4919" y="217"/>
                </a:cubicBezTo>
                <a:cubicBezTo>
                  <a:pt x="4913" y="215"/>
                  <a:pt x="4908" y="215"/>
                  <a:pt x="4902" y="215"/>
                </a:cubicBezTo>
                <a:close/>
                <a:moveTo>
                  <a:pt x="761" y="768"/>
                </a:moveTo>
                <a:cubicBezTo>
                  <a:pt x="751" y="768"/>
                  <a:pt x="741" y="771"/>
                  <a:pt x="732" y="777"/>
                </a:cubicBezTo>
                <a:cubicBezTo>
                  <a:pt x="484" y="929"/>
                  <a:pt x="247" y="1103"/>
                  <a:pt x="26" y="1294"/>
                </a:cubicBezTo>
                <a:cubicBezTo>
                  <a:pt x="7" y="1310"/>
                  <a:pt x="1" y="1336"/>
                  <a:pt x="7" y="1361"/>
                </a:cubicBezTo>
                <a:cubicBezTo>
                  <a:pt x="9" y="1371"/>
                  <a:pt x="13" y="1379"/>
                  <a:pt x="19" y="1388"/>
                </a:cubicBezTo>
                <a:cubicBezTo>
                  <a:pt x="32" y="1405"/>
                  <a:pt x="50" y="1413"/>
                  <a:pt x="69" y="1413"/>
                </a:cubicBezTo>
                <a:cubicBezTo>
                  <a:pt x="82" y="1413"/>
                  <a:pt x="95" y="1409"/>
                  <a:pt x="105" y="1400"/>
                </a:cubicBezTo>
                <a:cubicBezTo>
                  <a:pt x="321" y="1214"/>
                  <a:pt x="554" y="1043"/>
                  <a:pt x="796" y="894"/>
                </a:cubicBezTo>
                <a:cubicBezTo>
                  <a:pt x="825" y="876"/>
                  <a:pt x="835" y="835"/>
                  <a:pt x="818" y="803"/>
                </a:cubicBezTo>
                <a:cubicBezTo>
                  <a:pt x="805" y="781"/>
                  <a:pt x="783" y="768"/>
                  <a:pt x="761" y="768"/>
                </a:cubicBezTo>
                <a:close/>
                <a:moveTo>
                  <a:pt x="6500" y="971"/>
                </a:moveTo>
                <a:cubicBezTo>
                  <a:pt x="6480" y="971"/>
                  <a:pt x="6461" y="982"/>
                  <a:pt x="6450" y="1002"/>
                </a:cubicBezTo>
                <a:cubicBezTo>
                  <a:pt x="6441" y="1018"/>
                  <a:pt x="6440" y="1036"/>
                  <a:pt x="6443" y="1053"/>
                </a:cubicBezTo>
                <a:cubicBezTo>
                  <a:pt x="6448" y="1069"/>
                  <a:pt x="6458" y="1084"/>
                  <a:pt x="6472" y="1095"/>
                </a:cubicBezTo>
                <a:cubicBezTo>
                  <a:pt x="6719" y="1261"/>
                  <a:pt x="6956" y="1447"/>
                  <a:pt x="7177" y="1647"/>
                </a:cubicBezTo>
                <a:cubicBezTo>
                  <a:pt x="7189" y="1659"/>
                  <a:pt x="7204" y="1664"/>
                  <a:pt x="7218" y="1664"/>
                </a:cubicBezTo>
                <a:cubicBezTo>
                  <a:pt x="7235" y="1664"/>
                  <a:pt x="7252" y="1656"/>
                  <a:pt x="7264" y="1641"/>
                </a:cubicBezTo>
                <a:cubicBezTo>
                  <a:pt x="7284" y="1613"/>
                  <a:pt x="7280" y="1570"/>
                  <a:pt x="7253" y="1547"/>
                </a:cubicBezTo>
                <a:cubicBezTo>
                  <a:pt x="7028" y="1342"/>
                  <a:pt x="6786" y="1152"/>
                  <a:pt x="6534" y="982"/>
                </a:cubicBezTo>
                <a:cubicBezTo>
                  <a:pt x="6523" y="975"/>
                  <a:pt x="6512" y="971"/>
                  <a:pt x="6500" y="971"/>
                </a:cubicBezTo>
                <a:close/>
                <a:moveTo>
                  <a:pt x="7843" y="2196"/>
                </a:moveTo>
                <a:cubicBezTo>
                  <a:pt x="7829" y="2196"/>
                  <a:pt x="7815" y="2202"/>
                  <a:pt x="7804" y="2212"/>
                </a:cubicBezTo>
                <a:cubicBezTo>
                  <a:pt x="7787" y="2230"/>
                  <a:pt x="7781" y="2254"/>
                  <a:pt x="7786" y="2279"/>
                </a:cubicBezTo>
                <a:cubicBezTo>
                  <a:pt x="7789" y="2288"/>
                  <a:pt x="7794" y="2298"/>
                  <a:pt x="7801" y="2306"/>
                </a:cubicBezTo>
                <a:cubicBezTo>
                  <a:pt x="7847" y="2363"/>
                  <a:pt x="7893" y="2421"/>
                  <a:pt x="7937" y="2480"/>
                </a:cubicBezTo>
                <a:cubicBezTo>
                  <a:pt x="8075" y="2661"/>
                  <a:pt x="8207" y="2856"/>
                  <a:pt x="8330" y="3057"/>
                </a:cubicBezTo>
                <a:cubicBezTo>
                  <a:pt x="8342" y="3078"/>
                  <a:pt x="8363" y="3089"/>
                  <a:pt x="8384" y="3089"/>
                </a:cubicBezTo>
                <a:cubicBezTo>
                  <a:pt x="8395" y="3089"/>
                  <a:pt x="8406" y="3086"/>
                  <a:pt x="8415" y="3079"/>
                </a:cubicBezTo>
                <a:cubicBezTo>
                  <a:pt x="8443" y="3060"/>
                  <a:pt x="8451" y="3018"/>
                  <a:pt x="8431" y="2987"/>
                </a:cubicBezTo>
                <a:cubicBezTo>
                  <a:pt x="8306" y="2781"/>
                  <a:pt x="8171" y="2582"/>
                  <a:pt x="8031" y="2397"/>
                </a:cubicBezTo>
                <a:cubicBezTo>
                  <a:pt x="7985" y="2337"/>
                  <a:pt x="7939" y="2278"/>
                  <a:pt x="7891" y="2220"/>
                </a:cubicBezTo>
                <a:cubicBezTo>
                  <a:pt x="7878" y="2205"/>
                  <a:pt x="7861" y="2196"/>
                  <a:pt x="7843" y="2196"/>
                </a:cubicBezTo>
                <a:close/>
                <a:moveTo>
                  <a:pt x="8818" y="3781"/>
                </a:moveTo>
                <a:cubicBezTo>
                  <a:pt x="8809" y="3781"/>
                  <a:pt x="8800" y="3783"/>
                  <a:pt x="8791" y="3787"/>
                </a:cubicBezTo>
                <a:cubicBezTo>
                  <a:pt x="8766" y="3800"/>
                  <a:pt x="8753" y="3832"/>
                  <a:pt x="8760" y="3862"/>
                </a:cubicBezTo>
                <a:cubicBezTo>
                  <a:pt x="8762" y="3866"/>
                  <a:pt x="8764" y="3872"/>
                  <a:pt x="8766" y="3876"/>
                </a:cubicBezTo>
                <a:cubicBezTo>
                  <a:pt x="8890" y="4144"/>
                  <a:pt x="9008" y="4435"/>
                  <a:pt x="9117" y="4739"/>
                </a:cubicBezTo>
                <a:cubicBezTo>
                  <a:pt x="9127" y="4767"/>
                  <a:pt x="9152" y="4784"/>
                  <a:pt x="9177" y="4784"/>
                </a:cubicBezTo>
                <a:cubicBezTo>
                  <a:pt x="9184" y="4784"/>
                  <a:pt x="9191" y="4783"/>
                  <a:pt x="9197" y="4781"/>
                </a:cubicBezTo>
                <a:cubicBezTo>
                  <a:pt x="9228" y="4768"/>
                  <a:pt x="9242" y="4728"/>
                  <a:pt x="9232" y="4695"/>
                </a:cubicBezTo>
                <a:cubicBezTo>
                  <a:pt x="9122" y="4388"/>
                  <a:pt x="9001" y="4093"/>
                  <a:pt x="8875" y="3819"/>
                </a:cubicBezTo>
                <a:cubicBezTo>
                  <a:pt x="8863" y="3795"/>
                  <a:pt x="8841" y="3781"/>
                  <a:pt x="8818" y="3781"/>
                </a:cubicBezTo>
                <a:close/>
                <a:moveTo>
                  <a:pt x="9458" y="5546"/>
                </a:moveTo>
                <a:cubicBezTo>
                  <a:pt x="9452" y="5546"/>
                  <a:pt x="9447" y="5547"/>
                  <a:pt x="9442" y="5549"/>
                </a:cubicBezTo>
                <a:cubicBezTo>
                  <a:pt x="9410" y="5558"/>
                  <a:pt x="9393" y="5594"/>
                  <a:pt x="9401" y="5628"/>
                </a:cubicBezTo>
                <a:cubicBezTo>
                  <a:pt x="9401" y="5629"/>
                  <a:pt x="9401" y="5630"/>
                  <a:pt x="9401" y="5631"/>
                </a:cubicBezTo>
                <a:cubicBezTo>
                  <a:pt x="9483" y="5913"/>
                  <a:pt x="9563" y="6226"/>
                  <a:pt x="9635" y="6539"/>
                </a:cubicBezTo>
                <a:cubicBezTo>
                  <a:pt x="9635" y="6539"/>
                  <a:pt x="9636" y="6540"/>
                  <a:pt x="9636" y="6540"/>
                </a:cubicBezTo>
                <a:cubicBezTo>
                  <a:pt x="9644" y="6570"/>
                  <a:pt x="9669" y="6592"/>
                  <a:pt x="9697" y="6592"/>
                </a:cubicBezTo>
                <a:cubicBezTo>
                  <a:pt x="9701" y="6592"/>
                  <a:pt x="9706" y="6592"/>
                  <a:pt x="9710" y="6590"/>
                </a:cubicBezTo>
                <a:cubicBezTo>
                  <a:pt x="9743" y="6583"/>
                  <a:pt x="9764" y="6548"/>
                  <a:pt x="9755" y="6511"/>
                </a:cubicBezTo>
                <a:cubicBezTo>
                  <a:pt x="9681" y="6196"/>
                  <a:pt x="9600" y="5881"/>
                  <a:pt x="9519" y="5597"/>
                </a:cubicBezTo>
                <a:cubicBezTo>
                  <a:pt x="9511" y="5566"/>
                  <a:pt x="9485" y="5546"/>
                  <a:pt x="9458" y="5546"/>
                </a:cubicBezTo>
                <a:close/>
                <a:moveTo>
                  <a:pt x="9894" y="7378"/>
                </a:moveTo>
                <a:cubicBezTo>
                  <a:pt x="9890" y="7378"/>
                  <a:pt x="9886" y="7378"/>
                  <a:pt x="9882" y="7379"/>
                </a:cubicBezTo>
                <a:cubicBezTo>
                  <a:pt x="9849" y="7386"/>
                  <a:pt x="9829" y="7420"/>
                  <a:pt x="9836" y="7457"/>
                </a:cubicBezTo>
                <a:cubicBezTo>
                  <a:pt x="9886" y="7706"/>
                  <a:pt x="9936" y="7953"/>
                  <a:pt x="9985" y="8200"/>
                </a:cubicBezTo>
                <a:lnTo>
                  <a:pt x="10019" y="8380"/>
                </a:lnTo>
                <a:cubicBezTo>
                  <a:pt x="10020" y="8381"/>
                  <a:pt x="10020" y="8382"/>
                  <a:pt x="10020" y="8383"/>
                </a:cubicBezTo>
                <a:cubicBezTo>
                  <a:pt x="10028" y="8413"/>
                  <a:pt x="10054" y="8435"/>
                  <a:pt x="10082" y="8435"/>
                </a:cubicBezTo>
                <a:cubicBezTo>
                  <a:pt x="10085" y="8435"/>
                  <a:pt x="10089" y="8435"/>
                  <a:pt x="10093" y="8434"/>
                </a:cubicBezTo>
                <a:cubicBezTo>
                  <a:pt x="10126" y="8429"/>
                  <a:pt x="10147" y="8394"/>
                  <a:pt x="10140" y="8357"/>
                </a:cubicBezTo>
                <a:lnTo>
                  <a:pt x="10104" y="8178"/>
                </a:lnTo>
                <a:cubicBezTo>
                  <a:pt x="10056" y="7931"/>
                  <a:pt x="10007" y="7682"/>
                  <a:pt x="9956" y="7433"/>
                </a:cubicBezTo>
                <a:cubicBezTo>
                  <a:pt x="9946" y="7398"/>
                  <a:pt x="9922" y="7378"/>
                  <a:pt x="9894" y="7378"/>
                </a:cubicBezTo>
                <a:close/>
                <a:moveTo>
                  <a:pt x="10265" y="9224"/>
                </a:moveTo>
                <a:cubicBezTo>
                  <a:pt x="10261" y="9224"/>
                  <a:pt x="10257" y="9224"/>
                  <a:pt x="10253" y="9225"/>
                </a:cubicBezTo>
                <a:cubicBezTo>
                  <a:pt x="10220" y="9232"/>
                  <a:pt x="10199" y="9266"/>
                  <a:pt x="10207" y="9303"/>
                </a:cubicBezTo>
                <a:cubicBezTo>
                  <a:pt x="10280" y="9642"/>
                  <a:pt x="10348" y="9944"/>
                  <a:pt x="10417" y="10224"/>
                </a:cubicBezTo>
                <a:cubicBezTo>
                  <a:pt x="10425" y="10255"/>
                  <a:pt x="10451" y="10276"/>
                  <a:pt x="10479" y="10276"/>
                </a:cubicBezTo>
                <a:cubicBezTo>
                  <a:pt x="10484" y="10276"/>
                  <a:pt x="10488" y="10275"/>
                  <a:pt x="10493" y="10274"/>
                </a:cubicBezTo>
                <a:cubicBezTo>
                  <a:pt x="10525" y="10266"/>
                  <a:pt x="10544" y="10230"/>
                  <a:pt x="10536" y="10194"/>
                </a:cubicBezTo>
                <a:cubicBezTo>
                  <a:pt x="10466" y="9916"/>
                  <a:pt x="10398" y="9617"/>
                  <a:pt x="10327" y="9278"/>
                </a:cubicBezTo>
                <a:cubicBezTo>
                  <a:pt x="10316" y="9243"/>
                  <a:pt x="10293" y="9224"/>
                  <a:pt x="10265" y="9224"/>
                </a:cubicBezTo>
                <a:close/>
                <a:moveTo>
                  <a:pt x="22673" y="11500"/>
                </a:moveTo>
                <a:cubicBezTo>
                  <a:pt x="22667" y="11500"/>
                  <a:pt x="22660" y="11500"/>
                  <a:pt x="22653" y="11500"/>
                </a:cubicBezTo>
                <a:cubicBezTo>
                  <a:pt x="22620" y="11500"/>
                  <a:pt x="22594" y="11530"/>
                  <a:pt x="22596" y="11567"/>
                </a:cubicBezTo>
                <a:cubicBezTo>
                  <a:pt x="22596" y="11573"/>
                  <a:pt x="22596" y="11577"/>
                  <a:pt x="22597" y="11582"/>
                </a:cubicBezTo>
                <a:cubicBezTo>
                  <a:pt x="22604" y="11612"/>
                  <a:pt x="22629" y="11634"/>
                  <a:pt x="22657" y="11634"/>
                </a:cubicBezTo>
                <a:cubicBezTo>
                  <a:pt x="22657" y="11634"/>
                  <a:pt x="22658" y="11634"/>
                  <a:pt x="22659" y="11634"/>
                </a:cubicBezTo>
                <a:cubicBezTo>
                  <a:pt x="22943" y="11634"/>
                  <a:pt x="23229" y="11655"/>
                  <a:pt x="23510" y="11698"/>
                </a:cubicBezTo>
                <a:cubicBezTo>
                  <a:pt x="23513" y="11698"/>
                  <a:pt x="23516" y="11699"/>
                  <a:pt x="23519" y="11699"/>
                </a:cubicBezTo>
                <a:cubicBezTo>
                  <a:pt x="23550" y="11699"/>
                  <a:pt x="23575" y="11674"/>
                  <a:pt x="23578" y="11641"/>
                </a:cubicBezTo>
                <a:cubicBezTo>
                  <a:pt x="23581" y="11605"/>
                  <a:pt x="23556" y="11571"/>
                  <a:pt x="23523" y="11565"/>
                </a:cubicBezTo>
                <a:cubicBezTo>
                  <a:pt x="23242" y="11523"/>
                  <a:pt x="22956" y="11500"/>
                  <a:pt x="22673" y="11500"/>
                </a:cubicBezTo>
                <a:close/>
                <a:moveTo>
                  <a:pt x="21800" y="11570"/>
                </a:moveTo>
                <a:cubicBezTo>
                  <a:pt x="21797" y="11570"/>
                  <a:pt x="21794" y="11570"/>
                  <a:pt x="21791" y="11571"/>
                </a:cubicBezTo>
                <a:cubicBezTo>
                  <a:pt x="21646" y="11594"/>
                  <a:pt x="21502" y="11624"/>
                  <a:pt x="21361" y="11659"/>
                </a:cubicBezTo>
                <a:cubicBezTo>
                  <a:pt x="21222" y="11694"/>
                  <a:pt x="21085" y="11734"/>
                  <a:pt x="20952" y="11779"/>
                </a:cubicBezTo>
                <a:cubicBezTo>
                  <a:pt x="20922" y="11790"/>
                  <a:pt x="20905" y="11824"/>
                  <a:pt x="20913" y="11857"/>
                </a:cubicBezTo>
                <a:cubicBezTo>
                  <a:pt x="20914" y="11859"/>
                  <a:pt x="20914" y="11861"/>
                  <a:pt x="20915" y="11862"/>
                </a:cubicBezTo>
                <a:cubicBezTo>
                  <a:pt x="20924" y="11891"/>
                  <a:pt x="20949" y="11909"/>
                  <a:pt x="20975" y="11909"/>
                </a:cubicBezTo>
                <a:cubicBezTo>
                  <a:pt x="20981" y="11909"/>
                  <a:pt x="20987" y="11908"/>
                  <a:pt x="20993" y="11906"/>
                </a:cubicBezTo>
                <a:cubicBezTo>
                  <a:pt x="21124" y="11862"/>
                  <a:pt x="21257" y="11823"/>
                  <a:pt x="21393" y="11790"/>
                </a:cubicBezTo>
                <a:cubicBezTo>
                  <a:pt x="21531" y="11755"/>
                  <a:pt x="21673" y="11727"/>
                  <a:pt x="21815" y="11703"/>
                </a:cubicBezTo>
                <a:cubicBezTo>
                  <a:pt x="21848" y="11698"/>
                  <a:pt x="21869" y="11664"/>
                  <a:pt x="21863" y="11627"/>
                </a:cubicBezTo>
                <a:cubicBezTo>
                  <a:pt x="21857" y="11594"/>
                  <a:pt x="21830" y="11570"/>
                  <a:pt x="21800" y="11570"/>
                </a:cubicBezTo>
                <a:close/>
                <a:moveTo>
                  <a:pt x="10723" y="11050"/>
                </a:moveTo>
                <a:cubicBezTo>
                  <a:pt x="10717" y="11050"/>
                  <a:pt x="10712" y="11051"/>
                  <a:pt x="10706" y="11053"/>
                </a:cubicBezTo>
                <a:cubicBezTo>
                  <a:pt x="10675" y="11062"/>
                  <a:pt x="10658" y="11097"/>
                  <a:pt x="10666" y="11132"/>
                </a:cubicBezTo>
                <a:cubicBezTo>
                  <a:pt x="10667" y="11133"/>
                  <a:pt x="10667" y="11134"/>
                  <a:pt x="10667" y="11136"/>
                </a:cubicBezTo>
                <a:cubicBezTo>
                  <a:pt x="10766" y="11455"/>
                  <a:pt x="10866" y="11748"/>
                  <a:pt x="10975" y="12030"/>
                </a:cubicBezTo>
                <a:cubicBezTo>
                  <a:pt x="10986" y="12057"/>
                  <a:pt x="11010" y="12073"/>
                  <a:pt x="11035" y="12073"/>
                </a:cubicBezTo>
                <a:cubicBezTo>
                  <a:pt x="11042" y="12073"/>
                  <a:pt x="11049" y="12071"/>
                  <a:pt x="11056" y="12069"/>
                </a:cubicBezTo>
                <a:cubicBezTo>
                  <a:pt x="11087" y="12056"/>
                  <a:pt x="11101" y="12017"/>
                  <a:pt x="11088" y="11982"/>
                </a:cubicBezTo>
                <a:cubicBezTo>
                  <a:pt x="10980" y="11704"/>
                  <a:pt x="10881" y="11416"/>
                  <a:pt x="10784" y="11098"/>
                </a:cubicBezTo>
                <a:cubicBezTo>
                  <a:pt x="10775" y="11069"/>
                  <a:pt x="10750" y="11050"/>
                  <a:pt x="10723" y="11050"/>
                </a:cubicBezTo>
                <a:close/>
                <a:moveTo>
                  <a:pt x="24363" y="11764"/>
                </a:moveTo>
                <a:cubicBezTo>
                  <a:pt x="24336" y="11764"/>
                  <a:pt x="24311" y="11783"/>
                  <a:pt x="24305" y="11812"/>
                </a:cubicBezTo>
                <a:cubicBezTo>
                  <a:pt x="24302" y="11823"/>
                  <a:pt x="24303" y="11835"/>
                  <a:pt x="24305" y="11845"/>
                </a:cubicBezTo>
                <a:cubicBezTo>
                  <a:pt x="24311" y="11869"/>
                  <a:pt x="24327" y="11888"/>
                  <a:pt x="24350" y="11894"/>
                </a:cubicBezTo>
                <a:cubicBezTo>
                  <a:pt x="24611" y="11978"/>
                  <a:pt x="24867" y="12080"/>
                  <a:pt x="25111" y="12200"/>
                </a:cubicBezTo>
                <a:lnTo>
                  <a:pt x="25158" y="12224"/>
                </a:lnTo>
                <a:cubicBezTo>
                  <a:pt x="25166" y="12229"/>
                  <a:pt x="25175" y="12230"/>
                  <a:pt x="25184" y="12230"/>
                </a:cubicBezTo>
                <a:cubicBezTo>
                  <a:pt x="25207" y="12230"/>
                  <a:pt x="25229" y="12217"/>
                  <a:pt x="25239" y="12192"/>
                </a:cubicBezTo>
                <a:cubicBezTo>
                  <a:pt x="25252" y="12159"/>
                  <a:pt x="25237" y="12119"/>
                  <a:pt x="25205" y="12103"/>
                </a:cubicBezTo>
                <a:lnTo>
                  <a:pt x="25158" y="12079"/>
                </a:lnTo>
                <a:cubicBezTo>
                  <a:pt x="24908" y="11956"/>
                  <a:pt x="24646" y="11852"/>
                  <a:pt x="24380" y="11766"/>
                </a:cubicBezTo>
                <a:cubicBezTo>
                  <a:pt x="24374" y="11765"/>
                  <a:pt x="24369" y="11764"/>
                  <a:pt x="24363" y="11764"/>
                </a:cubicBezTo>
                <a:close/>
                <a:moveTo>
                  <a:pt x="20185" y="12120"/>
                </a:moveTo>
                <a:cubicBezTo>
                  <a:pt x="20176" y="12120"/>
                  <a:pt x="20167" y="12122"/>
                  <a:pt x="20158" y="12127"/>
                </a:cubicBezTo>
                <a:cubicBezTo>
                  <a:pt x="19902" y="12267"/>
                  <a:pt x="19658" y="12432"/>
                  <a:pt x="19434" y="12615"/>
                </a:cubicBezTo>
                <a:cubicBezTo>
                  <a:pt x="19413" y="12631"/>
                  <a:pt x="19406" y="12659"/>
                  <a:pt x="19412" y="12684"/>
                </a:cubicBezTo>
                <a:cubicBezTo>
                  <a:pt x="19414" y="12692"/>
                  <a:pt x="19419" y="12701"/>
                  <a:pt x="19424" y="12708"/>
                </a:cubicBezTo>
                <a:cubicBezTo>
                  <a:pt x="19436" y="12727"/>
                  <a:pt x="19456" y="12736"/>
                  <a:pt x="19475" y="12736"/>
                </a:cubicBezTo>
                <a:cubicBezTo>
                  <a:pt x="19488" y="12736"/>
                  <a:pt x="19500" y="12732"/>
                  <a:pt x="19511" y="12723"/>
                </a:cubicBezTo>
                <a:cubicBezTo>
                  <a:pt x="19729" y="12545"/>
                  <a:pt x="19967" y="12385"/>
                  <a:pt x="20218" y="12247"/>
                </a:cubicBezTo>
                <a:cubicBezTo>
                  <a:pt x="20247" y="12231"/>
                  <a:pt x="20257" y="12190"/>
                  <a:pt x="20241" y="12157"/>
                </a:cubicBezTo>
                <a:cubicBezTo>
                  <a:pt x="20230" y="12134"/>
                  <a:pt x="20208" y="12120"/>
                  <a:pt x="20185" y="12120"/>
                </a:cubicBezTo>
                <a:close/>
                <a:moveTo>
                  <a:pt x="25947" y="12554"/>
                </a:moveTo>
                <a:cubicBezTo>
                  <a:pt x="25927" y="12554"/>
                  <a:pt x="25908" y="12565"/>
                  <a:pt x="25897" y="12584"/>
                </a:cubicBezTo>
                <a:cubicBezTo>
                  <a:pt x="25888" y="12599"/>
                  <a:pt x="25886" y="12619"/>
                  <a:pt x="25890" y="12636"/>
                </a:cubicBezTo>
                <a:cubicBezTo>
                  <a:pt x="25895" y="12652"/>
                  <a:pt x="25904" y="12667"/>
                  <a:pt x="25919" y="12676"/>
                </a:cubicBezTo>
                <a:cubicBezTo>
                  <a:pt x="26161" y="12844"/>
                  <a:pt x="26397" y="13032"/>
                  <a:pt x="26621" y="13235"/>
                </a:cubicBezTo>
                <a:cubicBezTo>
                  <a:pt x="26633" y="13246"/>
                  <a:pt x="26648" y="13252"/>
                  <a:pt x="26662" y="13252"/>
                </a:cubicBezTo>
                <a:cubicBezTo>
                  <a:pt x="26680" y="13252"/>
                  <a:pt x="26697" y="13244"/>
                  <a:pt x="26708" y="13229"/>
                </a:cubicBezTo>
                <a:cubicBezTo>
                  <a:pt x="26729" y="13200"/>
                  <a:pt x="26724" y="13158"/>
                  <a:pt x="26697" y="13134"/>
                </a:cubicBezTo>
                <a:cubicBezTo>
                  <a:pt x="26468" y="12927"/>
                  <a:pt x="26228" y="12735"/>
                  <a:pt x="25981" y="12565"/>
                </a:cubicBezTo>
                <a:cubicBezTo>
                  <a:pt x="25971" y="12558"/>
                  <a:pt x="25959" y="12554"/>
                  <a:pt x="25947" y="12554"/>
                </a:cubicBezTo>
                <a:close/>
                <a:moveTo>
                  <a:pt x="11409" y="12797"/>
                </a:moveTo>
                <a:cubicBezTo>
                  <a:pt x="11400" y="12797"/>
                  <a:pt x="11391" y="12799"/>
                  <a:pt x="11382" y="12803"/>
                </a:cubicBezTo>
                <a:cubicBezTo>
                  <a:pt x="11357" y="12817"/>
                  <a:pt x="11346" y="12848"/>
                  <a:pt x="11353" y="12878"/>
                </a:cubicBezTo>
                <a:cubicBezTo>
                  <a:pt x="11354" y="12884"/>
                  <a:pt x="11356" y="12888"/>
                  <a:pt x="11360" y="12893"/>
                </a:cubicBezTo>
                <a:cubicBezTo>
                  <a:pt x="11505" y="13182"/>
                  <a:pt x="11664" y="13455"/>
                  <a:pt x="11833" y="13707"/>
                </a:cubicBezTo>
                <a:cubicBezTo>
                  <a:pt x="11845" y="13726"/>
                  <a:pt x="11865" y="13737"/>
                  <a:pt x="11885" y="13737"/>
                </a:cubicBezTo>
                <a:cubicBezTo>
                  <a:pt x="11897" y="13737"/>
                  <a:pt x="11909" y="13733"/>
                  <a:pt x="11919" y="13724"/>
                </a:cubicBezTo>
                <a:cubicBezTo>
                  <a:pt x="11946" y="13704"/>
                  <a:pt x="11951" y="13662"/>
                  <a:pt x="11931" y="13631"/>
                </a:cubicBezTo>
                <a:cubicBezTo>
                  <a:pt x="11766" y="13385"/>
                  <a:pt x="11610" y="13115"/>
                  <a:pt x="11466" y="12833"/>
                </a:cubicBezTo>
                <a:cubicBezTo>
                  <a:pt x="11454" y="12810"/>
                  <a:pt x="11432" y="12797"/>
                  <a:pt x="11409" y="12797"/>
                </a:cubicBezTo>
                <a:close/>
                <a:moveTo>
                  <a:pt x="18848" y="13219"/>
                </a:moveTo>
                <a:cubicBezTo>
                  <a:pt x="18832" y="13219"/>
                  <a:pt x="18816" y="13226"/>
                  <a:pt x="18804" y="13239"/>
                </a:cubicBezTo>
                <a:cubicBezTo>
                  <a:pt x="18619" y="13460"/>
                  <a:pt x="18452" y="13692"/>
                  <a:pt x="18268" y="13951"/>
                </a:cubicBezTo>
                <a:cubicBezTo>
                  <a:pt x="18256" y="13968"/>
                  <a:pt x="18253" y="13989"/>
                  <a:pt x="18259" y="14009"/>
                </a:cubicBezTo>
                <a:cubicBezTo>
                  <a:pt x="18262" y="14022"/>
                  <a:pt x="18269" y="14035"/>
                  <a:pt x="18281" y="14045"/>
                </a:cubicBezTo>
                <a:cubicBezTo>
                  <a:pt x="18293" y="14055"/>
                  <a:pt x="18307" y="14060"/>
                  <a:pt x="18320" y="14060"/>
                </a:cubicBezTo>
                <a:cubicBezTo>
                  <a:pt x="18338" y="14060"/>
                  <a:pt x="18355" y="14052"/>
                  <a:pt x="18366" y="14036"/>
                </a:cubicBezTo>
                <a:cubicBezTo>
                  <a:pt x="18549" y="13779"/>
                  <a:pt x="18715" y="13549"/>
                  <a:pt x="18897" y="13331"/>
                </a:cubicBezTo>
                <a:cubicBezTo>
                  <a:pt x="18920" y="13305"/>
                  <a:pt x="18917" y="13263"/>
                  <a:pt x="18891" y="13237"/>
                </a:cubicBezTo>
                <a:cubicBezTo>
                  <a:pt x="18879" y="13225"/>
                  <a:pt x="18863" y="13219"/>
                  <a:pt x="18848" y="13219"/>
                </a:cubicBezTo>
                <a:close/>
                <a:moveTo>
                  <a:pt x="27299" y="13772"/>
                </a:moveTo>
                <a:cubicBezTo>
                  <a:pt x="27284" y="13772"/>
                  <a:pt x="27269" y="13777"/>
                  <a:pt x="27258" y="13790"/>
                </a:cubicBezTo>
                <a:cubicBezTo>
                  <a:pt x="27242" y="13806"/>
                  <a:pt x="27236" y="13830"/>
                  <a:pt x="27242" y="13854"/>
                </a:cubicBezTo>
                <a:cubicBezTo>
                  <a:pt x="27245" y="13864"/>
                  <a:pt x="27249" y="13875"/>
                  <a:pt x="27258" y="13884"/>
                </a:cubicBezTo>
                <a:cubicBezTo>
                  <a:pt x="27455" y="14111"/>
                  <a:pt x="27646" y="14355"/>
                  <a:pt x="27821" y="14608"/>
                </a:cubicBezTo>
                <a:cubicBezTo>
                  <a:pt x="27834" y="14626"/>
                  <a:pt x="27853" y="14635"/>
                  <a:pt x="27872" y="14635"/>
                </a:cubicBezTo>
                <a:cubicBezTo>
                  <a:pt x="27884" y="14635"/>
                  <a:pt x="27897" y="14631"/>
                  <a:pt x="27907" y="14623"/>
                </a:cubicBezTo>
                <a:cubicBezTo>
                  <a:pt x="27934" y="14601"/>
                  <a:pt x="27938" y="14560"/>
                  <a:pt x="27918" y="14530"/>
                </a:cubicBezTo>
                <a:cubicBezTo>
                  <a:pt x="27740" y="14272"/>
                  <a:pt x="27546" y="14025"/>
                  <a:pt x="27345" y="13794"/>
                </a:cubicBezTo>
                <a:cubicBezTo>
                  <a:pt x="27332" y="13779"/>
                  <a:pt x="27315" y="13772"/>
                  <a:pt x="27299" y="13772"/>
                </a:cubicBezTo>
                <a:close/>
                <a:moveTo>
                  <a:pt x="12451" y="14328"/>
                </a:moveTo>
                <a:cubicBezTo>
                  <a:pt x="12436" y="14328"/>
                  <a:pt x="12421" y="14335"/>
                  <a:pt x="12410" y="14347"/>
                </a:cubicBezTo>
                <a:cubicBezTo>
                  <a:pt x="12394" y="14364"/>
                  <a:pt x="12389" y="14388"/>
                  <a:pt x="12395" y="14410"/>
                </a:cubicBezTo>
                <a:cubicBezTo>
                  <a:pt x="12398" y="14422"/>
                  <a:pt x="12403" y="14433"/>
                  <a:pt x="12412" y="14442"/>
                </a:cubicBezTo>
                <a:cubicBezTo>
                  <a:pt x="12623" y="14666"/>
                  <a:pt x="12855" y="14872"/>
                  <a:pt x="13101" y="15055"/>
                </a:cubicBezTo>
                <a:cubicBezTo>
                  <a:pt x="13112" y="15064"/>
                  <a:pt x="13125" y="15068"/>
                  <a:pt x="13137" y="15068"/>
                </a:cubicBezTo>
                <a:cubicBezTo>
                  <a:pt x="13156" y="15068"/>
                  <a:pt x="13175" y="15058"/>
                  <a:pt x="13186" y="15039"/>
                </a:cubicBezTo>
                <a:cubicBezTo>
                  <a:pt x="13205" y="15008"/>
                  <a:pt x="13196" y="14967"/>
                  <a:pt x="13167" y="14945"/>
                </a:cubicBezTo>
                <a:cubicBezTo>
                  <a:pt x="12928" y="14767"/>
                  <a:pt x="12701" y="14566"/>
                  <a:pt x="12496" y="14348"/>
                </a:cubicBezTo>
                <a:cubicBezTo>
                  <a:pt x="12484" y="14335"/>
                  <a:pt x="12467" y="14328"/>
                  <a:pt x="12451" y="14328"/>
                </a:cubicBezTo>
                <a:close/>
                <a:moveTo>
                  <a:pt x="17786" y="14639"/>
                </a:moveTo>
                <a:cubicBezTo>
                  <a:pt x="17769" y="14639"/>
                  <a:pt x="17753" y="14646"/>
                  <a:pt x="17742" y="14660"/>
                </a:cubicBezTo>
                <a:cubicBezTo>
                  <a:pt x="17532" y="14920"/>
                  <a:pt x="17339" y="15114"/>
                  <a:pt x="17136" y="15273"/>
                </a:cubicBezTo>
                <a:cubicBezTo>
                  <a:pt x="17115" y="15289"/>
                  <a:pt x="17108" y="15317"/>
                  <a:pt x="17114" y="15343"/>
                </a:cubicBezTo>
                <a:cubicBezTo>
                  <a:pt x="17117" y="15350"/>
                  <a:pt x="17120" y="15359"/>
                  <a:pt x="17124" y="15366"/>
                </a:cubicBezTo>
                <a:cubicBezTo>
                  <a:pt x="17137" y="15385"/>
                  <a:pt x="17157" y="15395"/>
                  <a:pt x="17176" y="15395"/>
                </a:cubicBezTo>
                <a:cubicBezTo>
                  <a:pt x="17188" y="15395"/>
                  <a:pt x="17200" y="15391"/>
                  <a:pt x="17211" y="15382"/>
                </a:cubicBezTo>
                <a:cubicBezTo>
                  <a:pt x="17421" y="15218"/>
                  <a:pt x="17620" y="15017"/>
                  <a:pt x="17836" y="14752"/>
                </a:cubicBezTo>
                <a:cubicBezTo>
                  <a:pt x="17858" y="14724"/>
                  <a:pt x="17855" y="14682"/>
                  <a:pt x="17829" y="14657"/>
                </a:cubicBezTo>
                <a:cubicBezTo>
                  <a:pt x="17816" y="14645"/>
                  <a:pt x="17801" y="14639"/>
                  <a:pt x="17786" y="14639"/>
                </a:cubicBezTo>
                <a:close/>
                <a:moveTo>
                  <a:pt x="13895" y="15400"/>
                </a:moveTo>
                <a:cubicBezTo>
                  <a:pt x="13872" y="15400"/>
                  <a:pt x="13851" y="15415"/>
                  <a:pt x="13841" y="15440"/>
                </a:cubicBezTo>
                <a:cubicBezTo>
                  <a:pt x="13836" y="15454"/>
                  <a:pt x="13835" y="15469"/>
                  <a:pt x="13839" y="15483"/>
                </a:cubicBezTo>
                <a:cubicBezTo>
                  <a:pt x="13843" y="15502"/>
                  <a:pt x="13856" y="15519"/>
                  <a:pt x="13874" y="15529"/>
                </a:cubicBezTo>
                <a:cubicBezTo>
                  <a:pt x="14151" y="15663"/>
                  <a:pt x="14432" y="15768"/>
                  <a:pt x="14711" y="15837"/>
                </a:cubicBezTo>
                <a:cubicBezTo>
                  <a:pt x="14716" y="15839"/>
                  <a:pt x="14721" y="15839"/>
                  <a:pt x="14725" y="15839"/>
                </a:cubicBezTo>
                <a:cubicBezTo>
                  <a:pt x="14754" y="15839"/>
                  <a:pt x="14778" y="15818"/>
                  <a:pt x="14782" y="15787"/>
                </a:cubicBezTo>
                <a:cubicBezTo>
                  <a:pt x="14789" y="15751"/>
                  <a:pt x="14767" y="15716"/>
                  <a:pt x="14733" y="15707"/>
                </a:cubicBezTo>
                <a:cubicBezTo>
                  <a:pt x="14463" y="15639"/>
                  <a:pt x="14189" y="15538"/>
                  <a:pt x="13921" y="15407"/>
                </a:cubicBezTo>
                <a:cubicBezTo>
                  <a:pt x="13913" y="15403"/>
                  <a:pt x="13904" y="15400"/>
                  <a:pt x="13895" y="15400"/>
                </a:cubicBezTo>
                <a:close/>
                <a:moveTo>
                  <a:pt x="16417" y="15670"/>
                </a:moveTo>
                <a:cubicBezTo>
                  <a:pt x="16411" y="15670"/>
                  <a:pt x="16406" y="15671"/>
                  <a:pt x="16400" y="15673"/>
                </a:cubicBezTo>
                <a:cubicBezTo>
                  <a:pt x="16334" y="15695"/>
                  <a:pt x="16267" y="15715"/>
                  <a:pt x="16200" y="15732"/>
                </a:cubicBezTo>
                <a:cubicBezTo>
                  <a:pt x="16001" y="15781"/>
                  <a:pt x="15791" y="15808"/>
                  <a:pt x="15576" y="15811"/>
                </a:cubicBezTo>
                <a:cubicBezTo>
                  <a:pt x="15542" y="15811"/>
                  <a:pt x="15516" y="15842"/>
                  <a:pt x="15518" y="15878"/>
                </a:cubicBezTo>
                <a:cubicBezTo>
                  <a:pt x="15518" y="15883"/>
                  <a:pt x="15518" y="15888"/>
                  <a:pt x="15519" y="15892"/>
                </a:cubicBezTo>
                <a:cubicBezTo>
                  <a:pt x="15527" y="15922"/>
                  <a:pt x="15554" y="15944"/>
                  <a:pt x="15583" y="15944"/>
                </a:cubicBezTo>
                <a:cubicBezTo>
                  <a:pt x="15807" y="15941"/>
                  <a:pt x="16025" y="15914"/>
                  <a:pt x="16233" y="15862"/>
                </a:cubicBezTo>
                <a:cubicBezTo>
                  <a:pt x="16303" y="15845"/>
                  <a:pt x="16372" y="15825"/>
                  <a:pt x="16441" y="15801"/>
                </a:cubicBezTo>
                <a:cubicBezTo>
                  <a:pt x="16473" y="15790"/>
                  <a:pt x="16488" y="15752"/>
                  <a:pt x="16479" y="15718"/>
                </a:cubicBezTo>
                <a:cubicBezTo>
                  <a:pt x="16469" y="15689"/>
                  <a:pt x="16444" y="15670"/>
                  <a:pt x="16417" y="15670"/>
                </a:cubicBezTo>
                <a:close/>
                <a:moveTo>
                  <a:pt x="28358" y="15294"/>
                </a:moveTo>
                <a:cubicBezTo>
                  <a:pt x="28348" y="15294"/>
                  <a:pt x="28337" y="15296"/>
                  <a:pt x="28328" y="15302"/>
                </a:cubicBezTo>
                <a:cubicBezTo>
                  <a:pt x="28305" y="15317"/>
                  <a:pt x="28294" y="15347"/>
                  <a:pt x="28301" y="15376"/>
                </a:cubicBezTo>
                <a:cubicBezTo>
                  <a:pt x="28303" y="15381"/>
                  <a:pt x="28305" y="15388"/>
                  <a:pt x="28308" y="15393"/>
                </a:cubicBezTo>
                <a:cubicBezTo>
                  <a:pt x="28456" y="15663"/>
                  <a:pt x="28593" y="15944"/>
                  <a:pt x="28715" y="16229"/>
                </a:cubicBezTo>
                <a:cubicBezTo>
                  <a:pt x="28726" y="16255"/>
                  <a:pt x="28749" y="16270"/>
                  <a:pt x="28773" y="16270"/>
                </a:cubicBezTo>
                <a:cubicBezTo>
                  <a:pt x="28781" y="16270"/>
                  <a:pt x="28789" y="16269"/>
                  <a:pt x="28797" y="16265"/>
                </a:cubicBezTo>
                <a:cubicBezTo>
                  <a:pt x="28828" y="16251"/>
                  <a:pt x="28840" y="16211"/>
                  <a:pt x="28826" y="16177"/>
                </a:cubicBezTo>
                <a:cubicBezTo>
                  <a:pt x="28703" y="15888"/>
                  <a:pt x="28563" y="15602"/>
                  <a:pt x="28413" y="15329"/>
                </a:cubicBezTo>
                <a:cubicBezTo>
                  <a:pt x="28401" y="15306"/>
                  <a:pt x="28379" y="15294"/>
                  <a:pt x="28358" y="15294"/>
                </a:cubicBezTo>
                <a:close/>
                <a:moveTo>
                  <a:pt x="29094" y="17018"/>
                </a:moveTo>
                <a:cubicBezTo>
                  <a:pt x="29088" y="17018"/>
                  <a:pt x="29082" y="17019"/>
                  <a:pt x="29076" y="17021"/>
                </a:cubicBezTo>
                <a:cubicBezTo>
                  <a:pt x="29045" y="17031"/>
                  <a:pt x="29028" y="17066"/>
                  <a:pt x="29036" y="17100"/>
                </a:cubicBezTo>
                <a:cubicBezTo>
                  <a:pt x="29036" y="17101"/>
                  <a:pt x="29038" y="17102"/>
                  <a:pt x="29038" y="17103"/>
                </a:cubicBezTo>
                <a:cubicBezTo>
                  <a:pt x="29112" y="17342"/>
                  <a:pt x="29176" y="17583"/>
                  <a:pt x="29232" y="17823"/>
                </a:cubicBezTo>
                <a:cubicBezTo>
                  <a:pt x="29245" y="17884"/>
                  <a:pt x="29259" y="17946"/>
                  <a:pt x="29270" y="18008"/>
                </a:cubicBezTo>
                <a:cubicBezTo>
                  <a:pt x="29278" y="18038"/>
                  <a:pt x="29306" y="18063"/>
                  <a:pt x="29336" y="18063"/>
                </a:cubicBezTo>
                <a:cubicBezTo>
                  <a:pt x="29338" y="18063"/>
                  <a:pt x="29341" y="18063"/>
                  <a:pt x="29344" y="18063"/>
                </a:cubicBezTo>
                <a:cubicBezTo>
                  <a:pt x="29377" y="18055"/>
                  <a:pt x="29399" y="18021"/>
                  <a:pt x="29391" y="17985"/>
                </a:cubicBezTo>
                <a:cubicBezTo>
                  <a:pt x="29378" y="17922"/>
                  <a:pt x="29364" y="17860"/>
                  <a:pt x="29351" y="17797"/>
                </a:cubicBezTo>
                <a:cubicBezTo>
                  <a:pt x="29296" y="17553"/>
                  <a:pt x="29229" y="17307"/>
                  <a:pt x="29154" y="17066"/>
                </a:cubicBezTo>
                <a:cubicBezTo>
                  <a:pt x="29145" y="17037"/>
                  <a:pt x="29120" y="17018"/>
                  <a:pt x="29094" y="17018"/>
                </a:cubicBezTo>
                <a:close/>
                <a:moveTo>
                  <a:pt x="29455" y="18861"/>
                </a:moveTo>
                <a:cubicBezTo>
                  <a:pt x="29454" y="18861"/>
                  <a:pt x="29454" y="18861"/>
                  <a:pt x="29453" y="18861"/>
                </a:cubicBezTo>
                <a:cubicBezTo>
                  <a:pt x="29419" y="18862"/>
                  <a:pt x="29394" y="18893"/>
                  <a:pt x="29396" y="18929"/>
                </a:cubicBezTo>
                <a:cubicBezTo>
                  <a:pt x="29418" y="19253"/>
                  <a:pt x="29414" y="19563"/>
                  <a:pt x="29384" y="19851"/>
                </a:cubicBezTo>
                <a:cubicBezTo>
                  <a:pt x="29383" y="19860"/>
                  <a:pt x="29383" y="19868"/>
                  <a:pt x="29385" y="19877"/>
                </a:cubicBezTo>
                <a:cubicBezTo>
                  <a:pt x="29391" y="19902"/>
                  <a:pt x="29411" y="19923"/>
                  <a:pt x="29437" y="19928"/>
                </a:cubicBezTo>
                <a:cubicBezTo>
                  <a:pt x="29440" y="19928"/>
                  <a:pt x="29443" y="19929"/>
                  <a:pt x="29446" y="19929"/>
                </a:cubicBezTo>
                <a:cubicBezTo>
                  <a:pt x="29477" y="19929"/>
                  <a:pt x="29502" y="19905"/>
                  <a:pt x="29505" y="19872"/>
                </a:cubicBezTo>
                <a:cubicBezTo>
                  <a:pt x="29536" y="19575"/>
                  <a:pt x="29542" y="19257"/>
                  <a:pt x="29519" y="18926"/>
                </a:cubicBezTo>
                <a:cubicBezTo>
                  <a:pt x="29516" y="18889"/>
                  <a:pt x="29488" y="18861"/>
                  <a:pt x="29455" y="18861"/>
                </a:cubicBezTo>
                <a:close/>
                <a:moveTo>
                  <a:pt x="29244" y="20693"/>
                </a:moveTo>
                <a:cubicBezTo>
                  <a:pt x="29220" y="20693"/>
                  <a:pt x="29198" y="20708"/>
                  <a:pt x="29188" y="20733"/>
                </a:cubicBezTo>
                <a:cubicBezTo>
                  <a:pt x="29086" y="21021"/>
                  <a:pt x="28945" y="21279"/>
                  <a:pt x="28772" y="21501"/>
                </a:cubicBezTo>
                <a:cubicBezTo>
                  <a:pt x="28758" y="21518"/>
                  <a:pt x="28754" y="21540"/>
                  <a:pt x="28759" y="21560"/>
                </a:cubicBezTo>
                <a:cubicBezTo>
                  <a:pt x="28763" y="21574"/>
                  <a:pt x="28769" y="21586"/>
                  <a:pt x="28779" y="21595"/>
                </a:cubicBezTo>
                <a:cubicBezTo>
                  <a:pt x="28792" y="21607"/>
                  <a:pt x="28807" y="21613"/>
                  <a:pt x="28821" y="21613"/>
                </a:cubicBezTo>
                <a:cubicBezTo>
                  <a:pt x="28838" y="21613"/>
                  <a:pt x="28854" y="21605"/>
                  <a:pt x="28866" y="21591"/>
                </a:cubicBezTo>
                <a:cubicBezTo>
                  <a:pt x="29048" y="21358"/>
                  <a:pt x="29196" y="21088"/>
                  <a:pt x="29304" y="20787"/>
                </a:cubicBezTo>
                <a:cubicBezTo>
                  <a:pt x="29315" y="20753"/>
                  <a:pt x="29299" y="20713"/>
                  <a:pt x="29268" y="20698"/>
                </a:cubicBezTo>
                <a:cubicBezTo>
                  <a:pt x="29260" y="20694"/>
                  <a:pt x="29252" y="20693"/>
                  <a:pt x="29244" y="2069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73" name="Google Shape;6073;p265"/>
          <p:cNvSpPr/>
          <p:nvPr/>
        </p:nvSpPr>
        <p:spPr>
          <a:xfrm rot="-906775">
            <a:off x="7086838" y="296199"/>
            <a:ext cx="605796" cy="141937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74" name="Google Shape;6074;p265"/>
          <p:cNvGrpSpPr/>
          <p:nvPr/>
        </p:nvGrpSpPr>
        <p:grpSpPr>
          <a:xfrm rot="-5400000">
            <a:off x="8646175" y="1002690"/>
            <a:ext cx="221772" cy="200884"/>
            <a:chOff x="1640475" y="1197075"/>
            <a:chExt cx="55475" cy="50250"/>
          </a:xfrm>
        </p:grpSpPr>
        <p:sp>
          <p:nvSpPr>
            <p:cNvPr id="6075" name="Google Shape;6075;p26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26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26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78" name="Google Shape;6078;p265"/>
          <p:cNvSpPr/>
          <p:nvPr/>
        </p:nvSpPr>
        <p:spPr>
          <a:xfrm rot="9965797">
            <a:off x="-506318" y="3859694"/>
            <a:ext cx="993864" cy="1557213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79" name="Google Shape;6079;p265"/>
          <p:cNvGrpSpPr/>
          <p:nvPr/>
        </p:nvGrpSpPr>
        <p:grpSpPr>
          <a:xfrm rot="-6145098">
            <a:off x="376587" y="480362"/>
            <a:ext cx="433642" cy="392824"/>
            <a:chOff x="1640475" y="1197075"/>
            <a:chExt cx="55475" cy="50250"/>
          </a:xfrm>
        </p:grpSpPr>
        <p:sp>
          <p:nvSpPr>
            <p:cNvPr id="6080" name="Google Shape;6080;p26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26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26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3" name="Google Shape;6083;p265"/>
          <p:cNvGrpSpPr/>
          <p:nvPr/>
        </p:nvGrpSpPr>
        <p:grpSpPr>
          <a:xfrm rot="-5400000">
            <a:off x="1758442" y="4714359"/>
            <a:ext cx="244822" cy="221773"/>
            <a:chOff x="1640475" y="1197075"/>
            <a:chExt cx="55475" cy="50250"/>
          </a:xfrm>
        </p:grpSpPr>
        <p:sp>
          <p:nvSpPr>
            <p:cNvPr id="6084" name="Google Shape;6084;p26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26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26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87" name="Google Shape;6087;p265"/>
          <p:cNvSpPr/>
          <p:nvPr/>
        </p:nvSpPr>
        <p:spPr>
          <a:xfrm rot="-308323">
            <a:off x="1184892" y="245385"/>
            <a:ext cx="580167" cy="13591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88" name="Google Shape;6088;p265"/>
          <p:cNvGrpSpPr/>
          <p:nvPr/>
        </p:nvGrpSpPr>
        <p:grpSpPr>
          <a:xfrm rot="-5400000">
            <a:off x="8191474" y="4616297"/>
            <a:ext cx="221772" cy="200884"/>
            <a:chOff x="1640475" y="1197075"/>
            <a:chExt cx="55475" cy="50250"/>
          </a:xfrm>
        </p:grpSpPr>
        <p:sp>
          <p:nvSpPr>
            <p:cNvPr id="6089" name="Google Shape;6089;p265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265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265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1">
  <p:cSld name="TITLE_AND_BODY_2">
    <p:spTree>
      <p:nvGrpSpPr>
        <p:cNvPr id="6092" name="Shape 60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3" name="Google Shape;6093;p266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094" name="Google Shape;6094;p266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  <p:sp>
        <p:nvSpPr>
          <p:cNvPr id="6095" name="Google Shape;6095;p266"/>
          <p:cNvSpPr txBox="1"/>
          <p:nvPr>
            <p:ph idx="12" type="sldNum"/>
          </p:nvPr>
        </p:nvSpPr>
        <p:spPr>
          <a:xfrm>
            <a:off x="8490250" y="4681009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>
            <a:lvl1pPr lvl="0">
              <a:buNone/>
              <a:defRPr sz="1100"/>
            </a:lvl1pPr>
            <a:lvl2pPr lvl="1">
              <a:buNone/>
              <a:defRPr sz="1100"/>
            </a:lvl2pPr>
            <a:lvl3pPr lvl="2">
              <a:buNone/>
              <a:defRPr sz="1100"/>
            </a:lvl3pPr>
            <a:lvl4pPr lvl="3">
              <a:buNone/>
              <a:defRPr sz="1100"/>
            </a:lvl4pPr>
            <a:lvl5pPr lvl="4">
              <a:buNone/>
              <a:defRPr sz="1100"/>
            </a:lvl5pPr>
            <a:lvl6pPr lvl="5">
              <a:buNone/>
              <a:defRPr sz="1100"/>
            </a:lvl6pPr>
            <a:lvl7pPr lvl="6">
              <a:buNone/>
              <a:defRPr sz="1100"/>
            </a:lvl7pPr>
            <a:lvl8pPr lvl="7">
              <a:buNone/>
              <a:defRPr sz="1100"/>
            </a:lvl8pPr>
            <a:lvl9pPr lvl="8">
              <a:buNone/>
              <a:defRPr sz="1100"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4">
  <p:cSld name="SECTION_HEADER_2">
    <p:spTree>
      <p:nvGrpSpPr>
        <p:cNvPr id="6096" name="Shape 60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7" name="Google Shape;6097;p267"/>
          <p:cNvSpPr txBox="1"/>
          <p:nvPr>
            <p:ph type="title"/>
          </p:nvPr>
        </p:nvSpPr>
        <p:spPr>
          <a:xfrm>
            <a:off x="458975" y="1438150"/>
            <a:ext cx="8226000" cy="3189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 b="0" sz="3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6098" name="Google Shape;6098;p267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2">
  <p:cSld name="TITLE_AND_BODY_3">
    <p:spTree>
      <p:nvGrpSpPr>
        <p:cNvPr id="6099" name="Shape 60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00" name="Google Shape;6100;p268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101" name="Google Shape;6101;p268"/>
          <p:cNvSpPr txBox="1"/>
          <p:nvPr>
            <p:ph idx="1" type="body"/>
          </p:nvPr>
        </p:nvSpPr>
        <p:spPr>
          <a:xfrm>
            <a:off x="458975" y="1438275"/>
            <a:ext cx="8226000" cy="2981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 sz="1400"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6102" name="Google Shape;6102;p268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ultiple choice options">
  <p:cSld name="TITLE_ONLY_1_1_1_1">
    <p:spTree>
      <p:nvGrpSpPr>
        <p:cNvPr id="6103" name="Shape 6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04" name="Google Shape;6104;p269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105" name="Google Shape;6105;p269"/>
          <p:cNvSpPr txBox="1"/>
          <p:nvPr>
            <p:ph idx="1" type="subTitle"/>
          </p:nvPr>
        </p:nvSpPr>
        <p:spPr>
          <a:xfrm>
            <a:off x="458975" y="1438150"/>
            <a:ext cx="3128400" cy="453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lv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1pPr>
            <a:lvl2pPr lvl="1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latin typeface="Poppins"/>
                <a:ea typeface="Poppins"/>
                <a:cs typeface="Poppins"/>
                <a:sym typeface="Poppins"/>
              </a:defRPr>
            </a:lvl2pPr>
            <a:lvl3pPr lvl="2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3pPr>
            <a:lvl4pPr lvl="3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4pPr>
            <a:lvl5pPr lvl="4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5pPr>
            <a:lvl6pPr lvl="5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6pPr>
            <a:lvl7pPr lvl="6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7pPr>
            <a:lvl8pPr lvl="7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8pPr>
            <a:lvl9pPr lvl="8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9pPr>
          </a:lstStyle>
          <a:p/>
        </p:txBody>
      </p:sp>
      <p:sp>
        <p:nvSpPr>
          <p:cNvPr id="6106" name="Google Shape;6106;p269"/>
          <p:cNvSpPr txBox="1"/>
          <p:nvPr>
            <p:ph idx="2" type="body"/>
          </p:nvPr>
        </p:nvSpPr>
        <p:spPr>
          <a:xfrm>
            <a:off x="458975" y="2070075"/>
            <a:ext cx="3951000" cy="630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6107" name="Google Shape;6107;p269"/>
          <p:cNvSpPr txBox="1"/>
          <p:nvPr>
            <p:ph idx="3" type="subTitle"/>
          </p:nvPr>
        </p:nvSpPr>
        <p:spPr>
          <a:xfrm>
            <a:off x="4734000" y="1438150"/>
            <a:ext cx="3128400" cy="4533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lv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1pPr>
            <a:lvl2pPr lvl="1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latin typeface="Poppins"/>
                <a:ea typeface="Poppins"/>
                <a:cs typeface="Poppins"/>
                <a:sym typeface="Poppins"/>
              </a:defRPr>
            </a:lvl2pPr>
            <a:lvl3pPr lvl="2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3pPr>
            <a:lvl4pPr lvl="3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4pPr>
            <a:lvl5pPr lvl="4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5pPr>
            <a:lvl6pPr lvl="5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6pPr>
            <a:lvl7pPr lvl="6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7pPr>
            <a:lvl8pPr lvl="7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8pPr>
            <a:lvl9pPr lvl="8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9pPr>
          </a:lstStyle>
          <a:p/>
        </p:txBody>
      </p:sp>
      <p:sp>
        <p:nvSpPr>
          <p:cNvPr id="6108" name="Google Shape;6108;p269"/>
          <p:cNvSpPr txBox="1"/>
          <p:nvPr>
            <p:ph idx="4" type="body"/>
          </p:nvPr>
        </p:nvSpPr>
        <p:spPr>
          <a:xfrm>
            <a:off x="4734000" y="2070075"/>
            <a:ext cx="3951000" cy="630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6109" name="Google Shape;6109;p269"/>
          <p:cNvSpPr txBox="1"/>
          <p:nvPr>
            <p:ph idx="5" type="subTitle"/>
          </p:nvPr>
        </p:nvSpPr>
        <p:spPr>
          <a:xfrm>
            <a:off x="458975" y="2952375"/>
            <a:ext cx="3128400" cy="4533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lv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1pPr>
            <a:lvl2pPr lvl="1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110" name="Google Shape;6110;p269"/>
          <p:cNvSpPr txBox="1"/>
          <p:nvPr>
            <p:ph idx="6" type="body"/>
          </p:nvPr>
        </p:nvSpPr>
        <p:spPr>
          <a:xfrm>
            <a:off x="458975" y="3584300"/>
            <a:ext cx="3951000" cy="630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6111" name="Google Shape;6111;p269"/>
          <p:cNvSpPr txBox="1"/>
          <p:nvPr>
            <p:ph idx="7" type="subTitle"/>
          </p:nvPr>
        </p:nvSpPr>
        <p:spPr>
          <a:xfrm>
            <a:off x="4734000" y="2952375"/>
            <a:ext cx="3128400" cy="4533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lv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1pPr>
            <a:lvl2pPr lvl="1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latin typeface="Poppins"/>
                <a:ea typeface="Poppins"/>
                <a:cs typeface="Poppins"/>
                <a:sym typeface="Poppins"/>
              </a:defRPr>
            </a:lvl2pPr>
            <a:lvl3pPr lvl="2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3pPr>
            <a:lvl4pPr lvl="3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4pPr>
            <a:lvl5pPr lvl="4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5pPr>
            <a:lvl6pPr lvl="5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6pPr>
            <a:lvl7pPr lvl="6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7pPr>
            <a:lvl8pPr lvl="7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8pPr>
            <a:lvl9pPr lvl="8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9pPr>
          </a:lstStyle>
          <a:p/>
        </p:txBody>
      </p:sp>
      <p:sp>
        <p:nvSpPr>
          <p:cNvPr id="6112" name="Google Shape;6112;p269"/>
          <p:cNvSpPr txBox="1"/>
          <p:nvPr>
            <p:ph idx="8" type="body"/>
          </p:nvPr>
        </p:nvSpPr>
        <p:spPr>
          <a:xfrm>
            <a:off x="4734000" y="3584300"/>
            <a:ext cx="3951000" cy="630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6113" name="Google Shape;6113;p269"/>
          <p:cNvSpPr txBox="1"/>
          <p:nvPr>
            <p:ph idx="12" type="sldNum"/>
          </p:nvPr>
        </p:nvSpPr>
        <p:spPr>
          <a:xfrm>
            <a:off x="458972" y="4793325"/>
            <a:ext cx="1905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5">
  <p:cSld name="SECTION_HEADER_3">
    <p:bg>
      <p:bgPr>
        <a:solidFill>
          <a:schemeClr val="accent4"/>
        </a:solidFill>
      </p:bgPr>
    </p:bg>
    <p:spTree>
      <p:nvGrpSpPr>
        <p:cNvPr id="6114" name="Shape 6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5" name="Google Shape;6115;p270"/>
          <p:cNvSpPr txBox="1"/>
          <p:nvPr>
            <p:ph type="title"/>
          </p:nvPr>
        </p:nvSpPr>
        <p:spPr>
          <a:xfrm>
            <a:off x="458975" y="1438150"/>
            <a:ext cx="8226000" cy="3189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 b="0" sz="3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6116" name="Google Shape;6116;p270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3">
  <p:cSld name="TITLE_AND_BODY_4">
    <p:spTree>
      <p:nvGrpSpPr>
        <p:cNvPr id="6117" name="Shape 6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8" name="Google Shape;6118;p271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119" name="Google Shape;6119;p271"/>
          <p:cNvSpPr txBox="1"/>
          <p:nvPr>
            <p:ph idx="1" type="body"/>
          </p:nvPr>
        </p:nvSpPr>
        <p:spPr>
          <a:xfrm>
            <a:off x="458975" y="1438275"/>
            <a:ext cx="8226000" cy="2981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 sz="1400"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6120" name="Google Shape;6120;p271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6">
  <p:cSld name="SECTION_HEADER_4">
    <p:spTree>
      <p:nvGrpSpPr>
        <p:cNvPr id="6121" name="Shape 6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22" name="Google Shape;6122;p272"/>
          <p:cNvSpPr txBox="1"/>
          <p:nvPr>
            <p:ph type="title"/>
          </p:nvPr>
        </p:nvSpPr>
        <p:spPr>
          <a:xfrm>
            <a:off x="458975" y="1438150"/>
            <a:ext cx="8226000" cy="3189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 b="0" sz="3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6123" name="Google Shape;6123;p272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4">
  <p:cSld name="TITLE_AND_BODY_5">
    <p:spTree>
      <p:nvGrpSpPr>
        <p:cNvPr id="6124" name="Shape 6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25" name="Google Shape;6125;p273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126" name="Google Shape;6126;p273"/>
          <p:cNvSpPr txBox="1"/>
          <p:nvPr>
            <p:ph idx="1" type="body"/>
          </p:nvPr>
        </p:nvSpPr>
        <p:spPr>
          <a:xfrm>
            <a:off x="458975" y="1438275"/>
            <a:ext cx="8226000" cy="2981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 sz="1400"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6127" name="Google Shape;6127;p273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7">
  <p:cSld name="SECTION_HEADER_5">
    <p:bg>
      <p:bgPr>
        <a:solidFill>
          <a:schemeClr val="accent4"/>
        </a:solidFill>
      </p:bgPr>
    </p:bg>
    <p:spTree>
      <p:nvGrpSpPr>
        <p:cNvPr id="6128" name="Shape 6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29" name="Google Shape;6129;p274"/>
          <p:cNvSpPr txBox="1"/>
          <p:nvPr>
            <p:ph type="title"/>
          </p:nvPr>
        </p:nvSpPr>
        <p:spPr>
          <a:xfrm>
            <a:off x="458975" y="1438150"/>
            <a:ext cx="8226000" cy="3189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 b="0" sz="3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6130" name="Google Shape;6130;p274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6 1">
  <p:cSld name="SECTION_HEADER_4_1">
    <p:bg>
      <p:bgPr>
        <a:solidFill>
          <a:schemeClr val="accent4"/>
        </a:solidFill>
      </p:bgPr>
    </p:bg>
    <p:spTree>
      <p:nvGrpSpPr>
        <p:cNvPr id="6131" name="Shape 6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32" name="Google Shape;6132;p275"/>
          <p:cNvSpPr txBox="1"/>
          <p:nvPr>
            <p:ph type="title"/>
          </p:nvPr>
        </p:nvSpPr>
        <p:spPr>
          <a:xfrm>
            <a:off x="458975" y="1438150"/>
            <a:ext cx="8226000" cy="3189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 b="0" sz="3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6133" name="Google Shape;6133;p275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6 2">
  <p:cSld name="SECTION_HEADER_4_2">
    <p:spTree>
      <p:nvGrpSpPr>
        <p:cNvPr id="6134" name="Shape 6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35" name="Google Shape;6135;p276"/>
          <p:cNvSpPr txBox="1"/>
          <p:nvPr>
            <p:ph type="title"/>
          </p:nvPr>
        </p:nvSpPr>
        <p:spPr>
          <a:xfrm>
            <a:off x="458975" y="1438150"/>
            <a:ext cx="8226000" cy="3189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 b="0" sz="3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6136" name="Google Shape;6136;p276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3 1">
  <p:cSld name="TITLE_AND_BODY_4_1">
    <p:spTree>
      <p:nvGrpSpPr>
        <p:cNvPr id="6137" name="Shape 6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38" name="Google Shape;6138;p277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139" name="Google Shape;6139;p277"/>
          <p:cNvSpPr txBox="1"/>
          <p:nvPr>
            <p:ph idx="1" type="body"/>
          </p:nvPr>
        </p:nvSpPr>
        <p:spPr>
          <a:xfrm>
            <a:off x="458975" y="1438275"/>
            <a:ext cx="8226000" cy="2981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 sz="1400"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6140" name="Google Shape;6140;p277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5">
  <p:cSld name="TITLE_AND_BODY_6">
    <p:spTree>
      <p:nvGrpSpPr>
        <p:cNvPr id="6141" name="Shape 6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2" name="Google Shape;6142;p278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143" name="Google Shape;6143;p278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indent="-317500" lvl="1" marL="9144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6144" name="Google Shape;6144;p278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 1">
  <p:cSld name="TITLE_1">
    <p:spTree>
      <p:nvGrpSpPr>
        <p:cNvPr id="6145" name="Shape 6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Google Shape;6146;p279"/>
          <p:cNvSpPr txBox="1"/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6147" name="Google Shape;6147;p279"/>
          <p:cNvSpPr txBox="1"/>
          <p:nvPr>
            <p:ph idx="1" type="subTitle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6148" name="Google Shape;6148;p279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6153" name="Shape 6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4" name="Google Shape;6154;p281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155" name="Google Shape;6155;p281"/>
          <p:cNvSpPr txBox="1"/>
          <p:nvPr>
            <p:ph idx="1" type="body"/>
          </p:nvPr>
        </p:nvSpPr>
        <p:spPr>
          <a:xfrm>
            <a:off x="458975" y="1438275"/>
            <a:ext cx="8226000" cy="2981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 sz="1400"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6156" name="Google Shape;6156;p281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6157" name="Shape 6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8" name="Google Shape;6158;p282"/>
          <p:cNvSpPr txBox="1"/>
          <p:nvPr>
            <p:ph type="ctrTitle"/>
          </p:nvPr>
        </p:nvSpPr>
        <p:spPr>
          <a:xfrm>
            <a:off x="458975" y="1438150"/>
            <a:ext cx="8226000" cy="1861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 b="0" sz="3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200"/>
              <a:buFont typeface="Poppins"/>
              <a:buNone/>
              <a:defRPr sz="5200">
                <a:solidFill>
                  <a:srgbClr val="000000"/>
                </a:solidFill>
                <a:latin typeface="Poppins"/>
                <a:ea typeface="Poppins"/>
                <a:cs typeface="Poppins"/>
                <a:sym typeface="Poppins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200"/>
              <a:buFont typeface="Poppins"/>
              <a:buNone/>
              <a:defRPr sz="5200">
                <a:solidFill>
                  <a:srgbClr val="000000"/>
                </a:solidFill>
                <a:latin typeface="Poppins"/>
                <a:ea typeface="Poppins"/>
                <a:cs typeface="Poppins"/>
                <a:sym typeface="Poppins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200"/>
              <a:buFont typeface="Poppins"/>
              <a:buNone/>
              <a:defRPr sz="5200">
                <a:solidFill>
                  <a:srgbClr val="000000"/>
                </a:solidFill>
                <a:latin typeface="Poppins"/>
                <a:ea typeface="Poppins"/>
                <a:cs typeface="Poppins"/>
                <a:sym typeface="Poppi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200"/>
              <a:buFont typeface="Poppins"/>
              <a:buNone/>
              <a:defRPr sz="5200">
                <a:solidFill>
                  <a:srgbClr val="000000"/>
                </a:solidFill>
                <a:latin typeface="Poppins"/>
                <a:ea typeface="Poppins"/>
                <a:cs typeface="Poppins"/>
                <a:sym typeface="Poppi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200"/>
              <a:buFont typeface="Poppins"/>
              <a:buNone/>
              <a:defRPr sz="5200">
                <a:solidFill>
                  <a:srgbClr val="000000"/>
                </a:solidFill>
                <a:latin typeface="Poppins"/>
                <a:ea typeface="Poppins"/>
                <a:cs typeface="Poppins"/>
                <a:sym typeface="Poppi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200"/>
              <a:buFont typeface="Poppins"/>
              <a:buNone/>
              <a:defRPr sz="5200">
                <a:solidFill>
                  <a:srgbClr val="000000"/>
                </a:solidFill>
                <a:latin typeface="Poppins"/>
                <a:ea typeface="Poppins"/>
                <a:cs typeface="Poppins"/>
                <a:sym typeface="Poppi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200"/>
              <a:buFont typeface="Poppins"/>
              <a:buNone/>
              <a:defRPr sz="5200">
                <a:solidFill>
                  <a:srgbClr val="000000"/>
                </a:solidFill>
                <a:latin typeface="Poppins"/>
                <a:ea typeface="Poppins"/>
                <a:cs typeface="Poppins"/>
                <a:sym typeface="Poppi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200"/>
              <a:buFont typeface="Poppins"/>
              <a:buNone/>
              <a:defRPr sz="5200">
                <a:solidFill>
                  <a:srgbClr val="000000"/>
                </a:solidFill>
                <a:latin typeface="Poppins"/>
                <a:ea typeface="Poppins"/>
                <a:cs typeface="Poppins"/>
                <a:sym typeface="Poppins"/>
              </a:defRPr>
            </a:lvl9pPr>
          </a:lstStyle>
          <a:p/>
        </p:txBody>
      </p:sp>
      <p:sp>
        <p:nvSpPr>
          <p:cNvPr id="6159" name="Google Shape;6159;p282"/>
          <p:cNvSpPr txBox="1"/>
          <p:nvPr>
            <p:ph idx="1" type="subTitle"/>
          </p:nvPr>
        </p:nvSpPr>
        <p:spPr>
          <a:xfrm>
            <a:off x="458975" y="445025"/>
            <a:ext cx="8226000" cy="792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None/>
              <a:defRPr sz="19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900"/>
              <a:buNone/>
              <a:defRPr sz="2900">
                <a:solidFill>
                  <a:srgbClr val="000000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900"/>
              <a:buNone/>
              <a:defRPr sz="2900">
                <a:solidFill>
                  <a:srgbClr val="000000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900"/>
              <a:buNone/>
              <a:defRPr sz="2900">
                <a:solidFill>
                  <a:srgbClr val="000000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900"/>
              <a:buNone/>
              <a:defRPr sz="2900">
                <a:solidFill>
                  <a:srgbClr val="000000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900"/>
              <a:buNone/>
              <a:defRPr sz="2900">
                <a:solidFill>
                  <a:srgbClr val="000000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900"/>
              <a:buNone/>
              <a:defRPr sz="2900">
                <a:solidFill>
                  <a:srgbClr val="000000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900"/>
              <a:buNone/>
              <a:defRPr sz="2900">
                <a:solidFill>
                  <a:srgbClr val="000000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900"/>
              <a:buNone/>
              <a:defRPr sz="29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6160" name="Google Shape;6160;p282"/>
          <p:cNvSpPr txBox="1"/>
          <p:nvPr>
            <p:ph idx="2" type="subTitle"/>
          </p:nvPr>
        </p:nvSpPr>
        <p:spPr>
          <a:xfrm>
            <a:off x="458975" y="4105475"/>
            <a:ext cx="3951000" cy="6195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600">
                <a:solidFill>
                  <a:schemeClr val="lt1"/>
                </a:solidFill>
              </a:defRPr>
            </a:lvl1pPr>
            <a:lvl2pPr lvl="1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rgbClr val="000000"/>
                </a:solidFill>
                <a:latin typeface="Poppins"/>
                <a:ea typeface="Poppins"/>
                <a:cs typeface="Poppins"/>
                <a:sym typeface="Poppins"/>
              </a:defRPr>
            </a:lvl2pPr>
            <a:lvl3pPr lvl="2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>
                <a:solidFill>
                  <a:srgbClr val="000000"/>
                </a:solidFill>
                <a:latin typeface="Poppins"/>
                <a:ea typeface="Poppins"/>
                <a:cs typeface="Poppins"/>
                <a:sym typeface="Poppins"/>
              </a:defRPr>
            </a:lvl3pPr>
            <a:lvl4pPr lvl="3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>
                <a:solidFill>
                  <a:srgbClr val="000000"/>
                </a:solidFill>
                <a:latin typeface="Poppins"/>
                <a:ea typeface="Poppins"/>
                <a:cs typeface="Poppins"/>
                <a:sym typeface="Poppins"/>
              </a:defRPr>
            </a:lvl4pPr>
            <a:lvl5pPr lvl="4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>
                <a:solidFill>
                  <a:srgbClr val="000000"/>
                </a:solidFill>
                <a:latin typeface="Poppins"/>
                <a:ea typeface="Poppins"/>
                <a:cs typeface="Poppins"/>
                <a:sym typeface="Poppins"/>
              </a:defRPr>
            </a:lvl5pPr>
            <a:lvl6pPr lvl="5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>
                <a:solidFill>
                  <a:srgbClr val="000000"/>
                </a:solidFill>
                <a:latin typeface="Poppins"/>
                <a:ea typeface="Poppins"/>
                <a:cs typeface="Poppins"/>
                <a:sym typeface="Poppins"/>
              </a:defRPr>
            </a:lvl6pPr>
            <a:lvl7pPr lvl="6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>
                <a:solidFill>
                  <a:srgbClr val="000000"/>
                </a:solidFill>
                <a:latin typeface="Poppins"/>
                <a:ea typeface="Poppins"/>
                <a:cs typeface="Poppins"/>
                <a:sym typeface="Poppins"/>
              </a:defRPr>
            </a:lvl7pPr>
            <a:lvl8pPr lvl="7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>
                <a:solidFill>
                  <a:srgbClr val="000000"/>
                </a:solidFill>
                <a:latin typeface="Poppins"/>
                <a:ea typeface="Poppins"/>
                <a:cs typeface="Poppins"/>
                <a:sym typeface="Poppins"/>
              </a:defRPr>
            </a:lvl8pPr>
            <a:lvl9pPr lvl="8" algn="l">
              <a:lnSpc>
                <a:spcPct val="130000"/>
              </a:lnSpc>
              <a:spcBef>
                <a:spcPts val="1000"/>
              </a:spcBef>
              <a:spcAft>
                <a:spcPts val="1000"/>
              </a:spcAft>
              <a:buSzPts val="1400"/>
              <a:buNone/>
              <a:defRPr>
                <a:solidFill>
                  <a:srgbClr val="000000"/>
                </a:solidFill>
                <a:latin typeface="Poppins"/>
                <a:ea typeface="Poppins"/>
                <a:cs typeface="Poppins"/>
                <a:sym typeface="Poppins"/>
              </a:defRPr>
            </a:lvl9pPr>
          </a:lstStyle>
          <a:p/>
        </p:txBody>
      </p:sp>
      <p:sp>
        <p:nvSpPr>
          <p:cNvPr id="6161" name="Google Shape;6161;p282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buNone/>
              <a:defRPr sz="1300">
                <a:solidFill>
                  <a:schemeClr val="dk1"/>
                </a:solidFill>
              </a:defRPr>
            </a:lvl1pPr>
            <a:lvl2pPr lvl="1" algn="r">
              <a:buNone/>
              <a:defRPr sz="1300">
                <a:solidFill>
                  <a:schemeClr val="dk1"/>
                </a:solidFill>
              </a:defRPr>
            </a:lvl2pPr>
            <a:lvl3pPr lvl="2" algn="r">
              <a:buNone/>
              <a:defRPr sz="1300">
                <a:solidFill>
                  <a:schemeClr val="dk1"/>
                </a:solidFill>
              </a:defRPr>
            </a:lvl3pPr>
            <a:lvl4pPr lvl="3" algn="r">
              <a:buNone/>
              <a:defRPr sz="1300">
                <a:solidFill>
                  <a:schemeClr val="dk1"/>
                </a:solidFill>
              </a:defRPr>
            </a:lvl4pPr>
            <a:lvl5pPr lvl="4" algn="r">
              <a:buNone/>
              <a:defRPr sz="1300">
                <a:solidFill>
                  <a:schemeClr val="dk1"/>
                </a:solidFill>
              </a:defRPr>
            </a:lvl5pPr>
            <a:lvl6pPr lvl="5" algn="r">
              <a:buNone/>
              <a:defRPr sz="1300">
                <a:solidFill>
                  <a:schemeClr val="dk1"/>
                </a:solidFill>
              </a:defRPr>
            </a:lvl6pPr>
            <a:lvl7pPr lvl="6" algn="r">
              <a:buNone/>
              <a:defRPr sz="1300">
                <a:solidFill>
                  <a:schemeClr val="dk1"/>
                </a:solidFill>
              </a:defRPr>
            </a:lvl7pPr>
            <a:lvl8pPr lvl="7" algn="r">
              <a:buNone/>
              <a:defRPr sz="1300">
                <a:solidFill>
                  <a:schemeClr val="dk1"/>
                </a:solidFill>
              </a:defRPr>
            </a:lvl8pPr>
            <a:lvl9pPr lvl="8" algn="r">
              <a:buNone/>
              <a:defRPr sz="1300">
                <a:solidFill>
                  <a:schemeClr val="dk1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6162" name="Shape 6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63" name="Google Shape;6163;p283"/>
          <p:cNvSpPr txBox="1"/>
          <p:nvPr>
            <p:ph idx="12" type="sldNum"/>
          </p:nvPr>
        </p:nvSpPr>
        <p:spPr>
          <a:xfrm>
            <a:off x="458972" y="4793325"/>
            <a:ext cx="2283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1000"/>
          </a:p>
        </p:txBody>
      </p:sp>
    </p:spTree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omparison slide with three elements 1">
  <p:cSld name="TITLE_ONLY_1_2">
    <p:spTree>
      <p:nvGrpSpPr>
        <p:cNvPr id="6164" name="Shape 6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65" name="Google Shape;6165;p284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2200"/>
              <a:buNone/>
              <a:defRPr>
                <a:solidFill>
                  <a:srgbClr val="4B324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166" name="Google Shape;6166;p284"/>
          <p:cNvSpPr txBox="1"/>
          <p:nvPr>
            <p:ph idx="12" type="sldNum"/>
          </p:nvPr>
        </p:nvSpPr>
        <p:spPr>
          <a:xfrm>
            <a:off x="458972" y="4793325"/>
            <a:ext cx="2133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6167" name="Google Shape;6167;p284"/>
          <p:cNvSpPr txBox="1"/>
          <p:nvPr>
            <p:ph idx="1" type="subTitle"/>
          </p:nvPr>
        </p:nvSpPr>
        <p:spPr>
          <a:xfrm>
            <a:off x="458975" y="1882125"/>
            <a:ext cx="2585400" cy="453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lv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 b="1" sz="1900">
                <a:solidFill>
                  <a:schemeClr val="lt1"/>
                </a:solidFill>
              </a:defRPr>
            </a:lvl1pPr>
            <a:lvl2pPr lvl="1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168" name="Google Shape;6168;p284"/>
          <p:cNvSpPr txBox="1"/>
          <p:nvPr>
            <p:ph idx="2" type="body"/>
          </p:nvPr>
        </p:nvSpPr>
        <p:spPr>
          <a:xfrm>
            <a:off x="458975" y="2492625"/>
            <a:ext cx="2585400" cy="1926600"/>
          </a:xfrm>
          <a:prstGeom prst="rect">
            <a:avLst/>
          </a:prstGeom>
          <a:noFill/>
          <a:ln cap="flat" cmpd="sng" w="9525">
            <a:solidFill>
              <a:srgbClr val="99999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indent="-342900" lvl="0" marL="457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42900" lvl="1" marL="9144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800"/>
              <a:buChar char="–"/>
              <a:defRPr/>
            </a:lvl2pPr>
            <a:lvl3pPr indent="-317500" lvl="2" marL="13716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5pPr>
            <a:lvl6pPr indent="-317500" lvl="5" marL="27432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15000"/>
              </a:lnSpc>
              <a:spcBef>
                <a:spcPts val="600"/>
              </a:spcBef>
              <a:spcAft>
                <a:spcPts val="6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6169" name="Google Shape;6169;p284"/>
          <p:cNvSpPr txBox="1"/>
          <p:nvPr>
            <p:ph idx="3" type="subTitle"/>
          </p:nvPr>
        </p:nvSpPr>
        <p:spPr>
          <a:xfrm>
            <a:off x="3279300" y="1882125"/>
            <a:ext cx="2585400" cy="4533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lv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 b="1" sz="1900">
                <a:solidFill>
                  <a:schemeClr val="lt1"/>
                </a:solidFill>
              </a:defRPr>
            </a:lvl1pPr>
            <a:lvl2pPr lvl="1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 sz="1900"/>
            </a:lvl2pPr>
            <a:lvl3pPr lvl="2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3pPr>
            <a:lvl4pPr lvl="3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4pPr>
            <a:lvl5pPr lvl="4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5pPr>
            <a:lvl6pPr lvl="5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6pPr>
            <a:lvl7pPr lvl="6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7pPr>
            <a:lvl8pPr lvl="7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8pPr>
            <a:lvl9pPr lvl="8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9pPr>
          </a:lstStyle>
          <a:p/>
        </p:txBody>
      </p:sp>
      <p:sp>
        <p:nvSpPr>
          <p:cNvPr id="6170" name="Google Shape;6170;p284"/>
          <p:cNvSpPr txBox="1"/>
          <p:nvPr>
            <p:ph idx="4" type="body"/>
          </p:nvPr>
        </p:nvSpPr>
        <p:spPr>
          <a:xfrm>
            <a:off x="3279300" y="2492625"/>
            <a:ext cx="2585400" cy="1926600"/>
          </a:xfrm>
          <a:prstGeom prst="rect">
            <a:avLst/>
          </a:prstGeom>
          <a:noFill/>
          <a:ln cap="flat" cmpd="sng" w="9525">
            <a:solidFill>
              <a:srgbClr val="99999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indent="-342900" lvl="0" marL="457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42900" lvl="1" marL="9144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800"/>
              <a:buChar char="–"/>
              <a:defRPr/>
            </a:lvl2pPr>
            <a:lvl3pPr indent="-317500" lvl="2" marL="13716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5pPr>
            <a:lvl6pPr indent="-317500" lvl="5" marL="27432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15000"/>
              </a:lnSpc>
              <a:spcBef>
                <a:spcPts val="600"/>
              </a:spcBef>
              <a:spcAft>
                <a:spcPts val="6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6171" name="Google Shape;6171;p284"/>
          <p:cNvSpPr txBox="1"/>
          <p:nvPr>
            <p:ph idx="5" type="subTitle"/>
          </p:nvPr>
        </p:nvSpPr>
        <p:spPr>
          <a:xfrm>
            <a:off x="6099625" y="1882125"/>
            <a:ext cx="2585400" cy="4533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lv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 b="1" sz="1900">
                <a:solidFill>
                  <a:schemeClr val="lt1"/>
                </a:solidFill>
              </a:defRPr>
            </a:lvl1pPr>
            <a:lvl2pPr lvl="1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 sz="1900"/>
            </a:lvl2pPr>
            <a:lvl3pPr lvl="2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3pPr>
            <a:lvl4pPr lvl="3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4pPr>
            <a:lvl5pPr lvl="4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5pPr>
            <a:lvl6pPr lvl="5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6pPr>
            <a:lvl7pPr lvl="6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7pPr>
            <a:lvl8pPr lvl="7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8pPr>
            <a:lvl9pPr lvl="8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9pPr>
          </a:lstStyle>
          <a:p/>
        </p:txBody>
      </p:sp>
      <p:sp>
        <p:nvSpPr>
          <p:cNvPr id="6172" name="Google Shape;6172;p284"/>
          <p:cNvSpPr txBox="1"/>
          <p:nvPr>
            <p:ph idx="6" type="body"/>
          </p:nvPr>
        </p:nvSpPr>
        <p:spPr>
          <a:xfrm>
            <a:off x="6099625" y="2492625"/>
            <a:ext cx="2585400" cy="1926600"/>
          </a:xfrm>
          <a:prstGeom prst="rect">
            <a:avLst/>
          </a:prstGeom>
          <a:noFill/>
          <a:ln cap="flat" cmpd="sng" w="9525">
            <a:solidFill>
              <a:srgbClr val="99999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indent="-342900" lvl="0" marL="457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42900" lvl="1" marL="9144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800"/>
              <a:buChar char="–"/>
              <a:defRPr/>
            </a:lvl2pPr>
            <a:lvl3pPr indent="-317500" lvl="2" marL="13716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5pPr>
            <a:lvl6pPr indent="-317500" lvl="5" marL="27432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15000"/>
              </a:lnSpc>
              <a:spcBef>
                <a:spcPts val="600"/>
              </a:spcBef>
              <a:spcAft>
                <a:spcPts val="600"/>
              </a:spcAft>
              <a:buSzPts val="1400"/>
              <a:buChar char="–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6173" name="Shape 6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74" name="Google Shape;6174;p285"/>
          <p:cNvSpPr txBox="1"/>
          <p:nvPr>
            <p:ph type="title"/>
          </p:nvPr>
        </p:nvSpPr>
        <p:spPr>
          <a:xfrm>
            <a:off x="490250" y="1823625"/>
            <a:ext cx="8194800" cy="2326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Font typeface="Arial"/>
              <a:buNone/>
              <a:defRPr b="0" i="1" sz="40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600"/>
              <a:buFont typeface="Montserrat SemiBold"/>
              <a:buNone/>
              <a:defRPr sz="3600">
                <a:solidFill>
                  <a:srgbClr val="4B324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600"/>
              <a:buFont typeface="Montserrat SemiBold"/>
              <a:buNone/>
              <a:defRPr sz="3600">
                <a:solidFill>
                  <a:srgbClr val="4B324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600"/>
              <a:buFont typeface="Montserrat SemiBold"/>
              <a:buNone/>
              <a:defRPr sz="3600">
                <a:solidFill>
                  <a:srgbClr val="4B324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600"/>
              <a:buFont typeface="Montserrat SemiBold"/>
              <a:buNone/>
              <a:defRPr sz="3600">
                <a:solidFill>
                  <a:srgbClr val="4B324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600"/>
              <a:buFont typeface="Montserrat SemiBold"/>
              <a:buNone/>
              <a:defRPr sz="3600">
                <a:solidFill>
                  <a:srgbClr val="4B324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600"/>
              <a:buFont typeface="Montserrat SemiBold"/>
              <a:buNone/>
              <a:defRPr sz="3600">
                <a:solidFill>
                  <a:srgbClr val="4B324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600"/>
              <a:buFont typeface="Montserrat SemiBold"/>
              <a:buNone/>
              <a:defRPr sz="3600">
                <a:solidFill>
                  <a:srgbClr val="4B324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600"/>
              <a:buFont typeface="Montserrat SemiBold"/>
              <a:buNone/>
              <a:defRPr sz="3600">
                <a:solidFill>
                  <a:srgbClr val="4B324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  <p:sp>
        <p:nvSpPr>
          <p:cNvPr id="6175" name="Google Shape;6175;p285"/>
          <p:cNvSpPr txBox="1"/>
          <p:nvPr>
            <p:ph idx="1" type="subTitle"/>
          </p:nvPr>
        </p:nvSpPr>
        <p:spPr>
          <a:xfrm>
            <a:off x="474525" y="3474200"/>
            <a:ext cx="3935400" cy="9540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algn="l">
              <a:lnSpc>
                <a:spcPct val="14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600">
                <a:solidFill>
                  <a:srgbClr val="FFFFFF"/>
                </a:solidFill>
              </a:defRPr>
            </a:lvl1pPr>
            <a:lvl2pPr lvl="1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rgbClr val="4B3241"/>
                </a:solidFill>
              </a:defRPr>
            </a:lvl2pPr>
            <a:lvl3pPr lvl="2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>
                <a:solidFill>
                  <a:srgbClr val="4B3241"/>
                </a:solidFill>
              </a:defRPr>
            </a:lvl3pPr>
            <a:lvl4pPr lvl="3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>
                <a:solidFill>
                  <a:srgbClr val="4B3241"/>
                </a:solidFill>
              </a:defRPr>
            </a:lvl4pPr>
            <a:lvl5pPr lvl="4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>
                <a:solidFill>
                  <a:srgbClr val="4B3241"/>
                </a:solidFill>
              </a:defRPr>
            </a:lvl5pPr>
            <a:lvl6pPr lvl="5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>
                <a:solidFill>
                  <a:srgbClr val="4B3241"/>
                </a:solidFill>
              </a:defRPr>
            </a:lvl6pPr>
            <a:lvl7pPr lvl="6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>
                <a:solidFill>
                  <a:srgbClr val="4B3241"/>
                </a:solidFill>
              </a:defRPr>
            </a:lvl7pPr>
            <a:lvl8pPr lvl="7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>
                <a:solidFill>
                  <a:srgbClr val="4B3241"/>
                </a:solidFill>
              </a:defRPr>
            </a:lvl8pPr>
            <a:lvl9pPr lvl="8" algn="l">
              <a:lnSpc>
                <a:spcPct val="130000"/>
              </a:lnSpc>
              <a:spcBef>
                <a:spcPts val="1000"/>
              </a:spcBef>
              <a:spcAft>
                <a:spcPts val="1000"/>
              </a:spcAft>
              <a:buSzPts val="1400"/>
              <a:buNone/>
              <a:defRPr>
                <a:solidFill>
                  <a:srgbClr val="4B3241"/>
                </a:solidFill>
              </a:defRPr>
            </a:lvl9pPr>
          </a:lstStyle>
          <a:p/>
        </p:txBody>
      </p:sp>
      <p:sp>
        <p:nvSpPr>
          <p:cNvPr id="6176" name="Google Shape;6176;p285"/>
          <p:cNvSpPr txBox="1"/>
          <p:nvPr>
            <p:ph idx="12" type="sldNum"/>
          </p:nvPr>
        </p:nvSpPr>
        <p:spPr>
          <a:xfrm>
            <a:off x="458972" y="4793325"/>
            <a:ext cx="2283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FFFFFF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FFFFFF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FFFFFF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FFFFFF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FFFFFF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FFFFFF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FFFFFF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FFFFFF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FFFFFF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6177" name="Shape 6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78" name="Google Shape;6178;p286"/>
          <p:cNvSpPr txBox="1"/>
          <p:nvPr>
            <p:ph type="title"/>
          </p:nvPr>
        </p:nvSpPr>
        <p:spPr>
          <a:xfrm>
            <a:off x="458975" y="446400"/>
            <a:ext cx="6232200" cy="617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6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6179" name="Google Shape;6179;p286"/>
          <p:cNvSpPr txBox="1"/>
          <p:nvPr>
            <p:ph idx="1" type="body"/>
          </p:nvPr>
        </p:nvSpPr>
        <p:spPr>
          <a:xfrm>
            <a:off x="458975" y="1438275"/>
            <a:ext cx="3951000" cy="2981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429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 sz="2000"/>
            </a:lvl1pPr>
            <a:lvl2pPr indent="-3429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–"/>
              <a:defRPr sz="2000"/>
            </a:lvl2pPr>
            <a:lvl3pPr indent="-3302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 sz="1800"/>
            </a:lvl3pPr>
            <a:lvl4pPr indent="-3302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600"/>
              <a:buChar char="–"/>
              <a:defRPr sz="1800"/>
            </a:lvl4pPr>
            <a:lvl5pPr indent="-3302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600"/>
              <a:buChar char="–"/>
              <a:defRPr sz="1800"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Font typeface="Poppins"/>
              <a:buChar char="–"/>
              <a:defRPr>
                <a:latin typeface="Poppins"/>
                <a:ea typeface="Poppins"/>
                <a:cs typeface="Poppins"/>
                <a:sym typeface="Poppins"/>
              </a:defRPr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Font typeface="Poppins"/>
              <a:buChar char="–"/>
              <a:defRPr>
                <a:latin typeface="Poppins"/>
                <a:ea typeface="Poppins"/>
                <a:cs typeface="Poppins"/>
                <a:sym typeface="Poppins"/>
              </a:defRPr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Font typeface="Poppins"/>
              <a:buChar char="–"/>
              <a:defRPr>
                <a:latin typeface="Poppins"/>
                <a:ea typeface="Poppins"/>
                <a:cs typeface="Poppins"/>
                <a:sym typeface="Poppins"/>
              </a:defRPr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Font typeface="Poppins"/>
              <a:buChar char="–"/>
              <a:defRPr>
                <a:latin typeface="Poppins"/>
                <a:ea typeface="Poppins"/>
                <a:cs typeface="Poppins"/>
                <a:sym typeface="Poppins"/>
              </a:defRPr>
            </a:lvl9pPr>
          </a:lstStyle>
          <a:p/>
        </p:txBody>
      </p:sp>
      <p:sp>
        <p:nvSpPr>
          <p:cNvPr id="6180" name="Google Shape;6180;p286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6181" name="Shape 6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82" name="Google Shape;6182;p287"/>
          <p:cNvSpPr txBox="1"/>
          <p:nvPr>
            <p:ph type="title"/>
          </p:nvPr>
        </p:nvSpPr>
        <p:spPr>
          <a:xfrm>
            <a:off x="458975" y="1438150"/>
            <a:ext cx="8226000" cy="3189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 b="0" sz="3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6183" name="Google Shape;6183;p287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ultiple choice options">
  <p:cSld name="TITLE_ONLY_1_1_1">
    <p:spTree>
      <p:nvGrpSpPr>
        <p:cNvPr id="6184" name="Shape 6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85" name="Google Shape;6185;p288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186" name="Google Shape;6186;p288"/>
          <p:cNvSpPr txBox="1"/>
          <p:nvPr>
            <p:ph idx="1" type="subTitle"/>
          </p:nvPr>
        </p:nvSpPr>
        <p:spPr>
          <a:xfrm>
            <a:off x="458975" y="1438150"/>
            <a:ext cx="3128400" cy="453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lv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1pPr>
            <a:lvl2pPr lvl="1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latin typeface="Poppins"/>
                <a:ea typeface="Poppins"/>
                <a:cs typeface="Poppins"/>
                <a:sym typeface="Poppins"/>
              </a:defRPr>
            </a:lvl2pPr>
            <a:lvl3pPr lvl="2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3pPr>
            <a:lvl4pPr lvl="3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4pPr>
            <a:lvl5pPr lvl="4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5pPr>
            <a:lvl6pPr lvl="5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6pPr>
            <a:lvl7pPr lvl="6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7pPr>
            <a:lvl8pPr lvl="7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8pPr>
            <a:lvl9pPr lvl="8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9pPr>
          </a:lstStyle>
          <a:p/>
        </p:txBody>
      </p:sp>
      <p:sp>
        <p:nvSpPr>
          <p:cNvPr id="6187" name="Google Shape;6187;p288"/>
          <p:cNvSpPr txBox="1"/>
          <p:nvPr>
            <p:ph idx="2" type="body"/>
          </p:nvPr>
        </p:nvSpPr>
        <p:spPr>
          <a:xfrm>
            <a:off x="458975" y="2070075"/>
            <a:ext cx="3951000" cy="630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6188" name="Google Shape;6188;p288"/>
          <p:cNvSpPr txBox="1"/>
          <p:nvPr>
            <p:ph idx="3" type="subTitle"/>
          </p:nvPr>
        </p:nvSpPr>
        <p:spPr>
          <a:xfrm>
            <a:off x="4734000" y="1438150"/>
            <a:ext cx="3128400" cy="4533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lv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1pPr>
            <a:lvl2pPr lvl="1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latin typeface="Poppins"/>
                <a:ea typeface="Poppins"/>
                <a:cs typeface="Poppins"/>
                <a:sym typeface="Poppins"/>
              </a:defRPr>
            </a:lvl2pPr>
            <a:lvl3pPr lvl="2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3pPr>
            <a:lvl4pPr lvl="3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4pPr>
            <a:lvl5pPr lvl="4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5pPr>
            <a:lvl6pPr lvl="5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6pPr>
            <a:lvl7pPr lvl="6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7pPr>
            <a:lvl8pPr lvl="7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8pPr>
            <a:lvl9pPr lvl="8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9pPr>
          </a:lstStyle>
          <a:p/>
        </p:txBody>
      </p:sp>
      <p:sp>
        <p:nvSpPr>
          <p:cNvPr id="6189" name="Google Shape;6189;p288"/>
          <p:cNvSpPr txBox="1"/>
          <p:nvPr>
            <p:ph idx="4" type="body"/>
          </p:nvPr>
        </p:nvSpPr>
        <p:spPr>
          <a:xfrm>
            <a:off x="4734000" y="2070075"/>
            <a:ext cx="3951000" cy="630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6190" name="Google Shape;6190;p288"/>
          <p:cNvSpPr txBox="1"/>
          <p:nvPr>
            <p:ph idx="5" type="subTitle"/>
          </p:nvPr>
        </p:nvSpPr>
        <p:spPr>
          <a:xfrm>
            <a:off x="458975" y="2952375"/>
            <a:ext cx="3128400" cy="4533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lv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1pPr>
            <a:lvl2pPr lvl="1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191" name="Google Shape;6191;p288"/>
          <p:cNvSpPr txBox="1"/>
          <p:nvPr>
            <p:ph idx="6" type="body"/>
          </p:nvPr>
        </p:nvSpPr>
        <p:spPr>
          <a:xfrm>
            <a:off x="458975" y="3584300"/>
            <a:ext cx="3951000" cy="630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6192" name="Google Shape;6192;p288"/>
          <p:cNvSpPr txBox="1"/>
          <p:nvPr>
            <p:ph idx="7" type="subTitle"/>
          </p:nvPr>
        </p:nvSpPr>
        <p:spPr>
          <a:xfrm>
            <a:off x="4734000" y="2952375"/>
            <a:ext cx="3128400" cy="4533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lv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1pPr>
            <a:lvl2pPr lvl="1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latin typeface="Poppins"/>
                <a:ea typeface="Poppins"/>
                <a:cs typeface="Poppins"/>
                <a:sym typeface="Poppins"/>
              </a:defRPr>
            </a:lvl2pPr>
            <a:lvl3pPr lvl="2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3pPr>
            <a:lvl4pPr lvl="3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4pPr>
            <a:lvl5pPr lvl="4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5pPr>
            <a:lvl6pPr lvl="5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6pPr>
            <a:lvl7pPr lvl="6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7pPr>
            <a:lvl8pPr lvl="7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8pPr>
            <a:lvl9pPr lvl="8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9pPr>
          </a:lstStyle>
          <a:p/>
        </p:txBody>
      </p:sp>
      <p:sp>
        <p:nvSpPr>
          <p:cNvPr id="6193" name="Google Shape;6193;p288"/>
          <p:cNvSpPr txBox="1"/>
          <p:nvPr>
            <p:ph idx="8" type="body"/>
          </p:nvPr>
        </p:nvSpPr>
        <p:spPr>
          <a:xfrm>
            <a:off x="4734000" y="3584300"/>
            <a:ext cx="3951000" cy="630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6194" name="Google Shape;6194;p288"/>
          <p:cNvSpPr txBox="1"/>
          <p:nvPr>
            <p:ph idx="12" type="sldNum"/>
          </p:nvPr>
        </p:nvSpPr>
        <p:spPr>
          <a:xfrm>
            <a:off x="458972" y="4793325"/>
            <a:ext cx="1905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6195" name="Shape 6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96" name="Google Shape;6196;p289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197" name="Google Shape;6197;p289"/>
          <p:cNvSpPr txBox="1"/>
          <p:nvPr>
            <p:ph idx="12" type="sldNum"/>
          </p:nvPr>
        </p:nvSpPr>
        <p:spPr>
          <a:xfrm>
            <a:off x="458972" y="4793325"/>
            <a:ext cx="1755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6198" name="Shape 6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99" name="Google Shape;6199;p290"/>
          <p:cNvSpPr txBox="1"/>
          <p:nvPr>
            <p:ph type="title"/>
          </p:nvPr>
        </p:nvSpPr>
        <p:spPr>
          <a:xfrm>
            <a:off x="458975" y="445025"/>
            <a:ext cx="6363900" cy="551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200" name="Google Shape;6200;p290"/>
          <p:cNvSpPr txBox="1"/>
          <p:nvPr>
            <p:ph idx="1" type="body"/>
          </p:nvPr>
        </p:nvSpPr>
        <p:spPr>
          <a:xfrm>
            <a:off x="458975" y="1100150"/>
            <a:ext cx="3394800" cy="3319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Char char="●"/>
              <a:defRPr>
                <a:solidFill>
                  <a:schemeClr val="dk1"/>
                </a:solidFill>
              </a:defRPr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>
                <a:solidFill>
                  <a:schemeClr val="dk1"/>
                </a:solidFill>
              </a:defRPr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400"/>
              <a:buChar char="–"/>
              <a:defRPr>
                <a:solidFill>
                  <a:schemeClr val="dk1"/>
                </a:solidFill>
              </a:defRPr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Char char="–"/>
              <a:defRPr>
                <a:solidFill>
                  <a:schemeClr val="dk1"/>
                </a:solidFill>
              </a:defRPr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Char char="–"/>
              <a:defRPr>
                <a:solidFill>
                  <a:schemeClr val="dk1"/>
                </a:solidFill>
              </a:defRPr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400"/>
              <a:buChar char="–"/>
              <a:defRPr>
                <a:solidFill>
                  <a:schemeClr val="dk1"/>
                </a:solidFill>
              </a:defRPr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400"/>
              <a:buChar char="–"/>
              <a:defRPr>
                <a:solidFill>
                  <a:schemeClr val="dk1"/>
                </a:solidFill>
              </a:defRPr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–"/>
              <a:defRPr>
                <a:solidFill>
                  <a:schemeClr val="dk1"/>
                </a:solidFill>
              </a:defRPr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Clr>
                <a:schemeClr val="dk1"/>
              </a:buClr>
              <a:buSzPts val="1400"/>
              <a:buChar char="–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6201" name="Google Shape;6201;p290"/>
          <p:cNvSpPr txBox="1"/>
          <p:nvPr>
            <p:ph idx="2" type="body"/>
          </p:nvPr>
        </p:nvSpPr>
        <p:spPr>
          <a:xfrm>
            <a:off x="3933875" y="1100050"/>
            <a:ext cx="3951000" cy="3319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Char char="●"/>
              <a:defRPr>
                <a:solidFill>
                  <a:schemeClr val="dk1"/>
                </a:solidFill>
              </a:defRPr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>
                <a:solidFill>
                  <a:schemeClr val="dk1"/>
                </a:solidFill>
              </a:defRPr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400"/>
              <a:buChar char="–"/>
              <a:defRPr>
                <a:solidFill>
                  <a:schemeClr val="dk1"/>
                </a:solidFill>
              </a:defRPr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Char char="–"/>
              <a:defRPr>
                <a:solidFill>
                  <a:schemeClr val="dk1"/>
                </a:solidFill>
              </a:defRPr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Char char="–"/>
              <a:defRPr>
                <a:solidFill>
                  <a:schemeClr val="dk1"/>
                </a:solidFill>
              </a:defRPr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400"/>
              <a:buChar char="–"/>
              <a:defRPr>
                <a:solidFill>
                  <a:schemeClr val="dk1"/>
                </a:solidFill>
              </a:defRPr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400"/>
              <a:buChar char="–"/>
              <a:defRPr>
                <a:solidFill>
                  <a:schemeClr val="dk1"/>
                </a:solidFill>
              </a:defRPr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–"/>
              <a:defRPr>
                <a:solidFill>
                  <a:schemeClr val="dk1"/>
                </a:solidFill>
              </a:defRPr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Clr>
                <a:schemeClr val="dk1"/>
              </a:buClr>
              <a:buSzPts val="1400"/>
              <a:buChar char="–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6202" name="Google Shape;6202;p290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omparison slide with three elements 2">
  <p:cSld name="TITLE_ONLY_1_3">
    <p:spTree>
      <p:nvGrpSpPr>
        <p:cNvPr id="6203" name="Shape 6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04" name="Google Shape;6204;p291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6205" name="Google Shape;6205;p291"/>
          <p:cNvSpPr txBox="1"/>
          <p:nvPr>
            <p:ph idx="12" type="sldNum"/>
          </p:nvPr>
        </p:nvSpPr>
        <p:spPr>
          <a:xfrm>
            <a:off x="458972" y="4793325"/>
            <a:ext cx="2133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6206" name="Google Shape;6206;p291"/>
          <p:cNvSpPr txBox="1"/>
          <p:nvPr>
            <p:ph idx="1" type="subTitle"/>
          </p:nvPr>
        </p:nvSpPr>
        <p:spPr>
          <a:xfrm>
            <a:off x="458975" y="1882125"/>
            <a:ext cx="2585400" cy="4533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lv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>
                <a:solidFill>
                  <a:schemeClr val="lt1"/>
                </a:solidFill>
              </a:defRPr>
            </a:lvl1pPr>
            <a:lvl2pPr lvl="1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/>
            </a:lvl2pPr>
            <a:lvl3pPr lvl="2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6207" name="Google Shape;6207;p291"/>
          <p:cNvSpPr txBox="1"/>
          <p:nvPr>
            <p:ph idx="2" type="body"/>
          </p:nvPr>
        </p:nvSpPr>
        <p:spPr>
          <a:xfrm>
            <a:off x="458975" y="2492625"/>
            <a:ext cx="2585400" cy="1926600"/>
          </a:xfrm>
          <a:prstGeom prst="rect">
            <a:avLst/>
          </a:prstGeom>
          <a:noFill/>
          <a:ln cap="flat" cmpd="sng" w="9525">
            <a:solidFill>
              <a:srgbClr val="99999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indent="-317500" lvl="0" marL="457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 sz="1400"/>
            </a:lvl2pPr>
            <a:lvl3pPr indent="-317500" lvl="2" marL="13716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 sz="1400"/>
            </a:lvl3pPr>
            <a:lvl4pPr indent="-304800" lvl="3" marL="18288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200"/>
              <a:buFont typeface="Poppins"/>
              <a:buChar char="–"/>
              <a:defRPr sz="1200">
                <a:latin typeface="Poppins"/>
                <a:ea typeface="Poppins"/>
                <a:cs typeface="Poppins"/>
                <a:sym typeface="Poppins"/>
              </a:defRPr>
            </a:lvl4pPr>
            <a:lvl5pPr indent="-317500" lvl="4" marL="22860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Font typeface="Poppins"/>
              <a:buChar char="–"/>
              <a:defRPr>
                <a:latin typeface="Poppins"/>
                <a:ea typeface="Poppins"/>
                <a:cs typeface="Poppins"/>
                <a:sym typeface="Poppins"/>
              </a:defRPr>
            </a:lvl5pPr>
            <a:lvl6pPr indent="-317500" lvl="5" marL="27432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Font typeface="Poppins"/>
              <a:buChar char="–"/>
              <a:defRPr>
                <a:latin typeface="Poppins"/>
                <a:ea typeface="Poppins"/>
                <a:cs typeface="Poppins"/>
                <a:sym typeface="Poppins"/>
              </a:defRPr>
            </a:lvl6pPr>
            <a:lvl7pPr indent="-304800" lvl="6" marL="32004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200"/>
              <a:buFont typeface="Poppins"/>
              <a:buChar char="–"/>
              <a:defRPr sz="1200">
                <a:latin typeface="Poppins"/>
                <a:ea typeface="Poppins"/>
                <a:cs typeface="Poppins"/>
                <a:sym typeface="Poppins"/>
              </a:defRPr>
            </a:lvl7pPr>
            <a:lvl8pPr indent="-304800" lvl="7" marL="36576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200"/>
              <a:buFont typeface="Poppins"/>
              <a:buChar char="–"/>
              <a:defRPr sz="1200">
                <a:latin typeface="Poppins"/>
                <a:ea typeface="Poppins"/>
                <a:cs typeface="Poppins"/>
                <a:sym typeface="Poppins"/>
              </a:defRPr>
            </a:lvl8pPr>
            <a:lvl9pPr indent="-304800" lvl="8" marL="4114800" algn="l">
              <a:lnSpc>
                <a:spcPct val="115000"/>
              </a:lnSpc>
              <a:spcBef>
                <a:spcPts val="600"/>
              </a:spcBef>
              <a:spcAft>
                <a:spcPts val="600"/>
              </a:spcAft>
              <a:buSzPts val="1200"/>
              <a:buFont typeface="Poppins"/>
              <a:buChar char="–"/>
              <a:defRPr sz="1200">
                <a:latin typeface="Poppins"/>
                <a:ea typeface="Poppins"/>
                <a:cs typeface="Poppins"/>
                <a:sym typeface="Poppins"/>
              </a:defRPr>
            </a:lvl9pPr>
          </a:lstStyle>
          <a:p/>
        </p:txBody>
      </p:sp>
      <p:sp>
        <p:nvSpPr>
          <p:cNvPr id="6208" name="Google Shape;6208;p291"/>
          <p:cNvSpPr txBox="1"/>
          <p:nvPr>
            <p:ph idx="3" type="subTitle"/>
          </p:nvPr>
        </p:nvSpPr>
        <p:spPr>
          <a:xfrm>
            <a:off x="3279300" y="1882125"/>
            <a:ext cx="2585400" cy="453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lv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>
                <a:solidFill>
                  <a:schemeClr val="lt1"/>
                </a:solidFill>
              </a:defRPr>
            </a:lvl1pPr>
            <a:lvl2pPr lvl="1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209" name="Google Shape;6209;p291"/>
          <p:cNvSpPr txBox="1"/>
          <p:nvPr>
            <p:ph idx="4" type="body"/>
          </p:nvPr>
        </p:nvSpPr>
        <p:spPr>
          <a:xfrm>
            <a:off x="3279300" y="2492625"/>
            <a:ext cx="2585400" cy="1926600"/>
          </a:xfrm>
          <a:prstGeom prst="rect">
            <a:avLst/>
          </a:prstGeom>
          <a:noFill/>
          <a:ln cap="flat" cmpd="sng" w="9525">
            <a:solidFill>
              <a:srgbClr val="99999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indent="-317500" lvl="0" marL="457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 sz="1400"/>
            </a:lvl2pPr>
            <a:lvl3pPr indent="-317500" lvl="2" marL="13716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 sz="1400"/>
            </a:lvl3pPr>
            <a:lvl4pPr indent="-304800" lvl="3" marL="18288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200"/>
              <a:buFont typeface="Poppins"/>
              <a:buChar char="–"/>
              <a:defRPr sz="1200">
                <a:latin typeface="Poppins"/>
                <a:ea typeface="Poppins"/>
                <a:cs typeface="Poppins"/>
                <a:sym typeface="Poppins"/>
              </a:defRPr>
            </a:lvl4pPr>
            <a:lvl5pPr indent="-317500" lvl="4" marL="22860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Font typeface="Poppins"/>
              <a:buChar char="–"/>
              <a:defRPr>
                <a:latin typeface="Poppins"/>
                <a:ea typeface="Poppins"/>
                <a:cs typeface="Poppins"/>
                <a:sym typeface="Poppins"/>
              </a:defRPr>
            </a:lvl5pPr>
            <a:lvl6pPr indent="-317500" lvl="5" marL="27432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Font typeface="Poppins"/>
              <a:buChar char="–"/>
              <a:defRPr>
                <a:latin typeface="Poppins"/>
                <a:ea typeface="Poppins"/>
                <a:cs typeface="Poppins"/>
                <a:sym typeface="Poppins"/>
              </a:defRPr>
            </a:lvl6pPr>
            <a:lvl7pPr indent="-304800" lvl="6" marL="32004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200"/>
              <a:buFont typeface="Poppins"/>
              <a:buChar char="–"/>
              <a:defRPr sz="1200">
                <a:latin typeface="Poppins"/>
                <a:ea typeface="Poppins"/>
                <a:cs typeface="Poppins"/>
                <a:sym typeface="Poppins"/>
              </a:defRPr>
            </a:lvl7pPr>
            <a:lvl8pPr indent="-304800" lvl="7" marL="36576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200"/>
              <a:buFont typeface="Poppins"/>
              <a:buChar char="–"/>
              <a:defRPr sz="1200">
                <a:latin typeface="Poppins"/>
                <a:ea typeface="Poppins"/>
                <a:cs typeface="Poppins"/>
                <a:sym typeface="Poppins"/>
              </a:defRPr>
            </a:lvl8pPr>
            <a:lvl9pPr indent="-304800" lvl="8" marL="4114800" algn="l">
              <a:lnSpc>
                <a:spcPct val="115000"/>
              </a:lnSpc>
              <a:spcBef>
                <a:spcPts val="600"/>
              </a:spcBef>
              <a:spcAft>
                <a:spcPts val="600"/>
              </a:spcAft>
              <a:buSzPts val="1200"/>
              <a:buFont typeface="Poppins"/>
              <a:buChar char="–"/>
              <a:defRPr sz="1200">
                <a:latin typeface="Poppins"/>
                <a:ea typeface="Poppins"/>
                <a:cs typeface="Poppins"/>
                <a:sym typeface="Poppins"/>
              </a:defRPr>
            </a:lvl9pPr>
          </a:lstStyle>
          <a:p/>
        </p:txBody>
      </p:sp>
      <p:sp>
        <p:nvSpPr>
          <p:cNvPr id="6210" name="Google Shape;6210;p291"/>
          <p:cNvSpPr txBox="1"/>
          <p:nvPr>
            <p:ph idx="5" type="subTitle"/>
          </p:nvPr>
        </p:nvSpPr>
        <p:spPr>
          <a:xfrm>
            <a:off x="6099625" y="1882125"/>
            <a:ext cx="2585400" cy="4533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lv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>
                <a:solidFill>
                  <a:schemeClr val="lt1"/>
                </a:solidFill>
              </a:defRPr>
            </a:lvl1pPr>
            <a:lvl2pPr lvl="1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/>
            </a:lvl2pPr>
            <a:lvl3pPr lvl="2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6211" name="Google Shape;6211;p291"/>
          <p:cNvSpPr txBox="1"/>
          <p:nvPr>
            <p:ph idx="6" type="body"/>
          </p:nvPr>
        </p:nvSpPr>
        <p:spPr>
          <a:xfrm>
            <a:off x="6099625" y="2492625"/>
            <a:ext cx="2585400" cy="1926600"/>
          </a:xfrm>
          <a:prstGeom prst="rect">
            <a:avLst/>
          </a:prstGeom>
          <a:noFill/>
          <a:ln cap="flat" cmpd="sng" w="9525">
            <a:solidFill>
              <a:srgbClr val="99999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indent="-317500" lvl="0" marL="457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 sz="1400"/>
            </a:lvl2pPr>
            <a:lvl3pPr indent="-317500" lvl="2" marL="13716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 sz="1400"/>
            </a:lvl3pPr>
            <a:lvl4pPr indent="-304800" lvl="3" marL="18288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200"/>
              <a:buFont typeface="Poppins"/>
              <a:buChar char="–"/>
              <a:defRPr sz="1200">
                <a:latin typeface="Poppins"/>
                <a:ea typeface="Poppins"/>
                <a:cs typeface="Poppins"/>
                <a:sym typeface="Poppins"/>
              </a:defRPr>
            </a:lvl4pPr>
            <a:lvl5pPr indent="-317500" lvl="4" marL="22860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Font typeface="Poppins"/>
              <a:buChar char="–"/>
              <a:defRPr>
                <a:latin typeface="Poppins"/>
                <a:ea typeface="Poppins"/>
                <a:cs typeface="Poppins"/>
                <a:sym typeface="Poppins"/>
              </a:defRPr>
            </a:lvl5pPr>
            <a:lvl6pPr indent="-317500" lvl="5" marL="27432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Font typeface="Poppins"/>
              <a:buChar char="–"/>
              <a:defRPr>
                <a:latin typeface="Poppins"/>
                <a:ea typeface="Poppins"/>
                <a:cs typeface="Poppins"/>
                <a:sym typeface="Poppins"/>
              </a:defRPr>
            </a:lvl6pPr>
            <a:lvl7pPr indent="-304800" lvl="6" marL="32004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200"/>
              <a:buFont typeface="Poppins"/>
              <a:buChar char="–"/>
              <a:defRPr sz="1200">
                <a:latin typeface="Poppins"/>
                <a:ea typeface="Poppins"/>
                <a:cs typeface="Poppins"/>
                <a:sym typeface="Poppins"/>
              </a:defRPr>
            </a:lvl7pPr>
            <a:lvl8pPr indent="-304800" lvl="7" marL="36576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200"/>
              <a:buFont typeface="Poppins"/>
              <a:buChar char="–"/>
              <a:defRPr sz="1200">
                <a:latin typeface="Poppins"/>
                <a:ea typeface="Poppins"/>
                <a:cs typeface="Poppins"/>
                <a:sym typeface="Poppins"/>
              </a:defRPr>
            </a:lvl8pPr>
            <a:lvl9pPr indent="-304800" lvl="8" marL="4114800" algn="l">
              <a:lnSpc>
                <a:spcPct val="115000"/>
              </a:lnSpc>
              <a:spcBef>
                <a:spcPts val="600"/>
              </a:spcBef>
              <a:spcAft>
                <a:spcPts val="600"/>
              </a:spcAft>
              <a:buSzPts val="1200"/>
              <a:buFont typeface="Poppins"/>
              <a:buChar char="–"/>
              <a:defRPr sz="1200">
                <a:latin typeface="Poppins"/>
                <a:ea typeface="Poppins"/>
                <a:cs typeface="Poppins"/>
                <a:sym typeface="Poppins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omparison slide with three elements 2 1">
  <p:cSld name="TITLE_ONLY_1_3_1">
    <p:spTree>
      <p:nvGrpSpPr>
        <p:cNvPr id="6212" name="Shape 6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13" name="Google Shape;6213;p292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6214" name="Google Shape;6214;p292"/>
          <p:cNvSpPr txBox="1"/>
          <p:nvPr>
            <p:ph idx="12" type="sldNum"/>
          </p:nvPr>
        </p:nvSpPr>
        <p:spPr>
          <a:xfrm>
            <a:off x="458972" y="4793325"/>
            <a:ext cx="1980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6215" name="Google Shape;6215;p292"/>
          <p:cNvSpPr txBox="1"/>
          <p:nvPr>
            <p:ph idx="1" type="subTitle"/>
          </p:nvPr>
        </p:nvSpPr>
        <p:spPr>
          <a:xfrm>
            <a:off x="4910200" y="1438275"/>
            <a:ext cx="3444600" cy="4533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lv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>
                <a:solidFill>
                  <a:schemeClr val="lt1"/>
                </a:solidFill>
              </a:defRPr>
            </a:lvl1pPr>
            <a:lvl2pPr lvl="1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/>
            </a:lvl2pPr>
            <a:lvl3pPr lvl="2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6216" name="Google Shape;6216;p292"/>
          <p:cNvSpPr txBox="1"/>
          <p:nvPr>
            <p:ph idx="2" type="body"/>
          </p:nvPr>
        </p:nvSpPr>
        <p:spPr>
          <a:xfrm>
            <a:off x="563675" y="2204525"/>
            <a:ext cx="3444600" cy="1926600"/>
          </a:xfrm>
          <a:prstGeom prst="rect">
            <a:avLst/>
          </a:prstGeom>
          <a:noFill/>
          <a:ln cap="flat" cmpd="sng" w="9525">
            <a:solidFill>
              <a:srgbClr val="99999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indent="-317500" lvl="0" marL="457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 sz="1400"/>
            </a:lvl2pPr>
            <a:lvl3pPr indent="-317500" lvl="2" marL="13716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 sz="1400"/>
            </a:lvl3pPr>
            <a:lvl4pPr indent="-304800" lvl="3" marL="18288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200"/>
              <a:buFont typeface="Poppins"/>
              <a:buChar char="–"/>
              <a:defRPr sz="1200">
                <a:latin typeface="Poppins"/>
                <a:ea typeface="Poppins"/>
                <a:cs typeface="Poppins"/>
                <a:sym typeface="Poppins"/>
              </a:defRPr>
            </a:lvl4pPr>
            <a:lvl5pPr indent="-317500" lvl="4" marL="22860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Font typeface="Poppins"/>
              <a:buChar char="–"/>
              <a:defRPr>
                <a:latin typeface="Poppins"/>
                <a:ea typeface="Poppins"/>
                <a:cs typeface="Poppins"/>
                <a:sym typeface="Poppins"/>
              </a:defRPr>
            </a:lvl5pPr>
            <a:lvl6pPr indent="-317500" lvl="5" marL="27432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Font typeface="Poppins"/>
              <a:buChar char="–"/>
              <a:defRPr>
                <a:latin typeface="Poppins"/>
                <a:ea typeface="Poppins"/>
                <a:cs typeface="Poppins"/>
                <a:sym typeface="Poppins"/>
              </a:defRPr>
            </a:lvl6pPr>
            <a:lvl7pPr indent="-304800" lvl="6" marL="32004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200"/>
              <a:buFont typeface="Poppins"/>
              <a:buChar char="–"/>
              <a:defRPr sz="1200">
                <a:latin typeface="Poppins"/>
                <a:ea typeface="Poppins"/>
                <a:cs typeface="Poppins"/>
                <a:sym typeface="Poppins"/>
              </a:defRPr>
            </a:lvl7pPr>
            <a:lvl8pPr indent="-304800" lvl="7" marL="36576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200"/>
              <a:buFont typeface="Poppins"/>
              <a:buChar char="–"/>
              <a:defRPr sz="1200">
                <a:latin typeface="Poppins"/>
                <a:ea typeface="Poppins"/>
                <a:cs typeface="Poppins"/>
                <a:sym typeface="Poppins"/>
              </a:defRPr>
            </a:lvl8pPr>
            <a:lvl9pPr indent="-304800" lvl="8" marL="4114800" algn="l">
              <a:lnSpc>
                <a:spcPct val="115000"/>
              </a:lnSpc>
              <a:spcBef>
                <a:spcPts val="600"/>
              </a:spcBef>
              <a:spcAft>
                <a:spcPts val="600"/>
              </a:spcAft>
              <a:buSzPts val="1200"/>
              <a:buFont typeface="Poppins"/>
              <a:buChar char="–"/>
              <a:defRPr sz="1200">
                <a:latin typeface="Poppins"/>
                <a:ea typeface="Poppins"/>
                <a:cs typeface="Poppins"/>
                <a:sym typeface="Poppins"/>
              </a:defRPr>
            </a:lvl9pPr>
          </a:lstStyle>
          <a:p/>
        </p:txBody>
      </p:sp>
      <p:sp>
        <p:nvSpPr>
          <p:cNvPr id="6217" name="Google Shape;6217;p292"/>
          <p:cNvSpPr txBox="1"/>
          <p:nvPr>
            <p:ph idx="3" type="subTitle"/>
          </p:nvPr>
        </p:nvSpPr>
        <p:spPr>
          <a:xfrm>
            <a:off x="563675" y="1438275"/>
            <a:ext cx="3444600" cy="453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lv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>
                <a:solidFill>
                  <a:schemeClr val="lt1"/>
                </a:solidFill>
              </a:defRPr>
            </a:lvl1pPr>
            <a:lvl2pPr lvl="1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218" name="Google Shape;6218;p292"/>
          <p:cNvSpPr txBox="1"/>
          <p:nvPr>
            <p:ph idx="4" type="body"/>
          </p:nvPr>
        </p:nvSpPr>
        <p:spPr>
          <a:xfrm>
            <a:off x="4910200" y="2204525"/>
            <a:ext cx="3444600" cy="1926600"/>
          </a:xfrm>
          <a:prstGeom prst="rect">
            <a:avLst/>
          </a:prstGeom>
          <a:noFill/>
          <a:ln cap="flat" cmpd="sng" w="9525">
            <a:solidFill>
              <a:srgbClr val="99999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indent="-317500" lvl="0" marL="457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 sz="1400"/>
            </a:lvl2pPr>
            <a:lvl3pPr indent="-317500" lvl="2" marL="13716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 sz="1400"/>
            </a:lvl3pPr>
            <a:lvl4pPr indent="-304800" lvl="3" marL="18288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200"/>
              <a:buFont typeface="Poppins"/>
              <a:buChar char="–"/>
              <a:defRPr sz="1200">
                <a:latin typeface="Poppins"/>
                <a:ea typeface="Poppins"/>
                <a:cs typeface="Poppins"/>
                <a:sym typeface="Poppins"/>
              </a:defRPr>
            </a:lvl4pPr>
            <a:lvl5pPr indent="-317500" lvl="4" marL="22860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Font typeface="Poppins"/>
              <a:buChar char="–"/>
              <a:defRPr>
                <a:latin typeface="Poppins"/>
                <a:ea typeface="Poppins"/>
                <a:cs typeface="Poppins"/>
                <a:sym typeface="Poppins"/>
              </a:defRPr>
            </a:lvl5pPr>
            <a:lvl6pPr indent="-317500" lvl="5" marL="27432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Font typeface="Poppins"/>
              <a:buChar char="–"/>
              <a:defRPr>
                <a:latin typeface="Poppins"/>
                <a:ea typeface="Poppins"/>
                <a:cs typeface="Poppins"/>
                <a:sym typeface="Poppins"/>
              </a:defRPr>
            </a:lvl6pPr>
            <a:lvl7pPr indent="-304800" lvl="6" marL="32004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200"/>
              <a:buFont typeface="Poppins"/>
              <a:buChar char="–"/>
              <a:defRPr sz="1200">
                <a:latin typeface="Poppins"/>
                <a:ea typeface="Poppins"/>
                <a:cs typeface="Poppins"/>
                <a:sym typeface="Poppins"/>
              </a:defRPr>
            </a:lvl7pPr>
            <a:lvl8pPr indent="-304800" lvl="7" marL="365760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200"/>
              <a:buFont typeface="Poppins"/>
              <a:buChar char="–"/>
              <a:defRPr sz="1200">
                <a:latin typeface="Poppins"/>
                <a:ea typeface="Poppins"/>
                <a:cs typeface="Poppins"/>
                <a:sym typeface="Poppins"/>
              </a:defRPr>
            </a:lvl8pPr>
            <a:lvl9pPr indent="-304800" lvl="8" marL="4114800" algn="l">
              <a:lnSpc>
                <a:spcPct val="115000"/>
              </a:lnSpc>
              <a:spcBef>
                <a:spcPts val="600"/>
              </a:spcBef>
              <a:spcAft>
                <a:spcPts val="600"/>
              </a:spcAft>
              <a:buSzPts val="1200"/>
              <a:buFont typeface="Poppins"/>
              <a:buChar char="–"/>
              <a:defRPr sz="1200">
                <a:latin typeface="Poppins"/>
                <a:ea typeface="Poppins"/>
                <a:cs typeface="Poppins"/>
                <a:sym typeface="Poppins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tting tasks">
  <p:cSld name="TITLE_ONLY_1_1">
    <p:spTree>
      <p:nvGrpSpPr>
        <p:cNvPr id="6219" name="Shape 6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20" name="Google Shape;6220;p293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6221" name="Google Shape;6221;p293"/>
          <p:cNvSpPr txBox="1"/>
          <p:nvPr>
            <p:ph idx="1" type="subTitle"/>
          </p:nvPr>
        </p:nvSpPr>
        <p:spPr>
          <a:xfrm>
            <a:off x="458975" y="1438150"/>
            <a:ext cx="3128400" cy="4533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lv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 b="1" sz="1900">
                <a:solidFill>
                  <a:schemeClr val="lt1"/>
                </a:solidFill>
              </a:defRPr>
            </a:lvl1pPr>
            <a:lvl2pPr lvl="1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 sz="1900"/>
            </a:lvl2pPr>
            <a:lvl3pPr lvl="2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3pPr>
            <a:lvl4pPr lvl="3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4pPr>
            <a:lvl5pPr lvl="4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5pPr>
            <a:lvl6pPr lvl="5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6pPr>
            <a:lvl7pPr lvl="6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7pPr>
            <a:lvl8pPr lvl="7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8pPr>
            <a:lvl9pPr lvl="8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9pPr>
          </a:lstStyle>
          <a:p/>
        </p:txBody>
      </p:sp>
      <p:sp>
        <p:nvSpPr>
          <p:cNvPr id="6222" name="Google Shape;6222;p293"/>
          <p:cNvSpPr txBox="1"/>
          <p:nvPr>
            <p:ph idx="2" type="subTitle"/>
          </p:nvPr>
        </p:nvSpPr>
        <p:spPr>
          <a:xfrm>
            <a:off x="5555725" y="2671200"/>
            <a:ext cx="3129300" cy="394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lv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400">
                <a:solidFill>
                  <a:schemeClr val="lt1"/>
                </a:solidFill>
              </a:defRPr>
            </a:lvl1pPr>
            <a:lvl2pPr lvl="1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/>
            </a:lvl2pPr>
            <a:lvl3pPr lvl="2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6223" name="Google Shape;6223;p293"/>
          <p:cNvSpPr txBox="1"/>
          <p:nvPr>
            <p:ph idx="3" type="body"/>
          </p:nvPr>
        </p:nvSpPr>
        <p:spPr>
          <a:xfrm>
            <a:off x="458975" y="2070075"/>
            <a:ext cx="3951000" cy="526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Font typeface="Poppins"/>
              <a:buChar char="●"/>
              <a:defRPr>
                <a:latin typeface="Poppins"/>
                <a:ea typeface="Poppins"/>
                <a:cs typeface="Poppins"/>
                <a:sym typeface="Poppins"/>
              </a:defRPr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6224" name="Google Shape;6224;p293"/>
          <p:cNvSpPr txBox="1"/>
          <p:nvPr>
            <p:ph idx="4" type="subTitle"/>
          </p:nvPr>
        </p:nvSpPr>
        <p:spPr>
          <a:xfrm>
            <a:off x="458975" y="2671200"/>
            <a:ext cx="3128400" cy="4533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lv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>
                <a:solidFill>
                  <a:schemeClr val="lt1"/>
                </a:solidFill>
              </a:defRPr>
            </a:lvl1pPr>
            <a:lvl2pPr lvl="1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225" name="Google Shape;6225;p293"/>
          <p:cNvSpPr txBox="1"/>
          <p:nvPr>
            <p:ph idx="5" type="body"/>
          </p:nvPr>
        </p:nvSpPr>
        <p:spPr>
          <a:xfrm>
            <a:off x="458975" y="3303125"/>
            <a:ext cx="3951000" cy="526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Font typeface="Poppins"/>
              <a:buChar char="–"/>
              <a:defRPr>
                <a:latin typeface="Poppins"/>
                <a:ea typeface="Poppins"/>
                <a:cs typeface="Poppins"/>
                <a:sym typeface="Poppins"/>
              </a:defRPr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6226" name="Google Shape;6226;p293"/>
          <p:cNvSpPr txBox="1"/>
          <p:nvPr>
            <p:ph idx="6" type="subTitle"/>
          </p:nvPr>
        </p:nvSpPr>
        <p:spPr>
          <a:xfrm>
            <a:off x="5555725" y="3177725"/>
            <a:ext cx="3129300" cy="394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lv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400">
                <a:solidFill>
                  <a:schemeClr val="lt1"/>
                </a:solidFill>
              </a:defRPr>
            </a:lvl1pPr>
            <a:lvl2pPr lvl="1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/>
            </a:lvl2pPr>
            <a:lvl3pPr lvl="2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6227" name="Google Shape;6227;p293"/>
          <p:cNvSpPr txBox="1"/>
          <p:nvPr>
            <p:ph idx="7" type="subTitle"/>
          </p:nvPr>
        </p:nvSpPr>
        <p:spPr>
          <a:xfrm>
            <a:off x="5555725" y="3684250"/>
            <a:ext cx="3129300" cy="3945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t" bIns="91425" lIns="91425" spcFirstLastPara="1" rIns="91425" wrap="square" tIns="90000">
            <a:noAutofit/>
          </a:bodyPr>
          <a:lstStyle>
            <a:lvl1pPr lv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400">
                <a:solidFill>
                  <a:schemeClr val="lt1"/>
                </a:solidFill>
              </a:defRPr>
            </a:lvl1pPr>
            <a:lvl2pPr lvl="1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/>
            </a:lvl2pPr>
            <a:lvl3pPr lvl="2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6228" name="Google Shape;6228;p293"/>
          <p:cNvSpPr txBox="1"/>
          <p:nvPr>
            <p:ph idx="12" type="sldNum"/>
          </p:nvPr>
        </p:nvSpPr>
        <p:spPr>
          <a:xfrm>
            <a:off x="458972" y="4793325"/>
            <a:ext cx="20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slide">
  <p:cSld name="TITLE_ONLY_1_3_1_1">
    <p:spTree>
      <p:nvGrpSpPr>
        <p:cNvPr id="6229" name="Shape 6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30" name="Google Shape;6230;p294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6231" name="Google Shape;6231;p294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aphicFrame>
        <p:nvGraphicFramePr>
          <p:cNvPr id="6232" name="Google Shape;6232;p294"/>
          <p:cNvGraphicFramePr/>
          <p:nvPr/>
        </p:nvGraphicFramePr>
        <p:xfrm>
          <a:off x="952500" y="1615700"/>
          <a:ext cx="3000000" cy="3000000"/>
        </p:xfrm>
        <a:graphic>
          <a:graphicData uri="http://schemas.openxmlformats.org/drawingml/2006/table">
            <a:tbl>
              <a:tblPr firstRow="1">
                <a:noFill/>
                <a:tableStyleId>{441604F3-9C80-4188-92E6-868CB0B18B4D}</a:tableStyleId>
              </a:tblPr>
              <a:tblGrid>
                <a:gridCol w="2413000"/>
                <a:gridCol w="2413000"/>
                <a:gridCol w="2413000"/>
              </a:tblGrid>
              <a:tr h="381000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u="none" cap="none" strike="noStrike">
                          <a:solidFill>
                            <a:schemeClr val="lt1"/>
                          </a:solidFill>
                        </a:rPr>
                        <a:t>Heading</a:t>
                      </a:r>
                      <a:endParaRPr sz="1400" u="none" cap="none" strike="noStrike">
                        <a:solidFill>
                          <a:schemeClr val="lt1"/>
                        </a:solidFill>
                      </a:endParaRPr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u="none" cap="none" strike="noStrike">
                          <a:solidFill>
                            <a:schemeClr val="lt1"/>
                          </a:solidFill>
                        </a:rPr>
                        <a:t>Heading</a:t>
                      </a:r>
                      <a:endParaRPr sz="1400" u="none" cap="none" strike="noStrike">
                        <a:solidFill>
                          <a:schemeClr val="lt1"/>
                        </a:solidFill>
                      </a:endParaRPr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u="none" cap="none" strike="noStrike">
                          <a:solidFill>
                            <a:schemeClr val="lt1"/>
                          </a:solidFill>
                        </a:rPr>
                        <a:t>Heading</a:t>
                      </a:r>
                      <a:endParaRPr sz="1400" u="none" cap="none" strike="noStrike">
                        <a:solidFill>
                          <a:schemeClr val="lt1"/>
                        </a:solidFill>
                      </a:endParaRPr>
                    </a:p>
                  </a:txBody>
                  <a:tcPr marT="91425" marB="91425" marR="91425" marL="91425"/>
                </a:tc>
              </a:tr>
              <a:tr h="381000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sz="1400" u="none" cap="none" strike="noStrike"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sz="1400" u="none" cap="none" strike="noStrike"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sz="1400" u="none" cap="none" strike="noStrike"/>
                    </a:p>
                  </a:txBody>
                  <a:tcPr marT="91425" marB="91425" marR="91425" marL="91425"/>
                </a:tc>
              </a:tr>
              <a:tr h="381000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sz="1400" u="none" cap="none" strike="noStrike"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sz="1400" u="none" cap="none" strike="noStrike"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sz="1400" u="none" cap="none" strike="noStrike"/>
                    </a:p>
                  </a:txBody>
                  <a:tcPr marT="91425" marB="91425" marR="91425" marL="91425"/>
                </a:tc>
              </a:tr>
            </a:tbl>
          </a:graphicData>
        </a:graphic>
      </p:graphicFrame>
    </p:spTree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worked example">
  <p:cSld name="TITLE_1">
    <p:spTree>
      <p:nvGrpSpPr>
        <p:cNvPr id="6233" name="Shape 6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34" name="Google Shape;6234;p295"/>
          <p:cNvSpPr txBox="1"/>
          <p:nvPr>
            <p:ph idx="1" type="subTitle"/>
          </p:nvPr>
        </p:nvSpPr>
        <p:spPr>
          <a:xfrm>
            <a:off x="458800" y="1394375"/>
            <a:ext cx="3363000" cy="426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100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>
              <a:spcBef>
                <a:spcPts val="800"/>
              </a:spcBef>
              <a:spcAft>
                <a:spcPts val="0"/>
              </a:spcAft>
              <a:buSzPts val="1800"/>
              <a:buNone/>
              <a:defRPr sz="1800"/>
            </a:lvl4pPr>
            <a:lvl5pPr lvl="4">
              <a:spcBef>
                <a:spcPts val="800"/>
              </a:spcBef>
              <a:spcAft>
                <a:spcPts val="0"/>
              </a:spcAft>
              <a:buSzPts val="1800"/>
              <a:buNone/>
              <a:defRPr sz="1800"/>
            </a:lvl5pPr>
            <a:lvl6pPr lvl="5">
              <a:spcBef>
                <a:spcPts val="600"/>
              </a:spcBef>
              <a:spcAft>
                <a:spcPts val="0"/>
              </a:spcAft>
              <a:buSzPts val="1800"/>
              <a:buNone/>
              <a:defRPr sz="1800"/>
            </a:lvl6pPr>
            <a:lvl7pPr lvl="6">
              <a:spcBef>
                <a:spcPts val="600"/>
              </a:spcBef>
              <a:spcAft>
                <a:spcPts val="0"/>
              </a:spcAft>
              <a:buSzPts val="1800"/>
              <a:buNone/>
              <a:defRPr sz="1800"/>
            </a:lvl7pPr>
            <a:lvl8pPr lvl="7">
              <a:spcBef>
                <a:spcPts val="400"/>
              </a:spcBef>
              <a:spcAft>
                <a:spcPts val="0"/>
              </a:spcAft>
              <a:buSzPts val="1800"/>
              <a:buNone/>
              <a:defRPr sz="1800"/>
            </a:lvl8pPr>
            <a:lvl9pPr lvl="8">
              <a:spcBef>
                <a:spcPts val="400"/>
              </a:spcBef>
              <a:spcAft>
                <a:spcPts val="20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6235" name="Google Shape;6235;p295"/>
          <p:cNvSpPr txBox="1"/>
          <p:nvPr>
            <p:ph idx="2" type="subTitle"/>
          </p:nvPr>
        </p:nvSpPr>
        <p:spPr>
          <a:xfrm>
            <a:off x="5266400" y="1394375"/>
            <a:ext cx="3363000" cy="426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100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>
              <a:spcBef>
                <a:spcPts val="800"/>
              </a:spcBef>
              <a:spcAft>
                <a:spcPts val="0"/>
              </a:spcAft>
              <a:buSzPts val="1800"/>
              <a:buNone/>
              <a:defRPr sz="1800"/>
            </a:lvl4pPr>
            <a:lvl5pPr lvl="4">
              <a:spcBef>
                <a:spcPts val="800"/>
              </a:spcBef>
              <a:spcAft>
                <a:spcPts val="0"/>
              </a:spcAft>
              <a:buSzPts val="1800"/>
              <a:buNone/>
              <a:defRPr sz="1800"/>
            </a:lvl5pPr>
            <a:lvl6pPr lvl="5">
              <a:spcBef>
                <a:spcPts val="600"/>
              </a:spcBef>
              <a:spcAft>
                <a:spcPts val="0"/>
              </a:spcAft>
              <a:buSzPts val="1800"/>
              <a:buNone/>
              <a:defRPr sz="1800"/>
            </a:lvl6pPr>
            <a:lvl7pPr lvl="6">
              <a:spcBef>
                <a:spcPts val="600"/>
              </a:spcBef>
              <a:spcAft>
                <a:spcPts val="0"/>
              </a:spcAft>
              <a:buSzPts val="1800"/>
              <a:buNone/>
              <a:defRPr sz="1800"/>
            </a:lvl7pPr>
            <a:lvl8pPr lvl="7">
              <a:spcBef>
                <a:spcPts val="400"/>
              </a:spcBef>
              <a:spcAft>
                <a:spcPts val="0"/>
              </a:spcAft>
              <a:buSzPts val="1800"/>
              <a:buNone/>
              <a:defRPr sz="1800"/>
            </a:lvl8pPr>
            <a:lvl9pPr lvl="8">
              <a:spcBef>
                <a:spcPts val="400"/>
              </a:spcBef>
              <a:spcAft>
                <a:spcPts val="20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6236" name="Google Shape;6236;p295"/>
          <p:cNvSpPr txBox="1"/>
          <p:nvPr>
            <p:ph idx="12" type="sldNum"/>
          </p:nvPr>
        </p:nvSpPr>
        <p:spPr>
          <a:xfrm>
            <a:off x="458972" y="4793325"/>
            <a:ext cx="2433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ustom Layout 2">
  <p:cSld name="CUSTOM_1">
    <p:spTree>
      <p:nvGrpSpPr>
        <p:cNvPr id="6237" name="Shape 6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38" name="Google Shape;6238;p296"/>
          <p:cNvSpPr txBox="1"/>
          <p:nvPr>
            <p:ph type="title"/>
          </p:nvPr>
        </p:nvSpPr>
        <p:spPr>
          <a:xfrm>
            <a:off x="458975" y="1438275"/>
            <a:ext cx="6600600" cy="654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6239" name="Google Shape;6239;p296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SECTION_HEADER_1">
    <p:spTree>
      <p:nvGrpSpPr>
        <p:cNvPr id="6240" name="Shape 6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1" name="Google Shape;6241;p297"/>
          <p:cNvSpPr txBox="1"/>
          <p:nvPr>
            <p:ph type="title"/>
          </p:nvPr>
        </p:nvSpPr>
        <p:spPr>
          <a:xfrm>
            <a:off x="458975" y="1438150"/>
            <a:ext cx="8226000" cy="3189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 b="0" sz="3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6242" name="Google Shape;6242;p297"/>
          <p:cNvSpPr txBox="1"/>
          <p:nvPr>
            <p:ph idx="12" type="sldNum"/>
          </p:nvPr>
        </p:nvSpPr>
        <p:spPr>
          <a:xfrm>
            <a:off x="458972" y="4793325"/>
            <a:ext cx="2886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6243" name="Google Shape;6243;p297"/>
          <p:cNvSpPr txBox="1"/>
          <p:nvPr>
            <p:ph idx="2" type="title"/>
          </p:nvPr>
        </p:nvSpPr>
        <p:spPr>
          <a:xfrm>
            <a:off x="458975" y="445300"/>
            <a:ext cx="4758900" cy="471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Content" type="obj">
  <p:cSld name="OBJECT">
    <p:spTree>
      <p:nvGrpSpPr>
        <p:cNvPr id="6244" name="Shape 6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5" name="Google Shape;6245;p298"/>
          <p:cNvSpPr txBox="1"/>
          <p:nvPr>
            <p:ph type="title"/>
          </p:nvPr>
        </p:nvSpPr>
        <p:spPr>
          <a:xfrm>
            <a:off x="466725" y="446100"/>
            <a:ext cx="7886700" cy="552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0" spcFirstLastPara="1" rIns="68575" wrap="square" tIns="34275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6246" name="Google Shape;6246;p298"/>
          <p:cNvSpPr txBox="1"/>
          <p:nvPr>
            <p:ph idx="1" type="body"/>
          </p:nvPr>
        </p:nvSpPr>
        <p:spPr>
          <a:xfrm>
            <a:off x="628650" y="1369219"/>
            <a:ext cx="7886700" cy="32634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rmAutofit/>
          </a:bodyPr>
          <a:lstStyle>
            <a:lvl1pPr indent="-317500" lvl="0" marL="45720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1pPr>
            <a:lvl2pPr indent="-317500" lvl="1" marL="91440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2pPr>
            <a:lvl3pPr indent="-317500" lvl="2" marL="137160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3pPr>
            <a:lvl4pPr indent="-317500" lvl="3" marL="182880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4pPr>
            <a:lvl5pPr indent="-317500" lvl="4" marL="228600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5pPr>
            <a:lvl6pPr indent="-317500" lvl="5" marL="274320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6pPr>
            <a:lvl7pPr indent="-317500" lvl="6" marL="320040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7pPr>
            <a:lvl8pPr indent="-317500" lvl="7" marL="365760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8pPr>
            <a:lvl9pPr indent="-317500" lvl="8" marL="411480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9pPr>
          </a:lstStyle>
          <a:p/>
        </p:txBody>
      </p:sp>
      <p:sp>
        <p:nvSpPr>
          <p:cNvPr id="6247" name="Google Shape;6247;p298"/>
          <p:cNvSpPr txBox="1"/>
          <p:nvPr>
            <p:ph idx="10" type="dt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6248" name="Google Shape;6248;p298"/>
          <p:cNvSpPr txBox="1"/>
          <p:nvPr>
            <p:ph idx="11" type="ftr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6249" name="Google Shape;6249;p298"/>
          <p:cNvSpPr txBox="1"/>
          <p:nvPr>
            <p:ph idx="12" type="sldNum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b="0" i="0" sz="900" u="none" cap="none" strike="noStrike">
                <a:solidFill>
                  <a:srgbClr val="888888"/>
                </a:solidFill>
                <a:latin typeface="Century Gothic"/>
                <a:ea typeface="Century Gothic"/>
                <a:cs typeface="Century Gothic"/>
                <a:sym typeface="Century Gothic"/>
              </a:defRPr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b="0" i="0" sz="900" u="none" cap="none" strike="noStrike">
                <a:solidFill>
                  <a:srgbClr val="888888"/>
                </a:solidFill>
                <a:latin typeface="Century Gothic"/>
                <a:ea typeface="Century Gothic"/>
                <a:cs typeface="Century Gothic"/>
                <a:sym typeface="Century Gothic"/>
              </a:defRPr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b="0" i="0" sz="900" u="none" cap="none" strike="noStrike">
                <a:solidFill>
                  <a:srgbClr val="888888"/>
                </a:solidFill>
                <a:latin typeface="Century Gothic"/>
                <a:ea typeface="Century Gothic"/>
                <a:cs typeface="Century Gothic"/>
                <a:sym typeface="Century Gothic"/>
              </a:defRPr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b="0" i="0" sz="900" u="none" cap="none" strike="noStrike">
                <a:solidFill>
                  <a:srgbClr val="888888"/>
                </a:solidFill>
                <a:latin typeface="Century Gothic"/>
                <a:ea typeface="Century Gothic"/>
                <a:cs typeface="Century Gothic"/>
                <a:sym typeface="Century Gothic"/>
              </a:defRPr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b="0" i="0" sz="900" u="none" cap="none" strike="noStrike">
                <a:solidFill>
                  <a:srgbClr val="888888"/>
                </a:solidFill>
                <a:latin typeface="Century Gothic"/>
                <a:ea typeface="Century Gothic"/>
                <a:cs typeface="Century Gothic"/>
                <a:sym typeface="Century Gothic"/>
              </a:defRPr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b="0" i="0" sz="900" u="none" cap="none" strike="noStrike">
                <a:solidFill>
                  <a:srgbClr val="888888"/>
                </a:solidFill>
                <a:latin typeface="Century Gothic"/>
                <a:ea typeface="Century Gothic"/>
                <a:cs typeface="Century Gothic"/>
                <a:sym typeface="Century Gothic"/>
              </a:defRPr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b="0" i="0" sz="900" u="none" cap="none" strike="noStrike">
                <a:solidFill>
                  <a:srgbClr val="888888"/>
                </a:solidFill>
                <a:latin typeface="Century Gothic"/>
                <a:ea typeface="Century Gothic"/>
                <a:cs typeface="Century Gothic"/>
                <a:sym typeface="Century Gothic"/>
              </a:defRPr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b="0" i="0" sz="900" u="none" cap="none" strike="noStrike">
                <a:solidFill>
                  <a:srgbClr val="888888"/>
                </a:solidFill>
                <a:latin typeface="Century Gothic"/>
                <a:ea typeface="Century Gothic"/>
                <a:cs typeface="Century Gothic"/>
                <a:sym typeface="Century Gothic"/>
              </a:defRPr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b="0" i="0" sz="900" u="none" cap="none" strike="noStrike">
                <a:solidFill>
                  <a:srgbClr val="888888"/>
                </a:solidFill>
                <a:latin typeface="Century Gothic"/>
                <a:ea typeface="Century Gothic"/>
                <a:cs typeface="Century Gothic"/>
                <a:sym typeface="Century Gothic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>
  <p:cSld name="TITLE_2">
    <p:spTree>
      <p:nvGrpSpPr>
        <p:cNvPr id="6250" name="Shape 6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51" name="Google Shape;6251;p299"/>
          <p:cNvSpPr txBox="1"/>
          <p:nvPr>
            <p:ph type="ctrTitle"/>
          </p:nvPr>
        </p:nvSpPr>
        <p:spPr>
          <a:xfrm>
            <a:off x="1143000" y="841772"/>
            <a:ext cx="6858000" cy="1790700"/>
          </a:xfrm>
          <a:prstGeom prst="rect">
            <a:avLst/>
          </a:prstGeom>
          <a:noFill/>
          <a:ln>
            <a:noFill/>
          </a:ln>
        </p:spPr>
        <p:txBody>
          <a:bodyPr anchorCtr="0" anchor="b" bIns="34275" lIns="68575" spcFirstLastPara="1" rIns="68575" wrap="square" tIns="34275">
            <a:norm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500"/>
              <a:buFont typeface="Quattrocento Sans"/>
              <a:buNone/>
              <a:defRPr sz="45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252" name="Google Shape;6252;p299"/>
          <p:cNvSpPr txBox="1"/>
          <p:nvPr>
            <p:ph idx="1" type="subTitle"/>
          </p:nvPr>
        </p:nvSpPr>
        <p:spPr>
          <a:xfrm>
            <a:off x="1143000" y="2701529"/>
            <a:ext cx="6858000" cy="12417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rmAutofit/>
          </a:bodyPr>
          <a:lstStyle>
            <a:lvl1pPr lvl="0" algn="ctr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/>
            </a:lvl1pPr>
            <a:lvl2pPr lvl="1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None/>
              <a:defRPr sz="1500"/>
            </a:lvl2pPr>
            <a:lvl3pPr lvl="2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3pPr>
            <a:lvl4pPr lvl="3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4pPr>
            <a:lvl5pPr lvl="4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5pPr>
            <a:lvl6pPr lvl="5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6pPr>
            <a:lvl7pPr lvl="6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7pPr>
            <a:lvl8pPr lvl="7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8pPr>
            <a:lvl9pPr lvl="8" algn="ctr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dk1"/>
              </a:buClr>
              <a:buSzPts val="1200"/>
              <a:buNone/>
              <a:defRPr sz="1200"/>
            </a:lvl9pPr>
          </a:lstStyle>
          <a:p/>
        </p:txBody>
      </p:sp>
      <p:sp>
        <p:nvSpPr>
          <p:cNvPr id="6253" name="Google Shape;6253;p299"/>
          <p:cNvSpPr txBox="1"/>
          <p:nvPr>
            <p:ph idx="10" type="dt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algn="l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algn="l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algn="l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algn="l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algn="l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algn="l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algn="l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algn="l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6254" name="Google Shape;6254;p299"/>
          <p:cNvSpPr txBox="1"/>
          <p:nvPr>
            <p:ph idx="11" type="ftr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algn="l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algn="l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algn="l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algn="l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algn="l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algn="l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algn="l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algn="l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6255" name="Google Shape;6255;p299"/>
          <p:cNvSpPr txBox="1"/>
          <p:nvPr>
            <p:ph idx="12" type="sldNum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indent="0" lvl="0" marL="0" algn="r">
              <a:spcBef>
                <a:spcPts val="0"/>
              </a:spcBef>
              <a:buNone/>
              <a:defRPr/>
            </a:lvl1pPr>
            <a:lvl2pPr indent="0" lvl="1" marL="0" algn="r">
              <a:spcBef>
                <a:spcPts val="0"/>
              </a:spcBef>
              <a:buNone/>
              <a:defRPr/>
            </a:lvl2pPr>
            <a:lvl3pPr indent="0" lvl="2" marL="0" algn="r">
              <a:spcBef>
                <a:spcPts val="0"/>
              </a:spcBef>
              <a:buNone/>
              <a:defRPr/>
            </a:lvl3pPr>
            <a:lvl4pPr indent="0" lvl="3" marL="0" algn="r">
              <a:spcBef>
                <a:spcPts val="0"/>
              </a:spcBef>
              <a:buNone/>
              <a:defRPr/>
            </a:lvl4pPr>
            <a:lvl5pPr indent="0" lvl="4" marL="0" algn="r">
              <a:spcBef>
                <a:spcPts val="0"/>
              </a:spcBef>
              <a:buNone/>
              <a:defRPr/>
            </a:lvl5pPr>
            <a:lvl6pPr indent="0" lvl="5" marL="0" algn="r">
              <a:spcBef>
                <a:spcPts val="0"/>
              </a:spcBef>
              <a:buNone/>
              <a:defRPr/>
            </a:lvl6pPr>
            <a:lvl7pPr indent="0" lvl="6" marL="0" algn="r">
              <a:spcBef>
                <a:spcPts val="0"/>
              </a:spcBef>
              <a:buNone/>
              <a:defRPr/>
            </a:lvl7pPr>
            <a:lvl8pPr indent="0" lvl="7" marL="0" algn="r">
              <a:spcBef>
                <a:spcPts val="0"/>
              </a:spcBef>
              <a:buNone/>
              <a:defRPr/>
            </a:lvl8pPr>
            <a:lvl9pPr indent="0" lvl="8" marL="0" algn="r">
              <a:spcBef>
                <a:spcPts val="0"/>
              </a:spcBef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2">
    <p:spTree>
      <p:nvGrpSpPr>
        <p:cNvPr id="6256" name="Shape 6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57" name="Google Shape;6257;p300"/>
          <p:cNvSpPr/>
          <p:nvPr/>
        </p:nvSpPr>
        <p:spPr>
          <a:xfrm>
            <a:off x="5203188" y="3304363"/>
            <a:ext cx="4205930" cy="2291529"/>
          </a:xfrm>
          <a:custGeom>
            <a:rect b="b" l="l" r="r" t="t"/>
            <a:pathLst>
              <a:path extrusionOk="0" h="14261" w="26175">
                <a:moveTo>
                  <a:pt x="21312" y="0"/>
                </a:moveTo>
                <a:cubicBezTo>
                  <a:pt x="20977" y="0"/>
                  <a:pt x="20642" y="41"/>
                  <a:pt x="20313" y="99"/>
                </a:cubicBezTo>
                <a:cubicBezTo>
                  <a:pt x="19331" y="273"/>
                  <a:pt x="18260" y="586"/>
                  <a:pt x="17702" y="1484"/>
                </a:cubicBezTo>
                <a:cubicBezTo>
                  <a:pt x="17428" y="1925"/>
                  <a:pt x="17287" y="2436"/>
                  <a:pt x="16990" y="2864"/>
                </a:cubicBezTo>
                <a:cubicBezTo>
                  <a:pt x="16710" y="3266"/>
                  <a:pt x="16282" y="3522"/>
                  <a:pt x="15821" y="3664"/>
                </a:cubicBezTo>
                <a:cubicBezTo>
                  <a:pt x="15261" y="3837"/>
                  <a:pt x="14685" y="3858"/>
                  <a:pt x="14107" y="3858"/>
                </a:cubicBezTo>
                <a:cubicBezTo>
                  <a:pt x="13914" y="3858"/>
                  <a:pt x="13720" y="3856"/>
                  <a:pt x="13527" y="3856"/>
                </a:cubicBezTo>
                <a:cubicBezTo>
                  <a:pt x="13273" y="3856"/>
                  <a:pt x="13019" y="3860"/>
                  <a:pt x="12766" y="3880"/>
                </a:cubicBezTo>
                <a:cubicBezTo>
                  <a:pt x="12240" y="3921"/>
                  <a:pt x="11711" y="4025"/>
                  <a:pt x="11246" y="4285"/>
                </a:cubicBezTo>
                <a:cubicBezTo>
                  <a:pt x="10777" y="4547"/>
                  <a:pt x="10423" y="4956"/>
                  <a:pt x="10107" y="5381"/>
                </a:cubicBezTo>
                <a:cubicBezTo>
                  <a:pt x="9484" y="6224"/>
                  <a:pt x="8906" y="7121"/>
                  <a:pt x="8012" y="7708"/>
                </a:cubicBezTo>
                <a:cubicBezTo>
                  <a:pt x="7566" y="8003"/>
                  <a:pt x="7065" y="8190"/>
                  <a:pt x="6530" y="8231"/>
                </a:cubicBezTo>
                <a:cubicBezTo>
                  <a:pt x="6418" y="8239"/>
                  <a:pt x="6306" y="8243"/>
                  <a:pt x="6194" y="8243"/>
                </a:cubicBezTo>
                <a:cubicBezTo>
                  <a:pt x="5684" y="8243"/>
                  <a:pt x="5174" y="8166"/>
                  <a:pt x="4666" y="8122"/>
                </a:cubicBezTo>
                <a:cubicBezTo>
                  <a:pt x="4112" y="8075"/>
                  <a:pt x="3557" y="8052"/>
                  <a:pt x="3001" y="8052"/>
                </a:cubicBezTo>
                <a:cubicBezTo>
                  <a:pt x="2916" y="8052"/>
                  <a:pt x="2830" y="8052"/>
                  <a:pt x="2744" y="8054"/>
                </a:cubicBezTo>
                <a:cubicBezTo>
                  <a:pt x="2475" y="8057"/>
                  <a:pt x="2183" y="8043"/>
                  <a:pt x="1931" y="8148"/>
                </a:cubicBezTo>
                <a:cubicBezTo>
                  <a:pt x="1700" y="8244"/>
                  <a:pt x="1557" y="8443"/>
                  <a:pt x="1448" y="8660"/>
                </a:cubicBezTo>
                <a:cubicBezTo>
                  <a:pt x="1157" y="9242"/>
                  <a:pt x="895" y="9837"/>
                  <a:pt x="618" y="10425"/>
                </a:cubicBezTo>
                <a:cubicBezTo>
                  <a:pt x="483" y="10711"/>
                  <a:pt x="344" y="10996"/>
                  <a:pt x="215" y="11284"/>
                </a:cubicBezTo>
                <a:cubicBezTo>
                  <a:pt x="103" y="11537"/>
                  <a:pt x="1" y="11806"/>
                  <a:pt x="9" y="12087"/>
                </a:cubicBezTo>
                <a:cubicBezTo>
                  <a:pt x="26" y="12628"/>
                  <a:pt x="464" y="12993"/>
                  <a:pt x="898" y="13242"/>
                </a:cubicBezTo>
                <a:cubicBezTo>
                  <a:pt x="1355" y="13506"/>
                  <a:pt x="1863" y="13671"/>
                  <a:pt x="2379" y="13769"/>
                </a:cubicBezTo>
                <a:cubicBezTo>
                  <a:pt x="3456" y="13974"/>
                  <a:pt x="4560" y="13920"/>
                  <a:pt x="5650" y="13980"/>
                </a:cubicBezTo>
                <a:cubicBezTo>
                  <a:pt x="6939" y="14051"/>
                  <a:pt x="8222" y="14239"/>
                  <a:pt x="9514" y="14259"/>
                </a:cubicBezTo>
                <a:cubicBezTo>
                  <a:pt x="9569" y="14260"/>
                  <a:pt x="9623" y="14261"/>
                  <a:pt x="9677" y="14261"/>
                </a:cubicBezTo>
                <a:cubicBezTo>
                  <a:pt x="10875" y="14261"/>
                  <a:pt x="12038" y="14052"/>
                  <a:pt x="13207" y="13797"/>
                </a:cubicBezTo>
                <a:cubicBezTo>
                  <a:pt x="13817" y="13663"/>
                  <a:pt x="14426" y="13526"/>
                  <a:pt x="15041" y="13424"/>
                </a:cubicBezTo>
                <a:cubicBezTo>
                  <a:pt x="15675" y="13317"/>
                  <a:pt x="16315" y="13253"/>
                  <a:pt x="16956" y="13206"/>
                </a:cubicBezTo>
                <a:cubicBezTo>
                  <a:pt x="18228" y="13113"/>
                  <a:pt x="19506" y="13085"/>
                  <a:pt x="20774" y="12938"/>
                </a:cubicBezTo>
                <a:cubicBezTo>
                  <a:pt x="21322" y="12875"/>
                  <a:pt x="21864" y="12773"/>
                  <a:pt x="22412" y="12707"/>
                </a:cubicBezTo>
                <a:cubicBezTo>
                  <a:pt x="22674" y="12676"/>
                  <a:pt x="22942" y="12652"/>
                  <a:pt x="23208" y="12652"/>
                </a:cubicBezTo>
                <a:cubicBezTo>
                  <a:pt x="23451" y="12652"/>
                  <a:pt x="23692" y="12672"/>
                  <a:pt x="23928" y="12724"/>
                </a:cubicBezTo>
                <a:cubicBezTo>
                  <a:pt x="24162" y="12777"/>
                  <a:pt x="24387" y="12861"/>
                  <a:pt x="24591" y="12989"/>
                </a:cubicBezTo>
                <a:cubicBezTo>
                  <a:pt x="24696" y="13055"/>
                  <a:pt x="24788" y="13167"/>
                  <a:pt x="24915" y="13170"/>
                </a:cubicBezTo>
                <a:cubicBezTo>
                  <a:pt x="24918" y="13170"/>
                  <a:pt x="24920" y="13170"/>
                  <a:pt x="24923" y="13170"/>
                </a:cubicBezTo>
                <a:cubicBezTo>
                  <a:pt x="25030" y="13170"/>
                  <a:pt x="25141" y="13147"/>
                  <a:pt x="25241" y="13108"/>
                </a:cubicBezTo>
                <a:cubicBezTo>
                  <a:pt x="25716" y="12928"/>
                  <a:pt x="25988" y="12456"/>
                  <a:pt x="26075" y="11977"/>
                </a:cubicBezTo>
                <a:cubicBezTo>
                  <a:pt x="26127" y="11687"/>
                  <a:pt x="26128" y="11393"/>
                  <a:pt x="26127" y="11099"/>
                </a:cubicBezTo>
                <a:cubicBezTo>
                  <a:pt x="26126" y="10779"/>
                  <a:pt x="26124" y="10457"/>
                  <a:pt x="26123" y="10135"/>
                </a:cubicBezTo>
                <a:cubicBezTo>
                  <a:pt x="26121" y="9483"/>
                  <a:pt x="26118" y="8831"/>
                  <a:pt x="26116" y="8179"/>
                </a:cubicBezTo>
                <a:cubicBezTo>
                  <a:pt x="26112" y="6939"/>
                  <a:pt x="26107" y="5700"/>
                  <a:pt x="26102" y="4459"/>
                </a:cubicBezTo>
                <a:lnTo>
                  <a:pt x="26102" y="4459"/>
                </a:lnTo>
                <a:cubicBezTo>
                  <a:pt x="26105" y="4461"/>
                  <a:pt x="26107" y="4462"/>
                  <a:pt x="26109" y="4462"/>
                </a:cubicBezTo>
                <a:cubicBezTo>
                  <a:pt x="26174" y="4462"/>
                  <a:pt x="26046" y="3375"/>
                  <a:pt x="25375" y="3280"/>
                </a:cubicBezTo>
                <a:cubicBezTo>
                  <a:pt x="24338" y="3135"/>
                  <a:pt x="24244" y="1492"/>
                  <a:pt x="23438" y="803"/>
                </a:cubicBezTo>
                <a:cubicBezTo>
                  <a:pt x="23048" y="470"/>
                  <a:pt x="22597" y="206"/>
                  <a:pt x="22095" y="87"/>
                </a:cubicBezTo>
                <a:cubicBezTo>
                  <a:pt x="21837" y="25"/>
                  <a:pt x="21575" y="0"/>
                  <a:pt x="21312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8" name="Google Shape;6258;p300"/>
          <p:cNvSpPr/>
          <p:nvPr/>
        </p:nvSpPr>
        <p:spPr>
          <a:xfrm>
            <a:off x="-450899" y="3428735"/>
            <a:ext cx="2089708" cy="2096136"/>
          </a:xfrm>
          <a:custGeom>
            <a:rect b="b" l="l" r="r" t="t"/>
            <a:pathLst>
              <a:path extrusionOk="0" h="13045" w="13005">
                <a:moveTo>
                  <a:pt x="1922" y="1"/>
                </a:moveTo>
                <a:cubicBezTo>
                  <a:pt x="1849" y="1"/>
                  <a:pt x="1776" y="4"/>
                  <a:pt x="1703" y="11"/>
                </a:cubicBezTo>
                <a:cubicBezTo>
                  <a:pt x="1260" y="54"/>
                  <a:pt x="818" y="227"/>
                  <a:pt x="503" y="551"/>
                </a:cubicBezTo>
                <a:cubicBezTo>
                  <a:pt x="150" y="913"/>
                  <a:pt x="38" y="1411"/>
                  <a:pt x="20" y="1903"/>
                </a:cubicBezTo>
                <a:cubicBezTo>
                  <a:pt x="0" y="2484"/>
                  <a:pt x="46" y="3073"/>
                  <a:pt x="66" y="3654"/>
                </a:cubicBezTo>
                <a:cubicBezTo>
                  <a:pt x="86" y="4273"/>
                  <a:pt x="107" y="4891"/>
                  <a:pt x="127" y="5509"/>
                </a:cubicBezTo>
                <a:lnTo>
                  <a:pt x="374" y="12928"/>
                </a:lnTo>
                <a:cubicBezTo>
                  <a:pt x="376" y="12996"/>
                  <a:pt x="429" y="13044"/>
                  <a:pt x="492" y="13044"/>
                </a:cubicBezTo>
                <a:cubicBezTo>
                  <a:pt x="501" y="13044"/>
                  <a:pt x="511" y="13043"/>
                  <a:pt x="520" y="13041"/>
                </a:cubicBezTo>
                <a:cubicBezTo>
                  <a:pt x="1437" y="12830"/>
                  <a:pt x="2365" y="12670"/>
                  <a:pt x="3299" y="12564"/>
                </a:cubicBezTo>
                <a:cubicBezTo>
                  <a:pt x="4235" y="12458"/>
                  <a:pt x="5175" y="12406"/>
                  <a:pt x="6116" y="12406"/>
                </a:cubicBezTo>
                <a:cubicBezTo>
                  <a:pt x="6835" y="12406"/>
                  <a:pt x="7554" y="12436"/>
                  <a:pt x="8271" y="12496"/>
                </a:cubicBezTo>
                <a:cubicBezTo>
                  <a:pt x="8728" y="12533"/>
                  <a:pt x="9209" y="12577"/>
                  <a:pt x="9687" y="12577"/>
                </a:cubicBezTo>
                <a:cubicBezTo>
                  <a:pt x="10492" y="12577"/>
                  <a:pt x="11288" y="12454"/>
                  <a:pt x="11947" y="11977"/>
                </a:cubicBezTo>
                <a:lnTo>
                  <a:pt x="11947" y="11977"/>
                </a:lnTo>
                <a:cubicBezTo>
                  <a:pt x="11945" y="11988"/>
                  <a:pt x="11948" y="11993"/>
                  <a:pt x="11955" y="11993"/>
                </a:cubicBezTo>
                <a:cubicBezTo>
                  <a:pt x="12017" y="11993"/>
                  <a:pt x="12409" y="11534"/>
                  <a:pt x="12496" y="11300"/>
                </a:cubicBezTo>
                <a:cubicBezTo>
                  <a:pt x="12866" y="10319"/>
                  <a:pt x="13005" y="9208"/>
                  <a:pt x="12677" y="8195"/>
                </a:cubicBezTo>
                <a:cubicBezTo>
                  <a:pt x="12404" y="7349"/>
                  <a:pt x="11818" y="6569"/>
                  <a:pt x="11000" y="6188"/>
                </a:cubicBezTo>
                <a:cubicBezTo>
                  <a:pt x="10082" y="5759"/>
                  <a:pt x="9032" y="5924"/>
                  <a:pt x="8092" y="5581"/>
                </a:cubicBezTo>
                <a:cubicBezTo>
                  <a:pt x="7160" y="5240"/>
                  <a:pt x="6737" y="4324"/>
                  <a:pt x="6316" y="3499"/>
                </a:cubicBezTo>
                <a:cubicBezTo>
                  <a:pt x="5859" y="2602"/>
                  <a:pt x="5271" y="1802"/>
                  <a:pt x="4492" y="1159"/>
                </a:cubicBezTo>
                <a:cubicBezTo>
                  <a:pt x="3786" y="579"/>
                  <a:pt x="2870" y="1"/>
                  <a:pt x="1922" y="1"/>
                </a:cubicBezTo>
                <a:close/>
              </a:path>
            </a:pathLst>
          </a:custGeom>
          <a:solidFill>
            <a:schemeClr val="accent1">
              <a:alpha val="4972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9" name="Google Shape;6259;p300"/>
          <p:cNvSpPr/>
          <p:nvPr/>
        </p:nvSpPr>
        <p:spPr>
          <a:xfrm>
            <a:off x="-317690" y="-239105"/>
            <a:ext cx="3916858" cy="1383980"/>
          </a:xfrm>
          <a:custGeom>
            <a:rect b="b" l="l" r="r" t="t"/>
            <a:pathLst>
              <a:path extrusionOk="0" h="8613" w="24376">
                <a:moveTo>
                  <a:pt x="1748" y="0"/>
                </a:moveTo>
                <a:cubicBezTo>
                  <a:pt x="1709" y="0"/>
                  <a:pt x="1669" y="2"/>
                  <a:pt x="1629" y="7"/>
                </a:cubicBezTo>
                <a:cubicBezTo>
                  <a:pt x="1391" y="38"/>
                  <a:pt x="1250" y="176"/>
                  <a:pt x="1187" y="347"/>
                </a:cubicBezTo>
                <a:cubicBezTo>
                  <a:pt x="1033" y="773"/>
                  <a:pt x="935" y="1218"/>
                  <a:pt x="819" y="1650"/>
                </a:cubicBezTo>
                <a:cubicBezTo>
                  <a:pt x="701" y="2092"/>
                  <a:pt x="590" y="2536"/>
                  <a:pt x="496" y="2983"/>
                </a:cubicBezTo>
                <a:cubicBezTo>
                  <a:pt x="126" y="4733"/>
                  <a:pt x="0" y="6549"/>
                  <a:pt x="659" y="8271"/>
                </a:cubicBezTo>
                <a:cubicBezTo>
                  <a:pt x="678" y="8321"/>
                  <a:pt x="733" y="8346"/>
                  <a:pt x="790" y="8346"/>
                </a:cubicBezTo>
                <a:cubicBezTo>
                  <a:pt x="835" y="8346"/>
                  <a:pt x="881" y="8329"/>
                  <a:pt x="910" y="8296"/>
                </a:cubicBezTo>
                <a:cubicBezTo>
                  <a:pt x="1048" y="8134"/>
                  <a:pt x="1206" y="7983"/>
                  <a:pt x="1385" y="7843"/>
                </a:cubicBezTo>
                <a:cubicBezTo>
                  <a:pt x="2101" y="7284"/>
                  <a:pt x="3087" y="6944"/>
                  <a:pt x="4095" y="6849"/>
                </a:cubicBezTo>
                <a:cubicBezTo>
                  <a:pt x="4314" y="6828"/>
                  <a:pt x="4534" y="6818"/>
                  <a:pt x="4754" y="6818"/>
                </a:cubicBezTo>
                <a:cubicBezTo>
                  <a:pt x="5730" y="6818"/>
                  <a:pt x="6704" y="7012"/>
                  <a:pt x="7586" y="7328"/>
                </a:cubicBezTo>
                <a:cubicBezTo>
                  <a:pt x="8653" y="7708"/>
                  <a:pt x="9622" y="8264"/>
                  <a:pt x="10770" y="8502"/>
                </a:cubicBezTo>
                <a:cubicBezTo>
                  <a:pt x="11110" y="8573"/>
                  <a:pt x="11460" y="8612"/>
                  <a:pt x="11804" y="8612"/>
                </a:cubicBezTo>
                <a:cubicBezTo>
                  <a:pt x="12445" y="8612"/>
                  <a:pt x="13071" y="8476"/>
                  <a:pt x="13597" y="8154"/>
                </a:cubicBezTo>
                <a:cubicBezTo>
                  <a:pt x="14183" y="7795"/>
                  <a:pt x="14557" y="7273"/>
                  <a:pt x="14873" y="6761"/>
                </a:cubicBezTo>
                <a:cubicBezTo>
                  <a:pt x="15208" y="6214"/>
                  <a:pt x="15488" y="5645"/>
                  <a:pt x="15900" y="5129"/>
                </a:cubicBezTo>
                <a:cubicBezTo>
                  <a:pt x="16333" y="4590"/>
                  <a:pt x="16925" y="4168"/>
                  <a:pt x="17743" y="4015"/>
                </a:cubicBezTo>
                <a:cubicBezTo>
                  <a:pt x="18117" y="3945"/>
                  <a:pt x="18497" y="3924"/>
                  <a:pt x="18879" y="3924"/>
                </a:cubicBezTo>
                <a:cubicBezTo>
                  <a:pt x="19431" y="3924"/>
                  <a:pt x="19988" y="3967"/>
                  <a:pt x="20538" y="3967"/>
                </a:cubicBezTo>
                <a:cubicBezTo>
                  <a:pt x="20675" y="3967"/>
                  <a:pt x="20811" y="3964"/>
                  <a:pt x="20947" y="3958"/>
                </a:cubicBezTo>
                <a:cubicBezTo>
                  <a:pt x="21449" y="3933"/>
                  <a:pt x="21952" y="3857"/>
                  <a:pt x="22403" y="3679"/>
                </a:cubicBezTo>
                <a:cubicBezTo>
                  <a:pt x="22808" y="3518"/>
                  <a:pt x="23157" y="3280"/>
                  <a:pt x="23433" y="3003"/>
                </a:cubicBezTo>
                <a:cubicBezTo>
                  <a:pt x="23951" y="2479"/>
                  <a:pt x="24196" y="1807"/>
                  <a:pt x="24066" y="1157"/>
                </a:cubicBezTo>
                <a:lnTo>
                  <a:pt x="24066" y="1157"/>
                </a:lnTo>
                <a:cubicBezTo>
                  <a:pt x="24067" y="1158"/>
                  <a:pt x="24069" y="1158"/>
                  <a:pt x="24071" y="1158"/>
                </a:cubicBezTo>
                <a:cubicBezTo>
                  <a:pt x="24093" y="1158"/>
                  <a:pt x="24117" y="1151"/>
                  <a:pt x="24142" y="1138"/>
                </a:cubicBezTo>
                <a:cubicBezTo>
                  <a:pt x="24292" y="1056"/>
                  <a:pt x="24376" y="935"/>
                  <a:pt x="24372" y="792"/>
                </a:cubicBezTo>
                <a:cubicBezTo>
                  <a:pt x="24363" y="440"/>
                  <a:pt x="23972" y="240"/>
                  <a:pt x="23550" y="217"/>
                </a:cubicBezTo>
                <a:cubicBezTo>
                  <a:pt x="23514" y="215"/>
                  <a:pt x="23478" y="215"/>
                  <a:pt x="23442" y="215"/>
                </a:cubicBezTo>
                <a:cubicBezTo>
                  <a:pt x="23211" y="215"/>
                  <a:pt x="22977" y="252"/>
                  <a:pt x="22750" y="280"/>
                </a:cubicBezTo>
                <a:cubicBezTo>
                  <a:pt x="22445" y="317"/>
                  <a:pt x="22139" y="351"/>
                  <a:pt x="21832" y="383"/>
                </a:cubicBezTo>
                <a:cubicBezTo>
                  <a:pt x="20628" y="507"/>
                  <a:pt x="19418" y="590"/>
                  <a:pt x="18207" y="648"/>
                </a:cubicBezTo>
                <a:cubicBezTo>
                  <a:pt x="15784" y="762"/>
                  <a:pt x="13357" y="774"/>
                  <a:pt x="10932" y="789"/>
                </a:cubicBezTo>
                <a:cubicBezTo>
                  <a:pt x="10568" y="791"/>
                  <a:pt x="10203" y="793"/>
                  <a:pt x="9838" y="793"/>
                </a:cubicBezTo>
                <a:cubicBezTo>
                  <a:pt x="7878" y="793"/>
                  <a:pt x="5909" y="743"/>
                  <a:pt x="3985" y="438"/>
                </a:cubicBezTo>
                <a:cubicBezTo>
                  <a:pt x="3423" y="348"/>
                  <a:pt x="2866" y="237"/>
                  <a:pt x="2318" y="100"/>
                </a:cubicBezTo>
                <a:cubicBezTo>
                  <a:pt x="2134" y="55"/>
                  <a:pt x="1943" y="0"/>
                  <a:pt x="1748" y="0"/>
                </a:cubicBezTo>
                <a:close/>
              </a:path>
            </a:pathLst>
          </a:custGeom>
          <a:solidFill>
            <a:schemeClr val="accent2">
              <a:alpha val="5027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0" name="Google Shape;6260;p300"/>
          <p:cNvSpPr/>
          <p:nvPr/>
        </p:nvSpPr>
        <p:spPr>
          <a:xfrm>
            <a:off x="5829867" y="-831076"/>
            <a:ext cx="4345244" cy="3055586"/>
          </a:xfrm>
          <a:custGeom>
            <a:rect b="b" l="l" r="r" t="t"/>
            <a:pathLst>
              <a:path extrusionOk="0" h="19016" w="27042">
                <a:moveTo>
                  <a:pt x="5311" y="0"/>
                </a:moveTo>
                <a:cubicBezTo>
                  <a:pt x="5179" y="0"/>
                  <a:pt x="5075" y="178"/>
                  <a:pt x="5211" y="262"/>
                </a:cubicBezTo>
                <a:cubicBezTo>
                  <a:pt x="5431" y="399"/>
                  <a:pt x="5652" y="530"/>
                  <a:pt x="5876" y="657"/>
                </a:cubicBezTo>
                <a:cubicBezTo>
                  <a:pt x="3749" y="1565"/>
                  <a:pt x="1452" y="2798"/>
                  <a:pt x="713" y="5101"/>
                </a:cubicBezTo>
                <a:cubicBezTo>
                  <a:pt x="0" y="7321"/>
                  <a:pt x="1219" y="10007"/>
                  <a:pt x="3411" y="10856"/>
                </a:cubicBezTo>
                <a:cubicBezTo>
                  <a:pt x="3728" y="10979"/>
                  <a:pt x="4069" y="11058"/>
                  <a:pt x="4406" y="11058"/>
                </a:cubicBezTo>
                <a:cubicBezTo>
                  <a:pt x="4688" y="11058"/>
                  <a:pt x="4968" y="11003"/>
                  <a:pt x="5229" y="10871"/>
                </a:cubicBezTo>
                <a:cubicBezTo>
                  <a:pt x="5743" y="10614"/>
                  <a:pt x="6086" y="10140"/>
                  <a:pt x="6367" y="9654"/>
                </a:cubicBezTo>
                <a:cubicBezTo>
                  <a:pt x="6660" y="9147"/>
                  <a:pt x="6901" y="8604"/>
                  <a:pt x="7258" y="8138"/>
                </a:cubicBezTo>
                <a:cubicBezTo>
                  <a:pt x="7586" y="7709"/>
                  <a:pt x="8056" y="7408"/>
                  <a:pt x="8567" y="7243"/>
                </a:cubicBezTo>
                <a:cubicBezTo>
                  <a:pt x="8835" y="7156"/>
                  <a:pt x="9122" y="7107"/>
                  <a:pt x="9407" y="7107"/>
                </a:cubicBezTo>
                <a:cubicBezTo>
                  <a:pt x="9658" y="7107"/>
                  <a:pt x="9908" y="7145"/>
                  <a:pt x="10143" y="7227"/>
                </a:cubicBezTo>
                <a:cubicBezTo>
                  <a:pt x="10681" y="7416"/>
                  <a:pt x="11050" y="7824"/>
                  <a:pt x="11259" y="8347"/>
                </a:cubicBezTo>
                <a:cubicBezTo>
                  <a:pt x="11495" y="8938"/>
                  <a:pt x="11543" y="9582"/>
                  <a:pt x="11752" y="10181"/>
                </a:cubicBezTo>
                <a:cubicBezTo>
                  <a:pt x="11957" y="10769"/>
                  <a:pt x="12358" y="11405"/>
                  <a:pt x="12983" y="11603"/>
                </a:cubicBezTo>
                <a:cubicBezTo>
                  <a:pt x="13117" y="11646"/>
                  <a:pt x="13250" y="11665"/>
                  <a:pt x="13380" y="11665"/>
                </a:cubicBezTo>
                <a:cubicBezTo>
                  <a:pt x="13765" y="11665"/>
                  <a:pt x="14132" y="11502"/>
                  <a:pt x="14481" y="11319"/>
                </a:cubicBezTo>
                <a:cubicBezTo>
                  <a:pt x="14811" y="11146"/>
                  <a:pt x="15183" y="10926"/>
                  <a:pt x="15563" y="10926"/>
                </a:cubicBezTo>
                <a:cubicBezTo>
                  <a:pt x="15675" y="10926"/>
                  <a:pt x="15789" y="10946"/>
                  <a:pt x="15902" y="10992"/>
                </a:cubicBezTo>
                <a:cubicBezTo>
                  <a:pt x="16505" y="11236"/>
                  <a:pt x="16731" y="12009"/>
                  <a:pt x="16886" y="12576"/>
                </a:cubicBezTo>
                <a:cubicBezTo>
                  <a:pt x="17067" y="13246"/>
                  <a:pt x="17237" y="13920"/>
                  <a:pt x="17447" y="14583"/>
                </a:cubicBezTo>
                <a:cubicBezTo>
                  <a:pt x="17859" y="15878"/>
                  <a:pt x="18454" y="17143"/>
                  <a:pt x="19512" y="18032"/>
                </a:cubicBezTo>
                <a:cubicBezTo>
                  <a:pt x="20225" y="18631"/>
                  <a:pt x="21110" y="19015"/>
                  <a:pt x="22020" y="19015"/>
                </a:cubicBezTo>
                <a:cubicBezTo>
                  <a:pt x="22330" y="19015"/>
                  <a:pt x="22643" y="18971"/>
                  <a:pt x="22954" y="18875"/>
                </a:cubicBezTo>
                <a:cubicBezTo>
                  <a:pt x="24002" y="18552"/>
                  <a:pt x="24786" y="17702"/>
                  <a:pt x="25334" y="16784"/>
                </a:cubicBezTo>
                <a:cubicBezTo>
                  <a:pt x="25931" y="15784"/>
                  <a:pt x="26309" y="14669"/>
                  <a:pt x="26587" y="13543"/>
                </a:cubicBezTo>
                <a:cubicBezTo>
                  <a:pt x="26872" y="12393"/>
                  <a:pt x="27042" y="11178"/>
                  <a:pt x="26859" y="9998"/>
                </a:cubicBezTo>
                <a:cubicBezTo>
                  <a:pt x="26669" y="8763"/>
                  <a:pt x="26045" y="7686"/>
                  <a:pt x="25037" y="6940"/>
                </a:cubicBezTo>
                <a:cubicBezTo>
                  <a:pt x="23865" y="6071"/>
                  <a:pt x="22401" y="5638"/>
                  <a:pt x="21023" y="5219"/>
                </a:cubicBezTo>
                <a:cubicBezTo>
                  <a:pt x="19511" y="4758"/>
                  <a:pt x="17976" y="4376"/>
                  <a:pt x="16442" y="3995"/>
                </a:cubicBezTo>
                <a:cubicBezTo>
                  <a:pt x="13377" y="3236"/>
                  <a:pt x="10276" y="2484"/>
                  <a:pt x="7410" y="1122"/>
                </a:cubicBezTo>
                <a:cubicBezTo>
                  <a:pt x="7124" y="986"/>
                  <a:pt x="6842" y="844"/>
                  <a:pt x="6563" y="695"/>
                </a:cubicBezTo>
                <a:cubicBezTo>
                  <a:pt x="6622" y="671"/>
                  <a:pt x="6682" y="645"/>
                  <a:pt x="6742" y="621"/>
                </a:cubicBezTo>
                <a:cubicBezTo>
                  <a:pt x="6901" y="557"/>
                  <a:pt x="6828" y="333"/>
                  <a:pt x="6684" y="333"/>
                </a:cubicBezTo>
                <a:cubicBezTo>
                  <a:pt x="6666" y="333"/>
                  <a:pt x="6646" y="336"/>
                  <a:pt x="6625" y="345"/>
                </a:cubicBezTo>
                <a:cubicBezTo>
                  <a:pt x="6492" y="400"/>
                  <a:pt x="6358" y="454"/>
                  <a:pt x="6223" y="510"/>
                </a:cubicBezTo>
                <a:cubicBezTo>
                  <a:pt x="5943" y="355"/>
                  <a:pt x="5666" y="194"/>
                  <a:pt x="5394" y="25"/>
                </a:cubicBezTo>
                <a:cubicBezTo>
                  <a:pt x="5366" y="8"/>
                  <a:pt x="5338" y="0"/>
                  <a:pt x="5311" y="0"/>
                </a:cubicBezTo>
                <a:close/>
              </a:path>
            </a:pathLst>
          </a:custGeom>
          <a:solidFill>
            <a:schemeClr val="lt2">
              <a:alpha val="4860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61" name="Google Shape;6261;p300"/>
          <p:cNvGrpSpPr/>
          <p:nvPr/>
        </p:nvGrpSpPr>
        <p:grpSpPr>
          <a:xfrm>
            <a:off x="1116830" y="990139"/>
            <a:ext cx="6909619" cy="3217654"/>
            <a:chOff x="3689050" y="919857"/>
            <a:chExt cx="1419425" cy="685950"/>
          </a:xfrm>
        </p:grpSpPr>
        <p:sp>
          <p:nvSpPr>
            <p:cNvPr id="6262" name="Google Shape;6262;p300"/>
            <p:cNvSpPr/>
            <p:nvPr/>
          </p:nvSpPr>
          <p:spPr>
            <a:xfrm>
              <a:off x="3945175" y="932332"/>
              <a:ext cx="912600" cy="143950"/>
            </a:xfrm>
            <a:custGeom>
              <a:rect b="b" l="l" r="r" t="t"/>
              <a:pathLst>
                <a:path extrusionOk="0" h="5758" w="36504">
                  <a:moveTo>
                    <a:pt x="18144" y="1"/>
                  </a:moveTo>
                  <a:cubicBezTo>
                    <a:pt x="17036" y="1634"/>
                    <a:pt x="15167" y="2647"/>
                    <a:pt x="13238" y="2647"/>
                  </a:cubicBezTo>
                  <a:cubicBezTo>
                    <a:pt x="12616" y="2647"/>
                    <a:pt x="11989" y="2542"/>
                    <a:pt x="11379" y="2319"/>
                  </a:cubicBezTo>
                  <a:cubicBezTo>
                    <a:pt x="9365" y="1581"/>
                    <a:pt x="7828" y="320"/>
                    <a:pt x="5593" y="191"/>
                  </a:cubicBezTo>
                  <a:cubicBezTo>
                    <a:pt x="5449" y="183"/>
                    <a:pt x="5300" y="178"/>
                    <a:pt x="5147" y="178"/>
                  </a:cubicBezTo>
                  <a:cubicBezTo>
                    <a:pt x="2960" y="178"/>
                    <a:pt x="0" y="1073"/>
                    <a:pt x="333" y="3758"/>
                  </a:cubicBezTo>
                  <a:cubicBezTo>
                    <a:pt x="340" y="3806"/>
                    <a:pt x="331" y="3848"/>
                    <a:pt x="315" y="3883"/>
                  </a:cubicBezTo>
                  <a:lnTo>
                    <a:pt x="993" y="3938"/>
                  </a:lnTo>
                  <a:cubicBezTo>
                    <a:pt x="1146" y="3384"/>
                    <a:pt x="1456" y="2883"/>
                    <a:pt x="2007" y="2472"/>
                  </a:cubicBezTo>
                  <a:cubicBezTo>
                    <a:pt x="2725" y="1941"/>
                    <a:pt x="3583" y="1727"/>
                    <a:pt x="4450" y="1727"/>
                  </a:cubicBezTo>
                  <a:cubicBezTo>
                    <a:pt x="4894" y="1727"/>
                    <a:pt x="5341" y="1783"/>
                    <a:pt x="5773" y="1881"/>
                  </a:cubicBezTo>
                  <a:cubicBezTo>
                    <a:pt x="7779" y="2336"/>
                    <a:pt x="9550" y="3481"/>
                    <a:pt x="11575" y="3897"/>
                  </a:cubicBezTo>
                  <a:cubicBezTo>
                    <a:pt x="12135" y="4012"/>
                    <a:pt x="12699" y="4074"/>
                    <a:pt x="13255" y="4074"/>
                  </a:cubicBezTo>
                  <a:cubicBezTo>
                    <a:pt x="14893" y="4074"/>
                    <a:pt x="16460" y="3538"/>
                    <a:pt x="17629" y="2251"/>
                  </a:cubicBezTo>
                  <a:cubicBezTo>
                    <a:pt x="17624" y="2245"/>
                    <a:pt x="17618" y="2243"/>
                    <a:pt x="17612" y="2239"/>
                  </a:cubicBezTo>
                  <a:cubicBezTo>
                    <a:pt x="17546" y="2178"/>
                    <a:pt x="17611" y="2069"/>
                    <a:pt x="17685" y="2069"/>
                  </a:cubicBezTo>
                  <a:cubicBezTo>
                    <a:pt x="17701" y="2069"/>
                    <a:pt x="17717" y="2074"/>
                    <a:pt x="17733" y="2086"/>
                  </a:cubicBezTo>
                  <a:cubicBezTo>
                    <a:pt x="19239" y="3237"/>
                    <a:pt x="20937" y="3852"/>
                    <a:pt x="22793" y="3852"/>
                  </a:cubicBezTo>
                  <a:cubicBezTo>
                    <a:pt x="23059" y="3852"/>
                    <a:pt x="23328" y="3839"/>
                    <a:pt x="23600" y="3814"/>
                  </a:cubicBezTo>
                  <a:cubicBezTo>
                    <a:pt x="25712" y="3617"/>
                    <a:pt x="27523" y="2689"/>
                    <a:pt x="29519" y="2088"/>
                  </a:cubicBezTo>
                  <a:cubicBezTo>
                    <a:pt x="30068" y="1923"/>
                    <a:pt x="30659" y="1810"/>
                    <a:pt x="31242" y="1810"/>
                  </a:cubicBezTo>
                  <a:cubicBezTo>
                    <a:pt x="31952" y="1810"/>
                    <a:pt x="32648" y="1978"/>
                    <a:pt x="33237" y="2426"/>
                  </a:cubicBezTo>
                  <a:cubicBezTo>
                    <a:pt x="34260" y="3201"/>
                    <a:pt x="34563" y="4547"/>
                    <a:pt x="34740" y="5758"/>
                  </a:cubicBezTo>
                  <a:cubicBezTo>
                    <a:pt x="35271" y="5233"/>
                    <a:pt x="35867" y="4776"/>
                    <a:pt x="36504" y="4388"/>
                  </a:cubicBezTo>
                  <a:lnTo>
                    <a:pt x="36202" y="3998"/>
                  </a:lnTo>
                  <a:cubicBezTo>
                    <a:pt x="36068" y="3998"/>
                    <a:pt x="35934" y="3919"/>
                    <a:pt x="35955" y="3758"/>
                  </a:cubicBezTo>
                  <a:cubicBezTo>
                    <a:pt x="36287" y="1073"/>
                    <a:pt x="33327" y="178"/>
                    <a:pt x="31142" y="178"/>
                  </a:cubicBezTo>
                  <a:cubicBezTo>
                    <a:pt x="30989" y="178"/>
                    <a:pt x="30840" y="183"/>
                    <a:pt x="30696" y="191"/>
                  </a:cubicBezTo>
                  <a:cubicBezTo>
                    <a:pt x="28460" y="320"/>
                    <a:pt x="26922" y="1581"/>
                    <a:pt x="24909" y="2319"/>
                  </a:cubicBezTo>
                  <a:cubicBezTo>
                    <a:pt x="24299" y="2542"/>
                    <a:pt x="23672" y="2647"/>
                    <a:pt x="23051" y="2647"/>
                  </a:cubicBezTo>
                  <a:cubicBezTo>
                    <a:pt x="21122" y="2647"/>
                    <a:pt x="19251" y="1634"/>
                    <a:pt x="18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300"/>
            <p:cNvSpPr/>
            <p:nvPr/>
          </p:nvSpPr>
          <p:spPr>
            <a:xfrm>
              <a:off x="3701525" y="974157"/>
              <a:ext cx="1029900" cy="620125"/>
            </a:xfrm>
            <a:custGeom>
              <a:rect b="b" l="l" r="r" t="t"/>
              <a:pathLst>
                <a:path extrusionOk="0" h="24805" w="41196">
                  <a:moveTo>
                    <a:pt x="3847" y="1"/>
                  </a:moveTo>
                  <a:cubicBezTo>
                    <a:pt x="2137" y="1"/>
                    <a:pt x="763" y="859"/>
                    <a:pt x="677" y="3336"/>
                  </a:cubicBezTo>
                  <a:cubicBezTo>
                    <a:pt x="613" y="5220"/>
                    <a:pt x="2550" y="9525"/>
                    <a:pt x="1" y="10579"/>
                  </a:cubicBezTo>
                  <a:cubicBezTo>
                    <a:pt x="3011" y="11967"/>
                    <a:pt x="594" y="15800"/>
                    <a:pt x="538" y="18000"/>
                  </a:cubicBezTo>
                  <a:cubicBezTo>
                    <a:pt x="478" y="20293"/>
                    <a:pt x="2067" y="21963"/>
                    <a:pt x="4339" y="22062"/>
                  </a:cubicBezTo>
                  <a:cubicBezTo>
                    <a:pt x="4416" y="22065"/>
                    <a:pt x="4492" y="22067"/>
                    <a:pt x="4568" y="22067"/>
                  </a:cubicBezTo>
                  <a:cubicBezTo>
                    <a:pt x="6475" y="22067"/>
                    <a:pt x="8130" y="21013"/>
                    <a:pt x="9855" y="20327"/>
                  </a:cubicBezTo>
                  <a:cubicBezTo>
                    <a:pt x="9870" y="20321"/>
                    <a:pt x="9884" y="20318"/>
                    <a:pt x="9897" y="20318"/>
                  </a:cubicBezTo>
                  <a:cubicBezTo>
                    <a:pt x="9969" y="20318"/>
                    <a:pt x="9999" y="20406"/>
                    <a:pt x="9975" y="20473"/>
                  </a:cubicBezTo>
                  <a:cubicBezTo>
                    <a:pt x="10009" y="20508"/>
                    <a:pt x="10035" y="20551"/>
                    <a:pt x="10039" y="20611"/>
                  </a:cubicBezTo>
                  <a:cubicBezTo>
                    <a:pt x="10252" y="22943"/>
                    <a:pt x="12007" y="24671"/>
                    <a:pt x="14359" y="24796"/>
                  </a:cubicBezTo>
                  <a:cubicBezTo>
                    <a:pt x="14475" y="24802"/>
                    <a:pt x="14590" y="24805"/>
                    <a:pt x="14705" y="24805"/>
                  </a:cubicBezTo>
                  <a:cubicBezTo>
                    <a:pt x="16578" y="24805"/>
                    <a:pt x="18354" y="24022"/>
                    <a:pt x="20081" y="23387"/>
                  </a:cubicBezTo>
                  <a:cubicBezTo>
                    <a:pt x="21335" y="22924"/>
                    <a:pt x="22685" y="22498"/>
                    <a:pt x="24038" y="22498"/>
                  </a:cubicBezTo>
                  <a:cubicBezTo>
                    <a:pt x="24447" y="22498"/>
                    <a:pt x="24856" y="22537"/>
                    <a:pt x="25262" y="22625"/>
                  </a:cubicBezTo>
                  <a:cubicBezTo>
                    <a:pt x="26320" y="22854"/>
                    <a:pt x="27557" y="23480"/>
                    <a:pt x="27889" y="24581"/>
                  </a:cubicBezTo>
                  <a:cubicBezTo>
                    <a:pt x="28223" y="23480"/>
                    <a:pt x="29460" y="22854"/>
                    <a:pt x="30517" y="22625"/>
                  </a:cubicBezTo>
                  <a:cubicBezTo>
                    <a:pt x="30924" y="22537"/>
                    <a:pt x="31332" y="22498"/>
                    <a:pt x="31741" y="22498"/>
                  </a:cubicBezTo>
                  <a:cubicBezTo>
                    <a:pt x="33094" y="22498"/>
                    <a:pt x="34445" y="22924"/>
                    <a:pt x="35698" y="23387"/>
                  </a:cubicBezTo>
                  <a:cubicBezTo>
                    <a:pt x="37422" y="24022"/>
                    <a:pt x="39197" y="24803"/>
                    <a:pt x="41066" y="24803"/>
                  </a:cubicBezTo>
                  <a:cubicBezTo>
                    <a:pt x="41109" y="24803"/>
                    <a:pt x="41153" y="24803"/>
                    <a:pt x="41196" y="24802"/>
                  </a:cubicBezTo>
                  <a:lnTo>
                    <a:pt x="41189" y="24209"/>
                  </a:lnTo>
                  <a:cubicBezTo>
                    <a:pt x="41152" y="24211"/>
                    <a:pt x="41115" y="24211"/>
                    <a:pt x="41077" y="24211"/>
                  </a:cubicBezTo>
                  <a:cubicBezTo>
                    <a:pt x="40614" y="24211"/>
                    <a:pt x="40111" y="24107"/>
                    <a:pt x="39568" y="23867"/>
                  </a:cubicBezTo>
                  <a:cubicBezTo>
                    <a:pt x="38792" y="23528"/>
                    <a:pt x="38112" y="23001"/>
                    <a:pt x="37352" y="22627"/>
                  </a:cubicBezTo>
                  <a:cubicBezTo>
                    <a:pt x="36364" y="22138"/>
                    <a:pt x="35299" y="21806"/>
                    <a:pt x="34214" y="21623"/>
                  </a:cubicBezTo>
                  <a:cubicBezTo>
                    <a:pt x="33591" y="21518"/>
                    <a:pt x="32969" y="21469"/>
                    <a:pt x="32350" y="21469"/>
                  </a:cubicBezTo>
                  <a:cubicBezTo>
                    <a:pt x="30774" y="21469"/>
                    <a:pt x="29218" y="21789"/>
                    <a:pt x="27714" y="22329"/>
                  </a:cubicBezTo>
                  <a:cubicBezTo>
                    <a:pt x="27705" y="22333"/>
                    <a:pt x="27696" y="22335"/>
                    <a:pt x="27687" y="22335"/>
                  </a:cubicBezTo>
                  <a:cubicBezTo>
                    <a:pt x="27663" y="22335"/>
                    <a:pt x="27642" y="22322"/>
                    <a:pt x="27629" y="22305"/>
                  </a:cubicBezTo>
                  <a:lnTo>
                    <a:pt x="27603" y="22334"/>
                  </a:lnTo>
                  <a:cubicBezTo>
                    <a:pt x="27656" y="22378"/>
                    <a:pt x="27710" y="22422"/>
                    <a:pt x="27760" y="22470"/>
                  </a:cubicBezTo>
                  <a:cubicBezTo>
                    <a:pt x="27879" y="22578"/>
                    <a:pt x="27768" y="22737"/>
                    <a:pt x="27642" y="22737"/>
                  </a:cubicBezTo>
                  <a:cubicBezTo>
                    <a:pt x="27606" y="22737"/>
                    <a:pt x="27570" y="22724"/>
                    <a:pt x="27537" y="22694"/>
                  </a:cubicBezTo>
                  <a:cubicBezTo>
                    <a:pt x="26519" y="21773"/>
                    <a:pt x="25347" y="21448"/>
                    <a:pt x="24107" y="21448"/>
                  </a:cubicBezTo>
                  <a:cubicBezTo>
                    <a:pt x="21397" y="21448"/>
                    <a:pt x="18367" y="23003"/>
                    <a:pt x="15932" y="23289"/>
                  </a:cubicBezTo>
                  <a:cubicBezTo>
                    <a:pt x="15723" y="23314"/>
                    <a:pt x="15519" y="23326"/>
                    <a:pt x="15320" y="23326"/>
                  </a:cubicBezTo>
                  <a:cubicBezTo>
                    <a:pt x="12671" y="23326"/>
                    <a:pt x="10863" y="21230"/>
                    <a:pt x="10185" y="18734"/>
                  </a:cubicBezTo>
                  <a:lnTo>
                    <a:pt x="10069" y="18766"/>
                  </a:lnTo>
                  <a:cubicBezTo>
                    <a:pt x="10081" y="18794"/>
                    <a:pt x="10079" y="18827"/>
                    <a:pt x="10053" y="18850"/>
                  </a:cubicBezTo>
                  <a:cubicBezTo>
                    <a:pt x="8921" y="19817"/>
                    <a:pt x="6790" y="20981"/>
                    <a:pt x="4952" y="20981"/>
                  </a:cubicBezTo>
                  <a:cubicBezTo>
                    <a:pt x="4112" y="20981"/>
                    <a:pt x="3333" y="20737"/>
                    <a:pt x="2739" y="20120"/>
                  </a:cubicBezTo>
                  <a:cubicBezTo>
                    <a:pt x="243" y="17529"/>
                    <a:pt x="4568" y="13482"/>
                    <a:pt x="1838" y="11034"/>
                  </a:cubicBezTo>
                  <a:lnTo>
                    <a:pt x="1838" y="11034"/>
                  </a:lnTo>
                  <a:cubicBezTo>
                    <a:pt x="1827" y="11038"/>
                    <a:pt x="1816" y="11040"/>
                    <a:pt x="1806" y="11040"/>
                  </a:cubicBezTo>
                  <a:cubicBezTo>
                    <a:pt x="1733" y="11040"/>
                    <a:pt x="1687" y="10950"/>
                    <a:pt x="1741" y="10891"/>
                  </a:cubicBezTo>
                  <a:cubicBezTo>
                    <a:pt x="1737" y="10809"/>
                    <a:pt x="1817" y="10732"/>
                    <a:pt x="1904" y="10732"/>
                  </a:cubicBezTo>
                  <a:cubicBezTo>
                    <a:pt x="1918" y="10732"/>
                    <a:pt x="1933" y="10734"/>
                    <a:pt x="1947" y="10738"/>
                  </a:cubicBezTo>
                  <a:cubicBezTo>
                    <a:pt x="4939" y="8501"/>
                    <a:pt x="196" y="4163"/>
                    <a:pt x="2832" y="2011"/>
                  </a:cubicBezTo>
                  <a:cubicBezTo>
                    <a:pt x="3326" y="1608"/>
                    <a:pt x="3893" y="1443"/>
                    <a:pt x="4496" y="1443"/>
                  </a:cubicBezTo>
                  <a:cubicBezTo>
                    <a:pt x="6603" y="1443"/>
                    <a:pt x="9147" y="3457"/>
                    <a:pt x="10538" y="4354"/>
                  </a:cubicBezTo>
                  <a:cubicBezTo>
                    <a:pt x="10582" y="4382"/>
                    <a:pt x="10600" y="4424"/>
                    <a:pt x="10600" y="4463"/>
                  </a:cubicBezTo>
                  <a:lnTo>
                    <a:pt x="10705" y="4449"/>
                  </a:lnTo>
                  <a:cubicBezTo>
                    <a:pt x="10594" y="3692"/>
                    <a:pt x="10550" y="2939"/>
                    <a:pt x="10739" y="2265"/>
                  </a:cubicBezTo>
                  <a:lnTo>
                    <a:pt x="10061" y="2209"/>
                  </a:lnTo>
                  <a:cubicBezTo>
                    <a:pt x="10019" y="2287"/>
                    <a:pt x="9926" y="2325"/>
                    <a:pt x="9832" y="2325"/>
                  </a:cubicBezTo>
                  <a:cubicBezTo>
                    <a:pt x="9764" y="2325"/>
                    <a:pt x="9695" y="2305"/>
                    <a:pt x="9645" y="2265"/>
                  </a:cubicBezTo>
                  <a:cubicBezTo>
                    <a:pt x="8242" y="1145"/>
                    <a:pt x="5821" y="1"/>
                    <a:pt x="38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300"/>
            <p:cNvSpPr/>
            <p:nvPr/>
          </p:nvSpPr>
          <p:spPr>
            <a:xfrm>
              <a:off x="4731250" y="974157"/>
              <a:ext cx="364750" cy="620075"/>
            </a:xfrm>
            <a:custGeom>
              <a:rect b="b" l="l" r="r" t="t"/>
              <a:pathLst>
                <a:path extrusionOk="0" h="24803" w="14590">
                  <a:moveTo>
                    <a:pt x="10745" y="1"/>
                  </a:moveTo>
                  <a:cubicBezTo>
                    <a:pt x="8771" y="1"/>
                    <a:pt x="6350" y="1145"/>
                    <a:pt x="4947" y="2265"/>
                  </a:cubicBezTo>
                  <a:cubicBezTo>
                    <a:pt x="4895" y="2304"/>
                    <a:pt x="4826" y="2325"/>
                    <a:pt x="4760" y="2325"/>
                  </a:cubicBezTo>
                  <a:lnTo>
                    <a:pt x="5062" y="2715"/>
                  </a:lnTo>
                  <a:cubicBezTo>
                    <a:pt x="5699" y="2328"/>
                    <a:pt x="6378" y="2008"/>
                    <a:pt x="7082" y="1757"/>
                  </a:cubicBezTo>
                  <a:cubicBezTo>
                    <a:pt x="7873" y="1474"/>
                    <a:pt x="8982" y="1106"/>
                    <a:pt x="9976" y="1106"/>
                  </a:cubicBezTo>
                  <a:cubicBezTo>
                    <a:pt x="10413" y="1106"/>
                    <a:pt x="10827" y="1177"/>
                    <a:pt x="11182" y="1358"/>
                  </a:cubicBezTo>
                  <a:cubicBezTo>
                    <a:pt x="12247" y="1898"/>
                    <a:pt x="12651" y="3163"/>
                    <a:pt x="12647" y="4280"/>
                  </a:cubicBezTo>
                  <a:cubicBezTo>
                    <a:pt x="12641" y="6296"/>
                    <a:pt x="11480" y="8423"/>
                    <a:pt x="12856" y="10245"/>
                  </a:cubicBezTo>
                  <a:cubicBezTo>
                    <a:pt x="12914" y="10318"/>
                    <a:pt x="12891" y="10392"/>
                    <a:pt x="12836" y="10436"/>
                  </a:cubicBezTo>
                  <a:lnTo>
                    <a:pt x="12852" y="10459"/>
                  </a:lnTo>
                  <a:cubicBezTo>
                    <a:pt x="12880" y="10436"/>
                    <a:pt x="12907" y="10416"/>
                    <a:pt x="12935" y="10397"/>
                  </a:cubicBezTo>
                  <a:cubicBezTo>
                    <a:pt x="12964" y="10377"/>
                    <a:pt x="12993" y="10369"/>
                    <a:pt x="13020" y="10369"/>
                  </a:cubicBezTo>
                  <a:cubicBezTo>
                    <a:pt x="13151" y="10369"/>
                    <a:pt x="13237" y="10577"/>
                    <a:pt x="13096" y="10674"/>
                  </a:cubicBezTo>
                  <a:cubicBezTo>
                    <a:pt x="9979" y="12831"/>
                    <a:pt x="14313" y="17215"/>
                    <a:pt x="11808" y="19785"/>
                  </a:cubicBezTo>
                  <a:cubicBezTo>
                    <a:pt x="11256" y="20352"/>
                    <a:pt x="10533" y="20576"/>
                    <a:pt x="9745" y="20576"/>
                  </a:cubicBezTo>
                  <a:cubicBezTo>
                    <a:pt x="7840" y="20576"/>
                    <a:pt x="5552" y="19265"/>
                    <a:pt x="4357" y="18293"/>
                  </a:cubicBezTo>
                  <a:lnTo>
                    <a:pt x="4299" y="18365"/>
                  </a:lnTo>
                  <a:cubicBezTo>
                    <a:pt x="4339" y="18400"/>
                    <a:pt x="4362" y="18455"/>
                    <a:pt x="4348" y="18522"/>
                  </a:cubicBezTo>
                  <a:cubicBezTo>
                    <a:pt x="3856" y="20820"/>
                    <a:pt x="2515" y="24108"/>
                    <a:pt x="0" y="24209"/>
                  </a:cubicBezTo>
                  <a:lnTo>
                    <a:pt x="7" y="24802"/>
                  </a:lnTo>
                  <a:cubicBezTo>
                    <a:pt x="82" y="24802"/>
                    <a:pt x="157" y="24800"/>
                    <a:pt x="231" y="24796"/>
                  </a:cubicBezTo>
                  <a:cubicBezTo>
                    <a:pt x="2584" y="24671"/>
                    <a:pt x="4339" y="22943"/>
                    <a:pt x="4551" y="20611"/>
                  </a:cubicBezTo>
                  <a:cubicBezTo>
                    <a:pt x="4556" y="20551"/>
                    <a:pt x="4583" y="20508"/>
                    <a:pt x="4615" y="20473"/>
                  </a:cubicBezTo>
                  <a:cubicBezTo>
                    <a:pt x="4592" y="20407"/>
                    <a:pt x="4622" y="20319"/>
                    <a:pt x="4693" y="20319"/>
                  </a:cubicBezTo>
                  <a:cubicBezTo>
                    <a:pt x="4706" y="20319"/>
                    <a:pt x="4721" y="20322"/>
                    <a:pt x="4736" y="20328"/>
                  </a:cubicBezTo>
                  <a:cubicBezTo>
                    <a:pt x="6461" y="21013"/>
                    <a:pt x="8116" y="22067"/>
                    <a:pt x="10022" y="22067"/>
                  </a:cubicBezTo>
                  <a:cubicBezTo>
                    <a:pt x="10098" y="22067"/>
                    <a:pt x="10175" y="22065"/>
                    <a:pt x="10252" y="22062"/>
                  </a:cubicBezTo>
                  <a:cubicBezTo>
                    <a:pt x="12524" y="21963"/>
                    <a:pt x="14112" y="20293"/>
                    <a:pt x="14053" y="18000"/>
                  </a:cubicBezTo>
                  <a:cubicBezTo>
                    <a:pt x="13997" y="15800"/>
                    <a:pt x="11580" y="11967"/>
                    <a:pt x="14590" y="10579"/>
                  </a:cubicBezTo>
                  <a:cubicBezTo>
                    <a:pt x="12044" y="9525"/>
                    <a:pt x="13979" y="5220"/>
                    <a:pt x="13914" y="3336"/>
                  </a:cubicBezTo>
                  <a:cubicBezTo>
                    <a:pt x="13829" y="859"/>
                    <a:pt x="12455" y="1"/>
                    <a:pt x="107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300"/>
            <p:cNvSpPr/>
            <p:nvPr/>
          </p:nvSpPr>
          <p:spPr>
            <a:xfrm>
              <a:off x="3689050" y="919857"/>
              <a:ext cx="1419425" cy="685950"/>
            </a:xfrm>
            <a:custGeom>
              <a:rect b="b" l="l" r="r" t="t"/>
              <a:pathLst>
                <a:path extrusionOk="0" h="27438" w="56777">
                  <a:moveTo>
                    <a:pt x="28389" y="500"/>
                  </a:moveTo>
                  <a:cubicBezTo>
                    <a:pt x="29496" y="2133"/>
                    <a:pt x="31368" y="3146"/>
                    <a:pt x="33296" y="3146"/>
                  </a:cubicBezTo>
                  <a:cubicBezTo>
                    <a:pt x="33917" y="3146"/>
                    <a:pt x="34544" y="3041"/>
                    <a:pt x="35154" y="2818"/>
                  </a:cubicBezTo>
                  <a:cubicBezTo>
                    <a:pt x="37167" y="2080"/>
                    <a:pt x="38706" y="819"/>
                    <a:pt x="40941" y="690"/>
                  </a:cubicBezTo>
                  <a:cubicBezTo>
                    <a:pt x="41085" y="682"/>
                    <a:pt x="41234" y="677"/>
                    <a:pt x="41387" y="677"/>
                  </a:cubicBezTo>
                  <a:cubicBezTo>
                    <a:pt x="43573" y="677"/>
                    <a:pt x="46532" y="1572"/>
                    <a:pt x="46200" y="4257"/>
                  </a:cubicBezTo>
                  <a:cubicBezTo>
                    <a:pt x="46179" y="4418"/>
                    <a:pt x="46313" y="4497"/>
                    <a:pt x="46447" y="4497"/>
                  </a:cubicBezTo>
                  <a:cubicBezTo>
                    <a:pt x="46514" y="4497"/>
                    <a:pt x="46583" y="4476"/>
                    <a:pt x="46633" y="4437"/>
                  </a:cubicBezTo>
                  <a:cubicBezTo>
                    <a:pt x="48037" y="3317"/>
                    <a:pt x="50458" y="2173"/>
                    <a:pt x="52433" y="2173"/>
                  </a:cubicBezTo>
                  <a:cubicBezTo>
                    <a:pt x="54143" y="2173"/>
                    <a:pt x="55517" y="3031"/>
                    <a:pt x="55602" y="5508"/>
                  </a:cubicBezTo>
                  <a:cubicBezTo>
                    <a:pt x="55667" y="7392"/>
                    <a:pt x="53731" y="11697"/>
                    <a:pt x="56278" y="12751"/>
                  </a:cubicBezTo>
                  <a:cubicBezTo>
                    <a:pt x="53268" y="14139"/>
                    <a:pt x="55685" y="17972"/>
                    <a:pt x="55741" y="20172"/>
                  </a:cubicBezTo>
                  <a:cubicBezTo>
                    <a:pt x="55800" y="22465"/>
                    <a:pt x="54212" y="24135"/>
                    <a:pt x="51940" y="24234"/>
                  </a:cubicBezTo>
                  <a:cubicBezTo>
                    <a:pt x="51863" y="24237"/>
                    <a:pt x="51786" y="24239"/>
                    <a:pt x="51710" y="24239"/>
                  </a:cubicBezTo>
                  <a:cubicBezTo>
                    <a:pt x="49804" y="24239"/>
                    <a:pt x="48149" y="23185"/>
                    <a:pt x="46424" y="22500"/>
                  </a:cubicBezTo>
                  <a:cubicBezTo>
                    <a:pt x="46409" y="22494"/>
                    <a:pt x="46394" y="22491"/>
                    <a:pt x="46381" y="22491"/>
                  </a:cubicBezTo>
                  <a:cubicBezTo>
                    <a:pt x="46310" y="22491"/>
                    <a:pt x="46280" y="22579"/>
                    <a:pt x="46303" y="22645"/>
                  </a:cubicBezTo>
                  <a:cubicBezTo>
                    <a:pt x="46271" y="22680"/>
                    <a:pt x="46244" y="22723"/>
                    <a:pt x="46239" y="22783"/>
                  </a:cubicBezTo>
                  <a:cubicBezTo>
                    <a:pt x="46027" y="25115"/>
                    <a:pt x="44272" y="26843"/>
                    <a:pt x="41919" y="26968"/>
                  </a:cubicBezTo>
                  <a:cubicBezTo>
                    <a:pt x="41845" y="26972"/>
                    <a:pt x="41770" y="26974"/>
                    <a:pt x="41695" y="26974"/>
                  </a:cubicBezTo>
                  <a:cubicBezTo>
                    <a:pt x="41652" y="26975"/>
                    <a:pt x="41609" y="26975"/>
                    <a:pt x="41565" y="26975"/>
                  </a:cubicBezTo>
                  <a:cubicBezTo>
                    <a:pt x="39698" y="26975"/>
                    <a:pt x="37922" y="26194"/>
                    <a:pt x="36197" y="25559"/>
                  </a:cubicBezTo>
                  <a:cubicBezTo>
                    <a:pt x="34943" y="25096"/>
                    <a:pt x="33593" y="24670"/>
                    <a:pt x="32239" y="24670"/>
                  </a:cubicBezTo>
                  <a:cubicBezTo>
                    <a:pt x="31831" y="24670"/>
                    <a:pt x="31423" y="24709"/>
                    <a:pt x="31016" y="24797"/>
                  </a:cubicBezTo>
                  <a:cubicBezTo>
                    <a:pt x="29959" y="25026"/>
                    <a:pt x="28722" y="25652"/>
                    <a:pt x="28389" y="26753"/>
                  </a:cubicBezTo>
                  <a:cubicBezTo>
                    <a:pt x="28056" y="25652"/>
                    <a:pt x="26819" y="25026"/>
                    <a:pt x="25761" y="24797"/>
                  </a:cubicBezTo>
                  <a:cubicBezTo>
                    <a:pt x="25355" y="24709"/>
                    <a:pt x="24947" y="24670"/>
                    <a:pt x="24539" y="24670"/>
                  </a:cubicBezTo>
                  <a:cubicBezTo>
                    <a:pt x="23185" y="24670"/>
                    <a:pt x="21834" y="25096"/>
                    <a:pt x="20580" y="25559"/>
                  </a:cubicBezTo>
                  <a:cubicBezTo>
                    <a:pt x="18853" y="26195"/>
                    <a:pt x="17077" y="26977"/>
                    <a:pt x="15205" y="26977"/>
                  </a:cubicBezTo>
                  <a:cubicBezTo>
                    <a:pt x="15090" y="26977"/>
                    <a:pt x="14974" y="26974"/>
                    <a:pt x="14858" y="26968"/>
                  </a:cubicBezTo>
                  <a:cubicBezTo>
                    <a:pt x="12506" y="26843"/>
                    <a:pt x="10751" y="25115"/>
                    <a:pt x="10538" y="22783"/>
                  </a:cubicBezTo>
                  <a:cubicBezTo>
                    <a:pt x="10534" y="22723"/>
                    <a:pt x="10508" y="22680"/>
                    <a:pt x="10474" y="22645"/>
                  </a:cubicBezTo>
                  <a:cubicBezTo>
                    <a:pt x="10498" y="22579"/>
                    <a:pt x="10468" y="22491"/>
                    <a:pt x="10397" y="22491"/>
                  </a:cubicBezTo>
                  <a:cubicBezTo>
                    <a:pt x="10384" y="22491"/>
                    <a:pt x="10370" y="22494"/>
                    <a:pt x="10355" y="22500"/>
                  </a:cubicBezTo>
                  <a:cubicBezTo>
                    <a:pt x="8629" y="23186"/>
                    <a:pt x="6974" y="24239"/>
                    <a:pt x="5067" y="24239"/>
                  </a:cubicBezTo>
                  <a:cubicBezTo>
                    <a:pt x="4991" y="24239"/>
                    <a:pt x="4915" y="24237"/>
                    <a:pt x="4838" y="24234"/>
                  </a:cubicBezTo>
                  <a:cubicBezTo>
                    <a:pt x="2566" y="24135"/>
                    <a:pt x="977" y="22465"/>
                    <a:pt x="1038" y="20172"/>
                  </a:cubicBezTo>
                  <a:cubicBezTo>
                    <a:pt x="1094" y="17972"/>
                    <a:pt x="3510" y="14140"/>
                    <a:pt x="500" y="12752"/>
                  </a:cubicBezTo>
                  <a:cubicBezTo>
                    <a:pt x="3049" y="11697"/>
                    <a:pt x="1112" y="7392"/>
                    <a:pt x="1176" y="5508"/>
                  </a:cubicBezTo>
                  <a:cubicBezTo>
                    <a:pt x="1262" y="3032"/>
                    <a:pt x="2636" y="2174"/>
                    <a:pt x="4345" y="2174"/>
                  </a:cubicBezTo>
                  <a:cubicBezTo>
                    <a:pt x="6319" y="2174"/>
                    <a:pt x="8741" y="3318"/>
                    <a:pt x="10144" y="4438"/>
                  </a:cubicBezTo>
                  <a:cubicBezTo>
                    <a:pt x="10194" y="4477"/>
                    <a:pt x="10262" y="4497"/>
                    <a:pt x="10331" y="4497"/>
                  </a:cubicBezTo>
                  <a:cubicBezTo>
                    <a:pt x="10425" y="4497"/>
                    <a:pt x="10518" y="4459"/>
                    <a:pt x="10560" y="4382"/>
                  </a:cubicBezTo>
                  <a:cubicBezTo>
                    <a:pt x="10576" y="4347"/>
                    <a:pt x="10585" y="4305"/>
                    <a:pt x="10578" y="4257"/>
                  </a:cubicBezTo>
                  <a:cubicBezTo>
                    <a:pt x="10245" y="1572"/>
                    <a:pt x="13205" y="677"/>
                    <a:pt x="15392" y="677"/>
                  </a:cubicBezTo>
                  <a:cubicBezTo>
                    <a:pt x="15545" y="677"/>
                    <a:pt x="15694" y="682"/>
                    <a:pt x="15838" y="690"/>
                  </a:cubicBezTo>
                  <a:cubicBezTo>
                    <a:pt x="18073" y="819"/>
                    <a:pt x="19610" y="2080"/>
                    <a:pt x="21624" y="2818"/>
                  </a:cubicBezTo>
                  <a:cubicBezTo>
                    <a:pt x="22234" y="3041"/>
                    <a:pt x="22861" y="3146"/>
                    <a:pt x="23483" y="3146"/>
                  </a:cubicBezTo>
                  <a:cubicBezTo>
                    <a:pt x="25412" y="3146"/>
                    <a:pt x="27281" y="2133"/>
                    <a:pt x="28389" y="500"/>
                  </a:cubicBezTo>
                  <a:close/>
                  <a:moveTo>
                    <a:pt x="28294" y="0"/>
                  </a:moveTo>
                  <a:cubicBezTo>
                    <a:pt x="28226" y="0"/>
                    <a:pt x="28159" y="31"/>
                    <a:pt x="28114" y="106"/>
                  </a:cubicBezTo>
                  <a:cubicBezTo>
                    <a:pt x="27161" y="1701"/>
                    <a:pt x="25402" y="2696"/>
                    <a:pt x="23548" y="2696"/>
                  </a:cubicBezTo>
                  <a:cubicBezTo>
                    <a:pt x="23394" y="2696"/>
                    <a:pt x="23239" y="2689"/>
                    <a:pt x="23083" y="2675"/>
                  </a:cubicBezTo>
                  <a:cubicBezTo>
                    <a:pt x="20994" y="2490"/>
                    <a:pt x="19361" y="842"/>
                    <a:pt x="17327" y="378"/>
                  </a:cubicBezTo>
                  <a:cubicBezTo>
                    <a:pt x="16784" y="254"/>
                    <a:pt x="16143" y="185"/>
                    <a:pt x="15469" y="185"/>
                  </a:cubicBezTo>
                  <a:cubicBezTo>
                    <a:pt x="12994" y="185"/>
                    <a:pt x="10087" y="1122"/>
                    <a:pt x="10045" y="3728"/>
                  </a:cubicBezTo>
                  <a:cubicBezTo>
                    <a:pt x="8582" y="2668"/>
                    <a:pt x="6380" y="1518"/>
                    <a:pt x="4422" y="1518"/>
                  </a:cubicBezTo>
                  <a:cubicBezTo>
                    <a:pt x="3581" y="1518"/>
                    <a:pt x="2784" y="1730"/>
                    <a:pt x="2111" y="2253"/>
                  </a:cubicBezTo>
                  <a:cubicBezTo>
                    <a:pt x="1081" y="3051"/>
                    <a:pt x="698" y="4420"/>
                    <a:pt x="691" y="5673"/>
                  </a:cubicBezTo>
                  <a:cubicBezTo>
                    <a:pt x="681" y="7579"/>
                    <a:pt x="2594" y="11588"/>
                    <a:pt x="146" y="12534"/>
                  </a:cubicBezTo>
                  <a:cubicBezTo>
                    <a:pt x="1" y="12592"/>
                    <a:pt x="13" y="12781"/>
                    <a:pt x="118" y="12836"/>
                  </a:cubicBezTo>
                  <a:cubicBezTo>
                    <a:pt x="54" y="12940"/>
                    <a:pt x="63" y="13077"/>
                    <a:pt x="206" y="13139"/>
                  </a:cubicBezTo>
                  <a:cubicBezTo>
                    <a:pt x="2693" y="14224"/>
                    <a:pt x="1063" y="17373"/>
                    <a:pt x="679" y="19193"/>
                  </a:cubicBezTo>
                  <a:cubicBezTo>
                    <a:pt x="379" y="20614"/>
                    <a:pt x="569" y="22158"/>
                    <a:pt x="1520" y="23306"/>
                  </a:cubicBezTo>
                  <a:cubicBezTo>
                    <a:pt x="2424" y="24397"/>
                    <a:pt x="3624" y="24818"/>
                    <a:pt x="4892" y="24818"/>
                  </a:cubicBezTo>
                  <a:cubicBezTo>
                    <a:pt x="6719" y="24818"/>
                    <a:pt x="8685" y="23944"/>
                    <a:pt x="10107" y="22940"/>
                  </a:cubicBezTo>
                  <a:cubicBezTo>
                    <a:pt x="10352" y="25745"/>
                    <a:pt x="12666" y="27438"/>
                    <a:pt x="15300" y="27438"/>
                  </a:cubicBezTo>
                  <a:cubicBezTo>
                    <a:pt x="15610" y="27438"/>
                    <a:pt x="15925" y="27414"/>
                    <a:pt x="16242" y="27366"/>
                  </a:cubicBezTo>
                  <a:cubicBezTo>
                    <a:pt x="18214" y="27071"/>
                    <a:pt x="19998" y="26095"/>
                    <a:pt x="21889" y="25515"/>
                  </a:cubicBezTo>
                  <a:cubicBezTo>
                    <a:pt x="22749" y="25251"/>
                    <a:pt x="23653" y="25046"/>
                    <a:pt x="24556" y="25046"/>
                  </a:cubicBezTo>
                  <a:cubicBezTo>
                    <a:pt x="24926" y="25046"/>
                    <a:pt x="25295" y="25081"/>
                    <a:pt x="25662" y="25159"/>
                  </a:cubicBezTo>
                  <a:cubicBezTo>
                    <a:pt x="26859" y="25413"/>
                    <a:pt x="27541" y="26074"/>
                    <a:pt x="28301" y="26962"/>
                  </a:cubicBezTo>
                  <a:cubicBezTo>
                    <a:pt x="28315" y="26979"/>
                    <a:pt x="28333" y="26987"/>
                    <a:pt x="28350" y="26987"/>
                  </a:cubicBezTo>
                  <a:cubicBezTo>
                    <a:pt x="28364" y="26987"/>
                    <a:pt x="28377" y="26982"/>
                    <a:pt x="28389" y="26974"/>
                  </a:cubicBezTo>
                  <a:cubicBezTo>
                    <a:pt x="28401" y="26982"/>
                    <a:pt x="28414" y="26987"/>
                    <a:pt x="28428" y="26987"/>
                  </a:cubicBezTo>
                  <a:cubicBezTo>
                    <a:pt x="28445" y="26987"/>
                    <a:pt x="28463" y="26979"/>
                    <a:pt x="28477" y="26962"/>
                  </a:cubicBezTo>
                  <a:cubicBezTo>
                    <a:pt x="29239" y="26074"/>
                    <a:pt x="29922" y="25413"/>
                    <a:pt x="31116" y="25159"/>
                  </a:cubicBezTo>
                  <a:cubicBezTo>
                    <a:pt x="31482" y="25081"/>
                    <a:pt x="31852" y="25046"/>
                    <a:pt x="32221" y="25046"/>
                  </a:cubicBezTo>
                  <a:cubicBezTo>
                    <a:pt x="33125" y="25046"/>
                    <a:pt x="34028" y="25251"/>
                    <a:pt x="34889" y="25515"/>
                  </a:cubicBezTo>
                  <a:cubicBezTo>
                    <a:pt x="36780" y="26095"/>
                    <a:pt x="38565" y="27071"/>
                    <a:pt x="40536" y="27366"/>
                  </a:cubicBezTo>
                  <a:cubicBezTo>
                    <a:pt x="40852" y="27414"/>
                    <a:pt x="41168" y="27438"/>
                    <a:pt x="41478" y="27438"/>
                  </a:cubicBezTo>
                  <a:cubicBezTo>
                    <a:pt x="44113" y="27438"/>
                    <a:pt x="46425" y="25745"/>
                    <a:pt x="46671" y="22940"/>
                  </a:cubicBezTo>
                  <a:cubicBezTo>
                    <a:pt x="48092" y="23944"/>
                    <a:pt x="50059" y="24818"/>
                    <a:pt x="51886" y="24818"/>
                  </a:cubicBezTo>
                  <a:cubicBezTo>
                    <a:pt x="53153" y="24818"/>
                    <a:pt x="54354" y="24397"/>
                    <a:pt x="55258" y="23306"/>
                  </a:cubicBezTo>
                  <a:cubicBezTo>
                    <a:pt x="56209" y="22157"/>
                    <a:pt x="56399" y="20614"/>
                    <a:pt x="56098" y="19193"/>
                  </a:cubicBezTo>
                  <a:cubicBezTo>
                    <a:pt x="55715" y="17373"/>
                    <a:pt x="54085" y="14224"/>
                    <a:pt x="56574" y="13139"/>
                  </a:cubicBezTo>
                  <a:cubicBezTo>
                    <a:pt x="56717" y="13077"/>
                    <a:pt x="56723" y="12940"/>
                    <a:pt x="56659" y="12836"/>
                  </a:cubicBezTo>
                  <a:cubicBezTo>
                    <a:pt x="56765" y="12781"/>
                    <a:pt x="56777" y="12592"/>
                    <a:pt x="56632" y="12534"/>
                  </a:cubicBezTo>
                  <a:cubicBezTo>
                    <a:pt x="54184" y="11588"/>
                    <a:pt x="56098" y="7579"/>
                    <a:pt x="56087" y="5673"/>
                  </a:cubicBezTo>
                  <a:cubicBezTo>
                    <a:pt x="56082" y="4420"/>
                    <a:pt x="55697" y="3052"/>
                    <a:pt x="54667" y="2253"/>
                  </a:cubicBezTo>
                  <a:cubicBezTo>
                    <a:pt x="53993" y="1730"/>
                    <a:pt x="53197" y="1518"/>
                    <a:pt x="52357" y="1518"/>
                  </a:cubicBezTo>
                  <a:cubicBezTo>
                    <a:pt x="50399" y="1518"/>
                    <a:pt x="48199" y="2668"/>
                    <a:pt x="46736" y="3728"/>
                  </a:cubicBezTo>
                  <a:cubicBezTo>
                    <a:pt x="46692" y="1122"/>
                    <a:pt x="43784" y="185"/>
                    <a:pt x="41310" y="185"/>
                  </a:cubicBezTo>
                  <a:cubicBezTo>
                    <a:pt x="40637" y="185"/>
                    <a:pt x="39996" y="254"/>
                    <a:pt x="39454" y="378"/>
                  </a:cubicBezTo>
                  <a:cubicBezTo>
                    <a:pt x="37417" y="842"/>
                    <a:pt x="35784" y="2490"/>
                    <a:pt x="33694" y="2675"/>
                  </a:cubicBezTo>
                  <a:cubicBezTo>
                    <a:pt x="33539" y="2689"/>
                    <a:pt x="33384" y="2696"/>
                    <a:pt x="33230" y="2696"/>
                  </a:cubicBezTo>
                  <a:cubicBezTo>
                    <a:pt x="31377" y="2696"/>
                    <a:pt x="29616" y="1701"/>
                    <a:pt x="28664" y="106"/>
                  </a:cubicBezTo>
                  <a:cubicBezTo>
                    <a:pt x="28619" y="31"/>
                    <a:pt x="28552" y="0"/>
                    <a:pt x="28485" y="0"/>
                  </a:cubicBezTo>
                  <a:cubicBezTo>
                    <a:pt x="28453" y="0"/>
                    <a:pt x="28420" y="7"/>
                    <a:pt x="28389" y="20"/>
                  </a:cubicBezTo>
                  <a:cubicBezTo>
                    <a:pt x="28359" y="7"/>
                    <a:pt x="28326" y="0"/>
                    <a:pt x="28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300"/>
            <p:cNvSpPr/>
            <p:nvPr/>
          </p:nvSpPr>
          <p:spPr>
            <a:xfrm>
              <a:off x="4836325" y="1233357"/>
              <a:ext cx="252775" cy="255225"/>
            </a:xfrm>
            <a:custGeom>
              <a:rect b="b" l="l" r="r" t="t"/>
              <a:pathLst>
                <a:path extrusionOk="0" h="10209" w="10111">
                  <a:moveTo>
                    <a:pt x="8816" y="1"/>
                  </a:moveTo>
                  <a:cubicBezTo>
                    <a:pt x="8790" y="1"/>
                    <a:pt x="8761" y="9"/>
                    <a:pt x="8732" y="29"/>
                  </a:cubicBezTo>
                  <a:cubicBezTo>
                    <a:pt x="8704" y="48"/>
                    <a:pt x="8677" y="68"/>
                    <a:pt x="8649" y="91"/>
                  </a:cubicBezTo>
                  <a:cubicBezTo>
                    <a:pt x="6589" y="1592"/>
                    <a:pt x="7764" y="4238"/>
                    <a:pt x="8046" y="6284"/>
                  </a:cubicBezTo>
                  <a:cubicBezTo>
                    <a:pt x="8162" y="7108"/>
                    <a:pt x="8146" y="7985"/>
                    <a:pt x="7718" y="8732"/>
                  </a:cubicBezTo>
                  <a:cubicBezTo>
                    <a:pt x="7255" y="9538"/>
                    <a:pt x="6452" y="9787"/>
                    <a:pt x="5614" y="9787"/>
                  </a:cubicBezTo>
                  <a:cubicBezTo>
                    <a:pt x="5258" y="9787"/>
                    <a:pt x="4895" y="9742"/>
                    <a:pt x="4550" y="9676"/>
                  </a:cubicBezTo>
                  <a:cubicBezTo>
                    <a:pt x="2953" y="9368"/>
                    <a:pt x="1475" y="8660"/>
                    <a:pt x="156" y="7720"/>
                  </a:cubicBezTo>
                  <a:cubicBezTo>
                    <a:pt x="143" y="7711"/>
                    <a:pt x="130" y="7707"/>
                    <a:pt x="117" y="7707"/>
                  </a:cubicBezTo>
                  <a:cubicBezTo>
                    <a:pt x="55" y="7707"/>
                    <a:pt x="0" y="7798"/>
                    <a:pt x="57" y="7847"/>
                  </a:cubicBezTo>
                  <a:cubicBezTo>
                    <a:pt x="90" y="7873"/>
                    <a:pt x="120" y="7901"/>
                    <a:pt x="154" y="7925"/>
                  </a:cubicBezTo>
                  <a:cubicBezTo>
                    <a:pt x="1349" y="8897"/>
                    <a:pt x="3637" y="10208"/>
                    <a:pt x="5542" y="10208"/>
                  </a:cubicBezTo>
                  <a:cubicBezTo>
                    <a:pt x="6330" y="10208"/>
                    <a:pt x="7053" y="9984"/>
                    <a:pt x="7605" y="9417"/>
                  </a:cubicBezTo>
                  <a:cubicBezTo>
                    <a:pt x="10110" y="6847"/>
                    <a:pt x="5776" y="2463"/>
                    <a:pt x="8893" y="306"/>
                  </a:cubicBezTo>
                  <a:cubicBezTo>
                    <a:pt x="9034" y="209"/>
                    <a:pt x="8947" y="1"/>
                    <a:pt x="88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300"/>
            <p:cNvSpPr/>
            <p:nvPr/>
          </p:nvSpPr>
          <p:spPr>
            <a:xfrm>
              <a:off x="3965250" y="975482"/>
              <a:ext cx="1096025" cy="260625"/>
            </a:xfrm>
            <a:custGeom>
              <a:rect b="b" l="l" r="r" t="t"/>
              <a:pathLst>
                <a:path extrusionOk="0" h="10425" w="43841">
                  <a:moveTo>
                    <a:pt x="3647" y="1"/>
                  </a:moveTo>
                  <a:cubicBezTo>
                    <a:pt x="2780" y="1"/>
                    <a:pt x="1922" y="215"/>
                    <a:pt x="1204" y="746"/>
                  </a:cubicBezTo>
                  <a:cubicBezTo>
                    <a:pt x="652" y="1157"/>
                    <a:pt x="343" y="1658"/>
                    <a:pt x="190" y="2212"/>
                  </a:cubicBezTo>
                  <a:cubicBezTo>
                    <a:pt x="1" y="2887"/>
                    <a:pt x="45" y="3639"/>
                    <a:pt x="156" y="4396"/>
                  </a:cubicBezTo>
                  <a:cubicBezTo>
                    <a:pt x="162" y="4444"/>
                    <a:pt x="170" y="4491"/>
                    <a:pt x="176" y="4539"/>
                  </a:cubicBezTo>
                  <a:cubicBezTo>
                    <a:pt x="184" y="4588"/>
                    <a:pt x="226" y="4611"/>
                    <a:pt x="269" y="4611"/>
                  </a:cubicBezTo>
                  <a:cubicBezTo>
                    <a:pt x="323" y="4611"/>
                    <a:pt x="380" y="4575"/>
                    <a:pt x="375" y="4512"/>
                  </a:cubicBezTo>
                  <a:cubicBezTo>
                    <a:pt x="271" y="3318"/>
                    <a:pt x="220" y="2046"/>
                    <a:pt x="1178" y="1173"/>
                  </a:cubicBezTo>
                  <a:cubicBezTo>
                    <a:pt x="1836" y="576"/>
                    <a:pt x="2782" y="328"/>
                    <a:pt x="3665" y="328"/>
                  </a:cubicBezTo>
                  <a:cubicBezTo>
                    <a:pt x="3765" y="328"/>
                    <a:pt x="3863" y="332"/>
                    <a:pt x="3961" y="338"/>
                  </a:cubicBezTo>
                  <a:cubicBezTo>
                    <a:pt x="5856" y="457"/>
                    <a:pt x="7558" y="1551"/>
                    <a:pt x="9331" y="2136"/>
                  </a:cubicBezTo>
                  <a:cubicBezTo>
                    <a:pt x="10347" y="2470"/>
                    <a:pt x="11453" y="2686"/>
                    <a:pt x="12534" y="2686"/>
                  </a:cubicBezTo>
                  <a:cubicBezTo>
                    <a:pt x="14243" y="2686"/>
                    <a:pt x="15890" y="2147"/>
                    <a:pt x="17018" y="686"/>
                  </a:cubicBezTo>
                  <a:cubicBezTo>
                    <a:pt x="18488" y="1908"/>
                    <a:pt x="20222" y="2412"/>
                    <a:pt x="22020" y="2412"/>
                  </a:cubicBezTo>
                  <a:cubicBezTo>
                    <a:pt x="23047" y="2412"/>
                    <a:pt x="24096" y="2248"/>
                    <a:pt x="25127" y="1958"/>
                  </a:cubicBezTo>
                  <a:cubicBezTo>
                    <a:pt x="26821" y="1483"/>
                    <a:pt x="28562" y="394"/>
                    <a:pt x="30355" y="394"/>
                  </a:cubicBezTo>
                  <a:cubicBezTo>
                    <a:pt x="30368" y="394"/>
                    <a:pt x="30381" y="394"/>
                    <a:pt x="30394" y="394"/>
                  </a:cubicBezTo>
                  <a:cubicBezTo>
                    <a:pt x="32736" y="418"/>
                    <a:pt x="33360" y="2355"/>
                    <a:pt x="33647" y="4285"/>
                  </a:cubicBezTo>
                  <a:cubicBezTo>
                    <a:pt x="33658" y="4367"/>
                    <a:pt x="33713" y="4402"/>
                    <a:pt x="33774" y="4402"/>
                  </a:cubicBezTo>
                  <a:cubicBezTo>
                    <a:pt x="33855" y="4402"/>
                    <a:pt x="33946" y="4339"/>
                    <a:pt x="33958" y="4241"/>
                  </a:cubicBezTo>
                  <a:cubicBezTo>
                    <a:pt x="35142" y="3315"/>
                    <a:pt x="36378" y="2512"/>
                    <a:pt x="37802" y="1997"/>
                  </a:cubicBezTo>
                  <a:cubicBezTo>
                    <a:pt x="38613" y="1704"/>
                    <a:pt x="39600" y="1390"/>
                    <a:pt x="40500" y="1390"/>
                  </a:cubicBezTo>
                  <a:cubicBezTo>
                    <a:pt x="41405" y="1390"/>
                    <a:pt x="42222" y="1708"/>
                    <a:pt x="42683" y="2688"/>
                  </a:cubicBezTo>
                  <a:cubicBezTo>
                    <a:pt x="43840" y="5154"/>
                    <a:pt x="41416" y="7993"/>
                    <a:pt x="43214" y="10355"/>
                  </a:cubicBezTo>
                  <a:cubicBezTo>
                    <a:pt x="43252" y="10404"/>
                    <a:pt x="43304" y="10425"/>
                    <a:pt x="43355" y="10425"/>
                  </a:cubicBezTo>
                  <a:cubicBezTo>
                    <a:pt x="43399" y="10425"/>
                    <a:pt x="43443" y="10409"/>
                    <a:pt x="43476" y="10383"/>
                  </a:cubicBezTo>
                  <a:cubicBezTo>
                    <a:pt x="43531" y="10339"/>
                    <a:pt x="43554" y="10265"/>
                    <a:pt x="43496" y="10192"/>
                  </a:cubicBezTo>
                  <a:cubicBezTo>
                    <a:pt x="42120" y="8370"/>
                    <a:pt x="43281" y="6243"/>
                    <a:pt x="43286" y="4227"/>
                  </a:cubicBezTo>
                  <a:cubicBezTo>
                    <a:pt x="43291" y="3110"/>
                    <a:pt x="42886" y="1845"/>
                    <a:pt x="41822" y="1305"/>
                  </a:cubicBezTo>
                  <a:cubicBezTo>
                    <a:pt x="41467" y="1124"/>
                    <a:pt x="41053" y="1053"/>
                    <a:pt x="40616" y="1053"/>
                  </a:cubicBezTo>
                  <a:cubicBezTo>
                    <a:pt x="39622" y="1053"/>
                    <a:pt x="38512" y="1421"/>
                    <a:pt x="37721" y="1704"/>
                  </a:cubicBezTo>
                  <a:cubicBezTo>
                    <a:pt x="37017" y="1955"/>
                    <a:pt x="36339" y="2275"/>
                    <a:pt x="35701" y="2662"/>
                  </a:cubicBezTo>
                  <a:cubicBezTo>
                    <a:pt x="35064" y="3050"/>
                    <a:pt x="34468" y="3507"/>
                    <a:pt x="33937" y="4031"/>
                  </a:cubicBezTo>
                  <a:cubicBezTo>
                    <a:pt x="33760" y="2821"/>
                    <a:pt x="33457" y="1475"/>
                    <a:pt x="32434" y="700"/>
                  </a:cubicBezTo>
                  <a:cubicBezTo>
                    <a:pt x="31845" y="252"/>
                    <a:pt x="31149" y="84"/>
                    <a:pt x="30439" y="84"/>
                  </a:cubicBezTo>
                  <a:cubicBezTo>
                    <a:pt x="29856" y="84"/>
                    <a:pt x="29265" y="197"/>
                    <a:pt x="28716" y="362"/>
                  </a:cubicBezTo>
                  <a:cubicBezTo>
                    <a:pt x="26720" y="963"/>
                    <a:pt x="24909" y="1891"/>
                    <a:pt x="22797" y="2088"/>
                  </a:cubicBezTo>
                  <a:cubicBezTo>
                    <a:pt x="22525" y="2113"/>
                    <a:pt x="22256" y="2126"/>
                    <a:pt x="21990" y="2126"/>
                  </a:cubicBezTo>
                  <a:cubicBezTo>
                    <a:pt x="20134" y="2126"/>
                    <a:pt x="18436" y="1511"/>
                    <a:pt x="16930" y="360"/>
                  </a:cubicBezTo>
                  <a:cubicBezTo>
                    <a:pt x="16914" y="348"/>
                    <a:pt x="16898" y="343"/>
                    <a:pt x="16882" y="343"/>
                  </a:cubicBezTo>
                  <a:cubicBezTo>
                    <a:pt x="16808" y="343"/>
                    <a:pt x="16744" y="452"/>
                    <a:pt x="16809" y="513"/>
                  </a:cubicBezTo>
                  <a:cubicBezTo>
                    <a:pt x="16815" y="517"/>
                    <a:pt x="16821" y="519"/>
                    <a:pt x="16825" y="524"/>
                  </a:cubicBezTo>
                  <a:cubicBezTo>
                    <a:pt x="15657" y="1812"/>
                    <a:pt x="14090" y="2348"/>
                    <a:pt x="12451" y="2348"/>
                  </a:cubicBezTo>
                  <a:cubicBezTo>
                    <a:pt x="11895" y="2348"/>
                    <a:pt x="11331" y="2286"/>
                    <a:pt x="10771" y="2171"/>
                  </a:cubicBezTo>
                  <a:cubicBezTo>
                    <a:pt x="8747" y="1754"/>
                    <a:pt x="6976" y="609"/>
                    <a:pt x="4970" y="155"/>
                  </a:cubicBezTo>
                  <a:cubicBezTo>
                    <a:pt x="4538" y="57"/>
                    <a:pt x="4091" y="1"/>
                    <a:pt x="36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300"/>
            <p:cNvSpPr/>
            <p:nvPr/>
          </p:nvSpPr>
          <p:spPr>
            <a:xfrm>
              <a:off x="3754275" y="983682"/>
              <a:ext cx="1307000" cy="585875"/>
            </a:xfrm>
            <a:custGeom>
              <a:rect b="b" l="l" r="r" t="t"/>
              <a:pathLst>
                <a:path extrusionOk="0" h="23435" w="52280">
                  <a:moveTo>
                    <a:pt x="12107" y="1"/>
                  </a:moveTo>
                  <a:cubicBezTo>
                    <a:pt x="11223" y="1"/>
                    <a:pt x="10275" y="247"/>
                    <a:pt x="9617" y="845"/>
                  </a:cubicBezTo>
                  <a:cubicBezTo>
                    <a:pt x="8659" y="1718"/>
                    <a:pt x="8710" y="2990"/>
                    <a:pt x="8814" y="4185"/>
                  </a:cubicBezTo>
                  <a:cubicBezTo>
                    <a:pt x="8819" y="4247"/>
                    <a:pt x="8762" y="4283"/>
                    <a:pt x="8708" y="4283"/>
                  </a:cubicBezTo>
                  <a:cubicBezTo>
                    <a:pt x="8665" y="4283"/>
                    <a:pt x="8623" y="4260"/>
                    <a:pt x="8615" y="4211"/>
                  </a:cubicBezTo>
                  <a:cubicBezTo>
                    <a:pt x="8609" y="4163"/>
                    <a:pt x="8601" y="4117"/>
                    <a:pt x="8595" y="4068"/>
                  </a:cubicBezTo>
                  <a:lnTo>
                    <a:pt x="8490" y="4082"/>
                  </a:lnTo>
                  <a:cubicBezTo>
                    <a:pt x="8490" y="4154"/>
                    <a:pt x="8435" y="4223"/>
                    <a:pt x="8361" y="4223"/>
                  </a:cubicBezTo>
                  <a:cubicBezTo>
                    <a:pt x="8340" y="4223"/>
                    <a:pt x="8318" y="4218"/>
                    <a:pt x="8295" y="4205"/>
                  </a:cubicBezTo>
                  <a:cubicBezTo>
                    <a:pt x="6844" y="3408"/>
                    <a:pt x="5446" y="2350"/>
                    <a:pt x="3891" y="1771"/>
                  </a:cubicBezTo>
                  <a:cubicBezTo>
                    <a:pt x="3415" y="1593"/>
                    <a:pt x="2858" y="1451"/>
                    <a:pt x="2316" y="1451"/>
                  </a:cubicBezTo>
                  <a:cubicBezTo>
                    <a:pt x="1911" y="1451"/>
                    <a:pt x="1514" y="1530"/>
                    <a:pt x="1165" y="1734"/>
                  </a:cubicBezTo>
                  <a:cubicBezTo>
                    <a:pt x="1" y="2416"/>
                    <a:pt x="301" y="3911"/>
                    <a:pt x="567" y="4978"/>
                  </a:cubicBezTo>
                  <a:cubicBezTo>
                    <a:pt x="1003" y="6726"/>
                    <a:pt x="1853" y="9305"/>
                    <a:pt x="12" y="10494"/>
                  </a:cubicBezTo>
                  <a:cubicBezTo>
                    <a:pt x="1827" y="12187"/>
                    <a:pt x="481" y="14736"/>
                    <a:pt x="213" y="16782"/>
                  </a:cubicBezTo>
                  <a:cubicBezTo>
                    <a:pt x="93" y="17712"/>
                    <a:pt x="158" y="18802"/>
                    <a:pt x="843" y="19524"/>
                  </a:cubicBezTo>
                  <a:cubicBezTo>
                    <a:pt x="1349" y="20060"/>
                    <a:pt x="2058" y="20230"/>
                    <a:pt x="2771" y="20230"/>
                  </a:cubicBezTo>
                  <a:cubicBezTo>
                    <a:pt x="3111" y="20230"/>
                    <a:pt x="3453" y="20191"/>
                    <a:pt x="3774" y="20134"/>
                  </a:cubicBezTo>
                  <a:cubicBezTo>
                    <a:pt x="5259" y="19870"/>
                    <a:pt x="6609" y="19180"/>
                    <a:pt x="7846" y="18342"/>
                  </a:cubicBezTo>
                  <a:cubicBezTo>
                    <a:pt x="7859" y="18333"/>
                    <a:pt x="7871" y="18330"/>
                    <a:pt x="7884" y="18330"/>
                  </a:cubicBezTo>
                  <a:cubicBezTo>
                    <a:pt x="7916" y="18330"/>
                    <a:pt x="7946" y="18354"/>
                    <a:pt x="7959" y="18386"/>
                  </a:cubicBezTo>
                  <a:lnTo>
                    <a:pt x="8075" y="18353"/>
                  </a:lnTo>
                  <a:cubicBezTo>
                    <a:pt x="8061" y="18307"/>
                    <a:pt x="8050" y="18261"/>
                    <a:pt x="8038" y="18215"/>
                  </a:cubicBezTo>
                  <a:cubicBezTo>
                    <a:pt x="8016" y="18129"/>
                    <a:pt x="8085" y="18073"/>
                    <a:pt x="8153" y="18073"/>
                  </a:cubicBezTo>
                  <a:cubicBezTo>
                    <a:pt x="8199" y="18073"/>
                    <a:pt x="8243" y="18098"/>
                    <a:pt x="8259" y="18155"/>
                  </a:cubicBezTo>
                  <a:cubicBezTo>
                    <a:pt x="8782" y="19944"/>
                    <a:pt x="9929" y="21866"/>
                    <a:pt x="11830" y="22431"/>
                  </a:cubicBezTo>
                  <a:cubicBezTo>
                    <a:pt x="12263" y="22560"/>
                    <a:pt x="12697" y="22614"/>
                    <a:pt x="13133" y="22614"/>
                  </a:cubicBezTo>
                  <a:cubicBezTo>
                    <a:pt x="14730" y="22614"/>
                    <a:pt x="16331" y="21886"/>
                    <a:pt x="17844" y="21484"/>
                  </a:cubicBezTo>
                  <a:cubicBezTo>
                    <a:pt x="19093" y="21153"/>
                    <a:pt x="20539" y="20822"/>
                    <a:pt x="21933" y="20822"/>
                  </a:cubicBezTo>
                  <a:cubicBezTo>
                    <a:pt x="23232" y="20822"/>
                    <a:pt x="24486" y="21109"/>
                    <a:pt x="25494" y="21953"/>
                  </a:cubicBezTo>
                  <a:lnTo>
                    <a:pt x="25519" y="21924"/>
                  </a:lnTo>
                  <a:cubicBezTo>
                    <a:pt x="25487" y="21884"/>
                    <a:pt x="25482" y="21815"/>
                    <a:pt x="25537" y="21789"/>
                  </a:cubicBezTo>
                  <a:cubicBezTo>
                    <a:pt x="26999" y="21079"/>
                    <a:pt x="28615" y="20738"/>
                    <a:pt x="30235" y="20738"/>
                  </a:cubicBezTo>
                  <a:cubicBezTo>
                    <a:pt x="31768" y="20738"/>
                    <a:pt x="33306" y="21043"/>
                    <a:pt x="34720" y="21628"/>
                  </a:cubicBezTo>
                  <a:cubicBezTo>
                    <a:pt x="36126" y="22211"/>
                    <a:pt x="37468" y="23435"/>
                    <a:pt x="38962" y="23435"/>
                  </a:cubicBezTo>
                  <a:cubicBezTo>
                    <a:pt x="39398" y="23435"/>
                    <a:pt x="39847" y="23330"/>
                    <a:pt x="40314" y="23075"/>
                  </a:cubicBezTo>
                  <a:cubicBezTo>
                    <a:pt x="42159" y="22069"/>
                    <a:pt x="42635" y="19919"/>
                    <a:pt x="43118" y="18055"/>
                  </a:cubicBezTo>
                  <a:cubicBezTo>
                    <a:pt x="43138" y="17976"/>
                    <a:pt x="43198" y="17941"/>
                    <a:pt x="43261" y="17941"/>
                  </a:cubicBezTo>
                  <a:cubicBezTo>
                    <a:pt x="43303" y="17941"/>
                    <a:pt x="43346" y="17957"/>
                    <a:pt x="43378" y="17985"/>
                  </a:cubicBezTo>
                  <a:lnTo>
                    <a:pt x="43436" y="17913"/>
                  </a:lnTo>
                  <a:cubicBezTo>
                    <a:pt x="43402" y="17888"/>
                    <a:pt x="43372" y="17860"/>
                    <a:pt x="43339" y="17834"/>
                  </a:cubicBezTo>
                  <a:cubicBezTo>
                    <a:pt x="43282" y="17785"/>
                    <a:pt x="43337" y="17694"/>
                    <a:pt x="43399" y="17694"/>
                  </a:cubicBezTo>
                  <a:cubicBezTo>
                    <a:pt x="43412" y="17694"/>
                    <a:pt x="43425" y="17698"/>
                    <a:pt x="43438" y="17707"/>
                  </a:cubicBezTo>
                  <a:cubicBezTo>
                    <a:pt x="44757" y="18647"/>
                    <a:pt x="46235" y="19355"/>
                    <a:pt x="47832" y="19663"/>
                  </a:cubicBezTo>
                  <a:cubicBezTo>
                    <a:pt x="48177" y="19729"/>
                    <a:pt x="48540" y="19774"/>
                    <a:pt x="48896" y="19774"/>
                  </a:cubicBezTo>
                  <a:cubicBezTo>
                    <a:pt x="49734" y="19774"/>
                    <a:pt x="50537" y="19525"/>
                    <a:pt x="51000" y="18719"/>
                  </a:cubicBezTo>
                  <a:cubicBezTo>
                    <a:pt x="51428" y="17973"/>
                    <a:pt x="51444" y="17095"/>
                    <a:pt x="51328" y="16271"/>
                  </a:cubicBezTo>
                  <a:cubicBezTo>
                    <a:pt x="51046" y="14225"/>
                    <a:pt x="49871" y="11579"/>
                    <a:pt x="51931" y="10078"/>
                  </a:cubicBezTo>
                  <a:lnTo>
                    <a:pt x="51915" y="10055"/>
                  </a:lnTo>
                  <a:cubicBezTo>
                    <a:pt x="51882" y="10081"/>
                    <a:pt x="51838" y="10097"/>
                    <a:pt x="51793" y="10097"/>
                  </a:cubicBezTo>
                  <a:cubicBezTo>
                    <a:pt x="51743" y="10097"/>
                    <a:pt x="51691" y="10077"/>
                    <a:pt x="51653" y="10028"/>
                  </a:cubicBezTo>
                  <a:cubicBezTo>
                    <a:pt x="49855" y="7666"/>
                    <a:pt x="52279" y="4826"/>
                    <a:pt x="51122" y="2360"/>
                  </a:cubicBezTo>
                  <a:cubicBezTo>
                    <a:pt x="50662" y="1381"/>
                    <a:pt x="49845" y="1062"/>
                    <a:pt x="48940" y="1062"/>
                  </a:cubicBezTo>
                  <a:cubicBezTo>
                    <a:pt x="48040" y="1062"/>
                    <a:pt x="47052" y="1377"/>
                    <a:pt x="46241" y="1670"/>
                  </a:cubicBezTo>
                  <a:cubicBezTo>
                    <a:pt x="44817" y="2185"/>
                    <a:pt x="43581" y="2988"/>
                    <a:pt x="42397" y="3914"/>
                  </a:cubicBezTo>
                  <a:cubicBezTo>
                    <a:pt x="42385" y="4012"/>
                    <a:pt x="42294" y="4075"/>
                    <a:pt x="42213" y="4075"/>
                  </a:cubicBezTo>
                  <a:cubicBezTo>
                    <a:pt x="42152" y="4075"/>
                    <a:pt x="42097" y="4040"/>
                    <a:pt x="42086" y="3958"/>
                  </a:cubicBezTo>
                  <a:cubicBezTo>
                    <a:pt x="41799" y="2028"/>
                    <a:pt x="41175" y="90"/>
                    <a:pt x="38833" y="67"/>
                  </a:cubicBezTo>
                  <a:cubicBezTo>
                    <a:pt x="38820" y="67"/>
                    <a:pt x="38807" y="67"/>
                    <a:pt x="38794" y="67"/>
                  </a:cubicBezTo>
                  <a:cubicBezTo>
                    <a:pt x="37002" y="67"/>
                    <a:pt x="35260" y="1156"/>
                    <a:pt x="33566" y="1630"/>
                  </a:cubicBezTo>
                  <a:cubicBezTo>
                    <a:pt x="32535" y="1920"/>
                    <a:pt x="31487" y="2085"/>
                    <a:pt x="30459" y="2085"/>
                  </a:cubicBezTo>
                  <a:cubicBezTo>
                    <a:pt x="28662" y="2085"/>
                    <a:pt x="26928" y="1580"/>
                    <a:pt x="25457" y="358"/>
                  </a:cubicBezTo>
                  <a:cubicBezTo>
                    <a:pt x="24329" y="1819"/>
                    <a:pt x="22682" y="2359"/>
                    <a:pt x="20972" y="2359"/>
                  </a:cubicBezTo>
                  <a:cubicBezTo>
                    <a:pt x="19891" y="2359"/>
                    <a:pt x="18785" y="2143"/>
                    <a:pt x="17770" y="1809"/>
                  </a:cubicBezTo>
                  <a:cubicBezTo>
                    <a:pt x="15997" y="1224"/>
                    <a:pt x="14295" y="129"/>
                    <a:pt x="12400" y="10"/>
                  </a:cubicBezTo>
                  <a:cubicBezTo>
                    <a:pt x="12304" y="4"/>
                    <a:pt x="12206" y="1"/>
                    <a:pt x="121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300"/>
            <p:cNvSpPr/>
            <p:nvPr/>
          </p:nvSpPr>
          <p:spPr>
            <a:xfrm>
              <a:off x="4391325" y="1432182"/>
              <a:ext cx="449000" cy="147275"/>
            </a:xfrm>
            <a:custGeom>
              <a:rect b="b" l="l" r="r" t="t"/>
              <a:pathLst>
                <a:path extrusionOk="0" h="5891" w="17960">
                  <a:moveTo>
                    <a:pt x="17779" y="1"/>
                  </a:moveTo>
                  <a:cubicBezTo>
                    <a:pt x="17716" y="1"/>
                    <a:pt x="17656" y="35"/>
                    <a:pt x="17636" y="115"/>
                  </a:cubicBezTo>
                  <a:cubicBezTo>
                    <a:pt x="17153" y="1979"/>
                    <a:pt x="16677" y="4129"/>
                    <a:pt x="14832" y="5135"/>
                  </a:cubicBezTo>
                  <a:cubicBezTo>
                    <a:pt x="14365" y="5390"/>
                    <a:pt x="13916" y="5495"/>
                    <a:pt x="13480" y="5495"/>
                  </a:cubicBezTo>
                  <a:cubicBezTo>
                    <a:pt x="11986" y="5495"/>
                    <a:pt x="10644" y="4271"/>
                    <a:pt x="9238" y="3688"/>
                  </a:cubicBezTo>
                  <a:cubicBezTo>
                    <a:pt x="7824" y="3103"/>
                    <a:pt x="6286" y="2798"/>
                    <a:pt x="4753" y="2798"/>
                  </a:cubicBezTo>
                  <a:cubicBezTo>
                    <a:pt x="3133" y="2798"/>
                    <a:pt x="1517" y="3139"/>
                    <a:pt x="56" y="3849"/>
                  </a:cubicBezTo>
                  <a:cubicBezTo>
                    <a:pt x="0" y="3875"/>
                    <a:pt x="5" y="3944"/>
                    <a:pt x="37" y="3984"/>
                  </a:cubicBezTo>
                  <a:cubicBezTo>
                    <a:pt x="51" y="4001"/>
                    <a:pt x="71" y="4014"/>
                    <a:pt x="95" y="4014"/>
                  </a:cubicBezTo>
                  <a:cubicBezTo>
                    <a:pt x="104" y="4014"/>
                    <a:pt x="113" y="4012"/>
                    <a:pt x="122" y="4008"/>
                  </a:cubicBezTo>
                  <a:cubicBezTo>
                    <a:pt x="1626" y="3468"/>
                    <a:pt x="3182" y="3148"/>
                    <a:pt x="4758" y="3148"/>
                  </a:cubicBezTo>
                  <a:cubicBezTo>
                    <a:pt x="5377" y="3148"/>
                    <a:pt x="5999" y="3197"/>
                    <a:pt x="6622" y="3302"/>
                  </a:cubicBezTo>
                  <a:cubicBezTo>
                    <a:pt x="7707" y="3485"/>
                    <a:pt x="8772" y="3817"/>
                    <a:pt x="9760" y="4306"/>
                  </a:cubicBezTo>
                  <a:cubicBezTo>
                    <a:pt x="10520" y="4680"/>
                    <a:pt x="11200" y="5207"/>
                    <a:pt x="11977" y="5546"/>
                  </a:cubicBezTo>
                  <a:cubicBezTo>
                    <a:pt x="12519" y="5786"/>
                    <a:pt x="13022" y="5890"/>
                    <a:pt x="13485" y="5890"/>
                  </a:cubicBezTo>
                  <a:cubicBezTo>
                    <a:pt x="13523" y="5890"/>
                    <a:pt x="13560" y="5890"/>
                    <a:pt x="13597" y="5888"/>
                  </a:cubicBezTo>
                  <a:cubicBezTo>
                    <a:pt x="16111" y="5787"/>
                    <a:pt x="17453" y="2499"/>
                    <a:pt x="17945" y="201"/>
                  </a:cubicBezTo>
                  <a:cubicBezTo>
                    <a:pt x="17959" y="134"/>
                    <a:pt x="17936" y="79"/>
                    <a:pt x="17896" y="44"/>
                  </a:cubicBezTo>
                  <a:cubicBezTo>
                    <a:pt x="17864" y="16"/>
                    <a:pt x="17821" y="1"/>
                    <a:pt x="177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300"/>
            <p:cNvSpPr/>
            <p:nvPr/>
          </p:nvSpPr>
          <p:spPr>
            <a:xfrm>
              <a:off x="3954650" y="1435482"/>
              <a:ext cx="443875" cy="121825"/>
            </a:xfrm>
            <a:custGeom>
              <a:rect b="b" l="l" r="r" t="t"/>
              <a:pathLst>
                <a:path extrusionOk="0" h="4873" w="17755">
                  <a:moveTo>
                    <a:pt x="138" y="1"/>
                  </a:moveTo>
                  <a:cubicBezTo>
                    <a:pt x="70" y="1"/>
                    <a:pt x="1" y="57"/>
                    <a:pt x="23" y="143"/>
                  </a:cubicBezTo>
                  <a:cubicBezTo>
                    <a:pt x="35" y="189"/>
                    <a:pt x="47" y="235"/>
                    <a:pt x="61" y="281"/>
                  </a:cubicBezTo>
                  <a:cubicBezTo>
                    <a:pt x="738" y="2777"/>
                    <a:pt x="2546" y="4873"/>
                    <a:pt x="5195" y="4873"/>
                  </a:cubicBezTo>
                  <a:cubicBezTo>
                    <a:pt x="5394" y="4873"/>
                    <a:pt x="5598" y="4861"/>
                    <a:pt x="5807" y="4836"/>
                  </a:cubicBezTo>
                  <a:cubicBezTo>
                    <a:pt x="8242" y="4550"/>
                    <a:pt x="11272" y="2995"/>
                    <a:pt x="13982" y="2995"/>
                  </a:cubicBezTo>
                  <a:cubicBezTo>
                    <a:pt x="15222" y="2995"/>
                    <a:pt x="16394" y="3320"/>
                    <a:pt x="17412" y="4241"/>
                  </a:cubicBezTo>
                  <a:cubicBezTo>
                    <a:pt x="17445" y="4271"/>
                    <a:pt x="17481" y="4284"/>
                    <a:pt x="17517" y="4284"/>
                  </a:cubicBezTo>
                  <a:cubicBezTo>
                    <a:pt x="17643" y="4284"/>
                    <a:pt x="17754" y="4125"/>
                    <a:pt x="17636" y="4017"/>
                  </a:cubicBezTo>
                  <a:cubicBezTo>
                    <a:pt x="17585" y="3969"/>
                    <a:pt x="17531" y="3925"/>
                    <a:pt x="17479" y="3881"/>
                  </a:cubicBezTo>
                  <a:cubicBezTo>
                    <a:pt x="16471" y="3037"/>
                    <a:pt x="15218" y="2749"/>
                    <a:pt x="13919" y="2749"/>
                  </a:cubicBezTo>
                  <a:cubicBezTo>
                    <a:pt x="12525" y="2749"/>
                    <a:pt x="11079" y="3081"/>
                    <a:pt x="9829" y="3412"/>
                  </a:cubicBezTo>
                  <a:cubicBezTo>
                    <a:pt x="8316" y="3814"/>
                    <a:pt x="6715" y="4542"/>
                    <a:pt x="5118" y="4542"/>
                  </a:cubicBezTo>
                  <a:cubicBezTo>
                    <a:pt x="4682" y="4542"/>
                    <a:pt x="4248" y="4488"/>
                    <a:pt x="3815" y="4359"/>
                  </a:cubicBezTo>
                  <a:cubicBezTo>
                    <a:pt x="1914" y="3793"/>
                    <a:pt x="767" y="1872"/>
                    <a:pt x="244" y="83"/>
                  </a:cubicBezTo>
                  <a:cubicBezTo>
                    <a:pt x="228" y="25"/>
                    <a:pt x="183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300"/>
            <p:cNvSpPr/>
            <p:nvPr/>
          </p:nvSpPr>
          <p:spPr>
            <a:xfrm>
              <a:off x="3706450" y="1010207"/>
              <a:ext cx="260125" cy="488475"/>
            </a:xfrm>
            <a:custGeom>
              <a:rect b="b" l="l" r="r" t="t"/>
              <a:pathLst>
                <a:path extrusionOk="0" h="19539" w="10405">
                  <a:moveTo>
                    <a:pt x="4298" y="0"/>
                  </a:moveTo>
                  <a:cubicBezTo>
                    <a:pt x="3696" y="0"/>
                    <a:pt x="3129" y="165"/>
                    <a:pt x="2635" y="568"/>
                  </a:cubicBezTo>
                  <a:cubicBezTo>
                    <a:pt x="0" y="2721"/>
                    <a:pt x="4742" y="7059"/>
                    <a:pt x="1750" y="9296"/>
                  </a:cubicBezTo>
                  <a:cubicBezTo>
                    <a:pt x="1736" y="9292"/>
                    <a:pt x="1721" y="9290"/>
                    <a:pt x="1707" y="9290"/>
                  </a:cubicBezTo>
                  <a:cubicBezTo>
                    <a:pt x="1620" y="9290"/>
                    <a:pt x="1540" y="9367"/>
                    <a:pt x="1544" y="9449"/>
                  </a:cubicBezTo>
                  <a:cubicBezTo>
                    <a:pt x="1490" y="9507"/>
                    <a:pt x="1536" y="9598"/>
                    <a:pt x="1609" y="9598"/>
                  </a:cubicBezTo>
                  <a:cubicBezTo>
                    <a:pt x="1619" y="9598"/>
                    <a:pt x="1630" y="9596"/>
                    <a:pt x="1641" y="9592"/>
                  </a:cubicBezTo>
                  <a:lnTo>
                    <a:pt x="1641" y="9592"/>
                  </a:lnTo>
                  <a:cubicBezTo>
                    <a:pt x="4371" y="12040"/>
                    <a:pt x="46" y="16087"/>
                    <a:pt x="2542" y="18678"/>
                  </a:cubicBezTo>
                  <a:cubicBezTo>
                    <a:pt x="3136" y="19295"/>
                    <a:pt x="3915" y="19538"/>
                    <a:pt x="4755" y="19538"/>
                  </a:cubicBezTo>
                  <a:cubicBezTo>
                    <a:pt x="6593" y="19538"/>
                    <a:pt x="8724" y="18374"/>
                    <a:pt x="9856" y="17408"/>
                  </a:cubicBezTo>
                  <a:cubicBezTo>
                    <a:pt x="9882" y="17384"/>
                    <a:pt x="9884" y="17352"/>
                    <a:pt x="9872" y="17324"/>
                  </a:cubicBezTo>
                  <a:cubicBezTo>
                    <a:pt x="9859" y="17293"/>
                    <a:pt x="9829" y="17268"/>
                    <a:pt x="9798" y="17268"/>
                  </a:cubicBezTo>
                  <a:cubicBezTo>
                    <a:pt x="9785" y="17268"/>
                    <a:pt x="9772" y="17272"/>
                    <a:pt x="9760" y="17281"/>
                  </a:cubicBezTo>
                  <a:cubicBezTo>
                    <a:pt x="8522" y="18119"/>
                    <a:pt x="7172" y="18809"/>
                    <a:pt x="5687" y="19072"/>
                  </a:cubicBezTo>
                  <a:cubicBezTo>
                    <a:pt x="5366" y="19129"/>
                    <a:pt x="5023" y="19169"/>
                    <a:pt x="4681" y="19169"/>
                  </a:cubicBezTo>
                  <a:cubicBezTo>
                    <a:pt x="3970" y="19169"/>
                    <a:pt x="3262" y="18998"/>
                    <a:pt x="2756" y="18463"/>
                  </a:cubicBezTo>
                  <a:cubicBezTo>
                    <a:pt x="2071" y="17740"/>
                    <a:pt x="2006" y="16650"/>
                    <a:pt x="2126" y="15720"/>
                  </a:cubicBezTo>
                  <a:cubicBezTo>
                    <a:pt x="2394" y="13674"/>
                    <a:pt x="3740" y="11125"/>
                    <a:pt x="1925" y="9433"/>
                  </a:cubicBezTo>
                  <a:cubicBezTo>
                    <a:pt x="3766" y="8244"/>
                    <a:pt x="2916" y="5665"/>
                    <a:pt x="2480" y="3917"/>
                  </a:cubicBezTo>
                  <a:cubicBezTo>
                    <a:pt x="2214" y="2850"/>
                    <a:pt x="1914" y="1355"/>
                    <a:pt x="3078" y="673"/>
                  </a:cubicBezTo>
                  <a:cubicBezTo>
                    <a:pt x="3426" y="469"/>
                    <a:pt x="3823" y="390"/>
                    <a:pt x="4229" y="390"/>
                  </a:cubicBezTo>
                  <a:cubicBezTo>
                    <a:pt x="4771" y="390"/>
                    <a:pt x="5328" y="532"/>
                    <a:pt x="5804" y="710"/>
                  </a:cubicBezTo>
                  <a:cubicBezTo>
                    <a:pt x="7359" y="1289"/>
                    <a:pt x="8757" y="2347"/>
                    <a:pt x="10208" y="3144"/>
                  </a:cubicBezTo>
                  <a:cubicBezTo>
                    <a:pt x="10231" y="3157"/>
                    <a:pt x="10253" y="3162"/>
                    <a:pt x="10274" y="3162"/>
                  </a:cubicBezTo>
                  <a:cubicBezTo>
                    <a:pt x="10348" y="3162"/>
                    <a:pt x="10404" y="3093"/>
                    <a:pt x="10404" y="3021"/>
                  </a:cubicBezTo>
                  <a:cubicBezTo>
                    <a:pt x="10404" y="2982"/>
                    <a:pt x="10385" y="2940"/>
                    <a:pt x="10341" y="2912"/>
                  </a:cubicBezTo>
                  <a:cubicBezTo>
                    <a:pt x="8950" y="2015"/>
                    <a:pt x="6406" y="0"/>
                    <a:pt x="4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72" name="Google Shape;6272;p300"/>
          <p:cNvSpPr txBox="1"/>
          <p:nvPr>
            <p:ph type="ctrTitle"/>
          </p:nvPr>
        </p:nvSpPr>
        <p:spPr>
          <a:xfrm flipH="1">
            <a:off x="3050275" y="3150850"/>
            <a:ext cx="3043500" cy="424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18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6273" name="Google Shape;6273;p300"/>
          <p:cNvSpPr txBox="1"/>
          <p:nvPr>
            <p:ph idx="1" type="subTitle"/>
          </p:nvPr>
        </p:nvSpPr>
        <p:spPr>
          <a:xfrm flipH="1">
            <a:off x="1698300" y="1796000"/>
            <a:ext cx="5747400" cy="13548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indent="0" lvl="0" marL="0" marR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Gloria Hallelujah"/>
              <a:buNone/>
              <a:defRPr sz="23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4pPr>
            <a:lvl5pPr lvl="4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5pPr>
            <a:lvl6pPr lvl="5" algn="ctr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6pPr>
            <a:lvl7pPr lvl="6" algn="ctr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7pPr>
            <a:lvl8pPr lvl="7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8pPr>
            <a:lvl9pPr lvl="8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6274" name="Google Shape;6274;p300"/>
          <p:cNvGrpSpPr/>
          <p:nvPr/>
        </p:nvGrpSpPr>
        <p:grpSpPr>
          <a:xfrm rot="899936">
            <a:off x="1146983" y="4620964"/>
            <a:ext cx="226551" cy="205209"/>
            <a:chOff x="1640475" y="1197075"/>
            <a:chExt cx="55475" cy="50250"/>
          </a:xfrm>
        </p:grpSpPr>
        <p:sp>
          <p:nvSpPr>
            <p:cNvPr id="6275" name="Google Shape;6275;p30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30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30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78" name="Google Shape;6278;p300"/>
          <p:cNvSpPr/>
          <p:nvPr/>
        </p:nvSpPr>
        <p:spPr>
          <a:xfrm flipH="1" rot="-1799742">
            <a:off x="364579" y="391309"/>
            <a:ext cx="434371" cy="101755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9" name="Google Shape;6279;p300"/>
          <p:cNvSpPr/>
          <p:nvPr/>
        </p:nvSpPr>
        <p:spPr>
          <a:xfrm flipH="1" rot="-9899901">
            <a:off x="5037735" y="4802269"/>
            <a:ext cx="545173" cy="127720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80" name="Google Shape;6280;p300"/>
          <p:cNvGrpSpPr/>
          <p:nvPr/>
        </p:nvGrpSpPr>
        <p:grpSpPr>
          <a:xfrm rot="-7199893">
            <a:off x="6496818" y="4744065"/>
            <a:ext cx="228603" cy="207088"/>
            <a:chOff x="1640475" y="1197075"/>
            <a:chExt cx="55475" cy="50250"/>
          </a:xfrm>
        </p:grpSpPr>
        <p:sp>
          <p:nvSpPr>
            <p:cNvPr id="6281" name="Google Shape;6281;p30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30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30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84" name="Google Shape;6284;p300"/>
          <p:cNvSpPr/>
          <p:nvPr/>
        </p:nvSpPr>
        <p:spPr>
          <a:xfrm flipH="1" rot="-143173">
            <a:off x="2774705" y="264946"/>
            <a:ext cx="970033" cy="227238"/>
          </a:xfrm>
          <a:custGeom>
            <a:rect b="b" l="l" r="r" t="t"/>
            <a:pathLst>
              <a:path extrusionOk="0" h="1733" w="7397">
                <a:moveTo>
                  <a:pt x="5860" y="0"/>
                </a:moveTo>
                <a:cubicBezTo>
                  <a:pt x="5799" y="0"/>
                  <a:pt x="5741" y="11"/>
                  <a:pt x="5686" y="32"/>
                </a:cubicBezTo>
                <a:cubicBezTo>
                  <a:pt x="5466" y="121"/>
                  <a:pt x="5383" y="336"/>
                  <a:pt x="5302" y="543"/>
                </a:cubicBezTo>
                <a:cubicBezTo>
                  <a:pt x="5254" y="668"/>
                  <a:pt x="5205" y="796"/>
                  <a:pt x="5126" y="889"/>
                </a:cubicBezTo>
                <a:cubicBezTo>
                  <a:pt x="5014" y="1021"/>
                  <a:pt x="4860" y="1053"/>
                  <a:pt x="4751" y="1057"/>
                </a:cubicBezTo>
                <a:cubicBezTo>
                  <a:pt x="4742" y="1057"/>
                  <a:pt x="4734" y="1057"/>
                  <a:pt x="4725" y="1057"/>
                </a:cubicBezTo>
                <a:cubicBezTo>
                  <a:pt x="4511" y="1057"/>
                  <a:pt x="4276" y="958"/>
                  <a:pt x="4120" y="799"/>
                </a:cubicBezTo>
                <a:cubicBezTo>
                  <a:pt x="4087" y="765"/>
                  <a:pt x="4055" y="729"/>
                  <a:pt x="4022" y="693"/>
                </a:cubicBezTo>
                <a:cubicBezTo>
                  <a:pt x="3950" y="610"/>
                  <a:pt x="3874" y="524"/>
                  <a:pt x="3776" y="460"/>
                </a:cubicBezTo>
                <a:cubicBezTo>
                  <a:pt x="3674" y="394"/>
                  <a:pt x="3552" y="359"/>
                  <a:pt x="3425" y="359"/>
                </a:cubicBezTo>
                <a:cubicBezTo>
                  <a:pt x="3376" y="359"/>
                  <a:pt x="3325" y="365"/>
                  <a:pt x="3276" y="375"/>
                </a:cubicBezTo>
                <a:cubicBezTo>
                  <a:pt x="3098" y="414"/>
                  <a:pt x="2945" y="517"/>
                  <a:pt x="2855" y="658"/>
                </a:cubicBezTo>
                <a:cubicBezTo>
                  <a:pt x="2796" y="751"/>
                  <a:pt x="2759" y="858"/>
                  <a:pt x="2723" y="962"/>
                </a:cubicBezTo>
                <a:cubicBezTo>
                  <a:pt x="2665" y="1131"/>
                  <a:pt x="2614" y="1277"/>
                  <a:pt x="2485" y="1333"/>
                </a:cubicBezTo>
                <a:cubicBezTo>
                  <a:pt x="2453" y="1347"/>
                  <a:pt x="2420" y="1353"/>
                  <a:pt x="2387" y="1353"/>
                </a:cubicBezTo>
                <a:cubicBezTo>
                  <a:pt x="2220" y="1353"/>
                  <a:pt x="2046" y="1198"/>
                  <a:pt x="1947" y="1092"/>
                </a:cubicBezTo>
                <a:cubicBezTo>
                  <a:pt x="1784" y="919"/>
                  <a:pt x="1583" y="706"/>
                  <a:pt x="1324" y="706"/>
                </a:cubicBezTo>
                <a:cubicBezTo>
                  <a:pt x="1308" y="706"/>
                  <a:pt x="1292" y="707"/>
                  <a:pt x="1276" y="709"/>
                </a:cubicBezTo>
                <a:cubicBezTo>
                  <a:pt x="985" y="739"/>
                  <a:pt x="854" y="994"/>
                  <a:pt x="728" y="1242"/>
                </a:cubicBezTo>
                <a:cubicBezTo>
                  <a:pt x="669" y="1354"/>
                  <a:pt x="609" y="1471"/>
                  <a:pt x="536" y="1561"/>
                </a:cubicBezTo>
                <a:cubicBezTo>
                  <a:pt x="519" y="1564"/>
                  <a:pt x="502" y="1565"/>
                  <a:pt x="486" y="1565"/>
                </a:cubicBezTo>
                <a:cubicBezTo>
                  <a:pt x="360" y="1565"/>
                  <a:pt x="234" y="1499"/>
                  <a:pt x="167" y="1391"/>
                </a:cubicBezTo>
                <a:cubicBezTo>
                  <a:pt x="151" y="1366"/>
                  <a:pt x="124" y="1352"/>
                  <a:pt x="96" y="1352"/>
                </a:cubicBezTo>
                <a:cubicBezTo>
                  <a:pt x="81" y="1352"/>
                  <a:pt x="65" y="1356"/>
                  <a:pt x="52" y="1365"/>
                </a:cubicBezTo>
                <a:cubicBezTo>
                  <a:pt x="12" y="1389"/>
                  <a:pt x="0" y="1440"/>
                  <a:pt x="25" y="1480"/>
                </a:cubicBezTo>
                <a:cubicBezTo>
                  <a:pt x="122" y="1636"/>
                  <a:pt x="306" y="1732"/>
                  <a:pt x="489" y="1732"/>
                </a:cubicBezTo>
                <a:cubicBezTo>
                  <a:pt x="526" y="1732"/>
                  <a:pt x="562" y="1728"/>
                  <a:pt x="599" y="1720"/>
                </a:cubicBezTo>
                <a:cubicBezTo>
                  <a:pt x="616" y="1716"/>
                  <a:pt x="631" y="1707"/>
                  <a:pt x="642" y="1694"/>
                </a:cubicBezTo>
                <a:cubicBezTo>
                  <a:pt x="739" y="1586"/>
                  <a:pt x="809" y="1449"/>
                  <a:pt x="876" y="1318"/>
                </a:cubicBezTo>
                <a:cubicBezTo>
                  <a:pt x="993" y="1091"/>
                  <a:pt x="1092" y="896"/>
                  <a:pt x="1293" y="875"/>
                </a:cubicBezTo>
                <a:cubicBezTo>
                  <a:pt x="1303" y="874"/>
                  <a:pt x="1312" y="874"/>
                  <a:pt x="1322" y="874"/>
                </a:cubicBezTo>
                <a:cubicBezTo>
                  <a:pt x="1510" y="874"/>
                  <a:pt x="1677" y="1050"/>
                  <a:pt x="1826" y="1209"/>
                </a:cubicBezTo>
                <a:cubicBezTo>
                  <a:pt x="2019" y="1414"/>
                  <a:pt x="2213" y="1520"/>
                  <a:pt x="2388" y="1520"/>
                </a:cubicBezTo>
                <a:cubicBezTo>
                  <a:pt x="2445" y="1520"/>
                  <a:pt x="2500" y="1509"/>
                  <a:pt x="2551" y="1486"/>
                </a:cubicBezTo>
                <a:cubicBezTo>
                  <a:pt x="2749" y="1401"/>
                  <a:pt x="2816" y="1205"/>
                  <a:pt x="2882" y="1016"/>
                </a:cubicBezTo>
                <a:cubicBezTo>
                  <a:pt x="2914" y="922"/>
                  <a:pt x="2947" y="825"/>
                  <a:pt x="2996" y="749"/>
                </a:cubicBezTo>
                <a:cubicBezTo>
                  <a:pt x="3062" y="645"/>
                  <a:pt x="3176" y="569"/>
                  <a:pt x="3311" y="540"/>
                </a:cubicBezTo>
                <a:cubicBezTo>
                  <a:pt x="3350" y="531"/>
                  <a:pt x="3389" y="527"/>
                  <a:pt x="3427" y="527"/>
                </a:cubicBezTo>
                <a:cubicBezTo>
                  <a:pt x="3521" y="527"/>
                  <a:pt x="3610" y="552"/>
                  <a:pt x="3684" y="601"/>
                </a:cubicBezTo>
                <a:cubicBezTo>
                  <a:pt x="3763" y="652"/>
                  <a:pt x="3828" y="726"/>
                  <a:pt x="3896" y="804"/>
                </a:cubicBezTo>
                <a:cubicBezTo>
                  <a:pt x="3931" y="842"/>
                  <a:pt x="3965" y="881"/>
                  <a:pt x="4000" y="918"/>
                </a:cubicBezTo>
                <a:cubicBezTo>
                  <a:pt x="4188" y="1108"/>
                  <a:pt x="4461" y="1224"/>
                  <a:pt x="4720" y="1224"/>
                </a:cubicBezTo>
                <a:cubicBezTo>
                  <a:pt x="4733" y="1224"/>
                  <a:pt x="4745" y="1224"/>
                  <a:pt x="4757" y="1224"/>
                </a:cubicBezTo>
                <a:cubicBezTo>
                  <a:pt x="4961" y="1217"/>
                  <a:pt x="5132" y="1138"/>
                  <a:pt x="5253" y="997"/>
                </a:cubicBezTo>
                <a:cubicBezTo>
                  <a:pt x="5350" y="884"/>
                  <a:pt x="5405" y="741"/>
                  <a:pt x="5458" y="603"/>
                </a:cubicBezTo>
                <a:cubicBezTo>
                  <a:pt x="5532" y="414"/>
                  <a:pt x="5595" y="249"/>
                  <a:pt x="5748" y="188"/>
                </a:cubicBezTo>
                <a:cubicBezTo>
                  <a:pt x="5784" y="174"/>
                  <a:pt x="5823" y="167"/>
                  <a:pt x="5861" y="167"/>
                </a:cubicBezTo>
                <a:cubicBezTo>
                  <a:pt x="6006" y="167"/>
                  <a:pt x="6157" y="257"/>
                  <a:pt x="6270" y="342"/>
                </a:cubicBezTo>
                <a:cubicBezTo>
                  <a:pt x="6297" y="363"/>
                  <a:pt x="6324" y="384"/>
                  <a:pt x="6351" y="405"/>
                </a:cubicBezTo>
                <a:cubicBezTo>
                  <a:pt x="6505" y="528"/>
                  <a:pt x="6665" y="654"/>
                  <a:pt x="6869" y="683"/>
                </a:cubicBezTo>
                <a:cubicBezTo>
                  <a:pt x="6888" y="686"/>
                  <a:pt x="6907" y="687"/>
                  <a:pt x="6926" y="687"/>
                </a:cubicBezTo>
                <a:cubicBezTo>
                  <a:pt x="7064" y="687"/>
                  <a:pt x="7208" y="621"/>
                  <a:pt x="7297" y="512"/>
                </a:cubicBezTo>
                <a:cubicBezTo>
                  <a:pt x="7373" y="418"/>
                  <a:pt x="7396" y="304"/>
                  <a:pt x="7359" y="200"/>
                </a:cubicBezTo>
                <a:cubicBezTo>
                  <a:pt x="7347" y="166"/>
                  <a:pt x="7314" y="144"/>
                  <a:pt x="7280" y="144"/>
                </a:cubicBezTo>
                <a:cubicBezTo>
                  <a:pt x="7270" y="144"/>
                  <a:pt x="7261" y="146"/>
                  <a:pt x="7252" y="149"/>
                </a:cubicBezTo>
                <a:cubicBezTo>
                  <a:pt x="7208" y="165"/>
                  <a:pt x="7186" y="212"/>
                  <a:pt x="7201" y="256"/>
                </a:cubicBezTo>
                <a:cubicBezTo>
                  <a:pt x="7223" y="318"/>
                  <a:pt x="7194" y="372"/>
                  <a:pt x="7166" y="406"/>
                </a:cubicBezTo>
                <a:cubicBezTo>
                  <a:pt x="7111" y="474"/>
                  <a:pt x="7015" y="519"/>
                  <a:pt x="6927" y="519"/>
                </a:cubicBezTo>
                <a:cubicBezTo>
                  <a:pt x="6916" y="519"/>
                  <a:pt x="6904" y="518"/>
                  <a:pt x="6893" y="516"/>
                </a:cubicBezTo>
                <a:cubicBezTo>
                  <a:pt x="6734" y="494"/>
                  <a:pt x="6598" y="387"/>
                  <a:pt x="6455" y="274"/>
                </a:cubicBezTo>
                <a:cubicBezTo>
                  <a:pt x="6427" y="252"/>
                  <a:pt x="6399" y="230"/>
                  <a:pt x="6372" y="209"/>
                </a:cubicBezTo>
                <a:cubicBezTo>
                  <a:pt x="6189" y="70"/>
                  <a:pt x="6015" y="0"/>
                  <a:pt x="58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85" name="Google Shape;6285;p300"/>
          <p:cNvGrpSpPr/>
          <p:nvPr/>
        </p:nvGrpSpPr>
        <p:grpSpPr>
          <a:xfrm rot="-5400176">
            <a:off x="8462420" y="504765"/>
            <a:ext cx="324157" cy="293631"/>
            <a:chOff x="1640475" y="1197075"/>
            <a:chExt cx="55475" cy="50250"/>
          </a:xfrm>
        </p:grpSpPr>
        <p:sp>
          <p:nvSpPr>
            <p:cNvPr id="6286" name="Google Shape;6286;p30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30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30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9" name="Google Shape;6289;p300"/>
          <p:cNvGrpSpPr/>
          <p:nvPr/>
        </p:nvGrpSpPr>
        <p:grpSpPr>
          <a:xfrm rot="-9900030">
            <a:off x="667534" y="4625752"/>
            <a:ext cx="215932" cy="195605"/>
            <a:chOff x="1640475" y="1197075"/>
            <a:chExt cx="55475" cy="50250"/>
          </a:xfrm>
        </p:grpSpPr>
        <p:sp>
          <p:nvSpPr>
            <p:cNvPr id="6290" name="Google Shape;6290;p30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30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30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3" name="Google Shape;6293;p300"/>
          <p:cNvGrpSpPr/>
          <p:nvPr/>
        </p:nvGrpSpPr>
        <p:grpSpPr>
          <a:xfrm rot="-7200118">
            <a:off x="415533" y="1000416"/>
            <a:ext cx="332475" cy="301169"/>
            <a:chOff x="1640475" y="1197075"/>
            <a:chExt cx="55475" cy="50250"/>
          </a:xfrm>
        </p:grpSpPr>
        <p:sp>
          <p:nvSpPr>
            <p:cNvPr id="6294" name="Google Shape;6294;p300"/>
            <p:cNvSpPr/>
            <p:nvPr/>
          </p:nvSpPr>
          <p:spPr>
            <a:xfrm>
              <a:off x="1671500" y="1229475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7" y="0"/>
                  </a:moveTo>
                  <a:cubicBezTo>
                    <a:pt x="607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1" y="714"/>
                    <a:pt x="511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5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300"/>
            <p:cNvSpPr/>
            <p:nvPr/>
          </p:nvSpPr>
          <p:spPr>
            <a:xfrm>
              <a:off x="1640475" y="1224000"/>
              <a:ext cx="24450" cy="17850"/>
            </a:xfrm>
            <a:custGeom>
              <a:rect b="b" l="l" r="r" t="t"/>
              <a:pathLst>
                <a:path extrusionOk="0" h="714" w="978">
                  <a:moveTo>
                    <a:pt x="716" y="0"/>
                  </a:moveTo>
                  <a:cubicBezTo>
                    <a:pt x="606" y="0"/>
                    <a:pt x="467" y="48"/>
                    <a:pt x="336" y="140"/>
                  </a:cubicBezTo>
                  <a:cubicBezTo>
                    <a:pt x="113" y="296"/>
                    <a:pt x="1" y="520"/>
                    <a:pt x="85" y="640"/>
                  </a:cubicBezTo>
                  <a:cubicBezTo>
                    <a:pt x="120" y="690"/>
                    <a:pt x="183" y="714"/>
                    <a:pt x="261" y="714"/>
                  </a:cubicBezTo>
                  <a:cubicBezTo>
                    <a:pt x="370" y="714"/>
                    <a:pt x="510" y="666"/>
                    <a:pt x="641" y="575"/>
                  </a:cubicBezTo>
                  <a:cubicBezTo>
                    <a:pt x="864" y="419"/>
                    <a:pt x="977" y="194"/>
                    <a:pt x="893" y="75"/>
                  </a:cubicBezTo>
                  <a:cubicBezTo>
                    <a:pt x="858" y="24"/>
                    <a:pt x="794" y="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300"/>
            <p:cNvSpPr/>
            <p:nvPr/>
          </p:nvSpPr>
          <p:spPr>
            <a:xfrm>
              <a:off x="1655775" y="1197075"/>
              <a:ext cx="24425" cy="17875"/>
            </a:xfrm>
            <a:custGeom>
              <a:rect b="b" l="l" r="r" t="t"/>
              <a:pathLst>
                <a:path extrusionOk="0" h="715" w="977">
                  <a:moveTo>
                    <a:pt x="716" y="1"/>
                  </a:moveTo>
                  <a:cubicBezTo>
                    <a:pt x="606" y="1"/>
                    <a:pt x="467" y="49"/>
                    <a:pt x="336" y="140"/>
                  </a:cubicBezTo>
                  <a:cubicBezTo>
                    <a:pt x="113" y="296"/>
                    <a:pt x="1" y="520"/>
                    <a:pt x="84" y="640"/>
                  </a:cubicBezTo>
                  <a:cubicBezTo>
                    <a:pt x="119" y="690"/>
                    <a:pt x="182" y="714"/>
                    <a:pt x="260" y="714"/>
                  </a:cubicBezTo>
                  <a:cubicBezTo>
                    <a:pt x="371" y="714"/>
                    <a:pt x="510" y="666"/>
                    <a:pt x="641" y="575"/>
                  </a:cubicBezTo>
                  <a:cubicBezTo>
                    <a:pt x="864" y="419"/>
                    <a:pt x="976" y="194"/>
                    <a:pt x="893" y="75"/>
                  </a:cubicBezTo>
                  <a:cubicBezTo>
                    <a:pt x="858" y="25"/>
                    <a:pt x="794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97" name="Google Shape;6297;p300"/>
          <p:cNvSpPr/>
          <p:nvPr/>
        </p:nvSpPr>
        <p:spPr>
          <a:xfrm>
            <a:off x="8536325" y="4434061"/>
            <a:ext cx="609613" cy="955159"/>
          </a:xfrm>
          <a:custGeom>
            <a:rect b="b" l="l" r="r" t="t"/>
            <a:pathLst>
              <a:path extrusionOk="0" h="22473" w="14343">
                <a:moveTo>
                  <a:pt x="14283" y="0"/>
                </a:moveTo>
                <a:cubicBezTo>
                  <a:pt x="14278" y="0"/>
                  <a:pt x="14274" y="1"/>
                  <a:pt x="14269" y="2"/>
                </a:cubicBezTo>
                <a:cubicBezTo>
                  <a:pt x="14076" y="49"/>
                  <a:pt x="13869" y="90"/>
                  <a:pt x="13618" y="128"/>
                </a:cubicBezTo>
                <a:cubicBezTo>
                  <a:pt x="13588" y="133"/>
                  <a:pt x="13567" y="161"/>
                  <a:pt x="13572" y="192"/>
                </a:cubicBezTo>
                <a:cubicBezTo>
                  <a:pt x="13576" y="219"/>
                  <a:pt x="13599" y="239"/>
                  <a:pt x="13626" y="239"/>
                </a:cubicBezTo>
                <a:cubicBezTo>
                  <a:pt x="13629" y="239"/>
                  <a:pt x="13632" y="238"/>
                  <a:pt x="13635" y="238"/>
                </a:cubicBezTo>
                <a:cubicBezTo>
                  <a:pt x="13889" y="199"/>
                  <a:pt x="14098" y="158"/>
                  <a:pt x="14295" y="110"/>
                </a:cubicBezTo>
                <a:cubicBezTo>
                  <a:pt x="14325" y="102"/>
                  <a:pt x="14343" y="73"/>
                  <a:pt x="14336" y="43"/>
                </a:cubicBezTo>
                <a:cubicBezTo>
                  <a:pt x="14330" y="17"/>
                  <a:pt x="14308" y="0"/>
                  <a:pt x="14283" y="0"/>
                </a:cubicBezTo>
                <a:close/>
                <a:moveTo>
                  <a:pt x="12856" y="233"/>
                </a:moveTo>
                <a:cubicBezTo>
                  <a:pt x="12853" y="233"/>
                  <a:pt x="12851" y="233"/>
                  <a:pt x="12848" y="234"/>
                </a:cubicBezTo>
                <a:cubicBezTo>
                  <a:pt x="12559" y="272"/>
                  <a:pt x="12317" y="308"/>
                  <a:pt x="12076" y="353"/>
                </a:cubicBezTo>
                <a:cubicBezTo>
                  <a:pt x="12046" y="360"/>
                  <a:pt x="12026" y="389"/>
                  <a:pt x="12032" y="419"/>
                </a:cubicBezTo>
                <a:cubicBezTo>
                  <a:pt x="12036" y="445"/>
                  <a:pt x="12060" y="464"/>
                  <a:pt x="12087" y="464"/>
                </a:cubicBezTo>
                <a:cubicBezTo>
                  <a:pt x="12090" y="464"/>
                  <a:pt x="12093" y="464"/>
                  <a:pt x="12096" y="462"/>
                </a:cubicBezTo>
                <a:cubicBezTo>
                  <a:pt x="12336" y="418"/>
                  <a:pt x="12576" y="382"/>
                  <a:pt x="12862" y="345"/>
                </a:cubicBezTo>
                <a:cubicBezTo>
                  <a:pt x="12893" y="341"/>
                  <a:pt x="12915" y="313"/>
                  <a:pt x="12910" y="282"/>
                </a:cubicBezTo>
                <a:cubicBezTo>
                  <a:pt x="12906" y="254"/>
                  <a:pt x="12883" y="233"/>
                  <a:pt x="12856" y="233"/>
                </a:cubicBezTo>
                <a:close/>
                <a:moveTo>
                  <a:pt x="11334" y="548"/>
                </a:moveTo>
                <a:cubicBezTo>
                  <a:pt x="11328" y="548"/>
                  <a:pt x="11321" y="549"/>
                  <a:pt x="11315" y="551"/>
                </a:cubicBezTo>
                <a:cubicBezTo>
                  <a:pt x="11092" y="628"/>
                  <a:pt x="10892" y="718"/>
                  <a:pt x="10705" y="827"/>
                </a:cubicBezTo>
                <a:cubicBezTo>
                  <a:pt x="10670" y="846"/>
                  <a:pt x="10636" y="867"/>
                  <a:pt x="10603" y="888"/>
                </a:cubicBezTo>
                <a:cubicBezTo>
                  <a:pt x="10576" y="905"/>
                  <a:pt x="10569" y="939"/>
                  <a:pt x="10585" y="965"/>
                </a:cubicBezTo>
                <a:cubicBezTo>
                  <a:pt x="10595" y="982"/>
                  <a:pt x="10614" y="991"/>
                  <a:pt x="10632" y="991"/>
                </a:cubicBezTo>
                <a:cubicBezTo>
                  <a:pt x="10642" y="991"/>
                  <a:pt x="10653" y="988"/>
                  <a:pt x="10662" y="983"/>
                </a:cubicBezTo>
                <a:cubicBezTo>
                  <a:pt x="10695" y="962"/>
                  <a:pt x="10728" y="942"/>
                  <a:pt x="10761" y="923"/>
                </a:cubicBezTo>
                <a:cubicBezTo>
                  <a:pt x="10941" y="818"/>
                  <a:pt x="11136" y="731"/>
                  <a:pt x="11352" y="656"/>
                </a:cubicBezTo>
                <a:cubicBezTo>
                  <a:pt x="11382" y="646"/>
                  <a:pt x="11397" y="614"/>
                  <a:pt x="11386" y="585"/>
                </a:cubicBezTo>
                <a:cubicBezTo>
                  <a:pt x="11378" y="563"/>
                  <a:pt x="11357" y="548"/>
                  <a:pt x="11334" y="548"/>
                </a:cubicBezTo>
                <a:close/>
                <a:moveTo>
                  <a:pt x="10028" y="1368"/>
                </a:moveTo>
                <a:cubicBezTo>
                  <a:pt x="10013" y="1368"/>
                  <a:pt x="9999" y="1373"/>
                  <a:pt x="9989" y="1384"/>
                </a:cubicBezTo>
                <a:cubicBezTo>
                  <a:pt x="9813" y="1561"/>
                  <a:pt x="9645" y="1765"/>
                  <a:pt x="9486" y="1990"/>
                </a:cubicBezTo>
                <a:cubicBezTo>
                  <a:pt x="9469" y="2016"/>
                  <a:pt x="9476" y="2050"/>
                  <a:pt x="9500" y="2068"/>
                </a:cubicBezTo>
                <a:cubicBezTo>
                  <a:pt x="9510" y="2074"/>
                  <a:pt x="9522" y="2078"/>
                  <a:pt x="9532" y="2078"/>
                </a:cubicBezTo>
                <a:cubicBezTo>
                  <a:pt x="9550" y="2078"/>
                  <a:pt x="9567" y="2069"/>
                  <a:pt x="9578" y="2054"/>
                </a:cubicBezTo>
                <a:cubicBezTo>
                  <a:pt x="9732" y="1833"/>
                  <a:pt x="9897" y="1634"/>
                  <a:pt x="10068" y="1462"/>
                </a:cubicBezTo>
                <a:cubicBezTo>
                  <a:pt x="10089" y="1441"/>
                  <a:pt x="10089" y="1406"/>
                  <a:pt x="10068" y="1384"/>
                </a:cubicBezTo>
                <a:cubicBezTo>
                  <a:pt x="10056" y="1373"/>
                  <a:pt x="10042" y="1368"/>
                  <a:pt x="10028" y="1368"/>
                </a:cubicBezTo>
                <a:close/>
                <a:moveTo>
                  <a:pt x="9128" y="2632"/>
                </a:moveTo>
                <a:cubicBezTo>
                  <a:pt x="9109" y="2632"/>
                  <a:pt x="9090" y="2643"/>
                  <a:pt x="9079" y="2661"/>
                </a:cubicBezTo>
                <a:cubicBezTo>
                  <a:pt x="9048" y="2720"/>
                  <a:pt x="9019" y="2778"/>
                  <a:pt x="8989" y="2838"/>
                </a:cubicBezTo>
                <a:cubicBezTo>
                  <a:pt x="8905" y="3006"/>
                  <a:pt x="8823" y="3184"/>
                  <a:pt x="8745" y="3368"/>
                </a:cubicBezTo>
                <a:cubicBezTo>
                  <a:pt x="8733" y="3396"/>
                  <a:pt x="8746" y="3429"/>
                  <a:pt x="8774" y="3441"/>
                </a:cubicBezTo>
                <a:cubicBezTo>
                  <a:pt x="8781" y="3444"/>
                  <a:pt x="8789" y="3445"/>
                  <a:pt x="8796" y="3445"/>
                </a:cubicBezTo>
                <a:cubicBezTo>
                  <a:pt x="8818" y="3445"/>
                  <a:pt x="8838" y="3433"/>
                  <a:pt x="8847" y="3412"/>
                </a:cubicBezTo>
                <a:cubicBezTo>
                  <a:pt x="8925" y="3230"/>
                  <a:pt x="9006" y="3054"/>
                  <a:pt x="9088" y="2887"/>
                </a:cubicBezTo>
                <a:cubicBezTo>
                  <a:pt x="9117" y="2830"/>
                  <a:pt x="9147" y="2771"/>
                  <a:pt x="9178" y="2713"/>
                </a:cubicBezTo>
                <a:cubicBezTo>
                  <a:pt x="9193" y="2686"/>
                  <a:pt x="9182" y="2652"/>
                  <a:pt x="9154" y="2639"/>
                </a:cubicBezTo>
                <a:cubicBezTo>
                  <a:pt x="9146" y="2634"/>
                  <a:pt x="9137" y="2632"/>
                  <a:pt x="9128" y="2632"/>
                </a:cubicBezTo>
                <a:close/>
                <a:moveTo>
                  <a:pt x="8515" y="4060"/>
                </a:moveTo>
                <a:cubicBezTo>
                  <a:pt x="8491" y="4060"/>
                  <a:pt x="8470" y="4074"/>
                  <a:pt x="8462" y="4097"/>
                </a:cubicBezTo>
                <a:cubicBezTo>
                  <a:pt x="8381" y="4324"/>
                  <a:pt x="8301" y="4567"/>
                  <a:pt x="8216" y="4838"/>
                </a:cubicBezTo>
                <a:cubicBezTo>
                  <a:pt x="8208" y="4867"/>
                  <a:pt x="8224" y="4898"/>
                  <a:pt x="8254" y="4908"/>
                </a:cubicBezTo>
                <a:cubicBezTo>
                  <a:pt x="8259" y="4909"/>
                  <a:pt x="8264" y="4910"/>
                  <a:pt x="8270" y="4910"/>
                </a:cubicBezTo>
                <a:cubicBezTo>
                  <a:pt x="8293" y="4910"/>
                  <a:pt x="8316" y="4895"/>
                  <a:pt x="8322" y="4870"/>
                </a:cubicBezTo>
                <a:cubicBezTo>
                  <a:pt x="8406" y="4601"/>
                  <a:pt x="8486" y="4360"/>
                  <a:pt x="8567" y="4134"/>
                </a:cubicBezTo>
                <a:cubicBezTo>
                  <a:pt x="8576" y="4105"/>
                  <a:pt x="8561" y="4073"/>
                  <a:pt x="8533" y="4063"/>
                </a:cubicBezTo>
                <a:cubicBezTo>
                  <a:pt x="8527" y="4061"/>
                  <a:pt x="8521" y="4060"/>
                  <a:pt x="8515" y="4060"/>
                </a:cubicBezTo>
                <a:close/>
                <a:moveTo>
                  <a:pt x="8048" y="5545"/>
                </a:moveTo>
                <a:cubicBezTo>
                  <a:pt x="8023" y="5545"/>
                  <a:pt x="8001" y="5561"/>
                  <a:pt x="7994" y="5585"/>
                </a:cubicBezTo>
                <a:cubicBezTo>
                  <a:pt x="7956" y="5718"/>
                  <a:pt x="7918" y="5852"/>
                  <a:pt x="7880" y="5985"/>
                </a:cubicBezTo>
                <a:lnTo>
                  <a:pt x="7780" y="6333"/>
                </a:lnTo>
                <a:cubicBezTo>
                  <a:pt x="7772" y="6363"/>
                  <a:pt x="7789" y="6394"/>
                  <a:pt x="7819" y="6402"/>
                </a:cubicBezTo>
                <a:cubicBezTo>
                  <a:pt x="7823" y="6403"/>
                  <a:pt x="7829" y="6404"/>
                  <a:pt x="7834" y="6404"/>
                </a:cubicBezTo>
                <a:cubicBezTo>
                  <a:pt x="7858" y="6404"/>
                  <a:pt x="7880" y="6388"/>
                  <a:pt x="7887" y="6364"/>
                </a:cubicBezTo>
                <a:lnTo>
                  <a:pt x="7987" y="6016"/>
                </a:lnTo>
                <a:cubicBezTo>
                  <a:pt x="8025" y="5883"/>
                  <a:pt x="8062" y="5749"/>
                  <a:pt x="8101" y="5616"/>
                </a:cubicBezTo>
                <a:cubicBezTo>
                  <a:pt x="8109" y="5586"/>
                  <a:pt x="8092" y="5556"/>
                  <a:pt x="8064" y="5547"/>
                </a:cubicBezTo>
                <a:cubicBezTo>
                  <a:pt x="8058" y="5546"/>
                  <a:pt x="8053" y="5545"/>
                  <a:pt x="8048" y="5545"/>
                </a:cubicBezTo>
                <a:close/>
                <a:moveTo>
                  <a:pt x="7613" y="7039"/>
                </a:moveTo>
                <a:cubicBezTo>
                  <a:pt x="7589" y="7039"/>
                  <a:pt x="7567" y="7055"/>
                  <a:pt x="7559" y="7078"/>
                </a:cubicBezTo>
                <a:cubicBezTo>
                  <a:pt x="7522" y="7201"/>
                  <a:pt x="7482" y="7324"/>
                  <a:pt x="7443" y="7446"/>
                </a:cubicBezTo>
                <a:cubicBezTo>
                  <a:pt x="7402" y="7570"/>
                  <a:pt x="7361" y="7693"/>
                  <a:pt x="7317" y="7815"/>
                </a:cubicBezTo>
                <a:cubicBezTo>
                  <a:pt x="7306" y="7844"/>
                  <a:pt x="7321" y="7876"/>
                  <a:pt x="7350" y="7886"/>
                </a:cubicBezTo>
                <a:cubicBezTo>
                  <a:pt x="7356" y="7888"/>
                  <a:pt x="7363" y="7889"/>
                  <a:pt x="7369" y="7889"/>
                </a:cubicBezTo>
                <a:cubicBezTo>
                  <a:pt x="7392" y="7889"/>
                  <a:pt x="7413" y="7875"/>
                  <a:pt x="7421" y="7853"/>
                </a:cubicBezTo>
                <a:cubicBezTo>
                  <a:pt x="7465" y="7729"/>
                  <a:pt x="7508" y="7605"/>
                  <a:pt x="7549" y="7481"/>
                </a:cubicBezTo>
                <a:cubicBezTo>
                  <a:pt x="7589" y="7358"/>
                  <a:pt x="7628" y="7234"/>
                  <a:pt x="7666" y="7111"/>
                </a:cubicBezTo>
                <a:cubicBezTo>
                  <a:pt x="7675" y="7082"/>
                  <a:pt x="7659" y="7051"/>
                  <a:pt x="7630" y="7042"/>
                </a:cubicBezTo>
                <a:cubicBezTo>
                  <a:pt x="7624" y="7040"/>
                  <a:pt x="7618" y="7039"/>
                  <a:pt x="7613" y="7039"/>
                </a:cubicBezTo>
                <a:close/>
                <a:moveTo>
                  <a:pt x="7086" y="8503"/>
                </a:moveTo>
                <a:cubicBezTo>
                  <a:pt x="7065" y="8503"/>
                  <a:pt x="7045" y="8516"/>
                  <a:pt x="7036" y="8537"/>
                </a:cubicBezTo>
                <a:cubicBezTo>
                  <a:pt x="6931" y="8783"/>
                  <a:pt x="6820" y="9018"/>
                  <a:pt x="6706" y="9237"/>
                </a:cubicBezTo>
                <a:cubicBezTo>
                  <a:pt x="6692" y="9265"/>
                  <a:pt x="6703" y="9298"/>
                  <a:pt x="6729" y="9312"/>
                </a:cubicBezTo>
                <a:cubicBezTo>
                  <a:pt x="6738" y="9316"/>
                  <a:pt x="6746" y="9319"/>
                  <a:pt x="6755" y="9319"/>
                </a:cubicBezTo>
                <a:cubicBezTo>
                  <a:pt x="6775" y="9319"/>
                  <a:pt x="6794" y="9308"/>
                  <a:pt x="6804" y="9289"/>
                </a:cubicBezTo>
                <a:cubicBezTo>
                  <a:pt x="6919" y="9067"/>
                  <a:pt x="7032" y="8829"/>
                  <a:pt x="7138" y="8580"/>
                </a:cubicBezTo>
                <a:cubicBezTo>
                  <a:pt x="7150" y="8553"/>
                  <a:pt x="7136" y="8519"/>
                  <a:pt x="7108" y="8508"/>
                </a:cubicBezTo>
                <a:cubicBezTo>
                  <a:pt x="7101" y="8505"/>
                  <a:pt x="7094" y="8503"/>
                  <a:pt x="7086" y="8503"/>
                </a:cubicBezTo>
                <a:close/>
                <a:moveTo>
                  <a:pt x="1625" y="9185"/>
                </a:moveTo>
                <a:cubicBezTo>
                  <a:pt x="1347" y="9191"/>
                  <a:pt x="1086" y="9249"/>
                  <a:pt x="847" y="9356"/>
                </a:cubicBezTo>
                <a:cubicBezTo>
                  <a:pt x="820" y="9369"/>
                  <a:pt x="808" y="9401"/>
                  <a:pt x="820" y="9430"/>
                </a:cubicBezTo>
                <a:cubicBezTo>
                  <a:pt x="829" y="9450"/>
                  <a:pt x="849" y="9462"/>
                  <a:pt x="871" y="9462"/>
                </a:cubicBezTo>
                <a:cubicBezTo>
                  <a:pt x="878" y="9462"/>
                  <a:pt x="886" y="9461"/>
                  <a:pt x="893" y="9457"/>
                </a:cubicBezTo>
                <a:cubicBezTo>
                  <a:pt x="1118" y="9356"/>
                  <a:pt x="1364" y="9303"/>
                  <a:pt x="1627" y="9296"/>
                </a:cubicBezTo>
                <a:cubicBezTo>
                  <a:pt x="1658" y="9296"/>
                  <a:pt x="1682" y="9270"/>
                  <a:pt x="1682" y="9239"/>
                </a:cubicBezTo>
                <a:cubicBezTo>
                  <a:pt x="1681" y="9210"/>
                  <a:pt x="1656" y="9185"/>
                  <a:pt x="1626" y="9185"/>
                </a:cubicBezTo>
                <a:close/>
                <a:moveTo>
                  <a:pt x="2391" y="9302"/>
                </a:moveTo>
                <a:cubicBezTo>
                  <a:pt x="2368" y="9302"/>
                  <a:pt x="2346" y="9317"/>
                  <a:pt x="2339" y="9341"/>
                </a:cubicBezTo>
                <a:cubicBezTo>
                  <a:pt x="2329" y="9370"/>
                  <a:pt x="2345" y="9401"/>
                  <a:pt x="2374" y="9410"/>
                </a:cubicBezTo>
                <a:cubicBezTo>
                  <a:pt x="2620" y="9493"/>
                  <a:pt x="2844" y="9612"/>
                  <a:pt x="3042" y="9766"/>
                </a:cubicBezTo>
                <a:cubicBezTo>
                  <a:pt x="3051" y="9774"/>
                  <a:pt x="3063" y="9778"/>
                  <a:pt x="3076" y="9778"/>
                </a:cubicBezTo>
                <a:cubicBezTo>
                  <a:pt x="3092" y="9778"/>
                  <a:pt x="3108" y="9770"/>
                  <a:pt x="3120" y="9757"/>
                </a:cubicBezTo>
                <a:cubicBezTo>
                  <a:pt x="3138" y="9732"/>
                  <a:pt x="3133" y="9697"/>
                  <a:pt x="3109" y="9679"/>
                </a:cubicBezTo>
                <a:cubicBezTo>
                  <a:pt x="2902" y="9516"/>
                  <a:pt x="2667" y="9391"/>
                  <a:pt x="2409" y="9306"/>
                </a:cubicBezTo>
                <a:cubicBezTo>
                  <a:pt x="2403" y="9303"/>
                  <a:pt x="2397" y="9302"/>
                  <a:pt x="2391" y="9302"/>
                </a:cubicBezTo>
                <a:close/>
                <a:moveTo>
                  <a:pt x="6364" y="9879"/>
                </a:moveTo>
                <a:cubicBezTo>
                  <a:pt x="6346" y="9879"/>
                  <a:pt x="6328" y="9888"/>
                  <a:pt x="6317" y="9905"/>
                </a:cubicBezTo>
                <a:cubicBezTo>
                  <a:pt x="6173" y="10126"/>
                  <a:pt x="6019" y="10334"/>
                  <a:pt x="5859" y="10525"/>
                </a:cubicBezTo>
                <a:cubicBezTo>
                  <a:pt x="5838" y="10548"/>
                  <a:pt x="5841" y="10583"/>
                  <a:pt x="5865" y="10603"/>
                </a:cubicBezTo>
                <a:cubicBezTo>
                  <a:pt x="5876" y="10612"/>
                  <a:pt x="5889" y="10617"/>
                  <a:pt x="5901" y="10617"/>
                </a:cubicBezTo>
                <a:cubicBezTo>
                  <a:pt x="5917" y="10617"/>
                  <a:pt x="5932" y="10609"/>
                  <a:pt x="5944" y="10596"/>
                </a:cubicBezTo>
                <a:cubicBezTo>
                  <a:pt x="6106" y="10403"/>
                  <a:pt x="6263" y="10190"/>
                  <a:pt x="6410" y="9965"/>
                </a:cubicBezTo>
                <a:cubicBezTo>
                  <a:pt x="6427" y="9939"/>
                  <a:pt x="6419" y="9905"/>
                  <a:pt x="6394" y="9888"/>
                </a:cubicBezTo>
                <a:cubicBezTo>
                  <a:pt x="6384" y="9882"/>
                  <a:pt x="6374" y="9879"/>
                  <a:pt x="6364" y="9879"/>
                </a:cubicBezTo>
                <a:close/>
                <a:moveTo>
                  <a:pt x="263" y="9824"/>
                </a:moveTo>
                <a:cubicBezTo>
                  <a:pt x="246" y="9824"/>
                  <a:pt x="229" y="9832"/>
                  <a:pt x="218" y="9846"/>
                </a:cubicBezTo>
                <a:cubicBezTo>
                  <a:pt x="81" y="10030"/>
                  <a:pt x="5" y="10234"/>
                  <a:pt x="0" y="10435"/>
                </a:cubicBezTo>
                <a:lnTo>
                  <a:pt x="0" y="10458"/>
                </a:lnTo>
                <a:cubicBezTo>
                  <a:pt x="0" y="10512"/>
                  <a:pt x="4" y="10565"/>
                  <a:pt x="14" y="10620"/>
                </a:cubicBezTo>
                <a:cubicBezTo>
                  <a:pt x="18" y="10646"/>
                  <a:pt x="42" y="10666"/>
                  <a:pt x="68" y="10666"/>
                </a:cubicBezTo>
                <a:cubicBezTo>
                  <a:pt x="72" y="10666"/>
                  <a:pt x="75" y="10666"/>
                  <a:pt x="78" y="10665"/>
                </a:cubicBezTo>
                <a:cubicBezTo>
                  <a:pt x="108" y="10659"/>
                  <a:pt x="128" y="10630"/>
                  <a:pt x="123" y="10600"/>
                </a:cubicBezTo>
                <a:cubicBezTo>
                  <a:pt x="116" y="10553"/>
                  <a:pt x="111" y="10505"/>
                  <a:pt x="111" y="10458"/>
                </a:cubicBezTo>
                <a:lnTo>
                  <a:pt x="111" y="10438"/>
                </a:lnTo>
                <a:cubicBezTo>
                  <a:pt x="116" y="10260"/>
                  <a:pt x="184" y="10078"/>
                  <a:pt x="308" y="9913"/>
                </a:cubicBezTo>
                <a:cubicBezTo>
                  <a:pt x="326" y="9888"/>
                  <a:pt x="321" y="9853"/>
                  <a:pt x="296" y="9835"/>
                </a:cubicBezTo>
                <a:cubicBezTo>
                  <a:pt x="286" y="9827"/>
                  <a:pt x="275" y="9824"/>
                  <a:pt x="263" y="9824"/>
                </a:cubicBezTo>
                <a:close/>
                <a:moveTo>
                  <a:pt x="3603" y="10234"/>
                </a:moveTo>
                <a:cubicBezTo>
                  <a:pt x="3592" y="10234"/>
                  <a:pt x="3581" y="10237"/>
                  <a:pt x="3571" y="10244"/>
                </a:cubicBezTo>
                <a:cubicBezTo>
                  <a:pt x="3547" y="10261"/>
                  <a:pt x="3540" y="10295"/>
                  <a:pt x="3558" y="10321"/>
                </a:cubicBezTo>
                <a:cubicBezTo>
                  <a:pt x="3697" y="10525"/>
                  <a:pt x="3813" y="10753"/>
                  <a:pt x="3900" y="11001"/>
                </a:cubicBezTo>
                <a:cubicBezTo>
                  <a:pt x="3908" y="11024"/>
                  <a:pt x="3929" y="11037"/>
                  <a:pt x="3953" y="11037"/>
                </a:cubicBezTo>
                <a:cubicBezTo>
                  <a:pt x="3959" y="11037"/>
                  <a:pt x="3965" y="11037"/>
                  <a:pt x="3971" y="11034"/>
                </a:cubicBezTo>
                <a:cubicBezTo>
                  <a:pt x="4000" y="11025"/>
                  <a:pt x="4015" y="10993"/>
                  <a:pt x="4005" y="10964"/>
                </a:cubicBezTo>
                <a:cubicBezTo>
                  <a:pt x="3914" y="10707"/>
                  <a:pt x="3795" y="10470"/>
                  <a:pt x="3649" y="10258"/>
                </a:cubicBezTo>
                <a:cubicBezTo>
                  <a:pt x="3638" y="10242"/>
                  <a:pt x="3621" y="10234"/>
                  <a:pt x="3603" y="10234"/>
                </a:cubicBezTo>
                <a:close/>
                <a:moveTo>
                  <a:pt x="5361" y="11064"/>
                </a:moveTo>
                <a:cubicBezTo>
                  <a:pt x="5348" y="11064"/>
                  <a:pt x="5334" y="11069"/>
                  <a:pt x="5323" y="11078"/>
                </a:cubicBezTo>
                <a:cubicBezTo>
                  <a:pt x="5181" y="11205"/>
                  <a:pt x="5032" y="11325"/>
                  <a:pt x="4879" y="11432"/>
                </a:cubicBezTo>
                <a:cubicBezTo>
                  <a:pt x="4824" y="11470"/>
                  <a:pt x="4768" y="11506"/>
                  <a:pt x="4711" y="11542"/>
                </a:cubicBezTo>
                <a:cubicBezTo>
                  <a:pt x="4686" y="11558"/>
                  <a:pt x="4677" y="11592"/>
                  <a:pt x="4694" y="11618"/>
                </a:cubicBezTo>
                <a:cubicBezTo>
                  <a:pt x="4705" y="11635"/>
                  <a:pt x="4723" y="11644"/>
                  <a:pt x="4741" y="11644"/>
                </a:cubicBezTo>
                <a:cubicBezTo>
                  <a:pt x="4751" y="11644"/>
                  <a:pt x="4761" y="11641"/>
                  <a:pt x="4770" y="11636"/>
                </a:cubicBezTo>
                <a:cubicBezTo>
                  <a:pt x="4829" y="11599"/>
                  <a:pt x="4886" y="11562"/>
                  <a:pt x="4942" y="11522"/>
                </a:cubicBezTo>
                <a:cubicBezTo>
                  <a:pt x="5099" y="11413"/>
                  <a:pt x="5252" y="11292"/>
                  <a:pt x="5398" y="11161"/>
                </a:cubicBezTo>
                <a:cubicBezTo>
                  <a:pt x="5421" y="11141"/>
                  <a:pt x="5423" y="11106"/>
                  <a:pt x="5402" y="11082"/>
                </a:cubicBezTo>
                <a:cubicBezTo>
                  <a:pt x="5392" y="11070"/>
                  <a:pt x="5376" y="11064"/>
                  <a:pt x="5361" y="11064"/>
                </a:cubicBezTo>
                <a:close/>
                <a:moveTo>
                  <a:pt x="433" y="11231"/>
                </a:moveTo>
                <a:cubicBezTo>
                  <a:pt x="420" y="11231"/>
                  <a:pt x="406" y="11235"/>
                  <a:pt x="395" y="11245"/>
                </a:cubicBezTo>
                <a:cubicBezTo>
                  <a:pt x="373" y="11265"/>
                  <a:pt x="371" y="11300"/>
                  <a:pt x="391" y="11324"/>
                </a:cubicBezTo>
                <a:lnTo>
                  <a:pt x="419" y="11354"/>
                </a:lnTo>
                <a:cubicBezTo>
                  <a:pt x="590" y="11536"/>
                  <a:pt x="786" y="11694"/>
                  <a:pt x="1005" y="11824"/>
                </a:cubicBezTo>
                <a:cubicBezTo>
                  <a:pt x="1014" y="11829"/>
                  <a:pt x="1025" y="11831"/>
                  <a:pt x="1034" y="11831"/>
                </a:cubicBezTo>
                <a:cubicBezTo>
                  <a:pt x="1052" y="11831"/>
                  <a:pt x="1072" y="11822"/>
                  <a:pt x="1081" y="11804"/>
                </a:cubicBezTo>
                <a:cubicBezTo>
                  <a:pt x="1097" y="11778"/>
                  <a:pt x="1089" y="11744"/>
                  <a:pt x="1062" y="11728"/>
                </a:cubicBezTo>
                <a:cubicBezTo>
                  <a:pt x="853" y="11604"/>
                  <a:pt x="664" y="11453"/>
                  <a:pt x="500" y="11278"/>
                </a:cubicBezTo>
                <a:lnTo>
                  <a:pt x="474" y="11249"/>
                </a:lnTo>
                <a:cubicBezTo>
                  <a:pt x="464" y="11237"/>
                  <a:pt x="448" y="11231"/>
                  <a:pt x="433" y="11231"/>
                </a:cubicBezTo>
                <a:close/>
                <a:moveTo>
                  <a:pt x="1750" y="12018"/>
                </a:moveTo>
                <a:cubicBezTo>
                  <a:pt x="1725" y="12018"/>
                  <a:pt x="1703" y="12035"/>
                  <a:pt x="1695" y="12060"/>
                </a:cubicBezTo>
                <a:cubicBezTo>
                  <a:pt x="1688" y="12090"/>
                  <a:pt x="1706" y="12120"/>
                  <a:pt x="1735" y="12128"/>
                </a:cubicBezTo>
                <a:cubicBezTo>
                  <a:pt x="1983" y="12194"/>
                  <a:pt x="2246" y="12233"/>
                  <a:pt x="2516" y="12242"/>
                </a:cubicBezTo>
                <a:lnTo>
                  <a:pt x="2518" y="12242"/>
                </a:lnTo>
                <a:cubicBezTo>
                  <a:pt x="2548" y="12242"/>
                  <a:pt x="2573" y="12219"/>
                  <a:pt x="2574" y="12189"/>
                </a:cubicBezTo>
                <a:cubicBezTo>
                  <a:pt x="2575" y="12158"/>
                  <a:pt x="2550" y="12132"/>
                  <a:pt x="2520" y="12131"/>
                </a:cubicBezTo>
                <a:cubicBezTo>
                  <a:pt x="2258" y="12123"/>
                  <a:pt x="2004" y="12085"/>
                  <a:pt x="1764" y="12020"/>
                </a:cubicBezTo>
                <a:cubicBezTo>
                  <a:pt x="1759" y="12019"/>
                  <a:pt x="1754" y="12018"/>
                  <a:pt x="1750" y="12018"/>
                </a:cubicBezTo>
                <a:close/>
                <a:moveTo>
                  <a:pt x="4128" y="11684"/>
                </a:moveTo>
                <a:cubicBezTo>
                  <a:pt x="4125" y="11684"/>
                  <a:pt x="4122" y="11684"/>
                  <a:pt x="4119" y="11685"/>
                </a:cubicBezTo>
                <a:cubicBezTo>
                  <a:pt x="4090" y="11688"/>
                  <a:pt x="4067" y="11716"/>
                  <a:pt x="4071" y="11746"/>
                </a:cubicBezTo>
                <a:cubicBezTo>
                  <a:pt x="4077" y="11795"/>
                  <a:pt x="4081" y="11843"/>
                  <a:pt x="4084" y="11893"/>
                </a:cubicBezTo>
                <a:cubicBezTo>
                  <a:pt x="4074" y="11882"/>
                  <a:pt x="4059" y="11875"/>
                  <a:pt x="4044" y="11875"/>
                </a:cubicBezTo>
                <a:cubicBezTo>
                  <a:pt x="4037" y="11875"/>
                  <a:pt x="4031" y="11877"/>
                  <a:pt x="4024" y="11879"/>
                </a:cubicBezTo>
                <a:cubicBezTo>
                  <a:pt x="3785" y="11969"/>
                  <a:pt x="3535" y="12036"/>
                  <a:pt x="3284" y="12078"/>
                </a:cubicBezTo>
                <a:cubicBezTo>
                  <a:pt x="3254" y="12083"/>
                  <a:pt x="3234" y="12112"/>
                  <a:pt x="3238" y="12142"/>
                </a:cubicBezTo>
                <a:cubicBezTo>
                  <a:pt x="3243" y="12170"/>
                  <a:pt x="3268" y="12189"/>
                  <a:pt x="3294" y="12189"/>
                </a:cubicBezTo>
                <a:cubicBezTo>
                  <a:pt x="3297" y="12189"/>
                  <a:pt x="3300" y="12188"/>
                  <a:pt x="3302" y="12188"/>
                </a:cubicBezTo>
                <a:cubicBezTo>
                  <a:pt x="3561" y="12144"/>
                  <a:pt x="3817" y="12075"/>
                  <a:pt x="4063" y="11983"/>
                </a:cubicBezTo>
                <a:cubicBezTo>
                  <a:pt x="4073" y="11979"/>
                  <a:pt x="4083" y="11972"/>
                  <a:pt x="4088" y="11964"/>
                </a:cubicBezTo>
                <a:cubicBezTo>
                  <a:pt x="4092" y="12023"/>
                  <a:pt x="4093" y="12084"/>
                  <a:pt x="4093" y="12144"/>
                </a:cubicBezTo>
                <a:cubicBezTo>
                  <a:pt x="4093" y="12264"/>
                  <a:pt x="4087" y="12388"/>
                  <a:pt x="4076" y="12511"/>
                </a:cubicBezTo>
                <a:cubicBezTo>
                  <a:pt x="4073" y="12542"/>
                  <a:pt x="4096" y="12568"/>
                  <a:pt x="4126" y="12571"/>
                </a:cubicBezTo>
                <a:lnTo>
                  <a:pt x="4131" y="12571"/>
                </a:lnTo>
                <a:cubicBezTo>
                  <a:pt x="4160" y="12571"/>
                  <a:pt x="4184" y="12550"/>
                  <a:pt x="4187" y="12521"/>
                </a:cubicBezTo>
                <a:cubicBezTo>
                  <a:pt x="4198" y="12395"/>
                  <a:pt x="4205" y="12268"/>
                  <a:pt x="4205" y="12144"/>
                </a:cubicBezTo>
                <a:cubicBezTo>
                  <a:pt x="4205" y="12007"/>
                  <a:pt x="4196" y="11869"/>
                  <a:pt x="4181" y="11733"/>
                </a:cubicBezTo>
                <a:cubicBezTo>
                  <a:pt x="4178" y="11706"/>
                  <a:pt x="4156" y="11684"/>
                  <a:pt x="4128" y="11684"/>
                </a:cubicBezTo>
                <a:close/>
                <a:moveTo>
                  <a:pt x="3994" y="13226"/>
                </a:moveTo>
                <a:cubicBezTo>
                  <a:pt x="3969" y="13226"/>
                  <a:pt x="3946" y="13242"/>
                  <a:pt x="3939" y="13267"/>
                </a:cubicBezTo>
                <a:cubicBezTo>
                  <a:pt x="3876" y="13504"/>
                  <a:pt x="3793" y="13750"/>
                  <a:pt x="3691" y="13997"/>
                </a:cubicBezTo>
                <a:cubicBezTo>
                  <a:pt x="3679" y="14025"/>
                  <a:pt x="3693" y="14057"/>
                  <a:pt x="3722" y="14069"/>
                </a:cubicBezTo>
                <a:cubicBezTo>
                  <a:pt x="3728" y="14072"/>
                  <a:pt x="3736" y="14073"/>
                  <a:pt x="3742" y="14073"/>
                </a:cubicBezTo>
                <a:cubicBezTo>
                  <a:pt x="3765" y="14073"/>
                  <a:pt x="3785" y="14061"/>
                  <a:pt x="3794" y="14039"/>
                </a:cubicBezTo>
                <a:cubicBezTo>
                  <a:pt x="3897" y="13788"/>
                  <a:pt x="3983" y="13538"/>
                  <a:pt x="4047" y="13296"/>
                </a:cubicBezTo>
                <a:cubicBezTo>
                  <a:pt x="4054" y="13266"/>
                  <a:pt x="4037" y="13235"/>
                  <a:pt x="4007" y="13227"/>
                </a:cubicBezTo>
                <a:cubicBezTo>
                  <a:pt x="4003" y="13226"/>
                  <a:pt x="3998" y="13226"/>
                  <a:pt x="3994" y="13226"/>
                </a:cubicBezTo>
                <a:close/>
                <a:moveTo>
                  <a:pt x="3409" y="14665"/>
                </a:moveTo>
                <a:cubicBezTo>
                  <a:pt x="3389" y="14665"/>
                  <a:pt x="3370" y="14676"/>
                  <a:pt x="3360" y="14694"/>
                </a:cubicBezTo>
                <a:cubicBezTo>
                  <a:pt x="3242" y="14913"/>
                  <a:pt x="3115" y="15131"/>
                  <a:pt x="2969" y="15362"/>
                </a:cubicBezTo>
                <a:cubicBezTo>
                  <a:pt x="2952" y="15387"/>
                  <a:pt x="2959" y="15423"/>
                  <a:pt x="2986" y="15439"/>
                </a:cubicBezTo>
                <a:cubicBezTo>
                  <a:pt x="2996" y="15444"/>
                  <a:pt x="3005" y="15447"/>
                  <a:pt x="3016" y="15447"/>
                </a:cubicBezTo>
                <a:cubicBezTo>
                  <a:pt x="3034" y="15447"/>
                  <a:pt x="3052" y="15438"/>
                  <a:pt x="3063" y="15422"/>
                </a:cubicBezTo>
                <a:cubicBezTo>
                  <a:pt x="3210" y="15189"/>
                  <a:pt x="3340" y="14968"/>
                  <a:pt x="3458" y="14747"/>
                </a:cubicBezTo>
                <a:cubicBezTo>
                  <a:pt x="3472" y="14720"/>
                  <a:pt x="3462" y="14686"/>
                  <a:pt x="3435" y="14672"/>
                </a:cubicBezTo>
                <a:cubicBezTo>
                  <a:pt x="3426" y="14667"/>
                  <a:pt x="3418" y="14665"/>
                  <a:pt x="3409" y="14665"/>
                </a:cubicBezTo>
                <a:close/>
                <a:moveTo>
                  <a:pt x="2581" y="15982"/>
                </a:moveTo>
                <a:cubicBezTo>
                  <a:pt x="2564" y="15982"/>
                  <a:pt x="2547" y="15990"/>
                  <a:pt x="2536" y="16005"/>
                </a:cubicBezTo>
                <a:cubicBezTo>
                  <a:pt x="2401" y="16195"/>
                  <a:pt x="2255" y="16394"/>
                  <a:pt x="2077" y="16631"/>
                </a:cubicBezTo>
                <a:cubicBezTo>
                  <a:pt x="2058" y="16656"/>
                  <a:pt x="2063" y="16691"/>
                  <a:pt x="2088" y="16709"/>
                </a:cubicBezTo>
                <a:cubicBezTo>
                  <a:pt x="2097" y="16716"/>
                  <a:pt x="2109" y="16721"/>
                  <a:pt x="2121" y="16721"/>
                </a:cubicBezTo>
                <a:cubicBezTo>
                  <a:pt x="2138" y="16721"/>
                  <a:pt x="2155" y="16713"/>
                  <a:pt x="2166" y="16698"/>
                </a:cubicBezTo>
                <a:cubicBezTo>
                  <a:pt x="2345" y="16460"/>
                  <a:pt x="2491" y="16260"/>
                  <a:pt x="2626" y="16069"/>
                </a:cubicBezTo>
                <a:cubicBezTo>
                  <a:pt x="2644" y="16044"/>
                  <a:pt x="2639" y="16010"/>
                  <a:pt x="2613" y="15992"/>
                </a:cubicBezTo>
                <a:cubicBezTo>
                  <a:pt x="2604" y="15985"/>
                  <a:pt x="2592" y="15982"/>
                  <a:pt x="2581" y="15982"/>
                </a:cubicBezTo>
                <a:close/>
                <a:moveTo>
                  <a:pt x="1659" y="17236"/>
                </a:moveTo>
                <a:cubicBezTo>
                  <a:pt x="1642" y="17236"/>
                  <a:pt x="1625" y="17244"/>
                  <a:pt x="1614" y="17260"/>
                </a:cubicBezTo>
                <a:cubicBezTo>
                  <a:pt x="1441" y="17511"/>
                  <a:pt x="1315" y="17728"/>
                  <a:pt x="1218" y="17941"/>
                </a:cubicBezTo>
                <a:cubicBezTo>
                  <a:pt x="1205" y="17968"/>
                  <a:pt x="1218" y="18002"/>
                  <a:pt x="1246" y="18014"/>
                </a:cubicBezTo>
                <a:cubicBezTo>
                  <a:pt x="1253" y="18018"/>
                  <a:pt x="1261" y="18019"/>
                  <a:pt x="1268" y="18019"/>
                </a:cubicBezTo>
                <a:cubicBezTo>
                  <a:pt x="1290" y="18019"/>
                  <a:pt x="1310" y="18007"/>
                  <a:pt x="1319" y="17987"/>
                </a:cubicBezTo>
                <a:cubicBezTo>
                  <a:pt x="1413" y="17780"/>
                  <a:pt x="1536" y="17569"/>
                  <a:pt x="1705" y="17323"/>
                </a:cubicBezTo>
                <a:cubicBezTo>
                  <a:pt x="1723" y="17298"/>
                  <a:pt x="1717" y="17263"/>
                  <a:pt x="1691" y="17246"/>
                </a:cubicBezTo>
                <a:cubicBezTo>
                  <a:pt x="1681" y="17239"/>
                  <a:pt x="1670" y="17236"/>
                  <a:pt x="1659" y="17236"/>
                </a:cubicBezTo>
                <a:close/>
                <a:moveTo>
                  <a:pt x="1050" y="18652"/>
                </a:moveTo>
                <a:cubicBezTo>
                  <a:pt x="1023" y="18652"/>
                  <a:pt x="999" y="18673"/>
                  <a:pt x="996" y="18700"/>
                </a:cubicBezTo>
                <a:cubicBezTo>
                  <a:pt x="984" y="18795"/>
                  <a:pt x="978" y="18893"/>
                  <a:pt x="978" y="18989"/>
                </a:cubicBezTo>
                <a:cubicBezTo>
                  <a:pt x="978" y="19154"/>
                  <a:pt x="996" y="19324"/>
                  <a:pt x="1030" y="19493"/>
                </a:cubicBezTo>
                <a:cubicBezTo>
                  <a:pt x="1035" y="19519"/>
                  <a:pt x="1058" y="19537"/>
                  <a:pt x="1084" y="19537"/>
                </a:cubicBezTo>
                <a:cubicBezTo>
                  <a:pt x="1088" y="19537"/>
                  <a:pt x="1092" y="19537"/>
                  <a:pt x="1095" y="19536"/>
                </a:cubicBezTo>
                <a:cubicBezTo>
                  <a:pt x="1125" y="19529"/>
                  <a:pt x="1144" y="19500"/>
                  <a:pt x="1139" y="19470"/>
                </a:cubicBezTo>
                <a:cubicBezTo>
                  <a:pt x="1106" y="19309"/>
                  <a:pt x="1089" y="19147"/>
                  <a:pt x="1089" y="18989"/>
                </a:cubicBezTo>
                <a:cubicBezTo>
                  <a:pt x="1089" y="18897"/>
                  <a:pt x="1095" y="18804"/>
                  <a:pt x="1106" y="18714"/>
                </a:cubicBezTo>
                <a:cubicBezTo>
                  <a:pt x="1110" y="18683"/>
                  <a:pt x="1088" y="18655"/>
                  <a:pt x="1058" y="18652"/>
                </a:cubicBezTo>
                <a:cubicBezTo>
                  <a:pt x="1055" y="18652"/>
                  <a:pt x="1053" y="18652"/>
                  <a:pt x="1050" y="18652"/>
                </a:cubicBezTo>
                <a:close/>
                <a:moveTo>
                  <a:pt x="1342" y="20158"/>
                </a:moveTo>
                <a:cubicBezTo>
                  <a:pt x="1333" y="20158"/>
                  <a:pt x="1324" y="20160"/>
                  <a:pt x="1316" y="20164"/>
                </a:cubicBezTo>
                <a:cubicBezTo>
                  <a:pt x="1290" y="20178"/>
                  <a:pt x="1278" y="20211"/>
                  <a:pt x="1292" y="20239"/>
                </a:cubicBezTo>
                <a:cubicBezTo>
                  <a:pt x="1408" y="20468"/>
                  <a:pt x="1553" y="20690"/>
                  <a:pt x="1724" y="20899"/>
                </a:cubicBezTo>
                <a:cubicBezTo>
                  <a:pt x="1735" y="20912"/>
                  <a:pt x="1751" y="20919"/>
                  <a:pt x="1767" y="20919"/>
                </a:cubicBezTo>
                <a:cubicBezTo>
                  <a:pt x="1779" y="20919"/>
                  <a:pt x="1792" y="20915"/>
                  <a:pt x="1802" y="20906"/>
                </a:cubicBezTo>
                <a:cubicBezTo>
                  <a:pt x="1826" y="20887"/>
                  <a:pt x="1829" y="20852"/>
                  <a:pt x="1810" y="20828"/>
                </a:cubicBezTo>
                <a:cubicBezTo>
                  <a:pt x="1644" y="20626"/>
                  <a:pt x="1503" y="20411"/>
                  <a:pt x="1391" y="20188"/>
                </a:cubicBezTo>
                <a:cubicBezTo>
                  <a:pt x="1381" y="20169"/>
                  <a:pt x="1362" y="20158"/>
                  <a:pt x="1342" y="20158"/>
                </a:cubicBezTo>
                <a:close/>
                <a:moveTo>
                  <a:pt x="2317" y="21356"/>
                </a:moveTo>
                <a:cubicBezTo>
                  <a:pt x="2301" y="21356"/>
                  <a:pt x="2285" y="21363"/>
                  <a:pt x="2275" y="21376"/>
                </a:cubicBezTo>
                <a:cubicBezTo>
                  <a:pt x="2255" y="21401"/>
                  <a:pt x="2258" y="21435"/>
                  <a:pt x="2283" y="21455"/>
                </a:cubicBezTo>
                <a:cubicBezTo>
                  <a:pt x="2343" y="21505"/>
                  <a:pt x="2405" y="21552"/>
                  <a:pt x="2468" y="21596"/>
                </a:cubicBezTo>
                <a:cubicBezTo>
                  <a:pt x="2617" y="21703"/>
                  <a:pt x="2776" y="21803"/>
                  <a:pt x="2938" y="21891"/>
                </a:cubicBezTo>
                <a:cubicBezTo>
                  <a:pt x="2946" y="21895"/>
                  <a:pt x="2955" y="21898"/>
                  <a:pt x="2965" y="21898"/>
                </a:cubicBezTo>
                <a:cubicBezTo>
                  <a:pt x="2984" y="21898"/>
                  <a:pt x="3003" y="21888"/>
                  <a:pt x="3014" y="21869"/>
                </a:cubicBezTo>
                <a:cubicBezTo>
                  <a:pt x="3028" y="21842"/>
                  <a:pt x="3018" y="21809"/>
                  <a:pt x="2991" y="21794"/>
                </a:cubicBezTo>
                <a:cubicBezTo>
                  <a:pt x="2833" y="21707"/>
                  <a:pt x="2678" y="21610"/>
                  <a:pt x="2533" y="21506"/>
                </a:cubicBezTo>
                <a:cubicBezTo>
                  <a:pt x="2471" y="21462"/>
                  <a:pt x="2411" y="21416"/>
                  <a:pt x="2352" y="21369"/>
                </a:cubicBezTo>
                <a:cubicBezTo>
                  <a:pt x="2342" y="21360"/>
                  <a:pt x="2330" y="21356"/>
                  <a:pt x="2317" y="21356"/>
                </a:cubicBezTo>
                <a:close/>
                <a:moveTo>
                  <a:pt x="3675" y="22101"/>
                </a:moveTo>
                <a:cubicBezTo>
                  <a:pt x="3653" y="22101"/>
                  <a:pt x="3631" y="22115"/>
                  <a:pt x="3623" y="22138"/>
                </a:cubicBezTo>
                <a:cubicBezTo>
                  <a:pt x="3613" y="22167"/>
                  <a:pt x="3628" y="22199"/>
                  <a:pt x="3657" y="22209"/>
                </a:cubicBezTo>
                <a:cubicBezTo>
                  <a:pt x="3905" y="22295"/>
                  <a:pt x="4161" y="22360"/>
                  <a:pt x="4420" y="22404"/>
                </a:cubicBezTo>
                <a:cubicBezTo>
                  <a:pt x="4423" y="22405"/>
                  <a:pt x="4425" y="22405"/>
                  <a:pt x="4428" y="22405"/>
                </a:cubicBezTo>
                <a:cubicBezTo>
                  <a:pt x="4455" y="22405"/>
                  <a:pt x="4478" y="22386"/>
                  <a:pt x="4484" y="22359"/>
                </a:cubicBezTo>
                <a:cubicBezTo>
                  <a:pt x="4489" y="22328"/>
                  <a:pt x="4468" y="22299"/>
                  <a:pt x="4438" y="22295"/>
                </a:cubicBezTo>
                <a:cubicBezTo>
                  <a:pt x="4186" y="22251"/>
                  <a:pt x="3936" y="22187"/>
                  <a:pt x="3693" y="22104"/>
                </a:cubicBezTo>
                <a:cubicBezTo>
                  <a:pt x="3687" y="22102"/>
                  <a:pt x="3681" y="22101"/>
                  <a:pt x="3675" y="22101"/>
                </a:cubicBezTo>
                <a:close/>
                <a:moveTo>
                  <a:pt x="5978" y="22297"/>
                </a:moveTo>
                <a:cubicBezTo>
                  <a:pt x="5975" y="22297"/>
                  <a:pt x="5972" y="22298"/>
                  <a:pt x="5969" y="22298"/>
                </a:cubicBezTo>
                <a:cubicBezTo>
                  <a:pt x="5723" y="22340"/>
                  <a:pt x="5471" y="22361"/>
                  <a:pt x="5218" y="22361"/>
                </a:cubicBezTo>
                <a:lnTo>
                  <a:pt x="5203" y="22361"/>
                </a:lnTo>
                <a:cubicBezTo>
                  <a:pt x="5172" y="22361"/>
                  <a:pt x="5147" y="22386"/>
                  <a:pt x="5147" y="22417"/>
                </a:cubicBezTo>
                <a:cubicBezTo>
                  <a:pt x="5147" y="22447"/>
                  <a:pt x="5172" y="22472"/>
                  <a:pt x="5203" y="22472"/>
                </a:cubicBezTo>
                <a:lnTo>
                  <a:pt x="5218" y="22472"/>
                </a:lnTo>
                <a:cubicBezTo>
                  <a:pt x="5476" y="22472"/>
                  <a:pt x="5736" y="22451"/>
                  <a:pt x="5987" y="22407"/>
                </a:cubicBezTo>
                <a:cubicBezTo>
                  <a:pt x="6017" y="22402"/>
                  <a:pt x="6038" y="22373"/>
                  <a:pt x="6033" y="22343"/>
                </a:cubicBezTo>
                <a:cubicBezTo>
                  <a:pt x="6028" y="22316"/>
                  <a:pt x="6004" y="22297"/>
                  <a:pt x="5978" y="222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8" name="Google Shape;6298;p300"/>
          <p:cNvSpPr/>
          <p:nvPr/>
        </p:nvSpPr>
        <p:spPr>
          <a:xfrm rot="-1920372">
            <a:off x="-35598" y="3964576"/>
            <a:ext cx="988874" cy="900813"/>
          </a:xfrm>
          <a:custGeom>
            <a:rect b="b" l="l" r="r" t="t"/>
            <a:pathLst>
              <a:path extrusionOk="0" h="16033" w="17601">
                <a:moveTo>
                  <a:pt x="16107" y="0"/>
                </a:moveTo>
                <a:cubicBezTo>
                  <a:pt x="16093" y="0"/>
                  <a:pt x="16078" y="6"/>
                  <a:pt x="16067" y="16"/>
                </a:cubicBezTo>
                <a:cubicBezTo>
                  <a:pt x="16046" y="38"/>
                  <a:pt x="16045" y="73"/>
                  <a:pt x="16066" y="94"/>
                </a:cubicBezTo>
                <a:lnTo>
                  <a:pt x="16107" y="137"/>
                </a:lnTo>
                <a:cubicBezTo>
                  <a:pt x="16118" y="149"/>
                  <a:pt x="16132" y="154"/>
                  <a:pt x="16147" y="154"/>
                </a:cubicBezTo>
                <a:cubicBezTo>
                  <a:pt x="16161" y="154"/>
                  <a:pt x="16175" y="150"/>
                  <a:pt x="16185" y="139"/>
                </a:cubicBezTo>
                <a:cubicBezTo>
                  <a:pt x="16207" y="119"/>
                  <a:pt x="16208" y="84"/>
                  <a:pt x="16188" y="61"/>
                </a:cubicBezTo>
                <a:lnTo>
                  <a:pt x="16146" y="17"/>
                </a:lnTo>
                <a:cubicBezTo>
                  <a:pt x="16136" y="6"/>
                  <a:pt x="16121" y="0"/>
                  <a:pt x="16107" y="0"/>
                </a:cubicBezTo>
                <a:close/>
                <a:moveTo>
                  <a:pt x="16632" y="649"/>
                </a:moveTo>
                <a:cubicBezTo>
                  <a:pt x="16621" y="649"/>
                  <a:pt x="16610" y="652"/>
                  <a:pt x="16600" y="658"/>
                </a:cubicBezTo>
                <a:cubicBezTo>
                  <a:pt x="16576" y="675"/>
                  <a:pt x="16568" y="710"/>
                  <a:pt x="16587" y="735"/>
                </a:cubicBezTo>
                <a:cubicBezTo>
                  <a:pt x="16729" y="945"/>
                  <a:pt x="16857" y="1168"/>
                  <a:pt x="16968" y="1401"/>
                </a:cubicBezTo>
                <a:cubicBezTo>
                  <a:pt x="16977" y="1420"/>
                  <a:pt x="16998" y="1432"/>
                  <a:pt x="17018" y="1432"/>
                </a:cubicBezTo>
                <a:cubicBezTo>
                  <a:pt x="17027" y="1432"/>
                  <a:pt x="17034" y="1431"/>
                  <a:pt x="17043" y="1426"/>
                </a:cubicBezTo>
                <a:cubicBezTo>
                  <a:pt x="17069" y="1414"/>
                  <a:pt x="17081" y="1380"/>
                  <a:pt x="17068" y="1353"/>
                </a:cubicBezTo>
                <a:cubicBezTo>
                  <a:pt x="16955" y="1116"/>
                  <a:pt x="16824" y="887"/>
                  <a:pt x="16678" y="673"/>
                </a:cubicBezTo>
                <a:cubicBezTo>
                  <a:pt x="16667" y="657"/>
                  <a:pt x="16650" y="649"/>
                  <a:pt x="16632" y="649"/>
                </a:cubicBezTo>
                <a:close/>
                <a:moveTo>
                  <a:pt x="17302" y="2043"/>
                </a:moveTo>
                <a:cubicBezTo>
                  <a:pt x="17296" y="2043"/>
                  <a:pt x="17291" y="2044"/>
                  <a:pt x="17285" y="2046"/>
                </a:cubicBezTo>
                <a:cubicBezTo>
                  <a:pt x="17255" y="2055"/>
                  <a:pt x="17239" y="2086"/>
                  <a:pt x="17248" y="2115"/>
                </a:cubicBezTo>
                <a:cubicBezTo>
                  <a:pt x="17324" y="2359"/>
                  <a:pt x="17382" y="2610"/>
                  <a:pt x="17423" y="2863"/>
                </a:cubicBezTo>
                <a:cubicBezTo>
                  <a:pt x="17427" y="2890"/>
                  <a:pt x="17451" y="2909"/>
                  <a:pt x="17477" y="2909"/>
                </a:cubicBezTo>
                <a:lnTo>
                  <a:pt x="17486" y="2909"/>
                </a:lnTo>
                <a:cubicBezTo>
                  <a:pt x="17517" y="2904"/>
                  <a:pt x="17537" y="2875"/>
                  <a:pt x="17532" y="2845"/>
                </a:cubicBezTo>
                <a:cubicBezTo>
                  <a:pt x="17491" y="2588"/>
                  <a:pt x="17432" y="2331"/>
                  <a:pt x="17355" y="2082"/>
                </a:cubicBezTo>
                <a:cubicBezTo>
                  <a:pt x="17347" y="2059"/>
                  <a:pt x="17325" y="2043"/>
                  <a:pt x="17302" y="2043"/>
                </a:cubicBezTo>
                <a:close/>
                <a:moveTo>
                  <a:pt x="17544" y="3572"/>
                </a:moveTo>
                <a:cubicBezTo>
                  <a:pt x="17513" y="3572"/>
                  <a:pt x="17488" y="3597"/>
                  <a:pt x="17489" y="3627"/>
                </a:cubicBezTo>
                <a:lnTo>
                  <a:pt x="17489" y="3701"/>
                </a:lnTo>
                <a:cubicBezTo>
                  <a:pt x="17489" y="3933"/>
                  <a:pt x="17474" y="4166"/>
                  <a:pt x="17443" y="4393"/>
                </a:cubicBezTo>
                <a:cubicBezTo>
                  <a:pt x="17439" y="4424"/>
                  <a:pt x="17460" y="4452"/>
                  <a:pt x="17490" y="4456"/>
                </a:cubicBezTo>
                <a:lnTo>
                  <a:pt x="17498" y="4456"/>
                </a:lnTo>
                <a:cubicBezTo>
                  <a:pt x="17526" y="4456"/>
                  <a:pt x="17549" y="4436"/>
                  <a:pt x="17553" y="4408"/>
                </a:cubicBezTo>
                <a:cubicBezTo>
                  <a:pt x="17584" y="4176"/>
                  <a:pt x="17600" y="3938"/>
                  <a:pt x="17600" y="3701"/>
                </a:cubicBezTo>
                <a:lnTo>
                  <a:pt x="17600" y="3626"/>
                </a:lnTo>
                <a:cubicBezTo>
                  <a:pt x="17599" y="3595"/>
                  <a:pt x="17575" y="3572"/>
                  <a:pt x="17545" y="3572"/>
                </a:cubicBezTo>
                <a:close/>
                <a:moveTo>
                  <a:pt x="17335" y="5103"/>
                </a:moveTo>
                <a:cubicBezTo>
                  <a:pt x="17311" y="5103"/>
                  <a:pt x="17289" y="5119"/>
                  <a:pt x="17282" y="5143"/>
                </a:cubicBezTo>
                <a:cubicBezTo>
                  <a:pt x="17247" y="5258"/>
                  <a:pt x="17208" y="5373"/>
                  <a:pt x="17166" y="5483"/>
                </a:cubicBezTo>
                <a:cubicBezTo>
                  <a:pt x="17117" y="5608"/>
                  <a:pt x="17063" y="5734"/>
                  <a:pt x="17003" y="5857"/>
                </a:cubicBezTo>
                <a:cubicBezTo>
                  <a:pt x="16989" y="5884"/>
                  <a:pt x="17001" y="5917"/>
                  <a:pt x="17029" y="5931"/>
                </a:cubicBezTo>
                <a:cubicBezTo>
                  <a:pt x="17036" y="5935"/>
                  <a:pt x="17045" y="5937"/>
                  <a:pt x="17052" y="5937"/>
                </a:cubicBezTo>
                <a:cubicBezTo>
                  <a:pt x="17073" y="5937"/>
                  <a:pt x="17093" y="5925"/>
                  <a:pt x="17102" y="5906"/>
                </a:cubicBezTo>
                <a:cubicBezTo>
                  <a:pt x="17163" y="5780"/>
                  <a:pt x="17220" y="5650"/>
                  <a:pt x="17269" y="5522"/>
                </a:cubicBezTo>
                <a:cubicBezTo>
                  <a:pt x="17313" y="5409"/>
                  <a:pt x="17352" y="5293"/>
                  <a:pt x="17388" y="5175"/>
                </a:cubicBezTo>
                <a:cubicBezTo>
                  <a:pt x="17396" y="5145"/>
                  <a:pt x="17380" y="5115"/>
                  <a:pt x="17350" y="5106"/>
                </a:cubicBezTo>
                <a:cubicBezTo>
                  <a:pt x="17345" y="5104"/>
                  <a:pt x="17340" y="5103"/>
                  <a:pt x="17335" y="5103"/>
                </a:cubicBezTo>
                <a:close/>
                <a:moveTo>
                  <a:pt x="16660" y="6494"/>
                </a:moveTo>
                <a:cubicBezTo>
                  <a:pt x="16643" y="6494"/>
                  <a:pt x="16626" y="6503"/>
                  <a:pt x="16614" y="6518"/>
                </a:cubicBezTo>
                <a:cubicBezTo>
                  <a:pt x="16470" y="6726"/>
                  <a:pt x="16307" y="6927"/>
                  <a:pt x="16130" y="7114"/>
                </a:cubicBezTo>
                <a:cubicBezTo>
                  <a:pt x="16110" y="7136"/>
                  <a:pt x="16111" y="7172"/>
                  <a:pt x="16134" y="7192"/>
                </a:cubicBezTo>
                <a:cubicBezTo>
                  <a:pt x="16144" y="7203"/>
                  <a:pt x="16157" y="7208"/>
                  <a:pt x="16171" y="7208"/>
                </a:cubicBezTo>
                <a:cubicBezTo>
                  <a:pt x="16186" y="7208"/>
                  <a:pt x="16201" y="7202"/>
                  <a:pt x="16212" y="7190"/>
                </a:cubicBezTo>
                <a:cubicBezTo>
                  <a:pt x="16391" y="6999"/>
                  <a:pt x="16558" y="6795"/>
                  <a:pt x="16705" y="6581"/>
                </a:cubicBezTo>
                <a:cubicBezTo>
                  <a:pt x="16723" y="6556"/>
                  <a:pt x="16717" y="6522"/>
                  <a:pt x="16691" y="6504"/>
                </a:cubicBezTo>
                <a:cubicBezTo>
                  <a:pt x="16682" y="6497"/>
                  <a:pt x="16671" y="6494"/>
                  <a:pt x="16660" y="6494"/>
                </a:cubicBezTo>
                <a:close/>
                <a:moveTo>
                  <a:pt x="15601" y="7622"/>
                </a:moveTo>
                <a:cubicBezTo>
                  <a:pt x="15588" y="7622"/>
                  <a:pt x="15576" y="7626"/>
                  <a:pt x="15566" y="7634"/>
                </a:cubicBezTo>
                <a:cubicBezTo>
                  <a:pt x="15367" y="7793"/>
                  <a:pt x="15154" y="7941"/>
                  <a:pt x="14934" y="8070"/>
                </a:cubicBezTo>
                <a:cubicBezTo>
                  <a:pt x="14907" y="8085"/>
                  <a:pt x="14899" y="8119"/>
                  <a:pt x="14915" y="8146"/>
                </a:cubicBezTo>
                <a:cubicBezTo>
                  <a:pt x="14924" y="8163"/>
                  <a:pt x="14943" y="8174"/>
                  <a:pt x="14962" y="8174"/>
                </a:cubicBezTo>
                <a:cubicBezTo>
                  <a:pt x="14971" y="8174"/>
                  <a:pt x="14981" y="8171"/>
                  <a:pt x="14990" y="8165"/>
                </a:cubicBezTo>
                <a:cubicBezTo>
                  <a:pt x="15215" y="8033"/>
                  <a:pt x="15432" y="7883"/>
                  <a:pt x="15636" y="7721"/>
                </a:cubicBezTo>
                <a:cubicBezTo>
                  <a:pt x="15659" y="7702"/>
                  <a:pt x="15664" y="7667"/>
                  <a:pt x="15644" y="7643"/>
                </a:cubicBezTo>
                <a:cubicBezTo>
                  <a:pt x="15633" y="7629"/>
                  <a:pt x="15617" y="7622"/>
                  <a:pt x="15601" y="7622"/>
                </a:cubicBezTo>
                <a:close/>
                <a:moveTo>
                  <a:pt x="14268" y="8408"/>
                </a:moveTo>
                <a:cubicBezTo>
                  <a:pt x="14261" y="8408"/>
                  <a:pt x="14254" y="8409"/>
                  <a:pt x="14247" y="8412"/>
                </a:cubicBezTo>
                <a:cubicBezTo>
                  <a:pt x="14009" y="8509"/>
                  <a:pt x="13763" y="8590"/>
                  <a:pt x="13517" y="8650"/>
                </a:cubicBezTo>
                <a:cubicBezTo>
                  <a:pt x="13487" y="8658"/>
                  <a:pt x="13469" y="8688"/>
                  <a:pt x="13477" y="8717"/>
                </a:cubicBezTo>
                <a:cubicBezTo>
                  <a:pt x="13483" y="8743"/>
                  <a:pt x="13506" y="8759"/>
                  <a:pt x="13530" y="8759"/>
                </a:cubicBezTo>
                <a:cubicBezTo>
                  <a:pt x="13534" y="8759"/>
                  <a:pt x="13540" y="8759"/>
                  <a:pt x="13544" y="8758"/>
                </a:cubicBezTo>
                <a:cubicBezTo>
                  <a:pt x="13795" y="8696"/>
                  <a:pt x="14046" y="8614"/>
                  <a:pt x="14289" y="8515"/>
                </a:cubicBezTo>
                <a:cubicBezTo>
                  <a:pt x="14317" y="8503"/>
                  <a:pt x="14330" y="8471"/>
                  <a:pt x="14319" y="8442"/>
                </a:cubicBezTo>
                <a:cubicBezTo>
                  <a:pt x="14310" y="8421"/>
                  <a:pt x="14289" y="8408"/>
                  <a:pt x="14268" y="8408"/>
                </a:cubicBezTo>
                <a:close/>
                <a:moveTo>
                  <a:pt x="12768" y="8775"/>
                </a:moveTo>
                <a:cubicBezTo>
                  <a:pt x="12765" y="8775"/>
                  <a:pt x="12763" y="8775"/>
                  <a:pt x="12761" y="8775"/>
                </a:cubicBezTo>
                <a:lnTo>
                  <a:pt x="12730" y="8777"/>
                </a:lnTo>
                <a:cubicBezTo>
                  <a:pt x="12495" y="8795"/>
                  <a:pt x="12256" y="8800"/>
                  <a:pt x="11989" y="8803"/>
                </a:cubicBezTo>
                <a:cubicBezTo>
                  <a:pt x="11959" y="8803"/>
                  <a:pt x="11934" y="8828"/>
                  <a:pt x="11934" y="8858"/>
                </a:cubicBezTo>
                <a:cubicBezTo>
                  <a:pt x="11934" y="8889"/>
                  <a:pt x="11960" y="8914"/>
                  <a:pt x="11990" y="8914"/>
                </a:cubicBezTo>
                <a:lnTo>
                  <a:pt x="11991" y="8913"/>
                </a:lnTo>
                <a:cubicBezTo>
                  <a:pt x="12259" y="8911"/>
                  <a:pt x="12500" y="8907"/>
                  <a:pt x="12739" y="8888"/>
                </a:cubicBezTo>
                <a:lnTo>
                  <a:pt x="12771" y="8885"/>
                </a:lnTo>
                <a:cubicBezTo>
                  <a:pt x="12801" y="8883"/>
                  <a:pt x="12823" y="8856"/>
                  <a:pt x="12821" y="8825"/>
                </a:cubicBezTo>
                <a:cubicBezTo>
                  <a:pt x="12818" y="8797"/>
                  <a:pt x="12793" y="8775"/>
                  <a:pt x="12768" y="8775"/>
                </a:cubicBezTo>
                <a:close/>
                <a:moveTo>
                  <a:pt x="11216" y="8825"/>
                </a:moveTo>
                <a:cubicBezTo>
                  <a:pt x="11214" y="8825"/>
                  <a:pt x="11212" y="8825"/>
                  <a:pt x="11210" y="8825"/>
                </a:cubicBezTo>
                <a:cubicBezTo>
                  <a:pt x="10905" y="8847"/>
                  <a:pt x="10659" y="8886"/>
                  <a:pt x="10434" y="8951"/>
                </a:cubicBezTo>
                <a:cubicBezTo>
                  <a:pt x="10404" y="8960"/>
                  <a:pt x="10387" y="8991"/>
                  <a:pt x="10396" y="9020"/>
                </a:cubicBezTo>
                <a:cubicBezTo>
                  <a:pt x="10403" y="9044"/>
                  <a:pt x="10426" y="9060"/>
                  <a:pt x="10449" y="9060"/>
                </a:cubicBezTo>
                <a:cubicBezTo>
                  <a:pt x="10455" y="9060"/>
                  <a:pt x="10460" y="9059"/>
                  <a:pt x="10464" y="9058"/>
                </a:cubicBezTo>
                <a:cubicBezTo>
                  <a:pt x="10682" y="8995"/>
                  <a:pt x="10921" y="8957"/>
                  <a:pt x="11217" y="8935"/>
                </a:cubicBezTo>
                <a:cubicBezTo>
                  <a:pt x="11248" y="8933"/>
                  <a:pt x="11271" y="8908"/>
                  <a:pt x="11269" y="8877"/>
                </a:cubicBezTo>
                <a:cubicBezTo>
                  <a:pt x="11267" y="8848"/>
                  <a:pt x="11246" y="8825"/>
                  <a:pt x="11216" y="8825"/>
                </a:cubicBezTo>
                <a:close/>
                <a:moveTo>
                  <a:pt x="9755" y="9286"/>
                </a:moveTo>
                <a:cubicBezTo>
                  <a:pt x="9743" y="9286"/>
                  <a:pt x="9732" y="9289"/>
                  <a:pt x="9722" y="9296"/>
                </a:cubicBezTo>
                <a:cubicBezTo>
                  <a:pt x="9512" y="9452"/>
                  <a:pt x="9336" y="9642"/>
                  <a:pt x="9184" y="9877"/>
                </a:cubicBezTo>
                <a:cubicBezTo>
                  <a:pt x="9167" y="9902"/>
                  <a:pt x="9175" y="9936"/>
                  <a:pt x="9200" y="9952"/>
                </a:cubicBezTo>
                <a:cubicBezTo>
                  <a:pt x="9210" y="9959"/>
                  <a:pt x="9221" y="9962"/>
                  <a:pt x="9230" y="9962"/>
                </a:cubicBezTo>
                <a:cubicBezTo>
                  <a:pt x="9248" y="9962"/>
                  <a:pt x="9267" y="9952"/>
                  <a:pt x="9277" y="9936"/>
                </a:cubicBezTo>
                <a:cubicBezTo>
                  <a:pt x="9423" y="9713"/>
                  <a:pt x="9589" y="9533"/>
                  <a:pt x="9788" y="9386"/>
                </a:cubicBezTo>
                <a:cubicBezTo>
                  <a:pt x="9813" y="9367"/>
                  <a:pt x="9818" y="9333"/>
                  <a:pt x="9800" y="9308"/>
                </a:cubicBezTo>
                <a:cubicBezTo>
                  <a:pt x="9789" y="9294"/>
                  <a:pt x="9772" y="9286"/>
                  <a:pt x="9755" y="9286"/>
                </a:cubicBezTo>
                <a:close/>
                <a:moveTo>
                  <a:pt x="8896" y="10549"/>
                </a:moveTo>
                <a:cubicBezTo>
                  <a:pt x="8873" y="10549"/>
                  <a:pt x="8851" y="10563"/>
                  <a:pt x="8844" y="10586"/>
                </a:cubicBezTo>
                <a:cubicBezTo>
                  <a:pt x="8769" y="10795"/>
                  <a:pt x="8699" y="11034"/>
                  <a:pt x="8626" y="11337"/>
                </a:cubicBezTo>
                <a:cubicBezTo>
                  <a:pt x="8619" y="11367"/>
                  <a:pt x="8637" y="11397"/>
                  <a:pt x="8667" y="11404"/>
                </a:cubicBezTo>
                <a:cubicBezTo>
                  <a:pt x="8672" y="11405"/>
                  <a:pt x="8676" y="11405"/>
                  <a:pt x="8680" y="11405"/>
                </a:cubicBezTo>
                <a:cubicBezTo>
                  <a:pt x="8705" y="11405"/>
                  <a:pt x="8728" y="11388"/>
                  <a:pt x="8734" y="11363"/>
                </a:cubicBezTo>
                <a:cubicBezTo>
                  <a:pt x="8806" y="11063"/>
                  <a:pt x="8875" y="10828"/>
                  <a:pt x="8948" y="10623"/>
                </a:cubicBezTo>
                <a:cubicBezTo>
                  <a:pt x="8958" y="10594"/>
                  <a:pt x="8943" y="10562"/>
                  <a:pt x="8914" y="10552"/>
                </a:cubicBezTo>
                <a:cubicBezTo>
                  <a:pt x="8908" y="10550"/>
                  <a:pt x="8902" y="10549"/>
                  <a:pt x="8896" y="10549"/>
                </a:cubicBezTo>
                <a:close/>
                <a:moveTo>
                  <a:pt x="8508" y="12051"/>
                </a:moveTo>
                <a:cubicBezTo>
                  <a:pt x="8483" y="12051"/>
                  <a:pt x="8459" y="12069"/>
                  <a:pt x="8454" y="12095"/>
                </a:cubicBezTo>
                <a:cubicBezTo>
                  <a:pt x="8402" y="12320"/>
                  <a:pt x="8339" y="12585"/>
                  <a:pt x="8260" y="12842"/>
                </a:cubicBezTo>
                <a:cubicBezTo>
                  <a:pt x="8252" y="12872"/>
                  <a:pt x="8268" y="12903"/>
                  <a:pt x="8298" y="12912"/>
                </a:cubicBezTo>
                <a:cubicBezTo>
                  <a:pt x="8303" y="12914"/>
                  <a:pt x="8308" y="12915"/>
                  <a:pt x="8314" y="12915"/>
                </a:cubicBezTo>
                <a:cubicBezTo>
                  <a:pt x="8337" y="12915"/>
                  <a:pt x="8360" y="12899"/>
                  <a:pt x="8367" y="12875"/>
                </a:cubicBezTo>
                <a:cubicBezTo>
                  <a:pt x="8446" y="12615"/>
                  <a:pt x="8510" y="12346"/>
                  <a:pt x="8562" y="12120"/>
                </a:cubicBezTo>
                <a:cubicBezTo>
                  <a:pt x="8569" y="12090"/>
                  <a:pt x="8550" y="12060"/>
                  <a:pt x="8520" y="12053"/>
                </a:cubicBezTo>
                <a:cubicBezTo>
                  <a:pt x="8516" y="12052"/>
                  <a:pt x="8512" y="12051"/>
                  <a:pt x="8508" y="12051"/>
                </a:cubicBezTo>
                <a:close/>
                <a:moveTo>
                  <a:pt x="62" y="13056"/>
                </a:moveTo>
                <a:cubicBezTo>
                  <a:pt x="56" y="13056"/>
                  <a:pt x="50" y="13057"/>
                  <a:pt x="44" y="13059"/>
                </a:cubicBezTo>
                <a:cubicBezTo>
                  <a:pt x="16" y="13070"/>
                  <a:pt x="0" y="13102"/>
                  <a:pt x="11" y="13131"/>
                </a:cubicBezTo>
                <a:cubicBezTo>
                  <a:pt x="98" y="13374"/>
                  <a:pt x="211" y="13613"/>
                  <a:pt x="346" y="13841"/>
                </a:cubicBezTo>
                <a:cubicBezTo>
                  <a:pt x="356" y="13858"/>
                  <a:pt x="375" y="13868"/>
                  <a:pt x="393" y="13868"/>
                </a:cubicBezTo>
                <a:cubicBezTo>
                  <a:pt x="403" y="13868"/>
                  <a:pt x="414" y="13866"/>
                  <a:pt x="422" y="13860"/>
                </a:cubicBezTo>
                <a:cubicBezTo>
                  <a:pt x="448" y="13844"/>
                  <a:pt x="458" y="13810"/>
                  <a:pt x="442" y="13784"/>
                </a:cubicBezTo>
                <a:cubicBezTo>
                  <a:pt x="310" y="13562"/>
                  <a:pt x="200" y="13330"/>
                  <a:pt x="116" y="13093"/>
                </a:cubicBezTo>
                <a:cubicBezTo>
                  <a:pt x="107" y="13070"/>
                  <a:pt x="86" y="13056"/>
                  <a:pt x="62" y="13056"/>
                </a:cubicBezTo>
                <a:close/>
                <a:moveTo>
                  <a:pt x="8029" y="13524"/>
                </a:moveTo>
                <a:cubicBezTo>
                  <a:pt x="8008" y="13524"/>
                  <a:pt x="7989" y="13535"/>
                  <a:pt x="7979" y="13555"/>
                </a:cubicBezTo>
                <a:cubicBezTo>
                  <a:pt x="7865" y="13779"/>
                  <a:pt x="7727" y="13996"/>
                  <a:pt x="7570" y="14201"/>
                </a:cubicBezTo>
                <a:cubicBezTo>
                  <a:pt x="7551" y="14225"/>
                  <a:pt x="7556" y="14260"/>
                  <a:pt x="7580" y="14278"/>
                </a:cubicBezTo>
                <a:cubicBezTo>
                  <a:pt x="7590" y="14286"/>
                  <a:pt x="7602" y="14290"/>
                  <a:pt x="7614" y="14290"/>
                </a:cubicBezTo>
                <a:cubicBezTo>
                  <a:pt x="7631" y="14290"/>
                  <a:pt x="7647" y="14282"/>
                  <a:pt x="7658" y="14268"/>
                </a:cubicBezTo>
                <a:cubicBezTo>
                  <a:pt x="7819" y="14058"/>
                  <a:pt x="7961" y="13836"/>
                  <a:pt x="8079" y="13605"/>
                </a:cubicBezTo>
                <a:cubicBezTo>
                  <a:pt x="8093" y="13577"/>
                  <a:pt x="8081" y="13544"/>
                  <a:pt x="8054" y="13530"/>
                </a:cubicBezTo>
                <a:cubicBezTo>
                  <a:pt x="8046" y="13526"/>
                  <a:pt x="8037" y="13524"/>
                  <a:pt x="8029" y="13524"/>
                </a:cubicBezTo>
                <a:close/>
                <a:moveTo>
                  <a:pt x="849" y="14384"/>
                </a:moveTo>
                <a:cubicBezTo>
                  <a:pt x="836" y="14384"/>
                  <a:pt x="823" y="14388"/>
                  <a:pt x="812" y="14398"/>
                </a:cubicBezTo>
                <a:cubicBezTo>
                  <a:pt x="790" y="14418"/>
                  <a:pt x="788" y="14453"/>
                  <a:pt x="807" y="14477"/>
                </a:cubicBezTo>
                <a:cubicBezTo>
                  <a:pt x="978" y="14672"/>
                  <a:pt x="1169" y="14855"/>
                  <a:pt x="1373" y="15020"/>
                </a:cubicBezTo>
                <a:cubicBezTo>
                  <a:pt x="1383" y="15029"/>
                  <a:pt x="1396" y="15033"/>
                  <a:pt x="1407" y="15033"/>
                </a:cubicBezTo>
                <a:cubicBezTo>
                  <a:pt x="1423" y="15033"/>
                  <a:pt x="1439" y="15026"/>
                  <a:pt x="1451" y="15012"/>
                </a:cubicBezTo>
                <a:cubicBezTo>
                  <a:pt x="1470" y="14988"/>
                  <a:pt x="1466" y="14953"/>
                  <a:pt x="1443" y="14934"/>
                </a:cubicBezTo>
                <a:cubicBezTo>
                  <a:pt x="1244" y="14773"/>
                  <a:pt x="1058" y="14594"/>
                  <a:pt x="891" y="14403"/>
                </a:cubicBezTo>
                <a:cubicBezTo>
                  <a:pt x="880" y="14391"/>
                  <a:pt x="864" y="14384"/>
                  <a:pt x="849" y="14384"/>
                </a:cubicBezTo>
                <a:close/>
                <a:moveTo>
                  <a:pt x="7088" y="14749"/>
                </a:moveTo>
                <a:cubicBezTo>
                  <a:pt x="7075" y="14749"/>
                  <a:pt x="7062" y="14753"/>
                  <a:pt x="7051" y="14763"/>
                </a:cubicBezTo>
                <a:cubicBezTo>
                  <a:pt x="6863" y="14934"/>
                  <a:pt x="6659" y="15091"/>
                  <a:pt x="6443" y="15229"/>
                </a:cubicBezTo>
                <a:cubicBezTo>
                  <a:pt x="6416" y="15245"/>
                  <a:pt x="6409" y="15280"/>
                  <a:pt x="6426" y="15306"/>
                </a:cubicBezTo>
                <a:cubicBezTo>
                  <a:pt x="6437" y="15322"/>
                  <a:pt x="6454" y="15331"/>
                  <a:pt x="6472" y="15331"/>
                </a:cubicBezTo>
                <a:cubicBezTo>
                  <a:pt x="6483" y="15331"/>
                  <a:pt x="6493" y="15328"/>
                  <a:pt x="6502" y="15323"/>
                </a:cubicBezTo>
                <a:cubicBezTo>
                  <a:pt x="6723" y="15181"/>
                  <a:pt x="6933" y="15020"/>
                  <a:pt x="7126" y="14845"/>
                </a:cubicBezTo>
                <a:cubicBezTo>
                  <a:pt x="7148" y="14825"/>
                  <a:pt x="7150" y="14790"/>
                  <a:pt x="7129" y="14767"/>
                </a:cubicBezTo>
                <a:cubicBezTo>
                  <a:pt x="7118" y="14755"/>
                  <a:pt x="7103" y="14749"/>
                  <a:pt x="7088" y="14749"/>
                </a:cubicBezTo>
                <a:close/>
                <a:moveTo>
                  <a:pt x="2049" y="15357"/>
                </a:moveTo>
                <a:cubicBezTo>
                  <a:pt x="2030" y="15357"/>
                  <a:pt x="2011" y="15368"/>
                  <a:pt x="2001" y="15386"/>
                </a:cubicBezTo>
                <a:cubicBezTo>
                  <a:pt x="1986" y="15412"/>
                  <a:pt x="1996" y="15447"/>
                  <a:pt x="2023" y="15462"/>
                </a:cubicBezTo>
                <a:cubicBezTo>
                  <a:pt x="2251" y="15590"/>
                  <a:pt x="2492" y="15699"/>
                  <a:pt x="2737" y="15785"/>
                </a:cubicBezTo>
                <a:cubicBezTo>
                  <a:pt x="2743" y="15787"/>
                  <a:pt x="2749" y="15788"/>
                  <a:pt x="2755" y="15788"/>
                </a:cubicBezTo>
                <a:cubicBezTo>
                  <a:pt x="2778" y="15788"/>
                  <a:pt x="2799" y="15775"/>
                  <a:pt x="2808" y="15752"/>
                </a:cubicBezTo>
                <a:cubicBezTo>
                  <a:pt x="2817" y="15723"/>
                  <a:pt x="2802" y="15691"/>
                  <a:pt x="2774" y="15682"/>
                </a:cubicBezTo>
                <a:cubicBezTo>
                  <a:pt x="2535" y="15597"/>
                  <a:pt x="2300" y="15490"/>
                  <a:pt x="2076" y="15364"/>
                </a:cubicBezTo>
                <a:cubicBezTo>
                  <a:pt x="2067" y="15360"/>
                  <a:pt x="2058" y="15357"/>
                  <a:pt x="2049" y="15357"/>
                </a:cubicBezTo>
                <a:close/>
                <a:moveTo>
                  <a:pt x="5786" y="15581"/>
                </a:moveTo>
                <a:cubicBezTo>
                  <a:pt x="5779" y="15581"/>
                  <a:pt x="5772" y="15583"/>
                  <a:pt x="5765" y="15586"/>
                </a:cubicBezTo>
                <a:cubicBezTo>
                  <a:pt x="5528" y="15685"/>
                  <a:pt x="5283" y="15764"/>
                  <a:pt x="5036" y="15819"/>
                </a:cubicBezTo>
                <a:cubicBezTo>
                  <a:pt x="5006" y="15827"/>
                  <a:pt x="4987" y="15857"/>
                  <a:pt x="4995" y="15886"/>
                </a:cubicBezTo>
                <a:cubicBezTo>
                  <a:pt x="5000" y="15912"/>
                  <a:pt x="5023" y="15929"/>
                  <a:pt x="5048" y="15929"/>
                </a:cubicBezTo>
                <a:cubicBezTo>
                  <a:pt x="5052" y="15929"/>
                  <a:pt x="5057" y="15929"/>
                  <a:pt x="5061" y="15928"/>
                </a:cubicBezTo>
                <a:cubicBezTo>
                  <a:pt x="5314" y="15871"/>
                  <a:pt x="5565" y="15790"/>
                  <a:pt x="5808" y="15688"/>
                </a:cubicBezTo>
                <a:cubicBezTo>
                  <a:pt x="5836" y="15675"/>
                  <a:pt x="5849" y="15643"/>
                  <a:pt x="5837" y="15615"/>
                </a:cubicBezTo>
                <a:cubicBezTo>
                  <a:pt x="5829" y="15594"/>
                  <a:pt x="5808" y="15581"/>
                  <a:pt x="5786" y="15581"/>
                </a:cubicBezTo>
                <a:close/>
                <a:moveTo>
                  <a:pt x="3506" y="15870"/>
                </a:moveTo>
                <a:cubicBezTo>
                  <a:pt x="3479" y="15870"/>
                  <a:pt x="3456" y="15890"/>
                  <a:pt x="3451" y="15917"/>
                </a:cubicBezTo>
                <a:cubicBezTo>
                  <a:pt x="3447" y="15947"/>
                  <a:pt x="3467" y="15975"/>
                  <a:pt x="3498" y="15980"/>
                </a:cubicBezTo>
                <a:cubicBezTo>
                  <a:pt x="3701" y="16013"/>
                  <a:pt x="3907" y="16030"/>
                  <a:pt x="4110" y="16032"/>
                </a:cubicBezTo>
                <a:lnTo>
                  <a:pt x="4143" y="16032"/>
                </a:lnTo>
                <a:cubicBezTo>
                  <a:pt x="4189" y="16032"/>
                  <a:pt x="4236" y="16031"/>
                  <a:pt x="4281" y="16030"/>
                </a:cubicBezTo>
                <a:cubicBezTo>
                  <a:pt x="4312" y="16029"/>
                  <a:pt x="4337" y="16003"/>
                  <a:pt x="4335" y="15972"/>
                </a:cubicBezTo>
                <a:cubicBezTo>
                  <a:pt x="4334" y="15943"/>
                  <a:pt x="4314" y="15919"/>
                  <a:pt x="4282" y="15919"/>
                </a:cubicBezTo>
                <a:cubicBezTo>
                  <a:pt x="4281" y="15919"/>
                  <a:pt x="4279" y="15919"/>
                  <a:pt x="4278" y="15919"/>
                </a:cubicBezTo>
                <a:cubicBezTo>
                  <a:pt x="4233" y="15920"/>
                  <a:pt x="4188" y="15921"/>
                  <a:pt x="4143" y="15921"/>
                </a:cubicBezTo>
                <a:lnTo>
                  <a:pt x="4110" y="15921"/>
                </a:lnTo>
                <a:cubicBezTo>
                  <a:pt x="3913" y="15919"/>
                  <a:pt x="3713" y="15903"/>
                  <a:pt x="3515" y="15871"/>
                </a:cubicBezTo>
                <a:cubicBezTo>
                  <a:pt x="3512" y="15870"/>
                  <a:pt x="3509" y="15870"/>
                  <a:pt x="3506" y="1587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9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4">
  <p:cSld name="TITLE_AND_BODY_5">
    <p:spTree>
      <p:nvGrpSpPr>
        <p:cNvPr id="6299" name="Shape 6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0" name="Google Shape;6300;p301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301" name="Google Shape;6301;p301"/>
          <p:cNvSpPr txBox="1"/>
          <p:nvPr>
            <p:ph idx="1" type="body"/>
          </p:nvPr>
        </p:nvSpPr>
        <p:spPr>
          <a:xfrm>
            <a:off x="458975" y="1438275"/>
            <a:ext cx="8226000" cy="2981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 sz="1400"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6302" name="Google Shape;6302;p301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Content 1">
  <p:cSld name="Title and Content">
    <p:spTree>
      <p:nvGrpSpPr>
        <p:cNvPr id="6303" name="Shape 6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4" name="Google Shape;6304;p302"/>
          <p:cNvSpPr/>
          <p:nvPr>
            <p:ph type="title"/>
          </p:nvPr>
        </p:nvSpPr>
        <p:spPr>
          <a:xfrm>
            <a:off x="457198" y="359171"/>
            <a:ext cx="8220000" cy="745800"/>
          </a:xfrm>
          <a:prstGeom prst="roundRect">
            <a:avLst>
              <a:gd fmla="val 2082" name="adj"/>
            </a:avLst>
          </a:prstGeom>
          <a:noFill/>
          <a:ln>
            <a:noFill/>
          </a:ln>
        </p:spPr>
        <p:txBody>
          <a:bodyPr anchorCtr="1" anchor="ctr" bIns="252000" lIns="252000" spcFirstLastPara="1" rIns="252000" wrap="square" tIns="25200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6">
  <p:cSld name="SECTION_HEADER_4">
    <p:bg>
      <p:bgPr>
        <a:solidFill>
          <a:schemeClr val="accent4"/>
        </a:solidFill>
      </p:bgPr>
    </p:bg>
    <p:spTree>
      <p:nvGrpSpPr>
        <p:cNvPr id="6305" name="Shape 6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6" name="Google Shape;6306;p303"/>
          <p:cNvSpPr txBox="1"/>
          <p:nvPr>
            <p:ph type="title"/>
          </p:nvPr>
        </p:nvSpPr>
        <p:spPr>
          <a:xfrm>
            <a:off x="458975" y="1438150"/>
            <a:ext cx="8226000" cy="3189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 b="0" sz="3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6307" name="Google Shape;6307;p303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7">
  <p:cSld name="SECTION_HEADER_5">
    <p:bg>
      <p:bgPr>
        <a:solidFill>
          <a:schemeClr val="accent4"/>
        </a:solidFill>
      </p:bgPr>
    </p:bg>
    <p:spTree>
      <p:nvGrpSpPr>
        <p:cNvPr id="6308" name="Shape 6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9" name="Google Shape;6309;p304"/>
          <p:cNvSpPr txBox="1"/>
          <p:nvPr>
            <p:ph type="title"/>
          </p:nvPr>
        </p:nvSpPr>
        <p:spPr>
          <a:xfrm>
            <a:off x="458975" y="1438150"/>
            <a:ext cx="8226000" cy="3189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 b="0" sz="3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6310" name="Google Shape;6310;p304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0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0">
  <p:cSld name="SECTION_HEADER_8">
    <p:bg>
      <p:bgPr>
        <a:solidFill>
          <a:schemeClr val="accent4"/>
        </a:solidFill>
      </p:bgPr>
    </p:bg>
    <p:spTree>
      <p:nvGrpSpPr>
        <p:cNvPr id="6311" name="Shape 6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12" name="Google Shape;6312;p305"/>
          <p:cNvSpPr txBox="1"/>
          <p:nvPr>
            <p:ph type="title"/>
          </p:nvPr>
        </p:nvSpPr>
        <p:spPr>
          <a:xfrm>
            <a:off x="458975" y="1438150"/>
            <a:ext cx="8226000" cy="3189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 b="0" sz="3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6313" name="Google Shape;6313;p305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0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9">
  <p:cSld name="SECTION_HEADER_7">
    <p:bg>
      <p:bgPr>
        <a:solidFill>
          <a:schemeClr val="accent4"/>
        </a:solidFill>
      </p:bgPr>
    </p:bg>
    <p:spTree>
      <p:nvGrpSpPr>
        <p:cNvPr id="6314" name="Shape 6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15" name="Google Shape;6315;p306"/>
          <p:cNvSpPr txBox="1"/>
          <p:nvPr>
            <p:ph type="title"/>
          </p:nvPr>
        </p:nvSpPr>
        <p:spPr>
          <a:xfrm>
            <a:off x="458975" y="1438150"/>
            <a:ext cx="8226000" cy="3189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 b="0" sz="3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6316" name="Google Shape;6316;p306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3">
  <p:cSld name="TITLE_AND_BODY_4">
    <p:spTree>
      <p:nvGrpSpPr>
        <p:cNvPr id="6317" name="Shape 63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18" name="Google Shape;6318;p307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319" name="Google Shape;6319;p307"/>
          <p:cNvSpPr txBox="1"/>
          <p:nvPr>
            <p:ph idx="1" type="body"/>
          </p:nvPr>
        </p:nvSpPr>
        <p:spPr>
          <a:xfrm>
            <a:off x="458975" y="1438275"/>
            <a:ext cx="8226000" cy="2981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 sz="1400"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6320" name="Google Shape;6320;p307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8">
  <p:cSld name="SECTION_HEADER_6">
    <p:bg>
      <p:bgPr>
        <a:solidFill>
          <a:schemeClr val="accent4"/>
        </a:solidFill>
      </p:bgPr>
    </p:bg>
    <p:spTree>
      <p:nvGrpSpPr>
        <p:cNvPr id="6321" name="Shape 6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22" name="Google Shape;6322;p308"/>
          <p:cNvSpPr txBox="1"/>
          <p:nvPr>
            <p:ph type="title"/>
          </p:nvPr>
        </p:nvSpPr>
        <p:spPr>
          <a:xfrm>
            <a:off x="458975" y="1438150"/>
            <a:ext cx="8226000" cy="3189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 b="0" sz="3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B3241"/>
              </a:buClr>
              <a:buSzPts val="3800"/>
              <a:buFont typeface="Arial"/>
              <a:buNone/>
              <a:defRPr sz="3800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6323" name="Google Shape;6323;p308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23">
  <p:cSld name="TITLE_AND_BODY_24">
    <p:spTree>
      <p:nvGrpSpPr>
        <p:cNvPr id="6324" name="Shape 63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25" name="Google Shape;6325;p309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326" name="Google Shape;6326;p309"/>
          <p:cNvSpPr txBox="1"/>
          <p:nvPr>
            <p:ph idx="1" type="body"/>
          </p:nvPr>
        </p:nvSpPr>
        <p:spPr>
          <a:xfrm>
            <a:off x="458975" y="1438275"/>
            <a:ext cx="8226000" cy="2981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 sz="1400"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6327" name="Google Shape;6327;p309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13">
  <p:cSld name="TITLE_AND_BODY_14">
    <p:spTree>
      <p:nvGrpSpPr>
        <p:cNvPr id="6328" name="Shape 6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29" name="Google Shape;6329;p310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330" name="Google Shape;6330;p310"/>
          <p:cNvSpPr txBox="1"/>
          <p:nvPr>
            <p:ph idx="1" type="body"/>
          </p:nvPr>
        </p:nvSpPr>
        <p:spPr>
          <a:xfrm>
            <a:off x="458975" y="1438275"/>
            <a:ext cx="8226000" cy="2981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 sz="1400"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6331" name="Google Shape;6331;p310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20">
  <p:cSld name="TITLE_AND_BODY_21">
    <p:spTree>
      <p:nvGrpSpPr>
        <p:cNvPr id="6332" name="Shape 6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33" name="Google Shape;6333;p311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334" name="Google Shape;6334;p311"/>
          <p:cNvSpPr txBox="1"/>
          <p:nvPr>
            <p:ph idx="1" type="body"/>
          </p:nvPr>
        </p:nvSpPr>
        <p:spPr>
          <a:xfrm>
            <a:off x="458975" y="1438275"/>
            <a:ext cx="8226000" cy="2981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 sz="1400"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6335" name="Google Shape;6335;p311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0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30">
  <p:cSld name="TITLE_AND_BODY_31">
    <p:spTree>
      <p:nvGrpSpPr>
        <p:cNvPr id="6336" name="Shape 6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37" name="Google Shape;6337;p312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338" name="Google Shape;6338;p312"/>
          <p:cNvSpPr txBox="1"/>
          <p:nvPr>
            <p:ph idx="1" type="body"/>
          </p:nvPr>
        </p:nvSpPr>
        <p:spPr>
          <a:xfrm>
            <a:off x="458975" y="1438275"/>
            <a:ext cx="8226000" cy="2981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30200" lvl="0" marL="45720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–"/>
              <a:defRPr/>
            </a:lvl2pPr>
            <a:lvl3pPr indent="-317500" lvl="2" marL="137160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–"/>
              <a:defRPr/>
            </a:lvl3pPr>
            <a:lvl4pPr indent="-317500" lvl="3" marL="18288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/>
            </a:lvl4pPr>
            <a:lvl5pPr indent="-317500" lvl="4" marL="228600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SzPts val="1400"/>
              <a:buChar char="–"/>
              <a:defRPr sz="1400"/>
            </a:lvl5pPr>
            <a:lvl6pPr indent="-317500" lvl="5" marL="27432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6pPr>
            <a:lvl7pPr indent="-317500" lvl="6" marL="320040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SzPts val="1400"/>
              <a:buChar char="–"/>
              <a:defRPr/>
            </a:lvl7pPr>
            <a:lvl8pPr indent="-317500" lvl="7" marL="365760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SzPts val="1400"/>
              <a:buChar char="–"/>
              <a:defRPr/>
            </a:lvl8pPr>
            <a:lvl9pPr indent="-317500" lvl="8" marL="411480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SzPts val="1400"/>
              <a:buChar char="–"/>
              <a:defRPr/>
            </a:lvl9pPr>
          </a:lstStyle>
          <a:p/>
        </p:txBody>
      </p:sp>
      <p:sp>
        <p:nvSpPr>
          <p:cNvPr id="6339" name="Google Shape;6339;p312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i="0" sz="800" u="none" cap="none" strike="noStrike">
                <a:solidFill>
                  <a:srgbClr val="4B3241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40" Type="http://schemas.openxmlformats.org/officeDocument/2006/relationships/slideLayout" Target="../slideLayouts/slideLayout40.xml"/><Relationship Id="rId42" Type="http://schemas.openxmlformats.org/officeDocument/2006/relationships/slideLayout" Target="../slideLayouts/slideLayout42.xml"/><Relationship Id="rId41" Type="http://schemas.openxmlformats.org/officeDocument/2006/relationships/slideLayout" Target="../slideLayouts/slideLayout41.xml"/><Relationship Id="rId44" Type="http://schemas.openxmlformats.org/officeDocument/2006/relationships/slideLayout" Target="../slideLayouts/slideLayout44.xml"/><Relationship Id="rId43" Type="http://schemas.openxmlformats.org/officeDocument/2006/relationships/slideLayout" Target="../slideLayouts/slideLayout43.xml"/><Relationship Id="rId46" Type="http://schemas.openxmlformats.org/officeDocument/2006/relationships/slideLayout" Target="../slideLayouts/slideLayout46.xml"/><Relationship Id="rId45" Type="http://schemas.openxmlformats.org/officeDocument/2006/relationships/slideLayout" Target="../slideLayouts/slideLayout45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48" Type="http://schemas.openxmlformats.org/officeDocument/2006/relationships/slideLayout" Target="../slideLayouts/slideLayout48.xml"/><Relationship Id="rId47" Type="http://schemas.openxmlformats.org/officeDocument/2006/relationships/slideLayout" Target="../slideLayouts/slideLayout47.xml"/><Relationship Id="rId49" Type="http://schemas.openxmlformats.org/officeDocument/2006/relationships/slideLayout" Target="../slideLayouts/slideLayout49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1" Type="http://schemas.openxmlformats.org/officeDocument/2006/relationships/slideLayout" Target="../slideLayouts/slideLayout31.xml"/><Relationship Id="rId30" Type="http://schemas.openxmlformats.org/officeDocument/2006/relationships/slideLayout" Target="../slideLayouts/slideLayout30.xml"/><Relationship Id="rId33" Type="http://schemas.openxmlformats.org/officeDocument/2006/relationships/slideLayout" Target="../slideLayouts/slideLayout33.xml"/><Relationship Id="rId32" Type="http://schemas.openxmlformats.org/officeDocument/2006/relationships/slideLayout" Target="../slideLayouts/slideLayout32.xml"/><Relationship Id="rId35" Type="http://schemas.openxmlformats.org/officeDocument/2006/relationships/slideLayout" Target="../slideLayouts/slideLayout35.xml"/><Relationship Id="rId34" Type="http://schemas.openxmlformats.org/officeDocument/2006/relationships/slideLayout" Target="../slideLayouts/slideLayout34.xml"/><Relationship Id="rId70" Type="http://schemas.openxmlformats.org/officeDocument/2006/relationships/theme" Target="../theme/theme3.xml"/><Relationship Id="rId37" Type="http://schemas.openxmlformats.org/officeDocument/2006/relationships/slideLayout" Target="../slideLayouts/slideLayout37.xml"/><Relationship Id="rId36" Type="http://schemas.openxmlformats.org/officeDocument/2006/relationships/slideLayout" Target="../slideLayouts/slideLayout36.xml"/><Relationship Id="rId39" Type="http://schemas.openxmlformats.org/officeDocument/2006/relationships/slideLayout" Target="../slideLayouts/slideLayout39.xml"/><Relationship Id="rId38" Type="http://schemas.openxmlformats.org/officeDocument/2006/relationships/slideLayout" Target="../slideLayouts/slideLayout38.xml"/><Relationship Id="rId62" Type="http://schemas.openxmlformats.org/officeDocument/2006/relationships/slideLayout" Target="../slideLayouts/slideLayout62.xml"/><Relationship Id="rId61" Type="http://schemas.openxmlformats.org/officeDocument/2006/relationships/slideLayout" Target="../slideLayouts/slideLayout61.xml"/><Relationship Id="rId20" Type="http://schemas.openxmlformats.org/officeDocument/2006/relationships/slideLayout" Target="../slideLayouts/slideLayout20.xml"/><Relationship Id="rId64" Type="http://schemas.openxmlformats.org/officeDocument/2006/relationships/slideLayout" Target="../slideLayouts/slideLayout64.xml"/><Relationship Id="rId63" Type="http://schemas.openxmlformats.org/officeDocument/2006/relationships/slideLayout" Target="../slideLayouts/slideLayout63.xml"/><Relationship Id="rId22" Type="http://schemas.openxmlformats.org/officeDocument/2006/relationships/slideLayout" Target="../slideLayouts/slideLayout22.xml"/><Relationship Id="rId66" Type="http://schemas.openxmlformats.org/officeDocument/2006/relationships/slideLayout" Target="../slideLayouts/slideLayout66.xml"/><Relationship Id="rId21" Type="http://schemas.openxmlformats.org/officeDocument/2006/relationships/slideLayout" Target="../slideLayouts/slideLayout21.xml"/><Relationship Id="rId65" Type="http://schemas.openxmlformats.org/officeDocument/2006/relationships/slideLayout" Target="../slideLayouts/slideLayout65.xml"/><Relationship Id="rId24" Type="http://schemas.openxmlformats.org/officeDocument/2006/relationships/slideLayout" Target="../slideLayouts/slideLayout24.xml"/><Relationship Id="rId68" Type="http://schemas.openxmlformats.org/officeDocument/2006/relationships/slideLayout" Target="../slideLayouts/slideLayout68.xml"/><Relationship Id="rId23" Type="http://schemas.openxmlformats.org/officeDocument/2006/relationships/slideLayout" Target="../slideLayouts/slideLayout23.xml"/><Relationship Id="rId67" Type="http://schemas.openxmlformats.org/officeDocument/2006/relationships/slideLayout" Target="../slideLayouts/slideLayout67.xml"/><Relationship Id="rId60" Type="http://schemas.openxmlformats.org/officeDocument/2006/relationships/slideLayout" Target="../slideLayouts/slideLayout60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69" Type="http://schemas.openxmlformats.org/officeDocument/2006/relationships/slideLayout" Target="../slideLayouts/slideLayout69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29" Type="http://schemas.openxmlformats.org/officeDocument/2006/relationships/slideLayout" Target="../slideLayouts/slideLayout29.xml"/><Relationship Id="rId51" Type="http://schemas.openxmlformats.org/officeDocument/2006/relationships/slideLayout" Target="../slideLayouts/slideLayout51.xml"/><Relationship Id="rId50" Type="http://schemas.openxmlformats.org/officeDocument/2006/relationships/slideLayout" Target="../slideLayouts/slideLayout50.xml"/><Relationship Id="rId53" Type="http://schemas.openxmlformats.org/officeDocument/2006/relationships/slideLayout" Target="../slideLayouts/slideLayout53.xml"/><Relationship Id="rId52" Type="http://schemas.openxmlformats.org/officeDocument/2006/relationships/slideLayout" Target="../slideLayouts/slideLayout52.xml"/><Relationship Id="rId11" Type="http://schemas.openxmlformats.org/officeDocument/2006/relationships/slideLayout" Target="../slideLayouts/slideLayout11.xml"/><Relationship Id="rId55" Type="http://schemas.openxmlformats.org/officeDocument/2006/relationships/slideLayout" Target="../slideLayouts/slideLayout55.xml"/><Relationship Id="rId10" Type="http://schemas.openxmlformats.org/officeDocument/2006/relationships/slideLayout" Target="../slideLayouts/slideLayout10.xml"/><Relationship Id="rId54" Type="http://schemas.openxmlformats.org/officeDocument/2006/relationships/slideLayout" Target="../slideLayouts/slideLayout54.xml"/><Relationship Id="rId13" Type="http://schemas.openxmlformats.org/officeDocument/2006/relationships/slideLayout" Target="../slideLayouts/slideLayout13.xml"/><Relationship Id="rId57" Type="http://schemas.openxmlformats.org/officeDocument/2006/relationships/slideLayout" Target="../slideLayouts/slideLayout57.xml"/><Relationship Id="rId12" Type="http://schemas.openxmlformats.org/officeDocument/2006/relationships/slideLayout" Target="../slideLayouts/slideLayout12.xml"/><Relationship Id="rId56" Type="http://schemas.openxmlformats.org/officeDocument/2006/relationships/slideLayout" Target="../slideLayouts/slideLayout56.xml"/><Relationship Id="rId15" Type="http://schemas.openxmlformats.org/officeDocument/2006/relationships/slideLayout" Target="../slideLayouts/slideLayout15.xml"/><Relationship Id="rId59" Type="http://schemas.openxmlformats.org/officeDocument/2006/relationships/slideLayout" Target="../slideLayouts/slideLayout59.xml"/><Relationship Id="rId14" Type="http://schemas.openxmlformats.org/officeDocument/2006/relationships/slideLayout" Target="../slideLayouts/slideLayout14.xml"/><Relationship Id="rId58" Type="http://schemas.openxmlformats.org/officeDocument/2006/relationships/slideLayout" Target="../slideLayouts/slideLayout58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40" Type="http://schemas.openxmlformats.org/officeDocument/2006/relationships/slideLayout" Target="../slideLayouts/slideLayout109.xml"/><Relationship Id="rId42" Type="http://schemas.openxmlformats.org/officeDocument/2006/relationships/slideLayout" Target="../slideLayouts/slideLayout111.xml"/><Relationship Id="rId41" Type="http://schemas.openxmlformats.org/officeDocument/2006/relationships/slideLayout" Target="../slideLayouts/slideLayout110.xml"/><Relationship Id="rId44" Type="http://schemas.openxmlformats.org/officeDocument/2006/relationships/slideLayout" Target="../slideLayouts/slideLayout113.xml"/><Relationship Id="rId43" Type="http://schemas.openxmlformats.org/officeDocument/2006/relationships/slideLayout" Target="../slideLayouts/slideLayout112.xml"/><Relationship Id="rId46" Type="http://schemas.openxmlformats.org/officeDocument/2006/relationships/slideLayout" Target="../slideLayouts/slideLayout115.xml"/><Relationship Id="rId45" Type="http://schemas.openxmlformats.org/officeDocument/2006/relationships/slideLayout" Target="../slideLayouts/slideLayout114.xml"/><Relationship Id="rId1" Type="http://schemas.openxmlformats.org/officeDocument/2006/relationships/slideLayout" Target="../slideLayouts/slideLayout70.xml"/><Relationship Id="rId2" Type="http://schemas.openxmlformats.org/officeDocument/2006/relationships/slideLayout" Target="../slideLayouts/slideLayout71.xml"/><Relationship Id="rId3" Type="http://schemas.openxmlformats.org/officeDocument/2006/relationships/slideLayout" Target="../slideLayouts/slideLayout72.xml"/><Relationship Id="rId4" Type="http://schemas.openxmlformats.org/officeDocument/2006/relationships/slideLayout" Target="../slideLayouts/slideLayout73.xml"/><Relationship Id="rId9" Type="http://schemas.openxmlformats.org/officeDocument/2006/relationships/slideLayout" Target="../slideLayouts/slideLayout78.xml"/><Relationship Id="rId48" Type="http://schemas.openxmlformats.org/officeDocument/2006/relationships/slideLayout" Target="../slideLayouts/slideLayout117.xml"/><Relationship Id="rId47" Type="http://schemas.openxmlformats.org/officeDocument/2006/relationships/slideLayout" Target="../slideLayouts/slideLayout116.xml"/><Relationship Id="rId49" Type="http://schemas.openxmlformats.org/officeDocument/2006/relationships/slideLayout" Target="../slideLayouts/slideLayout118.xml"/><Relationship Id="rId5" Type="http://schemas.openxmlformats.org/officeDocument/2006/relationships/slideLayout" Target="../slideLayouts/slideLayout74.xml"/><Relationship Id="rId6" Type="http://schemas.openxmlformats.org/officeDocument/2006/relationships/slideLayout" Target="../slideLayouts/slideLayout75.xml"/><Relationship Id="rId7" Type="http://schemas.openxmlformats.org/officeDocument/2006/relationships/slideLayout" Target="../slideLayouts/slideLayout76.xml"/><Relationship Id="rId8" Type="http://schemas.openxmlformats.org/officeDocument/2006/relationships/slideLayout" Target="../slideLayouts/slideLayout77.xml"/><Relationship Id="rId31" Type="http://schemas.openxmlformats.org/officeDocument/2006/relationships/slideLayout" Target="../slideLayouts/slideLayout100.xml"/><Relationship Id="rId30" Type="http://schemas.openxmlformats.org/officeDocument/2006/relationships/slideLayout" Target="../slideLayouts/slideLayout99.xml"/><Relationship Id="rId33" Type="http://schemas.openxmlformats.org/officeDocument/2006/relationships/slideLayout" Target="../slideLayouts/slideLayout102.xml"/><Relationship Id="rId32" Type="http://schemas.openxmlformats.org/officeDocument/2006/relationships/slideLayout" Target="../slideLayouts/slideLayout101.xml"/><Relationship Id="rId35" Type="http://schemas.openxmlformats.org/officeDocument/2006/relationships/slideLayout" Target="../slideLayouts/slideLayout104.xml"/><Relationship Id="rId34" Type="http://schemas.openxmlformats.org/officeDocument/2006/relationships/slideLayout" Target="../slideLayouts/slideLayout103.xml"/><Relationship Id="rId37" Type="http://schemas.openxmlformats.org/officeDocument/2006/relationships/slideLayout" Target="../slideLayouts/slideLayout106.xml"/><Relationship Id="rId36" Type="http://schemas.openxmlformats.org/officeDocument/2006/relationships/slideLayout" Target="../slideLayouts/slideLayout105.xml"/><Relationship Id="rId39" Type="http://schemas.openxmlformats.org/officeDocument/2006/relationships/slideLayout" Target="../slideLayouts/slideLayout108.xml"/><Relationship Id="rId38" Type="http://schemas.openxmlformats.org/officeDocument/2006/relationships/slideLayout" Target="../slideLayouts/slideLayout107.xml"/><Relationship Id="rId62" Type="http://schemas.openxmlformats.org/officeDocument/2006/relationships/slideLayout" Target="../slideLayouts/slideLayout131.xml"/><Relationship Id="rId61" Type="http://schemas.openxmlformats.org/officeDocument/2006/relationships/slideLayout" Target="../slideLayouts/slideLayout130.xml"/><Relationship Id="rId20" Type="http://schemas.openxmlformats.org/officeDocument/2006/relationships/slideLayout" Target="../slideLayouts/slideLayout89.xml"/><Relationship Id="rId64" Type="http://schemas.openxmlformats.org/officeDocument/2006/relationships/slideLayout" Target="../slideLayouts/slideLayout133.xml"/><Relationship Id="rId63" Type="http://schemas.openxmlformats.org/officeDocument/2006/relationships/slideLayout" Target="../slideLayouts/slideLayout132.xml"/><Relationship Id="rId22" Type="http://schemas.openxmlformats.org/officeDocument/2006/relationships/slideLayout" Target="../slideLayouts/slideLayout91.xml"/><Relationship Id="rId66" Type="http://schemas.openxmlformats.org/officeDocument/2006/relationships/slideLayout" Target="../slideLayouts/slideLayout135.xml"/><Relationship Id="rId21" Type="http://schemas.openxmlformats.org/officeDocument/2006/relationships/slideLayout" Target="../slideLayouts/slideLayout90.xml"/><Relationship Id="rId65" Type="http://schemas.openxmlformats.org/officeDocument/2006/relationships/slideLayout" Target="../slideLayouts/slideLayout134.xml"/><Relationship Id="rId24" Type="http://schemas.openxmlformats.org/officeDocument/2006/relationships/slideLayout" Target="../slideLayouts/slideLayout93.xml"/><Relationship Id="rId68" Type="http://schemas.openxmlformats.org/officeDocument/2006/relationships/slideLayout" Target="../slideLayouts/slideLayout137.xml"/><Relationship Id="rId23" Type="http://schemas.openxmlformats.org/officeDocument/2006/relationships/slideLayout" Target="../slideLayouts/slideLayout92.xml"/><Relationship Id="rId67" Type="http://schemas.openxmlformats.org/officeDocument/2006/relationships/slideLayout" Target="../slideLayouts/slideLayout136.xml"/><Relationship Id="rId60" Type="http://schemas.openxmlformats.org/officeDocument/2006/relationships/slideLayout" Target="../slideLayouts/slideLayout129.xml"/><Relationship Id="rId26" Type="http://schemas.openxmlformats.org/officeDocument/2006/relationships/slideLayout" Target="../slideLayouts/slideLayout95.xml"/><Relationship Id="rId25" Type="http://schemas.openxmlformats.org/officeDocument/2006/relationships/slideLayout" Target="../slideLayouts/slideLayout94.xml"/><Relationship Id="rId69" Type="http://schemas.openxmlformats.org/officeDocument/2006/relationships/theme" Target="../theme/theme6.xml"/><Relationship Id="rId28" Type="http://schemas.openxmlformats.org/officeDocument/2006/relationships/slideLayout" Target="../slideLayouts/slideLayout97.xml"/><Relationship Id="rId27" Type="http://schemas.openxmlformats.org/officeDocument/2006/relationships/slideLayout" Target="../slideLayouts/slideLayout96.xml"/><Relationship Id="rId29" Type="http://schemas.openxmlformats.org/officeDocument/2006/relationships/slideLayout" Target="../slideLayouts/slideLayout98.xml"/><Relationship Id="rId51" Type="http://schemas.openxmlformats.org/officeDocument/2006/relationships/slideLayout" Target="../slideLayouts/slideLayout120.xml"/><Relationship Id="rId50" Type="http://schemas.openxmlformats.org/officeDocument/2006/relationships/slideLayout" Target="../slideLayouts/slideLayout119.xml"/><Relationship Id="rId53" Type="http://schemas.openxmlformats.org/officeDocument/2006/relationships/slideLayout" Target="../slideLayouts/slideLayout122.xml"/><Relationship Id="rId52" Type="http://schemas.openxmlformats.org/officeDocument/2006/relationships/slideLayout" Target="../slideLayouts/slideLayout121.xml"/><Relationship Id="rId11" Type="http://schemas.openxmlformats.org/officeDocument/2006/relationships/slideLayout" Target="../slideLayouts/slideLayout80.xml"/><Relationship Id="rId55" Type="http://schemas.openxmlformats.org/officeDocument/2006/relationships/slideLayout" Target="../slideLayouts/slideLayout124.xml"/><Relationship Id="rId10" Type="http://schemas.openxmlformats.org/officeDocument/2006/relationships/slideLayout" Target="../slideLayouts/slideLayout79.xml"/><Relationship Id="rId54" Type="http://schemas.openxmlformats.org/officeDocument/2006/relationships/slideLayout" Target="../slideLayouts/slideLayout123.xml"/><Relationship Id="rId13" Type="http://schemas.openxmlformats.org/officeDocument/2006/relationships/slideLayout" Target="../slideLayouts/slideLayout82.xml"/><Relationship Id="rId57" Type="http://schemas.openxmlformats.org/officeDocument/2006/relationships/slideLayout" Target="../slideLayouts/slideLayout126.xml"/><Relationship Id="rId12" Type="http://schemas.openxmlformats.org/officeDocument/2006/relationships/slideLayout" Target="../slideLayouts/slideLayout81.xml"/><Relationship Id="rId56" Type="http://schemas.openxmlformats.org/officeDocument/2006/relationships/slideLayout" Target="../slideLayouts/slideLayout125.xml"/><Relationship Id="rId15" Type="http://schemas.openxmlformats.org/officeDocument/2006/relationships/slideLayout" Target="../slideLayouts/slideLayout84.xml"/><Relationship Id="rId59" Type="http://schemas.openxmlformats.org/officeDocument/2006/relationships/slideLayout" Target="../slideLayouts/slideLayout128.xml"/><Relationship Id="rId14" Type="http://schemas.openxmlformats.org/officeDocument/2006/relationships/slideLayout" Target="../slideLayouts/slideLayout83.xml"/><Relationship Id="rId58" Type="http://schemas.openxmlformats.org/officeDocument/2006/relationships/slideLayout" Target="../slideLayouts/slideLayout127.xml"/><Relationship Id="rId17" Type="http://schemas.openxmlformats.org/officeDocument/2006/relationships/slideLayout" Target="../slideLayouts/slideLayout86.xml"/><Relationship Id="rId16" Type="http://schemas.openxmlformats.org/officeDocument/2006/relationships/slideLayout" Target="../slideLayouts/slideLayout85.xml"/><Relationship Id="rId19" Type="http://schemas.openxmlformats.org/officeDocument/2006/relationships/slideLayout" Target="../slideLayouts/slideLayout88.xml"/><Relationship Id="rId18" Type="http://schemas.openxmlformats.org/officeDocument/2006/relationships/slideLayout" Target="../slideLayouts/slideLayout87.xml"/></Relationships>
</file>

<file path=ppt/slideMasters/_rels/slideMaster3.xml.rels><?xml version="1.0" encoding="UTF-8" standalone="yes"?><Relationships xmlns="http://schemas.openxmlformats.org/package/2006/relationships"><Relationship Id="rId40" Type="http://schemas.openxmlformats.org/officeDocument/2006/relationships/slideLayout" Target="../slideLayouts/slideLayout177.xml"/><Relationship Id="rId42" Type="http://schemas.openxmlformats.org/officeDocument/2006/relationships/slideLayout" Target="../slideLayouts/slideLayout179.xml"/><Relationship Id="rId41" Type="http://schemas.openxmlformats.org/officeDocument/2006/relationships/slideLayout" Target="../slideLayouts/slideLayout178.xml"/><Relationship Id="rId44" Type="http://schemas.openxmlformats.org/officeDocument/2006/relationships/slideLayout" Target="../slideLayouts/slideLayout181.xml"/><Relationship Id="rId43" Type="http://schemas.openxmlformats.org/officeDocument/2006/relationships/slideLayout" Target="../slideLayouts/slideLayout180.xml"/><Relationship Id="rId46" Type="http://schemas.openxmlformats.org/officeDocument/2006/relationships/slideLayout" Target="../slideLayouts/slideLayout183.xml"/><Relationship Id="rId45" Type="http://schemas.openxmlformats.org/officeDocument/2006/relationships/slideLayout" Target="../slideLayouts/slideLayout182.xml"/><Relationship Id="rId1" Type="http://schemas.openxmlformats.org/officeDocument/2006/relationships/slideLayout" Target="../slideLayouts/slideLayout138.xml"/><Relationship Id="rId2" Type="http://schemas.openxmlformats.org/officeDocument/2006/relationships/slideLayout" Target="../slideLayouts/slideLayout139.xml"/><Relationship Id="rId3" Type="http://schemas.openxmlformats.org/officeDocument/2006/relationships/slideLayout" Target="../slideLayouts/slideLayout140.xml"/><Relationship Id="rId4" Type="http://schemas.openxmlformats.org/officeDocument/2006/relationships/slideLayout" Target="../slideLayouts/slideLayout141.xml"/><Relationship Id="rId9" Type="http://schemas.openxmlformats.org/officeDocument/2006/relationships/slideLayout" Target="../slideLayouts/slideLayout146.xml"/><Relationship Id="rId48" Type="http://schemas.openxmlformats.org/officeDocument/2006/relationships/slideLayout" Target="../slideLayouts/slideLayout185.xml"/><Relationship Id="rId47" Type="http://schemas.openxmlformats.org/officeDocument/2006/relationships/slideLayout" Target="../slideLayouts/slideLayout184.xml"/><Relationship Id="rId49" Type="http://schemas.openxmlformats.org/officeDocument/2006/relationships/slideLayout" Target="../slideLayouts/slideLayout186.xml"/><Relationship Id="rId5" Type="http://schemas.openxmlformats.org/officeDocument/2006/relationships/slideLayout" Target="../slideLayouts/slideLayout142.xml"/><Relationship Id="rId6" Type="http://schemas.openxmlformats.org/officeDocument/2006/relationships/slideLayout" Target="../slideLayouts/slideLayout143.xml"/><Relationship Id="rId7" Type="http://schemas.openxmlformats.org/officeDocument/2006/relationships/slideLayout" Target="../slideLayouts/slideLayout144.xml"/><Relationship Id="rId8" Type="http://schemas.openxmlformats.org/officeDocument/2006/relationships/slideLayout" Target="../slideLayouts/slideLayout145.xml"/><Relationship Id="rId31" Type="http://schemas.openxmlformats.org/officeDocument/2006/relationships/slideLayout" Target="../slideLayouts/slideLayout168.xml"/><Relationship Id="rId30" Type="http://schemas.openxmlformats.org/officeDocument/2006/relationships/slideLayout" Target="../slideLayouts/slideLayout167.xml"/><Relationship Id="rId33" Type="http://schemas.openxmlformats.org/officeDocument/2006/relationships/slideLayout" Target="../slideLayouts/slideLayout170.xml"/><Relationship Id="rId32" Type="http://schemas.openxmlformats.org/officeDocument/2006/relationships/slideLayout" Target="../slideLayouts/slideLayout169.xml"/><Relationship Id="rId35" Type="http://schemas.openxmlformats.org/officeDocument/2006/relationships/slideLayout" Target="../slideLayouts/slideLayout172.xml"/><Relationship Id="rId34" Type="http://schemas.openxmlformats.org/officeDocument/2006/relationships/slideLayout" Target="../slideLayouts/slideLayout171.xml"/><Relationship Id="rId70" Type="http://schemas.openxmlformats.org/officeDocument/2006/relationships/theme" Target="../theme/theme5.xml"/><Relationship Id="rId37" Type="http://schemas.openxmlformats.org/officeDocument/2006/relationships/slideLayout" Target="../slideLayouts/slideLayout174.xml"/><Relationship Id="rId36" Type="http://schemas.openxmlformats.org/officeDocument/2006/relationships/slideLayout" Target="../slideLayouts/slideLayout173.xml"/><Relationship Id="rId39" Type="http://schemas.openxmlformats.org/officeDocument/2006/relationships/slideLayout" Target="../slideLayouts/slideLayout176.xml"/><Relationship Id="rId38" Type="http://schemas.openxmlformats.org/officeDocument/2006/relationships/slideLayout" Target="../slideLayouts/slideLayout175.xml"/><Relationship Id="rId62" Type="http://schemas.openxmlformats.org/officeDocument/2006/relationships/slideLayout" Target="../slideLayouts/slideLayout199.xml"/><Relationship Id="rId61" Type="http://schemas.openxmlformats.org/officeDocument/2006/relationships/slideLayout" Target="../slideLayouts/slideLayout198.xml"/><Relationship Id="rId20" Type="http://schemas.openxmlformats.org/officeDocument/2006/relationships/slideLayout" Target="../slideLayouts/slideLayout157.xml"/><Relationship Id="rId64" Type="http://schemas.openxmlformats.org/officeDocument/2006/relationships/slideLayout" Target="../slideLayouts/slideLayout201.xml"/><Relationship Id="rId63" Type="http://schemas.openxmlformats.org/officeDocument/2006/relationships/slideLayout" Target="../slideLayouts/slideLayout200.xml"/><Relationship Id="rId22" Type="http://schemas.openxmlformats.org/officeDocument/2006/relationships/slideLayout" Target="../slideLayouts/slideLayout159.xml"/><Relationship Id="rId66" Type="http://schemas.openxmlformats.org/officeDocument/2006/relationships/slideLayout" Target="../slideLayouts/slideLayout203.xml"/><Relationship Id="rId21" Type="http://schemas.openxmlformats.org/officeDocument/2006/relationships/slideLayout" Target="../slideLayouts/slideLayout158.xml"/><Relationship Id="rId65" Type="http://schemas.openxmlformats.org/officeDocument/2006/relationships/slideLayout" Target="../slideLayouts/slideLayout202.xml"/><Relationship Id="rId24" Type="http://schemas.openxmlformats.org/officeDocument/2006/relationships/slideLayout" Target="../slideLayouts/slideLayout161.xml"/><Relationship Id="rId68" Type="http://schemas.openxmlformats.org/officeDocument/2006/relationships/slideLayout" Target="../slideLayouts/slideLayout205.xml"/><Relationship Id="rId23" Type="http://schemas.openxmlformats.org/officeDocument/2006/relationships/slideLayout" Target="../slideLayouts/slideLayout160.xml"/><Relationship Id="rId67" Type="http://schemas.openxmlformats.org/officeDocument/2006/relationships/slideLayout" Target="../slideLayouts/slideLayout204.xml"/><Relationship Id="rId60" Type="http://schemas.openxmlformats.org/officeDocument/2006/relationships/slideLayout" Target="../slideLayouts/slideLayout197.xml"/><Relationship Id="rId26" Type="http://schemas.openxmlformats.org/officeDocument/2006/relationships/slideLayout" Target="../slideLayouts/slideLayout163.xml"/><Relationship Id="rId25" Type="http://schemas.openxmlformats.org/officeDocument/2006/relationships/slideLayout" Target="../slideLayouts/slideLayout162.xml"/><Relationship Id="rId69" Type="http://schemas.openxmlformats.org/officeDocument/2006/relationships/slideLayout" Target="../slideLayouts/slideLayout206.xml"/><Relationship Id="rId28" Type="http://schemas.openxmlformats.org/officeDocument/2006/relationships/slideLayout" Target="../slideLayouts/slideLayout165.xml"/><Relationship Id="rId27" Type="http://schemas.openxmlformats.org/officeDocument/2006/relationships/slideLayout" Target="../slideLayouts/slideLayout164.xml"/><Relationship Id="rId29" Type="http://schemas.openxmlformats.org/officeDocument/2006/relationships/slideLayout" Target="../slideLayouts/slideLayout166.xml"/><Relationship Id="rId51" Type="http://schemas.openxmlformats.org/officeDocument/2006/relationships/slideLayout" Target="../slideLayouts/slideLayout188.xml"/><Relationship Id="rId50" Type="http://schemas.openxmlformats.org/officeDocument/2006/relationships/slideLayout" Target="../slideLayouts/slideLayout187.xml"/><Relationship Id="rId53" Type="http://schemas.openxmlformats.org/officeDocument/2006/relationships/slideLayout" Target="../slideLayouts/slideLayout190.xml"/><Relationship Id="rId52" Type="http://schemas.openxmlformats.org/officeDocument/2006/relationships/slideLayout" Target="../slideLayouts/slideLayout189.xml"/><Relationship Id="rId11" Type="http://schemas.openxmlformats.org/officeDocument/2006/relationships/slideLayout" Target="../slideLayouts/slideLayout148.xml"/><Relationship Id="rId55" Type="http://schemas.openxmlformats.org/officeDocument/2006/relationships/slideLayout" Target="../slideLayouts/slideLayout192.xml"/><Relationship Id="rId10" Type="http://schemas.openxmlformats.org/officeDocument/2006/relationships/slideLayout" Target="../slideLayouts/slideLayout147.xml"/><Relationship Id="rId54" Type="http://schemas.openxmlformats.org/officeDocument/2006/relationships/slideLayout" Target="../slideLayouts/slideLayout191.xml"/><Relationship Id="rId13" Type="http://schemas.openxmlformats.org/officeDocument/2006/relationships/slideLayout" Target="../slideLayouts/slideLayout150.xml"/><Relationship Id="rId57" Type="http://schemas.openxmlformats.org/officeDocument/2006/relationships/slideLayout" Target="../slideLayouts/slideLayout194.xml"/><Relationship Id="rId12" Type="http://schemas.openxmlformats.org/officeDocument/2006/relationships/slideLayout" Target="../slideLayouts/slideLayout149.xml"/><Relationship Id="rId56" Type="http://schemas.openxmlformats.org/officeDocument/2006/relationships/slideLayout" Target="../slideLayouts/slideLayout193.xml"/><Relationship Id="rId15" Type="http://schemas.openxmlformats.org/officeDocument/2006/relationships/slideLayout" Target="../slideLayouts/slideLayout152.xml"/><Relationship Id="rId59" Type="http://schemas.openxmlformats.org/officeDocument/2006/relationships/slideLayout" Target="../slideLayouts/slideLayout196.xml"/><Relationship Id="rId14" Type="http://schemas.openxmlformats.org/officeDocument/2006/relationships/slideLayout" Target="../slideLayouts/slideLayout151.xml"/><Relationship Id="rId58" Type="http://schemas.openxmlformats.org/officeDocument/2006/relationships/slideLayout" Target="../slideLayouts/slideLayout195.xml"/><Relationship Id="rId17" Type="http://schemas.openxmlformats.org/officeDocument/2006/relationships/slideLayout" Target="../slideLayouts/slideLayout154.xml"/><Relationship Id="rId16" Type="http://schemas.openxmlformats.org/officeDocument/2006/relationships/slideLayout" Target="../slideLayouts/slideLayout153.xml"/><Relationship Id="rId19" Type="http://schemas.openxmlformats.org/officeDocument/2006/relationships/slideLayout" Target="../slideLayouts/slideLayout156.xml"/><Relationship Id="rId18" Type="http://schemas.openxmlformats.org/officeDocument/2006/relationships/slideLayout" Target="../slideLayouts/slideLayout155.xml"/></Relationships>
</file>

<file path=ppt/slideMasters/_rels/slideMaster4.xml.rels><?xml version="1.0" encoding="UTF-8" standalone="yes"?><Relationships xmlns="http://schemas.openxmlformats.org/package/2006/relationships"><Relationship Id="rId40" Type="http://schemas.openxmlformats.org/officeDocument/2006/relationships/slideLayout" Target="../slideLayouts/slideLayout246.xml"/><Relationship Id="rId42" Type="http://schemas.openxmlformats.org/officeDocument/2006/relationships/slideLayout" Target="../slideLayouts/slideLayout248.xml"/><Relationship Id="rId41" Type="http://schemas.openxmlformats.org/officeDocument/2006/relationships/slideLayout" Target="../slideLayouts/slideLayout247.xml"/><Relationship Id="rId44" Type="http://schemas.openxmlformats.org/officeDocument/2006/relationships/slideLayout" Target="../slideLayouts/slideLayout250.xml"/><Relationship Id="rId43" Type="http://schemas.openxmlformats.org/officeDocument/2006/relationships/slideLayout" Target="../slideLayouts/slideLayout249.xml"/><Relationship Id="rId46" Type="http://schemas.openxmlformats.org/officeDocument/2006/relationships/slideLayout" Target="../slideLayouts/slideLayout252.xml"/><Relationship Id="rId45" Type="http://schemas.openxmlformats.org/officeDocument/2006/relationships/slideLayout" Target="../slideLayouts/slideLayout251.xml"/><Relationship Id="rId1" Type="http://schemas.openxmlformats.org/officeDocument/2006/relationships/slideLayout" Target="../slideLayouts/slideLayout207.xml"/><Relationship Id="rId2" Type="http://schemas.openxmlformats.org/officeDocument/2006/relationships/slideLayout" Target="../slideLayouts/slideLayout208.xml"/><Relationship Id="rId3" Type="http://schemas.openxmlformats.org/officeDocument/2006/relationships/slideLayout" Target="../slideLayouts/slideLayout209.xml"/><Relationship Id="rId4" Type="http://schemas.openxmlformats.org/officeDocument/2006/relationships/slideLayout" Target="../slideLayouts/slideLayout210.xml"/><Relationship Id="rId9" Type="http://schemas.openxmlformats.org/officeDocument/2006/relationships/slideLayout" Target="../slideLayouts/slideLayout215.xml"/><Relationship Id="rId48" Type="http://schemas.openxmlformats.org/officeDocument/2006/relationships/slideLayout" Target="../slideLayouts/slideLayout254.xml"/><Relationship Id="rId47" Type="http://schemas.openxmlformats.org/officeDocument/2006/relationships/slideLayout" Target="../slideLayouts/slideLayout253.xml"/><Relationship Id="rId49" Type="http://schemas.openxmlformats.org/officeDocument/2006/relationships/slideLayout" Target="../slideLayouts/slideLayout255.xml"/><Relationship Id="rId5" Type="http://schemas.openxmlformats.org/officeDocument/2006/relationships/slideLayout" Target="../slideLayouts/slideLayout211.xml"/><Relationship Id="rId6" Type="http://schemas.openxmlformats.org/officeDocument/2006/relationships/slideLayout" Target="../slideLayouts/slideLayout212.xml"/><Relationship Id="rId7" Type="http://schemas.openxmlformats.org/officeDocument/2006/relationships/slideLayout" Target="../slideLayouts/slideLayout213.xml"/><Relationship Id="rId8" Type="http://schemas.openxmlformats.org/officeDocument/2006/relationships/slideLayout" Target="../slideLayouts/slideLayout214.xml"/><Relationship Id="rId31" Type="http://schemas.openxmlformats.org/officeDocument/2006/relationships/slideLayout" Target="../slideLayouts/slideLayout237.xml"/><Relationship Id="rId30" Type="http://schemas.openxmlformats.org/officeDocument/2006/relationships/slideLayout" Target="../slideLayouts/slideLayout236.xml"/><Relationship Id="rId33" Type="http://schemas.openxmlformats.org/officeDocument/2006/relationships/slideLayout" Target="../slideLayouts/slideLayout239.xml"/><Relationship Id="rId32" Type="http://schemas.openxmlformats.org/officeDocument/2006/relationships/slideLayout" Target="../slideLayouts/slideLayout238.xml"/><Relationship Id="rId35" Type="http://schemas.openxmlformats.org/officeDocument/2006/relationships/slideLayout" Target="../slideLayouts/slideLayout241.xml"/><Relationship Id="rId34" Type="http://schemas.openxmlformats.org/officeDocument/2006/relationships/slideLayout" Target="../slideLayouts/slideLayout240.xml"/><Relationship Id="rId70" Type="http://schemas.openxmlformats.org/officeDocument/2006/relationships/theme" Target="../theme/theme2.xml"/><Relationship Id="rId37" Type="http://schemas.openxmlformats.org/officeDocument/2006/relationships/slideLayout" Target="../slideLayouts/slideLayout243.xml"/><Relationship Id="rId36" Type="http://schemas.openxmlformats.org/officeDocument/2006/relationships/slideLayout" Target="../slideLayouts/slideLayout242.xml"/><Relationship Id="rId39" Type="http://schemas.openxmlformats.org/officeDocument/2006/relationships/slideLayout" Target="../slideLayouts/slideLayout245.xml"/><Relationship Id="rId38" Type="http://schemas.openxmlformats.org/officeDocument/2006/relationships/slideLayout" Target="../slideLayouts/slideLayout244.xml"/><Relationship Id="rId62" Type="http://schemas.openxmlformats.org/officeDocument/2006/relationships/slideLayout" Target="../slideLayouts/slideLayout268.xml"/><Relationship Id="rId61" Type="http://schemas.openxmlformats.org/officeDocument/2006/relationships/slideLayout" Target="../slideLayouts/slideLayout267.xml"/><Relationship Id="rId20" Type="http://schemas.openxmlformats.org/officeDocument/2006/relationships/slideLayout" Target="../slideLayouts/slideLayout226.xml"/><Relationship Id="rId64" Type="http://schemas.openxmlformats.org/officeDocument/2006/relationships/slideLayout" Target="../slideLayouts/slideLayout270.xml"/><Relationship Id="rId63" Type="http://schemas.openxmlformats.org/officeDocument/2006/relationships/slideLayout" Target="../slideLayouts/slideLayout269.xml"/><Relationship Id="rId22" Type="http://schemas.openxmlformats.org/officeDocument/2006/relationships/slideLayout" Target="../slideLayouts/slideLayout228.xml"/><Relationship Id="rId66" Type="http://schemas.openxmlformats.org/officeDocument/2006/relationships/slideLayout" Target="../slideLayouts/slideLayout272.xml"/><Relationship Id="rId21" Type="http://schemas.openxmlformats.org/officeDocument/2006/relationships/slideLayout" Target="../slideLayouts/slideLayout227.xml"/><Relationship Id="rId65" Type="http://schemas.openxmlformats.org/officeDocument/2006/relationships/slideLayout" Target="../slideLayouts/slideLayout271.xml"/><Relationship Id="rId24" Type="http://schemas.openxmlformats.org/officeDocument/2006/relationships/slideLayout" Target="../slideLayouts/slideLayout230.xml"/><Relationship Id="rId68" Type="http://schemas.openxmlformats.org/officeDocument/2006/relationships/slideLayout" Target="../slideLayouts/slideLayout274.xml"/><Relationship Id="rId23" Type="http://schemas.openxmlformats.org/officeDocument/2006/relationships/slideLayout" Target="../slideLayouts/slideLayout229.xml"/><Relationship Id="rId67" Type="http://schemas.openxmlformats.org/officeDocument/2006/relationships/slideLayout" Target="../slideLayouts/slideLayout273.xml"/><Relationship Id="rId60" Type="http://schemas.openxmlformats.org/officeDocument/2006/relationships/slideLayout" Target="../slideLayouts/slideLayout266.xml"/><Relationship Id="rId26" Type="http://schemas.openxmlformats.org/officeDocument/2006/relationships/slideLayout" Target="../slideLayouts/slideLayout232.xml"/><Relationship Id="rId25" Type="http://schemas.openxmlformats.org/officeDocument/2006/relationships/slideLayout" Target="../slideLayouts/slideLayout231.xml"/><Relationship Id="rId69" Type="http://schemas.openxmlformats.org/officeDocument/2006/relationships/slideLayout" Target="../slideLayouts/slideLayout275.xml"/><Relationship Id="rId28" Type="http://schemas.openxmlformats.org/officeDocument/2006/relationships/slideLayout" Target="../slideLayouts/slideLayout234.xml"/><Relationship Id="rId27" Type="http://schemas.openxmlformats.org/officeDocument/2006/relationships/slideLayout" Target="../slideLayouts/slideLayout233.xml"/><Relationship Id="rId29" Type="http://schemas.openxmlformats.org/officeDocument/2006/relationships/slideLayout" Target="../slideLayouts/slideLayout235.xml"/><Relationship Id="rId51" Type="http://schemas.openxmlformats.org/officeDocument/2006/relationships/slideLayout" Target="../slideLayouts/slideLayout257.xml"/><Relationship Id="rId50" Type="http://schemas.openxmlformats.org/officeDocument/2006/relationships/slideLayout" Target="../slideLayouts/slideLayout256.xml"/><Relationship Id="rId53" Type="http://schemas.openxmlformats.org/officeDocument/2006/relationships/slideLayout" Target="../slideLayouts/slideLayout259.xml"/><Relationship Id="rId52" Type="http://schemas.openxmlformats.org/officeDocument/2006/relationships/slideLayout" Target="../slideLayouts/slideLayout258.xml"/><Relationship Id="rId11" Type="http://schemas.openxmlformats.org/officeDocument/2006/relationships/slideLayout" Target="../slideLayouts/slideLayout217.xml"/><Relationship Id="rId55" Type="http://schemas.openxmlformats.org/officeDocument/2006/relationships/slideLayout" Target="../slideLayouts/slideLayout261.xml"/><Relationship Id="rId10" Type="http://schemas.openxmlformats.org/officeDocument/2006/relationships/slideLayout" Target="../slideLayouts/slideLayout216.xml"/><Relationship Id="rId54" Type="http://schemas.openxmlformats.org/officeDocument/2006/relationships/slideLayout" Target="../slideLayouts/slideLayout260.xml"/><Relationship Id="rId13" Type="http://schemas.openxmlformats.org/officeDocument/2006/relationships/slideLayout" Target="../slideLayouts/slideLayout219.xml"/><Relationship Id="rId57" Type="http://schemas.openxmlformats.org/officeDocument/2006/relationships/slideLayout" Target="../slideLayouts/slideLayout263.xml"/><Relationship Id="rId12" Type="http://schemas.openxmlformats.org/officeDocument/2006/relationships/slideLayout" Target="../slideLayouts/slideLayout218.xml"/><Relationship Id="rId56" Type="http://schemas.openxmlformats.org/officeDocument/2006/relationships/slideLayout" Target="../slideLayouts/slideLayout262.xml"/><Relationship Id="rId15" Type="http://schemas.openxmlformats.org/officeDocument/2006/relationships/slideLayout" Target="../slideLayouts/slideLayout221.xml"/><Relationship Id="rId59" Type="http://schemas.openxmlformats.org/officeDocument/2006/relationships/slideLayout" Target="../slideLayouts/slideLayout265.xml"/><Relationship Id="rId14" Type="http://schemas.openxmlformats.org/officeDocument/2006/relationships/slideLayout" Target="../slideLayouts/slideLayout220.xml"/><Relationship Id="rId58" Type="http://schemas.openxmlformats.org/officeDocument/2006/relationships/slideLayout" Target="../slideLayouts/slideLayout264.xml"/><Relationship Id="rId17" Type="http://schemas.openxmlformats.org/officeDocument/2006/relationships/slideLayout" Target="../slideLayouts/slideLayout223.xml"/><Relationship Id="rId16" Type="http://schemas.openxmlformats.org/officeDocument/2006/relationships/slideLayout" Target="../slideLayouts/slideLayout222.xml"/><Relationship Id="rId19" Type="http://schemas.openxmlformats.org/officeDocument/2006/relationships/slideLayout" Target="../slideLayouts/slideLayout225.xml"/><Relationship Id="rId18" Type="http://schemas.openxmlformats.org/officeDocument/2006/relationships/slideLayout" Target="../slideLayouts/slideLayout224.xml"/></Relationships>
</file>

<file path=ppt/slideMasters/_rels/slideMaster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6.xml"/><Relationship Id="rId2" Type="http://schemas.openxmlformats.org/officeDocument/2006/relationships/slideLayout" Target="../slideLayouts/slideLayout277.xml"/><Relationship Id="rId3" Type="http://schemas.openxmlformats.org/officeDocument/2006/relationships/slideLayout" Target="../slideLayouts/slideLayout278.xml"/><Relationship Id="rId4" Type="http://schemas.openxmlformats.org/officeDocument/2006/relationships/slideLayout" Target="../slideLayouts/slideLayout279.xml"/><Relationship Id="rId9" Type="http://schemas.openxmlformats.org/officeDocument/2006/relationships/slideLayout" Target="../slideLayouts/slideLayout284.xml"/><Relationship Id="rId5" Type="http://schemas.openxmlformats.org/officeDocument/2006/relationships/slideLayout" Target="../slideLayouts/slideLayout280.xml"/><Relationship Id="rId6" Type="http://schemas.openxmlformats.org/officeDocument/2006/relationships/slideLayout" Target="../slideLayouts/slideLayout281.xml"/><Relationship Id="rId7" Type="http://schemas.openxmlformats.org/officeDocument/2006/relationships/slideLayout" Target="../slideLayouts/slideLayout282.xml"/><Relationship Id="rId8" Type="http://schemas.openxmlformats.org/officeDocument/2006/relationships/slideLayout" Target="../slideLayouts/slideLayout283.xml"/><Relationship Id="rId31" Type="http://schemas.openxmlformats.org/officeDocument/2006/relationships/slideLayout" Target="../slideLayouts/slideLayout306.xml"/><Relationship Id="rId30" Type="http://schemas.openxmlformats.org/officeDocument/2006/relationships/slideLayout" Target="../slideLayouts/slideLayout305.xml"/><Relationship Id="rId33" Type="http://schemas.openxmlformats.org/officeDocument/2006/relationships/theme" Target="../theme/theme4.xml"/><Relationship Id="rId32" Type="http://schemas.openxmlformats.org/officeDocument/2006/relationships/slideLayout" Target="../slideLayouts/slideLayout307.xml"/><Relationship Id="rId20" Type="http://schemas.openxmlformats.org/officeDocument/2006/relationships/slideLayout" Target="../slideLayouts/slideLayout295.xml"/><Relationship Id="rId22" Type="http://schemas.openxmlformats.org/officeDocument/2006/relationships/slideLayout" Target="../slideLayouts/slideLayout297.xml"/><Relationship Id="rId21" Type="http://schemas.openxmlformats.org/officeDocument/2006/relationships/slideLayout" Target="../slideLayouts/slideLayout296.xml"/><Relationship Id="rId24" Type="http://schemas.openxmlformats.org/officeDocument/2006/relationships/slideLayout" Target="../slideLayouts/slideLayout299.xml"/><Relationship Id="rId23" Type="http://schemas.openxmlformats.org/officeDocument/2006/relationships/slideLayout" Target="../slideLayouts/slideLayout298.xml"/><Relationship Id="rId26" Type="http://schemas.openxmlformats.org/officeDocument/2006/relationships/slideLayout" Target="../slideLayouts/slideLayout301.xml"/><Relationship Id="rId25" Type="http://schemas.openxmlformats.org/officeDocument/2006/relationships/slideLayout" Target="../slideLayouts/slideLayout300.xml"/><Relationship Id="rId28" Type="http://schemas.openxmlformats.org/officeDocument/2006/relationships/slideLayout" Target="../slideLayouts/slideLayout303.xml"/><Relationship Id="rId27" Type="http://schemas.openxmlformats.org/officeDocument/2006/relationships/slideLayout" Target="../slideLayouts/slideLayout302.xml"/><Relationship Id="rId29" Type="http://schemas.openxmlformats.org/officeDocument/2006/relationships/slideLayout" Target="../slideLayouts/slideLayout304.xml"/><Relationship Id="rId11" Type="http://schemas.openxmlformats.org/officeDocument/2006/relationships/slideLayout" Target="../slideLayouts/slideLayout286.xml"/><Relationship Id="rId10" Type="http://schemas.openxmlformats.org/officeDocument/2006/relationships/slideLayout" Target="../slideLayouts/slideLayout285.xml"/><Relationship Id="rId13" Type="http://schemas.openxmlformats.org/officeDocument/2006/relationships/slideLayout" Target="../slideLayouts/slideLayout288.xml"/><Relationship Id="rId12" Type="http://schemas.openxmlformats.org/officeDocument/2006/relationships/slideLayout" Target="../slideLayouts/slideLayout287.xml"/><Relationship Id="rId15" Type="http://schemas.openxmlformats.org/officeDocument/2006/relationships/slideLayout" Target="../slideLayouts/slideLayout290.xml"/><Relationship Id="rId14" Type="http://schemas.openxmlformats.org/officeDocument/2006/relationships/slideLayout" Target="../slideLayouts/slideLayout289.xml"/><Relationship Id="rId17" Type="http://schemas.openxmlformats.org/officeDocument/2006/relationships/slideLayout" Target="../slideLayouts/slideLayout292.xml"/><Relationship Id="rId16" Type="http://schemas.openxmlformats.org/officeDocument/2006/relationships/slideLayout" Target="../slideLayouts/slideLayout291.xml"/><Relationship Id="rId19" Type="http://schemas.openxmlformats.org/officeDocument/2006/relationships/slideLayout" Target="../slideLayouts/slideLayout294.xml"/><Relationship Id="rId18" Type="http://schemas.openxmlformats.org/officeDocument/2006/relationships/slideLayout" Target="../slideLayouts/slideLayout29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loria Hallelujah"/>
              <a:buNone/>
              <a:defRPr sz="28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●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indent="-3048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○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048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■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048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●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048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○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048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■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048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●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048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○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048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■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  <p:sldLayoutId id="2147483678" r:id="rId31"/>
    <p:sldLayoutId id="2147483679" r:id="rId32"/>
    <p:sldLayoutId id="2147483680" r:id="rId33"/>
    <p:sldLayoutId id="2147483681" r:id="rId34"/>
    <p:sldLayoutId id="2147483682" r:id="rId35"/>
    <p:sldLayoutId id="2147483683" r:id="rId36"/>
    <p:sldLayoutId id="2147483684" r:id="rId37"/>
    <p:sldLayoutId id="2147483685" r:id="rId38"/>
    <p:sldLayoutId id="2147483686" r:id="rId39"/>
    <p:sldLayoutId id="2147483687" r:id="rId40"/>
    <p:sldLayoutId id="2147483688" r:id="rId41"/>
    <p:sldLayoutId id="2147483689" r:id="rId42"/>
    <p:sldLayoutId id="2147483690" r:id="rId43"/>
    <p:sldLayoutId id="2147483691" r:id="rId44"/>
    <p:sldLayoutId id="2147483692" r:id="rId45"/>
    <p:sldLayoutId id="2147483693" r:id="rId46"/>
    <p:sldLayoutId id="2147483694" r:id="rId47"/>
    <p:sldLayoutId id="2147483695" r:id="rId48"/>
    <p:sldLayoutId id="2147483696" r:id="rId49"/>
    <p:sldLayoutId id="2147483697" r:id="rId50"/>
    <p:sldLayoutId id="2147483698" r:id="rId51"/>
    <p:sldLayoutId id="2147483699" r:id="rId52"/>
    <p:sldLayoutId id="2147483700" r:id="rId53"/>
    <p:sldLayoutId id="2147483701" r:id="rId54"/>
    <p:sldLayoutId id="2147483702" r:id="rId55"/>
    <p:sldLayoutId id="2147483703" r:id="rId56"/>
    <p:sldLayoutId id="2147483704" r:id="rId57"/>
    <p:sldLayoutId id="2147483705" r:id="rId58"/>
    <p:sldLayoutId id="2147483706" r:id="rId59"/>
    <p:sldLayoutId id="2147483707" r:id="rId60"/>
    <p:sldLayoutId id="2147483708" r:id="rId61"/>
    <p:sldLayoutId id="2147483709" r:id="rId62"/>
    <p:sldLayoutId id="2147483710" r:id="rId63"/>
    <p:sldLayoutId id="2147483711" r:id="rId64"/>
    <p:sldLayoutId id="2147483712" r:id="rId65"/>
    <p:sldLayoutId id="2147483713" r:id="rId66"/>
    <p:sldLayoutId id="2147483714" r:id="rId67"/>
    <p:sldLayoutId id="2147483715" r:id="rId68"/>
    <p:sldLayoutId id="2147483716" r:id="rId69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1542" name="Shape 15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3" name="Google Shape;1543;p7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loria Hallelujah"/>
              <a:buNone/>
              <a:defRPr sz="28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9pPr>
          </a:lstStyle>
          <a:p/>
        </p:txBody>
      </p:sp>
      <p:sp>
        <p:nvSpPr>
          <p:cNvPr id="1544" name="Google Shape;1544;p7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●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indent="-3048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○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048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■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048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●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048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○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048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■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048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●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048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○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048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■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717" r:id="rId1"/>
    <p:sldLayoutId id="2147483718" r:id="rId2"/>
    <p:sldLayoutId id="2147483719" r:id="rId3"/>
    <p:sldLayoutId id="2147483720" r:id="rId4"/>
    <p:sldLayoutId id="2147483721" r:id="rId5"/>
    <p:sldLayoutId id="2147483722" r:id="rId6"/>
    <p:sldLayoutId id="2147483723" r:id="rId7"/>
    <p:sldLayoutId id="2147483724" r:id="rId8"/>
    <p:sldLayoutId id="2147483725" r:id="rId9"/>
    <p:sldLayoutId id="2147483726" r:id="rId10"/>
    <p:sldLayoutId id="2147483727" r:id="rId11"/>
    <p:sldLayoutId id="2147483728" r:id="rId12"/>
    <p:sldLayoutId id="2147483729" r:id="rId13"/>
    <p:sldLayoutId id="2147483730" r:id="rId14"/>
    <p:sldLayoutId id="2147483731" r:id="rId15"/>
    <p:sldLayoutId id="2147483732" r:id="rId16"/>
    <p:sldLayoutId id="2147483733" r:id="rId17"/>
    <p:sldLayoutId id="2147483734" r:id="rId18"/>
    <p:sldLayoutId id="2147483735" r:id="rId19"/>
    <p:sldLayoutId id="2147483736" r:id="rId20"/>
    <p:sldLayoutId id="2147483737" r:id="rId21"/>
    <p:sldLayoutId id="2147483738" r:id="rId22"/>
    <p:sldLayoutId id="2147483739" r:id="rId23"/>
    <p:sldLayoutId id="2147483740" r:id="rId24"/>
    <p:sldLayoutId id="2147483741" r:id="rId25"/>
    <p:sldLayoutId id="2147483742" r:id="rId26"/>
    <p:sldLayoutId id="2147483743" r:id="rId27"/>
    <p:sldLayoutId id="2147483744" r:id="rId28"/>
    <p:sldLayoutId id="2147483745" r:id="rId29"/>
    <p:sldLayoutId id="2147483746" r:id="rId30"/>
    <p:sldLayoutId id="2147483747" r:id="rId31"/>
    <p:sldLayoutId id="2147483748" r:id="rId32"/>
    <p:sldLayoutId id="2147483749" r:id="rId33"/>
    <p:sldLayoutId id="2147483750" r:id="rId34"/>
    <p:sldLayoutId id="2147483751" r:id="rId35"/>
    <p:sldLayoutId id="2147483752" r:id="rId36"/>
    <p:sldLayoutId id="2147483753" r:id="rId37"/>
    <p:sldLayoutId id="2147483754" r:id="rId38"/>
    <p:sldLayoutId id="2147483755" r:id="rId39"/>
    <p:sldLayoutId id="2147483756" r:id="rId40"/>
    <p:sldLayoutId id="2147483757" r:id="rId41"/>
    <p:sldLayoutId id="2147483758" r:id="rId42"/>
    <p:sldLayoutId id="2147483759" r:id="rId43"/>
    <p:sldLayoutId id="2147483760" r:id="rId44"/>
    <p:sldLayoutId id="2147483761" r:id="rId45"/>
    <p:sldLayoutId id="2147483762" r:id="rId46"/>
    <p:sldLayoutId id="2147483763" r:id="rId47"/>
    <p:sldLayoutId id="2147483764" r:id="rId48"/>
    <p:sldLayoutId id="2147483765" r:id="rId49"/>
    <p:sldLayoutId id="2147483766" r:id="rId50"/>
    <p:sldLayoutId id="2147483767" r:id="rId51"/>
    <p:sldLayoutId id="2147483768" r:id="rId52"/>
    <p:sldLayoutId id="2147483769" r:id="rId53"/>
    <p:sldLayoutId id="2147483770" r:id="rId54"/>
    <p:sldLayoutId id="2147483771" r:id="rId55"/>
    <p:sldLayoutId id="2147483772" r:id="rId56"/>
    <p:sldLayoutId id="2147483773" r:id="rId57"/>
    <p:sldLayoutId id="2147483774" r:id="rId58"/>
    <p:sldLayoutId id="2147483775" r:id="rId59"/>
    <p:sldLayoutId id="2147483776" r:id="rId60"/>
    <p:sldLayoutId id="2147483777" r:id="rId61"/>
    <p:sldLayoutId id="2147483778" r:id="rId62"/>
    <p:sldLayoutId id="2147483779" r:id="rId63"/>
    <p:sldLayoutId id="2147483780" r:id="rId64"/>
    <p:sldLayoutId id="2147483781" r:id="rId65"/>
    <p:sldLayoutId id="2147483782" r:id="rId66"/>
    <p:sldLayoutId id="2147483783" r:id="rId67"/>
    <p:sldLayoutId id="2147483784" r:id="rId68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3075" name="Shape 30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6" name="Google Shape;3076;p140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loria Hallelujah"/>
              <a:buNone/>
              <a:defRPr sz="28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9pPr>
          </a:lstStyle>
          <a:p/>
        </p:txBody>
      </p:sp>
      <p:sp>
        <p:nvSpPr>
          <p:cNvPr id="3077" name="Google Shape;3077;p140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●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indent="-3048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○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048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■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048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●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048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○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048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■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048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●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048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○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048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■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785" r:id="rId1"/>
    <p:sldLayoutId id="2147483786" r:id="rId2"/>
    <p:sldLayoutId id="2147483787" r:id="rId3"/>
    <p:sldLayoutId id="2147483788" r:id="rId4"/>
    <p:sldLayoutId id="2147483789" r:id="rId5"/>
    <p:sldLayoutId id="2147483790" r:id="rId6"/>
    <p:sldLayoutId id="2147483791" r:id="rId7"/>
    <p:sldLayoutId id="2147483792" r:id="rId8"/>
    <p:sldLayoutId id="2147483793" r:id="rId9"/>
    <p:sldLayoutId id="2147483794" r:id="rId10"/>
    <p:sldLayoutId id="2147483795" r:id="rId11"/>
    <p:sldLayoutId id="2147483796" r:id="rId12"/>
    <p:sldLayoutId id="2147483797" r:id="rId13"/>
    <p:sldLayoutId id="2147483798" r:id="rId14"/>
    <p:sldLayoutId id="2147483799" r:id="rId15"/>
    <p:sldLayoutId id="2147483800" r:id="rId16"/>
    <p:sldLayoutId id="2147483801" r:id="rId17"/>
    <p:sldLayoutId id="2147483802" r:id="rId18"/>
    <p:sldLayoutId id="2147483803" r:id="rId19"/>
    <p:sldLayoutId id="2147483804" r:id="rId20"/>
    <p:sldLayoutId id="2147483805" r:id="rId21"/>
    <p:sldLayoutId id="2147483806" r:id="rId22"/>
    <p:sldLayoutId id="2147483807" r:id="rId23"/>
    <p:sldLayoutId id="2147483808" r:id="rId24"/>
    <p:sldLayoutId id="2147483809" r:id="rId25"/>
    <p:sldLayoutId id="2147483810" r:id="rId26"/>
    <p:sldLayoutId id="2147483811" r:id="rId27"/>
    <p:sldLayoutId id="2147483812" r:id="rId28"/>
    <p:sldLayoutId id="2147483813" r:id="rId29"/>
    <p:sldLayoutId id="2147483814" r:id="rId30"/>
    <p:sldLayoutId id="2147483815" r:id="rId31"/>
    <p:sldLayoutId id="2147483816" r:id="rId32"/>
    <p:sldLayoutId id="2147483817" r:id="rId33"/>
    <p:sldLayoutId id="2147483818" r:id="rId34"/>
    <p:sldLayoutId id="2147483819" r:id="rId35"/>
    <p:sldLayoutId id="2147483820" r:id="rId36"/>
    <p:sldLayoutId id="2147483821" r:id="rId37"/>
    <p:sldLayoutId id="2147483822" r:id="rId38"/>
    <p:sldLayoutId id="2147483823" r:id="rId39"/>
    <p:sldLayoutId id="2147483824" r:id="rId40"/>
    <p:sldLayoutId id="2147483825" r:id="rId41"/>
    <p:sldLayoutId id="2147483826" r:id="rId42"/>
    <p:sldLayoutId id="2147483827" r:id="rId43"/>
    <p:sldLayoutId id="2147483828" r:id="rId44"/>
    <p:sldLayoutId id="2147483829" r:id="rId45"/>
    <p:sldLayoutId id="2147483830" r:id="rId46"/>
    <p:sldLayoutId id="2147483831" r:id="rId47"/>
    <p:sldLayoutId id="2147483832" r:id="rId48"/>
    <p:sldLayoutId id="2147483833" r:id="rId49"/>
    <p:sldLayoutId id="2147483834" r:id="rId50"/>
    <p:sldLayoutId id="2147483835" r:id="rId51"/>
    <p:sldLayoutId id="2147483836" r:id="rId52"/>
    <p:sldLayoutId id="2147483837" r:id="rId53"/>
    <p:sldLayoutId id="2147483838" r:id="rId54"/>
    <p:sldLayoutId id="2147483839" r:id="rId55"/>
    <p:sldLayoutId id="2147483840" r:id="rId56"/>
    <p:sldLayoutId id="2147483841" r:id="rId57"/>
    <p:sldLayoutId id="2147483842" r:id="rId58"/>
    <p:sldLayoutId id="2147483843" r:id="rId59"/>
    <p:sldLayoutId id="2147483844" r:id="rId60"/>
    <p:sldLayoutId id="2147483845" r:id="rId61"/>
    <p:sldLayoutId id="2147483846" r:id="rId62"/>
    <p:sldLayoutId id="2147483847" r:id="rId63"/>
    <p:sldLayoutId id="2147483848" r:id="rId64"/>
    <p:sldLayoutId id="2147483849" r:id="rId65"/>
    <p:sldLayoutId id="2147483850" r:id="rId66"/>
    <p:sldLayoutId id="2147483851" r:id="rId67"/>
    <p:sldLayoutId id="2147483852" r:id="rId68"/>
    <p:sldLayoutId id="2147483853" r:id="rId69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4612" name="Shape 46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3" name="Google Shape;4613;p210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loria Hallelujah"/>
              <a:buNone/>
              <a:defRPr sz="2800">
                <a:solidFill>
                  <a:schemeClr val="dk1"/>
                </a:solidFill>
                <a:latin typeface="Gloria Hallelujah"/>
                <a:ea typeface="Gloria Hallelujah"/>
                <a:cs typeface="Gloria Hallelujah"/>
                <a:sym typeface="Gloria Hallelujah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9pPr>
          </a:lstStyle>
          <a:p/>
        </p:txBody>
      </p:sp>
      <p:sp>
        <p:nvSpPr>
          <p:cNvPr id="4614" name="Google Shape;4614;p210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●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1pPr>
            <a:lvl2pPr indent="-3048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○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2pPr>
            <a:lvl3pPr indent="-3048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■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3pPr>
            <a:lvl4pPr indent="-3048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●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4pPr>
            <a:lvl5pPr indent="-3048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○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5pPr>
            <a:lvl6pPr indent="-3048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■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6pPr>
            <a:lvl7pPr indent="-3048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●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7pPr>
            <a:lvl8pPr indent="-3048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○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8pPr>
            <a:lvl9pPr indent="-3048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aleway SemiBold"/>
              <a:buChar char="■"/>
              <a:defRPr sz="1200">
                <a:solidFill>
                  <a:schemeClr val="dk1"/>
                </a:solidFill>
                <a:latin typeface="Raleway SemiBold"/>
                <a:ea typeface="Raleway SemiBold"/>
                <a:cs typeface="Raleway SemiBold"/>
                <a:sym typeface="Raleway SemiBold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854" r:id="rId1"/>
    <p:sldLayoutId id="2147483855" r:id="rId2"/>
    <p:sldLayoutId id="2147483856" r:id="rId3"/>
    <p:sldLayoutId id="2147483857" r:id="rId4"/>
    <p:sldLayoutId id="2147483858" r:id="rId5"/>
    <p:sldLayoutId id="2147483859" r:id="rId6"/>
    <p:sldLayoutId id="2147483860" r:id="rId7"/>
    <p:sldLayoutId id="2147483861" r:id="rId8"/>
    <p:sldLayoutId id="2147483862" r:id="rId9"/>
    <p:sldLayoutId id="2147483863" r:id="rId10"/>
    <p:sldLayoutId id="2147483864" r:id="rId11"/>
    <p:sldLayoutId id="2147483865" r:id="rId12"/>
    <p:sldLayoutId id="2147483866" r:id="rId13"/>
    <p:sldLayoutId id="2147483867" r:id="rId14"/>
    <p:sldLayoutId id="2147483868" r:id="rId15"/>
    <p:sldLayoutId id="2147483869" r:id="rId16"/>
    <p:sldLayoutId id="2147483870" r:id="rId17"/>
    <p:sldLayoutId id="2147483871" r:id="rId18"/>
    <p:sldLayoutId id="2147483872" r:id="rId19"/>
    <p:sldLayoutId id="2147483873" r:id="rId20"/>
    <p:sldLayoutId id="2147483874" r:id="rId21"/>
    <p:sldLayoutId id="2147483875" r:id="rId22"/>
    <p:sldLayoutId id="2147483876" r:id="rId23"/>
    <p:sldLayoutId id="2147483877" r:id="rId24"/>
    <p:sldLayoutId id="2147483878" r:id="rId25"/>
    <p:sldLayoutId id="2147483879" r:id="rId26"/>
    <p:sldLayoutId id="2147483880" r:id="rId27"/>
    <p:sldLayoutId id="2147483881" r:id="rId28"/>
    <p:sldLayoutId id="2147483882" r:id="rId29"/>
    <p:sldLayoutId id="2147483883" r:id="rId30"/>
    <p:sldLayoutId id="2147483884" r:id="rId31"/>
    <p:sldLayoutId id="2147483885" r:id="rId32"/>
    <p:sldLayoutId id="2147483886" r:id="rId33"/>
    <p:sldLayoutId id="2147483887" r:id="rId34"/>
    <p:sldLayoutId id="2147483888" r:id="rId35"/>
    <p:sldLayoutId id="2147483889" r:id="rId36"/>
    <p:sldLayoutId id="2147483890" r:id="rId37"/>
    <p:sldLayoutId id="2147483891" r:id="rId38"/>
    <p:sldLayoutId id="2147483892" r:id="rId39"/>
    <p:sldLayoutId id="2147483893" r:id="rId40"/>
    <p:sldLayoutId id="2147483894" r:id="rId41"/>
    <p:sldLayoutId id="2147483895" r:id="rId42"/>
    <p:sldLayoutId id="2147483896" r:id="rId43"/>
    <p:sldLayoutId id="2147483897" r:id="rId44"/>
    <p:sldLayoutId id="2147483898" r:id="rId45"/>
    <p:sldLayoutId id="2147483899" r:id="rId46"/>
    <p:sldLayoutId id="2147483900" r:id="rId47"/>
    <p:sldLayoutId id="2147483901" r:id="rId48"/>
    <p:sldLayoutId id="2147483902" r:id="rId49"/>
    <p:sldLayoutId id="2147483903" r:id="rId50"/>
    <p:sldLayoutId id="2147483904" r:id="rId51"/>
    <p:sldLayoutId id="2147483905" r:id="rId52"/>
    <p:sldLayoutId id="2147483906" r:id="rId53"/>
    <p:sldLayoutId id="2147483907" r:id="rId54"/>
    <p:sldLayoutId id="2147483908" r:id="rId55"/>
    <p:sldLayoutId id="2147483909" r:id="rId56"/>
    <p:sldLayoutId id="2147483910" r:id="rId57"/>
    <p:sldLayoutId id="2147483911" r:id="rId58"/>
    <p:sldLayoutId id="2147483912" r:id="rId59"/>
    <p:sldLayoutId id="2147483913" r:id="rId60"/>
    <p:sldLayoutId id="2147483914" r:id="rId61"/>
    <p:sldLayoutId id="2147483915" r:id="rId62"/>
    <p:sldLayoutId id="2147483916" r:id="rId63"/>
    <p:sldLayoutId id="2147483917" r:id="rId64"/>
    <p:sldLayoutId id="2147483918" r:id="rId65"/>
    <p:sldLayoutId id="2147483919" r:id="rId66"/>
    <p:sldLayoutId id="2147483920" r:id="rId67"/>
    <p:sldLayoutId id="2147483921" r:id="rId68"/>
    <p:sldLayoutId id="2147483922" r:id="rId69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6149" name="Shape 6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0" name="Google Shape;6150;p280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b="1" i="0" sz="2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Montserrat Medium"/>
              <a:buNone/>
              <a:defRPr b="0" i="0" sz="2800" u="none" cap="none" strike="noStrike">
                <a:solidFill>
                  <a:srgbClr val="000000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2pPr>
            <a:lvl3pPr lvl="2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Montserrat Medium"/>
              <a:buNone/>
              <a:defRPr b="0" i="0" sz="2800" u="none" cap="none" strike="noStrike">
                <a:solidFill>
                  <a:srgbClr val="000000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3pPr>
            <a:lvl4pPr lvl="3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Montserrat Medium"/>
              <a:buNone/>
              <a:defRPr b="0" i="0" sz="2800" u="none" cap="none" strike="noStrike">
                <a:solidFill>
                  <a:srgbClr val="000000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4pPr>
            <a:lvl5pPr lvl="4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Montserrat Medium"/>
              <a:buNone/>
              <a:defRPr b="0" i="0" sz="2800" u="none" cap="none" strike="noStrike">
                <a:solidFill>
                  <a:srgbClr val="000000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5pPr>
            <a:lvl6pPr lvl="5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Montserrat Medium"/>
              <a:buNone/>
              <a:defRPr b="0" i="0" sz="2800" u="none" cap="none" strike="noStrike">
                <a:solidFill>
                  <a:srgbClr val="000000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6pPr>
            <a:lvl7pPr lvl="6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Montserrat Medium"/>
              <a:buNone/>
              <a:defRPr b="0" i="0" sz="2800" u="none" cap="none" strike="noStrike">
                <a:solidFill>
                  <a:srgbClr val="000000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7pPr>
            <a:lvl8pPr lvl="7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Montserrat Medium"/>
              <a:buNone/>
              <a:defRPr b="0" i="0" sz="2800" u="none" cap="none" strike="noStrike">
                <a:solidFill>
                  <a:srgbClr val="000000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8pPr>
            <a:lvl9pPr lvl="8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Montserrat Medium"/>
              <a:buNone/>
              <a:defRPr b="0" i="0" sz="2800" u="none" cap="none" strike="noStrike">
                <a:solidFill>
                  <a:srgbClr val="000000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9pPr>
          </a:lstStyle>
          <a:p/>
        </p:txBody>
      </p:sp>
      <p:sp>
        <p:nvSpPr>
          <p:cNvPr id="6151" name="Google Shape;6151;p280"/>
          <p:cNvSpPr txBox="1"/>
          <p:nvPr>
            <p:ph idx="1" type="body"/>
          </p:nvPr>
        </p:nvSpPr>
        <p:spPr>
          <a:xfrm>
            <a:off x="459000" y="1438275"/>
            <a:ext cx="8226000" cy="3159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42900" lvl="0" marL="457200" marR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●"/>
              <a:defRPr b="0" i="0" sz="18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-342900" lvl="1" marL="914400" marR="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–"/>
              <a:defRPr b="0" i="0" sz="18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-330200" lvl="2" marL="1371600" marR="0" algn="l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ial"/>
              <a:buChar char="–"/>
              <a:defRPr b="0" i="0" sz="16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-330200" lvl="3" marL="1828800" marR="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ial"/>
              <a:buChar char="–"/>
              <a:defRPr b="0" i="0" sz="16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-330200" lvl="4" marL="2286000" marR="0" algn="l">
              <a:lnSpc>
                <a:spcPct val="13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ial"/>
              <a:buChar char="–"/>
              <a:defRPr b="0" i="0" sz="16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-330200" lvl="5" marL="2743200" marR="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ial"/>
              <a:buChar char="–"/>
              <a:defRPr b="0" i="0" sz="16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-330200" lvl="6" marL="3200400" marR="0" algn="l">
              <a:lnSpc>
                <a:spcPct val="13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ial"/>
              <a:buChar char="–"/>
              <a:defRPr b="0" i="0" sz="16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-330200" lvl="7" marL="3657600" marR="0" algn="l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ial"/>
              <a:buChar char="–"/>
              <a:defRPr b="0" i="0" sz="16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-330200" lvl="8" marL="4114800" marR="0" algn="l">
              <a:lnSpc>
                <a:spcPct val="130000"/>
              </a:lnSpc>
              <a:spcBef>
                <a:spcPts val="400"/>
              </a:spcBef>
              <a:spcAft>
                <a:spcPts val="200"/>
              </a:spcAft>
              <a:buClr>
                <a:schemeClr val="dk1"/>
              </a:buClr>
              <a:buSzPts val="1600"/>
              <a:buFont typeface="Arial"/>
              <a:buChar char="–"/>
              <a:defRPr b="0" i="0" sz="16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6152" name="Google Shape;6152;p280"/>
          <p:cNvSpPr txBox="1"/>
          <p:nvPr>
            <p:ph idx="12" type="sldNum"/>
          </p:nvPr>
        </p:nvSpPr>
        <p:spPr>
          <a:xfrm>
            <a:off x="458971" y="4793325"/>
            <a:ext cx="7200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b="0" i="0" sz="800" u="none" cap="none" strike="noStrike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b="0" i="0" sz="800" u="none" cap="none" strike="noStrike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b="0" i="0" sz="800" u="none" cap="none" strike="noStrike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b="0" i="0" sz="800" u="none" cap="none" strike="noStrike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b="0" i="0" sz="800" u="none" cap="none" strike="noStrike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b="0" i="0" sz="800" u="none" cap="none" strike="noStrike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b="0" i="0" sz="800" u="none" cap="none" strike="noStrike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b="0" i="0" sz="800" u="none" cap="none" strike="noStrike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b="0" i="0" sz="800" u="none" cap="none" strike="noStrike">
                <a:solidFill>
                  <a:srgbClr val="4B324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923" r:id="rId1"/>
    <p:sldLayoutId id="2147483924" r:id="rId2"/>
    <p:sldLayoutId id="2147483925" r:id="rId3"/>
    <p:sldLayoutId id="2147483926" r:id="rId4"/>
    <p:sldLayoutId id="2147483927" r:id="rId5"/>
    <p:sldLayoutId id="2147483928" r:id="rId6"/>
    <p:sldLayoutId id="2147483929" r:id="rId7"/>
    <p:sldLayoutId id="2147483930" r:id="rId8"/>
    <p:sldLayoutId id="2147483931" r:id="rId9"/>
    <p:sldLayoutId id="2147483932" r:id="rId10"/>
    <p:sldLayoutId id="2147483933" r:id="rId11"/>
    <p:sldLayoutId id="2147483934" r:id="rId12"/>
    <p:sldLayoutId id="2147483935" r:id="rId13"/>
    <p:sldLayoutId id="2147483936" r:id="rId14"/>
    <p:sldLayoutId id="2147483937" r:id="rId15"/>
    <p:sldLayoutId id="2147483938" r:id="rId16"/>
    <p:sldLayoutId id="2147483939" r:id="rId17"/>
    <p:sldLayoutId id="2147483940" r:id="rId18"/>
    <p:sldLayoutId id="2147483941" r:id="rId19"/>
    <p:sldLayoutId id="2147483942" r:id="rId20"/>
    <p:sldLayoutId id="2147483943" r:id="rId21"/>
    <p:sldLayoutId id="2147483944" r:id="rId22"/>
    <p:sldLayoutId id="2147483945" r:id="rId23"/>
    <p:sldLayoutId id="2147483946" r:id="rId24"/>
    <p:sldLayoutId id="2147483947" r:id="rId25"/>
    <p:sldLayoutId id="2147483948" r:id="rId26"/>
    <p:sldLayoutId id="2147483949" r:id="rId27"/>
    <p:sldLayoutId id="2147483950" r:id="rId28"/>
    <p:sldLayoutId id="2147483951" r:id="rId29"/>
    <p:sldLayoutId id="2147483952" r:id="rId30"/>
    <p:sldLayoutId id="2147483953" r:id="rId31"/>
    <p:sldLayoutId id="2147483954" r:id="rId32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>
        <p15:guide id="1" pos="289">
          <p15:clr>
            <a:srgbClr val="EA4335"/>
          </p15:clr>
        </p15:guide>
        <p15:guide id="2" pos="5471">
          <p15:clr>
            <a:srgbClr val="EA4335"/>
          </p15:clr>
        </p15:guide>
        <p15:guide id="3" orient="horz" pos="281">
          <p15:clr>
            <a:srgbClr val="EA4335"/>
          </p15:clr>
        </p15:guide>
        <p15:guide id="4" orient="horz" pos="906">
          <p15:clr>
            <a:srgbClr val="EA4335"/>
          </p15:clr>
        </p15:guide>
        <p15:guide id="5" orient="horz" pos="2784">
          <p15:clr>
            <a:srgbClr val="EA4335"/>
          </p15:clr>
        </p15:guide>
        <p15:guide id="6" orient="horz" pos="3020">
          <p15:clr>
            <a:srgbClr val="EA4335"/>
          </p15:clr>
        </p15:guide>
        <p15:guide id="7" orient="horz" pos="693">
          <p15:clr>
            <a:srgbClr val="EA4335"/>
          </p15:clr>
        </p15:guide>
        <p15:guide id="8" pos="2778">
          <p15:clr>
            <a:srgbClr val="EA4335"/>
          </p15:clr>
        </p15:guide>
        <p15:guide id="9" pos="2982">
          <p15:clr>
            <a:srgbClr val="EA4335"/>
          </p15:clr>
        </p15:guide>
      </p15:sldGuideLst>
    </p:ext>
  </p:extLst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.png"/><Relationship Id="rId4" Type="http://schemas.openxmlformats.org/officeDocument/2006/relationships/image" Target="../media/image22.png"/><Relationship Id="rId9" Type="http://schemas.openxmlformats.org/officeDocument/2006/relationships/image" Target="../media/image17.png"/><Relationship Id="rId5" Type="http://schemas.openxmlformats.org/officeDocument/2006/relationships/image" Target="../media/image21.png"/><Relationship Id="rId6" Type="http://schemas.openxmlformats.org/officeDocument/2006/relationships/image" Target="../media/image18.png"/><Relationship Id="rId7" Type="http://schemas.openxmlformats.org/officeDocument/2006/relationships/image" Target="../media/image19.png"/><Relationship Id="rId8" Type="http://schemas.openxmlformats.org/officeDocument/2006/relationships/image" Target="../media/image20.png"/><Relationship Id="rId11" Type="http://schemas.openxmlformats.org/officeDocument/2006/relationships/image" Target="../media/image6.png"/><Relationship Id="rId10" Type="http://schemas.openxmlformats.org/officeDocument/2006/relationships/image" Target="../media/image16.pn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0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5.pn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7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2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7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2.pn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7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2.pn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2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5.pn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1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2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2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5.pn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6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14.pn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2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5.pn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7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14.pn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2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2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7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2.pn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7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2.pn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7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2.pn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4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1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2.pn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4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1.xml"/><Relationship Id="rId2" Type="http://schemas.openxmlformats.org/officeDocument/2006/relationships/notesSlide" Target="../notesSlides/notesSlide20.xml"/><Relationship Id="rId3" Type="http://schemas.openxmlformats.org/officeDocument/2006/relationships/image" Target="../media/image2.png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6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4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2.png"/><Relationship Id="rId4" Type="http://schemas.openxmlformats.org/officeDocument/2006/relationships/image" Target="../media/image15.pn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4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2.png"/><Relationship Id="rId4" Type="http://schemas.openxmlformats.org/officeDocument/2006/relationships/image" Target="../media/image15.pn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6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4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2.png"/><Relationship Id="rId4" Type="http://schemas.openxmlformats.org/officeDocument/2006/relationships/image" Target="../media/image15.pn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6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6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13.pn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6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12.pn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2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6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6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6.xml"/><Relationship Id="rId2" Type="http://schemas.openxmlformats.org/officeDocument/2006/relationships/notesSlide" Target="../notesSlides/notesSlide32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343" name="Shape 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44" name="Google Shape;6344;p313"/>
          <p:cNvGrpSpPr/>
          <p:nvPr/>
        </p:nvGrpSpPr>
        <p:grpSpPr>
          <a:xfrm>
            <a:off x="1771111" y="991373"/>
            <a:ext cx="5602245" cy="2609700"/>
            <a:chOff x="6530374" y="1560189"/>
            <a:chExt cx="1045566" cy="505315"/>
          </a:xfrm>
        </p:grpSpPr>
        <p:sp>
          <p:nvSpPr>
            <p:cNvPr id="6345" name="Google Shape;6345;p313"/>
            <p:cNvSpPr/>
            <p:nvPr/>
          </p:nvSpPr>
          <p:spPr>
            <a:xfrm>
              <a:off x="6530374" y="1560189"/>
              <a:ext cx="1045566" cy="505315"/>
            </a:xfrm>
            <a:custGeom>
              <a:rect b="b" l="l" r="r" t="t"/>
              <a:pathLst>
                <a:path extrusionOk="0" h="9532" w="19723">
                  <a:moveTo>
                    <a:pt x="9861" y="175"/>
                  </a:moveTo>
                  <a:cubicBezTo>
                    <a:pt x="10245" y="742"/>
                    <a:pt x="10895" y="1094"/>
                    <a:pt x="11565" y="1094"/>
                  </a:cubicBezTo>
                  <a:cubicBezTo>
                    <a:pt x="11781" y="1094"/>
                    <a:pt x="11999" y="1057"/>
                    <a:pt x="12211" y="979"/>
                  </a:cubicBezTo>
                  <a:cubicBezTo>
                    <a:pt x="12911" y="723"/>
                    <a:pt x="13445" y="285"/>
                    <a:pt x="14221" y="239"/>
                  </a:cubicBezTo>
                  <a:cubicBezTo>
                    <a:pt x="14270" y="236"/>
                    <a:pt x="14321" y="235"/>
                    <a:pt x="14373" y="235"/>
                  </a:cubicBezTo>
                  <a:cubicBezTo>
                    <a:pt x="15133" y="235"/>
                    <a:pt x="16163" y="545"/>
                    <a:pt x="16048" y="1478"/>
                  </a:cubicBezTo>
                  <a:cubicBezTo>
                    <a:pt x="16041" y="1535"/>
                    <a:pt x="16087" y="1562"/>
                    <a:pt x="16133" y="1562"/>
                  </a:cubicBezTo>
                  <a:cubicBezTo>
                    <a:pt x="16157" y="1562"/>
                    <a:pt x="16182" y="1555"/>
                    <a:pt x="16199" y="1541"/>
                  </a:cubicBezTo>
                  <a:cubicBezTo>
                    <a:pt x="16686" y="1153"/>
                    <a:pt x="17527" y="755"/>
                    <a:pt x="18213" y="755"/>
                  </a:cubicBezTo>
                  <a:cubicBezTo>
                    <a:pt x="18807" y="755"/>
                    <a:pt x="19284" y="1053"/>
                    <a:pt x="19314" y="1913"/>
                  </a:cubicBezTo>
                  <a:cubicBezTo>
                    <a:pt x="19337" y="2569"/>
                    <a:pt x="18664" y="4064"/>
                    <a:pt x="19549" y="4430"/>
                  </a:cubicBezTo>
                  <a:cubicBezTo>
                    <a:pt x="18503" y="4912"/>
                    <a:pt x="19343" y="6243"/>
                    <a:pt x="19362" y="7008"/>
                  </a:cubicBezTo>
                  <a:cubicBezTo>
                    <a:pt x="19383" y="7804"/>
                    <a:pt x="18831" y="8383"/>
                    <a:pt x="18042" y="8418"/>
                  </a:cubicBezTo>
                  <a:cubicBezTo>
                    <a:pt x="18014" y="8419"/>
                    <a:pt x="17987" y="8420"/>
                    <a:pt x="17960" y="8420"/>
                  </a:cubicBezTo>
                  <a:cubicBezTo>
                    <a:pt x="17298" y="8420"/>
                    <a:pt x="16725" y="8054"/>
                    <a:pt x="16125" y="7817"/>
                  </a:cubicBezTo>
                  <a:cubicBezTo>
                    <a:pt x="16120" y="7814"/>
                    <a:pt x="16115" y="7813"/>
                    <a:pt x="16110" y="7813"/>
                  </a:cubicBezTo>
                  <a:cubicBezTo>
                    <a:pt x="16086" y="7813"/>
                    <a:pt x="16076" y="7843"/>
                    <a:pt x="16084" y="7867"/>
                  </a:cubicBezTo>
                  <a:cubicBezTo>
                    <a:pt x="16073" y="7878"/>
                    <a:pt x="16063" y="7893"/>
                    <a:pt x="16061" y="7915"/>
                  </a:cubicBezTo>
                  <a:cubicBezTo>
                    <a:pt x="15988" y="8725"/>
                    <a:pt x="15379" y="9325"/>
                    <a:pt x="14561" y="9368"/>
                  </a:cubicBezTo>
                  <a:cubicBezTo>
                    <a:pt x="14521" y="9370"/>
                    <a:pt x="14480" y="9371"/>
                    <a:pt x="14439" y="9371"/>
                  </a:cubicBezTo>
                  <a:cubicBezTo>
                    <a:pt x="13790" y="9371"/>
                    <a:pt x="13174" y="9100"/>
                    <a:pt x="12573" y="8878"/>
                  </a:cubicBezTo>
                  <a:cubicBezTo>
                    <a:pt x="12138" y="8718"/>
                    <a:pt x="11669" y="8569"/>
                    <a:pt x="11199" y="8569"/>
                  </a:cubicBezTo>
                  <a:cubicBezTo>
                    <a:pt x="11057" y="8569"/>
                    <a:pt x="10915" y="8583"/>
                    <a:pt x="10774" y="8613"/>
                  </a:cubicBezTo>
                  <a:cubicBezTo>
                    <a:pt x="10407" y="8694"/>
                    <a:pt x="9977" y="8910"/>
                    <a:pt x="9861" y="9293"/>
                  </a:cubicBezTo>
                  <a:cubicBezTo>
                    <a:pt x="9746" y="8910"/>
                    <a:pt x="9316" y="8694"/>
                    <a:pt x="8949" y="8613"/>
                  </a:cubicBezTo>
                  <a:cubicBezTo>
                    <a:pt x="8808" y="8583"/>
                    <a:pt x="8666" y="8569"/>
                    <a:pt x="8524" y="8569"/>
                  </a:cubicBezTo>
                  <a:cubicBezTo>
                    <a:pt x="8054" y="8569"/>
                    <a:pt x="7584" y="8718"/>
                    <a:pt x="7149" y="8878"/>
                  </a:cubicBezTo>
                  <a:cubicBezTo>
                    <a:pt x="6549" y="9100"/>
                    <a:pt x="5933" y="9371"/>
                    <a:pt x="5284" y="9371"/>
                  </a:cubicBezTo>
                  <a:cubicBezTo>
                    <a:pt x="5243" y="9371"/>
                    <a:pt x="5202" y="9370"/>
                    <a:pt x="5162" y="9368"/>
                  </a:cubicBezTo>
                  <a:cubicBezTo>
                    <a:pt x="4344" y="9325"/>
                    <a:pt x="3735" y="8725"/>
                    <a:pt x="3661" y="7915"/>
                  </a:cubicBezTo>
                  <a:cubicBezTo>
                    <a:pt x="3660" y="7893"/>
                    <a:pt x="3651" y="7878"/>
                    <a:pt x="3638" y="7867"/>
                  </a:cubicBezTo>
                  <a:cubicBezTo>
                    <a:pt x="3646" y="7843"/>
                    <a:pt x="3636" y="7813"/>
                    <a:pt x="3612" y="7813"/>
                  </a:cubicBezTo>
                  <a:cubicBezTo>
                    <a:pt x="3607" y="7813"/>
                    <a:pt x="3602" y="7814"/>
                    <a:pt x="3597" y="7817"/>
                  </a:cubicBezTo>
                  <a:cubicBezTo>
                    <a:pt x="2998" y="8054"/>
                    <a:pt x="2425" y="8420"/>
                    <a:pt x="1763" y="8420"/>
                  </a:cubicBezTo>
                  <a:cubicBezTo>
                    <a:pt x="1736" y="8420"/>
                    <a:pt x="1708" y="8419"/>
                    <a:pt x="1681" y="8418"/>
                  </a:cubicBezTo>
                  <a:cubicBezTo>
                    <a:pt x="892" y="8383"/>
                    <a:pt x="340" y="7804"/>
                    <a:pt x="361" y="7008"/>
                  </a:cubicBezTo>
                  <a:cubicBezTo>
                    <a:pt x="380" y="6243"/>
                    <a:pt x="1220" y="4912"/>
                    <a:pt x="174" y="4430"/>
                  </a:cubicBezTo>
                  <a:cubicBezTo>
                    <a:pt x="1059" y="4064"/>
                    <a:pt x="386" y="2569"/>
                    <a:pt x="409" y="1913"/>
                  </a:cubicBezTo>
                  <a:cubicBezTo>
                    <a:pt x="439" y="1053"/>
                    <a:pt x="916" y="755"/>
                    <a:pt x="1510" y="755"/>
                  </a:cubicBezTo>
                  <a:cubicBezTo>
                    <a:pt x="2196" y="755"/>
                    <a:pt x="3037" y="1153"/>
                    <a:pt x="3524" y="1541"/>
                  </a:cubicBezTo>
                  <a:cubicBezTo>
                    <a:pt x="3541" y="1555"/>
                    <a:pt x="3566" y="1562"/>
                    <a:pt x="3590" y="1562"/>
                  </a:cubicBezTo>
                  <a:cubicBezTo>
                    <a:pt x="3636" y="1562"/>
                    <a:pt x="3682" y="1535"/>
                    <a:pt x="3675" y="1478"/>
                  </a:cubicBezTo>
                  <a:cubicBezTo>
                    <a:pt x="3560" y="545"/>
                    <a:pt x="4590" y="235"/>
                    <a:pt x="5349" y="235"/>
                  </a:cubicBezTo>
                  <a:cubicBezTo>
                    <a:pt x="5401" y="235"/>
                    <a:pt x="5452" y="236"/>
                    <a:pt x="5501" y="239"/>
                  </a:cubicBezTo>
                  <a:cubicBezTo>
                    <a:pt x="6278" y="285"/>
                    <a:pt x="6812" y="723"/>
                    <a:pt x="7512" y="979"/>
                  </a:cubicBezTo>
                  <a:cubicBezTo>
                    <a:pt x="7724" y="1057"/>
                    <a:pt x="7942" y="1094"/>
                    <a:pt x="8158" y="1094"/>
                  </a:cubicBezTo>
                  <a:cubicBezTo>
                    <a:pt x="8827" y="1094"/>
                    <a:pt x="9476" y="742"/>
                    <a:pt x="9861" y="175"/>
                  </a:cubicBezTo>
                  <a:close/>
                  <a:moveTo>
                    <a:pt x="9828" y="0"/>
                  </a:moveTo>
                  <a:cubicBezTo>
                    <a:pt x="9805" y="0"/>
                    <a:pt x="9782" y="11"/>
                    <a:pt x="9766" y="36"/>
                  </a:cubicBezTo>
                  <a:cubicBezTo>
                    <a:pt x="9435" y="592"/>
                    <a:pt x="8822" y="937"/>
                    <a:pt x="8177" y="937"/>
                  </a:cubicBezTo>
                  <a:cubicBezTo>
                    <a:pt x="8124" y="937"/>
                    <a:pt x="8071" y="935"/>
                    <a:pt x="8018" y="930"/>
                  </a:cubicBezTo>
                  <a:cubicBezTo>
                    <a:pt x="7293" y="865"/>
                    <a:pt x="6726" y="293"/>
                    <a:pt x="6019" y="131"/>
                  </a:cubicBezTo>
                  <a:cubicBezTo>
                    <a:pt x="5831" y="88"/>
                    <a:pt x="5608" y="64"/>
                    <a:pt x="5375" y="64"/>
                  </a:cubicBezTo>
                  <a:cubicBezTo>
                    <a:pt x="4515" y="64"/>
                    <a:pt x="3504" y="390"/>
                    <a:pt x="3490" y="1296"/>
                  </a:cubicBezTo>
                  <a:cubicBezTo>
                    <a:pt x="2982" y="927"/>
                    <a:pt x="2217" y="528"/>
                    <a:pt x="1536" y="528"/>
                  </a:cubicBezTo>
                  <a:cubicBezTo>
                    <a:pt x="1244" y="528"/>
                    <a:pt x="968" y="602"/>
                    <a:pt x="734" y="783"/>
                  </a:cubicBezTo>
                  <a:cubicBezTo>
                    <a:pt x="377" y="1061"/>
                    <a:pt x="243" y="1536"/>
                    <a:pt x="241" y="1971"/>
                  </a:cubicBezTo>
                  <a:cubicBezTo>
                    <a:pt x="238" y="2633"/>
                    <a:pt x="901" y="4026"/>
                    <a:pt x="52" y="4354"/>
                  </a:cubicBezTo>
                  <a:cubicBezTo>
                    <a:pt x="1" y="4374"/>
                    <a:pt x="5" y="4441"/>
                    <a:pt x="42" y="4460"/>
                  </a:cubicBezTo>
                  <a:cubicBezTo>
                    <a:pt x="20" y="4495"/>
                    <a:pt x="23" y="4543"/>
                    <a:pt x="72" y="4565"/>
                  </a:cubicBezTo>
                  <a:cubicBezTo>
                    <a:pt x="937" y="4942"/>
                    <a:pt x="370" y="6036"/>
                    <a:pt x="237" y="6668"/>
                  </a:cubicBezTo>
                  <a:cubicBezTo>
                    <a:pt x="132" y="7161"/>
                    <a:pt x="198" y="7698"/>
                    <a:pt x="528" y="8095"/>
                  </a:cubicBezTo>
                  <a:cubicBezTo>
                    <a:pt x="843" y="8475"/>
                    <a:pt x="1259" y="8621"/>
                    <a:pt x="1700" y="8621"/>
                  </a:cubicBezTo>
                  <a:cubicBezTo>
                    <a:pt x="2334" y="8621"/>
                    <a:pt x="3017" y="8317"/>
                    <a:pt x="3511" y="7968"/>
                  </a:cubicBezTo>
                  <a:cubicBezTo>
                    <a:pt x="3597" y="8944"/>
                    <a:pt x="4401" y="9531"/>
                    <a:pt x="5316" y="9531"/>
                  </a:cubicBezTo>
                  <a:cubicBezTo>
                    <a:pt x="5424" y="9531"/>
                    <a:pt x="5533" y="9523"/>
                    <a:pt x="5642" y="9507"/>
                  </a:cubicBezTo>
                  <a:cubicBezTo>
                    <a:pt x="6327" y="9403"/>
                    <a:pt x="6947" y="9064"/>
                    <a:pt x="7604" y="8863"/>
                  </a:cubicBezTo>
                  <a:cubicBezTo>
                    <a:pt x="7903" y="8772"/>
                    <a:pt x="8217" y="8701"/>
                    <a:pt x="8531" y="8701"/>
                  </a:cubicBezTo>
                  <a:cubicBezTo>
                    <a:pt x="8659" y="8701"/>
                    <a:pt x="8787" y="8713"/>
                    <a:pt x="8914" y="8740"/>
                  </a:cubicBezTo>
                  <a:cubicBezTo>
                    <a:pt x="9330" y="8828"/>
                    <a:pt x="9567" y="9057"/>
                    <a:pt x="9831" y="9367"/>
                  </a:cubicBezTo>
                  <a:cubicBezTo>
                    <a:pt x="9836" y="9373"/>
                    <a:pt x="9842" y="9375"/>
                    <a:pt x="9848" y="9375"/>
                  </a:cubicBezTo>
                  <a:cubicBezTo>
                    <a:pt x="9853" y="9375"/>
                    <a:pt x="9858" y="9374"/>
                    <a:pt x="9862" y="9371"/>
                  </a:cubicBezTo>
                  <a:cubicBezTo>
                    <a:pt x="9866" y="9374"/>
                    <a:pt x="9871" y="9375"/>
                    <a:pt x="9875" y="9375"/>
                  </a:cubicBezTo>
                  <a:cubicBezTo>
                    <a:pt x="9881" y="9375"/>
                    <a:pt x="9887" y="9373"/>
                    <a:pt x="9892" y="9367"/>
                  </a:cubicBezTo>
                  <a:cubicBezTo>
                    <a:pt x="10157" y="9057"/>
                    <a:pt x="10394" y="8828"/>
                    <a:pt x="10809" y="8740"/>
                  </a:cubicBezTo>
                  <a:cubicBezTo>
                    <a:pt x="10936" y="8713"/>
                    <a:pt x="11064" y="8701"/>
                    <a:pt x="11192" y="8701"/>
                  </a:cubicBezTo>
                  <a:cubicBezTo>
                    <a:pt x="11506" y="8701"/>
                    <a:pt x="11820" y="8772"/>
                    <a:pt x="12119" y="8863"/>
                  </a:cubicBezTo>
                  <a:cubicBezTo>
                    <a:pt x="12776" y="9064"/>
                    <a:pt x="13396" y="9403"/>
                    <a:pt x="14081" y="9507"/>
                  </a:cubicBezTo>
                  <a:cubicBezTo>
                    <a:pt x="14190" y="9523"/>
                    <a:pt x="14299" y="9531"/>
                    <a:pt x="14407" y="9531"/>
                  </a:cubicBezTo>
                  <a:cubicBezTo>
                    <a:pt x="15323" y="9531"/>
                    <a:pt x="16127" y="8944"/>
                    <a:pt x="16212" y="7968"/>
                  </a:cubicBezTo>
                  <a:cubicBezTo>
                    <a:pt x="16706" y="8317"/>
                    <a:pt x="17389" y="8621"/>
                    <a:pt x="18023" y="8621"/>
                  </a:cubicBezTo>
                  <a:cubicBezTo>
                    <a:pt x="18463" y="8621"/>
                    <a:pt x="18880" y="8475"/>
                    <a:pt x="19195" y="8095"/>
                  </a:cubicBezTo>
                  <a:cubicBezTo>
                    <a:pt x="19525" y="7698"/>
                    <a:pt x="19591" y="7161"/>
                    <a:pt x="19486" y="6668"/>
                  </a:cubicBezTo>
                  <a:cubicBezTo>
                    <a:pt x="19354" y="6036"/>
                    <a:pt x="18788" y="4942"/>
                    <a:pt x="19652" y="4565"/>
                  </a:cubicBezTo>
                  <a:cubicBezTo>
                    <a:pt x="19701" y="4543"/>
                    <a:pt x="19704" y="4495"/>
                    <a:pt x="19682" y="4460"/>
                  </a:cubicBezTo>
                  <a:cubicBezTo>
                    <a:pt x="19718" y="4441"/>
                    <a:pt x="19722" y="4374"/>
                    <a:pt x="19672" y="4354"/>
                  </a:cubicBezTo>
                  <a:cubicBezTo>
                    <a:pt x="18822" y="4026"/>
                    <a:pt x="19486" y="2633"/>
                    <a:pt x="19483" y="1971"/>
                  </a:cubicBezTo>
                  <a:cubicBezTo>
                    <a:pt x="19481" y="1536"/>
                    <a:pt x="19347" y="1061"/>
                    <a:pt x="18989" y="783"/>
                  </a:cubicBezTo>
                  <a:cubicBezTo>
                    <a:pt x="18755" y="602"/>
                    <a:pt x="18479" y="528"/>
                    <a:pt x="18187" y="528"/>
                  </a:cubicBezTo>
                  <a:cubicBezTo>
                    <a:pt x="17507" y="528"/>
                    <a:pt x="16743" y="927"/>
                    <a:pt x="16234" y="1296"/>
                  </a:cubicBezTo>
                  <a:cubicBezTo>
                    <a:pt x="16219" y="390"/>
                    <a:pt x="15209" y="64"/>
                    <a:pt x="14349" y="64"/>
                  </a:cubicBezTo>
                  <a:cubicBezTo>
                    <a:pt x="14116" y="64"/>
                    <a:pt x="13893" y="88"/>
                    <a:pt x="13705" y="131"/>
                  </a:cubicBezTo>
                  <a:cubicBezTo>
                    <a:pt x="12997" y="293"/>
                    <a:pt x="12430" y="865"/>
                    <a:pt x="11705" y="930"/>
                  </a:cubicBezTo>
                  <a:cubicBezTo>
                    <a:pt x="11652" y="935"/>
                    <a:pt x="11599" y="937"/>
                    <a:pt x="11547" y="937"/>
                  </a:cubicBezTo>
                  <a:cubicBezTo>
                    <a:pt x="10902" y="937"/>
                    <a:pt x="10289" y="591"/>
                    <a:pt x="9957" y="36"/>
                  </a:cubicBezTo>
                  <a:cubicBezTo>
                    <a:pt x="9941" y="11"/>
                    <a:pt x="9919" y="0"/>
                    <a:pt x="9896" y="0"/>
                  </a:cubicBezTo>
                  <a:cubicBezTo>
                    <a:pt x="9884" y="0"/>
                    <a:pt x="9873" y="3"/>
                    <a:pt x="9862" y="7"/>
                  </a:cubicBezTo>
                  <a:cubicBezTo>
                    <a:pt x="9851" y="3"/>
                    <a:pt x="9840" y="0"/>
                    <a:pt x="98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313"/>
            <p:cNvSpPr/>
            <p:nvPr/>
          </p:nvSpPr>
          <p:spPr>
            <a:xfrm>
              <a:off x="6539545" y="1569360"/>
              <a:ext cx="1027223" cy="487609"/>
            </a:xfrm>
            <a:custGeom>
              <a:rect b="b" l="l" r="r" t="t"/>
              <a:pathLst>
                <a:path extrusionOk="0" h="9198" w="19377">
                  <a:moveTo>
                    <a:pt x="13830" y="402"/>
                  </a:moveTo>
                  <a:cubicBezTo>
                    <a:pt x="13849" y="402"/>
                    <a:pt x="13861" y="428"/>
                    <a:pt x="13846" y="442"/>
                  </a:cubicBezTo>
                  <a:cubicBezTo>
                    <a:pt x="13723" y="566"/>
                    <a:pt x="13500" y="614"/>
                    <a:pt x="13334" y="640"/>
                  </a:cubicBezTo>
                  <a:cubicBezTo>
                    <a:pt x="13332" y="640"/>
                    <a:pt x="13331" y="640"/>
                    <a:pt x="13329" y="640"/>
                  </a:cubicBezTo>
                  <a:cubicBezTo>
                    <a:pt x="13302" y="640"/>
                    <a:pt x="13291" y="600"/>
                    <a:pt x="13321" y="594"/>
                  </a:cubicBezTo>
                  <a:cubicBezTo>
                    <a:pt x="13409" y="574"/>
                    <a:pt x="13495" y="549"/>
                    <a:pt x="13579" y="516"/>
                  </a:cubicBezTo>
                  <a:cubicBezTo>
                    <a:pt x="13662" y="482"/>
                    <a:pt x="13738" y="429"/>
                    <a:pt x="13823" y="403"/>
                  </a:cubicBezTo>
                  <a:cubicBezTo>
                    <a:pt x="13826" y="402"/>
                    <a:pt x="13828" y="402"/>
                    <a:pt x="13830" y="402"/>
                  </a:cubicBezTo>
                  <a:close/>
                  <a:moveTo>
                    <a:pt x="14585" y="431"/>
                  </a:moveTo>
                  <a:cubicBezTo>
                    <a:pt x="14742" y="431"/>
                    <a:pt x="14918" y="504"/>
                    <a:pt x="14990" y="650"/>
                  </a:cubicBezTo>
                  <a:cubicBezTo>
                    <a:pt x="15001" y="673"/>
                    <a:pt x="14982" y="698"/>
                    <a:pt x="14961" y="698"/>
                  </a:cubicBezTo>
                  <a:cubicBezTo>
                    <a:pt x="14954" y="698"/>
                    <a:pt x="14946" y="695"/>
                    <a:pt x="14940" y="688"/>
                  </a:cubicBezTo>
                  <a:cubicBezTo>
                    <a:pt x="14836" y="578"/>
                    <a:pt x="14727" y="496"/>
                    <a:pt x="14568" y="495"/>
                  </a:cubicBezTo>
                  <a:cubicBezTo>
                    <a:pt x="14527" y="495"/>
                    <a:pt x="14527" y="433"/>
                    <a:pt x="14568" y="431"/>
                  </a:cubicBezTo>
                  <a:cubicBezTo>
                    <a:pt x="14573" y="431"/>
                    <a:pt x="14579" y="431"/>
                    <a:pt x="14585" y="431"/>
                  </a:cubicBezTo>
                  <a:close/>
                  <a:moveTo>
                    <a:pt x="4717" y="528"/>
                  </a:moveTo>
                  <a:cubicBezTo>
                    <a:pt x="4740" y="528"/>
                    <a:pt x="4762" y="529"/>
                    <a:pt x="4785" y="532"/>
                  </a:cubicBezTo>
                  <a:cubicBezTo>
                    <a:pt x="4827" y="536"/>
                    <a:pt x="4828" y="594"/>
                    <a:pt x="4785" y="598"/>
                  </a:cubicBezTo>
                  <a:cubicBezTo>
                    <a:pt x="4610" y="616"/>
                    <a:pt x="4454" y="645"/>
                    <a:pt x="4304" y="740"/>
                  </a:cubicBezTo>
                  <a:cubicBezTo>
                    <a:pt x="4298" y="744"/>
                    <a:pt x="4292" y="745"/>
                    <a:pt x="4287" y="745"/>
                  </a:cubicBezTo>
                  <a:cubicBezTo>
                    <a:pt x="4260" y="745"/>
                    <a:pt x="4244" y="705"/>
                    <a:pt x="4272" y="686"/>
                  </a:cubicBezTo>
                  <a:cubicBezTo>
                    <a:pt x="4400" y="595"/>
                    <a:pt x="4558" y="528"/>
                    <a:pt x="4717" y="528"/>
                  </a:cubicBezTo>
                  <a:close/>
                  <a:moveTo>
                    <a:pt x="5623" y="543"/>
                  </a:moveTo>
                  <a:cubicBezTo>
                    <a:pt x="5627" y="543"/>
                    <a:pt x="5630" y="544"/>
                    <a:pt x="5634" y="545"/>
                  </a:cubicBezTo>
                  <a:cubicBezTo>
                    <a:pt x="5798" y="597"/>
                    <a:pt x="5964" y="665"/>
                    <a:pt x="6102" y="771"/>
                  </a:cubicBezTo>
                  <a:cubicBezTo>
                    <a:pt x="6128" y="793"/>
                    <a:pt x="6114" y="831"/>
                    <a:pt x="6087" y="831"/>
                  </a:cubicBezTo>
                  <a:cubicBezTo>
                    <a:pt x="6081" y="831"/>
                    <a:pt x="6076" y="830"/>
                    <a:pt x="6070" y="827"/>
                  </a:cubicBezTo>
                  <a:cubicBezTo>
                    <a:pt x="5920" y="747"/>
                    <a:pt x="5776" y="665"/>
                    <a:pt x="5618" y="607"/>
                  </a:cubicBezTo>
                  <a:cubicBezTo>
                    <a:pt x="5583" y="593"/>
                    <a:pt x="5593" y="543"/>
                    <a:pt x="5623" y="543"/>
                  </a:cubicBezTo>
                  <a:close/>
                  <a:moveTo>
                    <a:pt x="9622" y="566"/>
                  </a:moveTo>
                  <a:cubicBezTo>
                    <a:pt x="9683" y="566"/>
                    <a:pt x="9749" y="637"/>
                    <a:pt x="9791" y="671"/>
                  </a:cubicBezTo>
                  <a:cubicBezTo>
                    <a:pt x="9876" y="736"/>
                    <a:pt x="9965" y="799"/>
                    <a:pt x="10045" y="874"/>
                  </a:cubicBezTo>
                  <a:cubicBezTo>
                    <a:pt x="10071" y="899"/>
                    <a:pt x="10047" y="941"/>
                    <a:pt x="10016" y="941"/>
                  </a:cubicBezTo>
                  <a:cubicBezTo>
                    <a:pt x="10010" y="941"/>
                    <a:pt x="10003" y="939"/>
                    <a:pt x="9997" y="935"/>
                  </a:cubicBezTo>
                  <a:cubicBezTo>
                    <a:pt x="9890" y="867"/>
                    <a:pt x="9798" y="756"/>
                    <a:pt x="9686" y="700"/>
                  </a:cubicBezTo>
                  <a:cubicBezTo>
                    <a:pt x="9659" y="686"/>
                    <a:pt x="9637" y="680"/>
                    <a:pt x="9618" y="680"/>
                  </a:cubicBezTo>
                  <a:cubicBezTo>
                    <a:pt x="9557" y="680"/>
                    <a:pt x="9526" y="740"/>
                    <a:pt x="9471" y="796"/>
                  </a:cubicBezTo>
                  <a:cubicBezTo>
                    <a:pt x="9414" y="850"/>
                    <a:pt x="9359" y="905"/>
                    <a:pt x="9303" y="960"/>
                  </a:cubicBezTo>
                  <a:cubicBezTo>
                    <a:pt x="9296" y="968"/>
                    <a:pt x="9287" y="971"/>
                    <a:pt x="9279" y="971"/>
                  </a:cubicBezTo>
                  <a:cubicBezTo>
                    <a:pt x="9250" y="971"/>
                    <a:pt x="9225" y="933"/>
                    <a:pt x="9251" y="907"/>
                  </a:cubicBezTo>
                  <a:cubicBezTo>
                    <a:pt x="9338" y="815"/>
                    <a:pt x="9424" y="720"/>
                    <a:pt x="9514" y="631"/>
                  </a:cubicBezTo>
                  <a:cubicBezTo>
                    <a:pt x="9545" y="600"/>
                    <a:pt x="9574" y="566"/>
                    <a:pt x="9621" y="566"/>
                  </a:cubicBezTo>
                  <a:cubicBezTo>
                    <a:pt x="9621" y="566"/>
                    <a:pt x="9622" y="566"/>
                    <a:pt x="9622" y="566"/>
                  </a:cubicBezTo>
                  <a:close/>
                  <a:moveTo>
                    <a:pt x="1705" y="942"/>
                  </a:moveTo>
                  <a:cubicBezTo>
                    <a:pt x="1707" y="942"/>
                    <a:pt x="1709" y="942"/>
                    <a:pt x="1711" y="943"/>
                  </a:cubicBezTo>
                  <a:cubicBezTo>
                    <a:pt x="1863" y="1005"/>
                    <a:pt x="2021" y="1061"/>
                    <a:pt x="2167" y="1138"/>
                  </a:cubicBezTo>
                  <a:cubicBezTo>
                    <a:pt x="2193" y="1151"/>
                    <a:pt x="2179" y="1192"/>
                    <a:pt x="2154" y="1192"/>
                  </a:cubicBezTo>
                  <a:cubicBezTo>
                    <a:pt x="2151" y="1192"/>
                    <a:pt x="2148" y="1191"/>
                    <a:pt x="2145" y="1190"/>
                  </a:cubicBezTo>
                  <a:cubicBezTo>
                    <a:pt x="1991" y="1133"/>
                    <a:pt x="1842" y="1053"/>
                    <a:pt x="1695" y="982"/>
                  </a:cubicBezTo>
                  <a:cubicBezTo>
                    <a:pt x="1676" y="972"/>
                    <a:pt x="1687" y="942"/>
                    <a:pt x="1705" y="942"/>
                  </a:cubicBezTo>
                  <a:close/>
                  <a:moveTo>
                    <a:pt x="12528" y="879"/>
                  </a:moveTo>
                  <a:cubicBezTo>
                    <a:pt x="12549" y="879"/>
                    <a:pt x="12564" y="910"/>
                    <a:pt x="12548" y="928"/>
                  </a:cubicBezTo>
                  <a:cubicBezTo>
                    <a:pt x="12413" y="1070"/>
                    <a:pt x="12234" y="1155"/>
                    <a:pt x="12046" y="1200"/>
                  </a:cubicBezTo>
                  <a:cubicBezTo>
                    <a:pt x="12043" y="1200"/>
                    <a:pt x="12041" y="1200"/>
                    <a:pt x="12039" y="1200"/>
                  </a:cubicBezTo>
                  <a:cubicBezTo>
                    <a:pt x="12014" y="1200"/>
                    <a:pt x="12006" y="1163"/>
                    <a:pt x="12033" y="1154"/>
                  </a:cubicBezTo>
                  <a:cubicBezTo>
                    <a:pt x="12213" y="1096"/>
                    <a:pt x="12365" y="998"/>
                    <a:pt x="12514" y="884"/>
                  </a:cubicBezTo>
                  <a:cubicBezTo>
                    <a:pt x="12518" y="881"/>
                    <a:pt x="12523" y="879"/>
                    <a:pt x="12528" y="879"/>
                  </a:cubicBezTo>
                  <a:close/>
                  <a:moveTo>
                    <a:pt x="17555" y="1021"/>
                  </a:moveTo>
                  <a:cubicBezTo>
                    <a:pt x="17586" y="1021"/>
                    <a:pt x="17616" y="1023"/>
                    <a:pt x="17647" y="1027"/>
                  </a:cubicBezTo>
                  <a:cubicBezTo>
                    <a:pt x="17688" y="1032"/>
                    <a:pt x="17690" y="1092"/>
                    <a:pt x="17647" y="1093"/>
                  </a:cubicBezTo>
                  <a:cubicBezTo>
                    <a:pt x="17464" y="1095"/>
                    <a:pt x="17289" y="1122"/>
                    <a:pt x="17123" y="1201"/>
                  </a:cubicBezTo>
                  <a:cubicBezTo>
                    <a:pt x="17119" y="1203"/>
                    <a:pt x="17114" y="1204"/>
                    <a:pt x="17110" y="1204"/>
                  </a:cubicBezTo>
                  <a:cubicBezTo>
                    <a:pt x="17082" y="1204"/>
                    <a:pt x="17063" y="1164"/>
                    <a:pt x="17092" y="1148"/>
                  </a:cubicBezTo>
                  <a:cubicBezTo>
                    <a:pt x="17237" y="1070"/>
                    <a:pt x="17393" y="1021"/>
                    <a:pt x="17555" y="1021"/>
                  </a:cubicBezTo>
                  <a:close/>
                  <a:moveTo>
                    <a:pt x="6820" y="1036"/>
                  </a:moveTo>
                  <a:cubicBezTo>
                    <a:pt x="6824" y="1036"/>
                    <a:pt x="6829" y="1037"/>
                    <a:pt x="6833" y="1039"/>
                  </a:cubicBezTo>
                  <a:cubicBezTo>
                    <a:pt x="7045" y="1154"/>
                    <a:pt x="7248" y="1178"/>
                    <a:pt x="7474" y="1234"/>
                  </a:cubicBezTo>
                  <a:cubicBezTo>
                    <a:pt x="7509" y="1243"/>
                    <a:pt x="7498" y="1290"/>
                    <a:pt x="7467" y="1293"/>
                  </a:cubicBezTo>
                  <a:cubicBezTo>
                    <a:pt x="7451" y="1294"/>
                    <a:pt x="7435" y="1294"/>
                    <a:pt x="7419" y="1294"/>
                  </a:cubicBezTo>
                  <a:cubicBezTo>
                    <a:pt x="7206" y="1294"/>
                    <a:pt x="6981" y="1194"/>
                    <a:pt x="6805" y="1090"/>
                  </a:cubicBezTo>
                  <a:cubicBezTo>
                    <a:pt x="6776" y="1074"/>
                    <a:pt x="6794" y="1036"/>
                    <a:pt x="6820" y="1036"/>
                  </a:cubicBezTo>
                  <a:close/>
                  <a:moveTo>
                    <a:pt x="10646" y="1190"/>
                  </a:moveTo>
                  <a:cubicBezTo>
                    <a:pt x="10649" y="1190"/>
                    <a:pt x="10652" y="1191"/>
                    <a:pt x="10656" y="1192"/>
                  </a:cubicBezTo>
                  <a:cubicBezTo>
                    <a:pt x="10812" y="1258"/>
                    <a:pt x="10972" y="1285"/>
                    <a:pt x="11142" y="1288"/>
                  </a:cubicBezTo>
                  <a:cubicBezTo>
                    <a:pt x="11172" y="1289"/>
                    <a:pt x="11172" y="1334"/>
                    <a:pt x="11142" y="1335"/>
                  </a:cubicBezTo>
                  <a:cubicBezTo>
                    <a:pt x="11130" y="1336"/>
                    <a:pt x="11118" y="1336"/>
                    <a:pt x="11106" y="1336"/>
                  </a:cubicBezTo>
                  <a:cubicBezTo>
                    <a:pt x="10943" y="1336"/>
                    <a:pt x="10784" y="1295"/>
                    <a:pt x="10634" y="1227"/>
                  </a:cubicBezTo>
                  <a:cubicBezTo>
                    <a:pt x="10613" y="1218"/>
                    <a:pt x="10626" y="1190"/>
                    <a:pt x="10646" y="1190"/>
                  </a:cubicBezTo>
                  <a:close/>
                  <a:moveTo>
                    <a:pt x="8610" y="1183"/>
                  </a:moveTo>
                  <a:cubicBezTo>
                    <a:pt x="8635" y="1183"/>
                    <a:pt x="8654" y="1214"/>
                    <a:pt x="8632" y="1235"/>
                  </a:cubicBezTo>
                  <a:cubicBezTo>
                    <a:pt x="8546" y="1317"/>
                    <a:pt x="8424" y="1352"/>
                    <a:pt x="8304" y="1352"/>
                  </a:cubicBezTo>
                  <a:cubicBezTo>
                    <a:pt x="8253" y="1352"/>
                    <a:pt x="8202" y="1346"/>
                    <a:pt x="8155" y="1334"/>
                  </a:cubicBezTo>
                  <a:cubicBezTo>
                    <a:pt x="8121" y="1326"/>
                    <a:pt x="8133" y="1278"/>
                    <a:pt x="8163" y="1278"/>
                  </a:cubicBezTo>
                  <a:cubicBezTo>
                    <a:pt x="8165" y="1278"/>
                    <a:pt x="8168" y="1278"/>
                    <a:pt x="8170" y="1279"/>
                  </a:cubicBezTo>
                  <a:cubicBezTo>
                    <a:pt x="8201" y="1284"/>
                    <a:pt x="8232" y="1287"/>
                    <a:pt x="8261" y="1287"/>
                  </a:cubicBezTo>
                  <a:cubicBezTo>
                    <a:pt x="8380" y="1287"/>
                    <a:pt x="8484" y="1243"/>
                    <a:pt x="8595" y="1187"/>
                  </a:cubicBezTo>
                  <a:cubicBezTo>
                    <a:pt x="8600" y="1184"/>
                    <a:pt x="8605" y="1183"/>
                    <a:pt x="8610" y="1183"/>
                  </a:cubicBezTo>
                  <a:close/>
                  <a:moveTo>
                    <a:pt x="18243" y="1079"/>
                  </a:moveTo>
                  <a:cubicBezTo>
                    <a:pt x="18243" y="1079"/>
                    <a:pt x="18244" y="1079"/>
                    <a:pt x="18244" y="1079"/>
                  </a:cubicBezTo>
                  <a:cubicBezTo>
                    <a:pt x="18436" y="1087"/>
                    <a:pt x="18612" y="1213"/>
                    <a:pt x="18657" y="1405"/>
                  </a:cubicBezTo>
                  <a:cubicBezTo>
                    <a:pt x="18664" y="1430"/>
                    <a:pt x="18644" y="1446"/>
                    <a:pt x="18625" y="1446"/>
                  </a:cubicBezTo>
                  <a:cubicBezTo>
                    <a:pt x="18612" y="1446"/>
                    <a:pt x="18598" y="1439"/>
                    <a:pt x="18592" y="1423"/>
                  </a:cubicBezTo>
                  <a:cubicBezTo>
                    <a:pt x="18534" y="1266"/>
                    <a:pt x="18405" y="1146"/>
                    <a:pt x="18237" y="1123"/>
                  </a:cubicBezTo>
                  <a:cubicBezTo>
                    <a:pt x="18213" y="1118"/>
                    <a:pt x="18219" y="1079"/>
                    <a:pt x="18243" y="1079"/>
                  </a:cubicBezTo>
                  <a:close/>
                  <a:moveTo>
                    <a:pt x="1063" y="998"/>
                  </a:moveTo>
                  <a:cubicBezTo>
                    <a:pt x="1090" y="998"/>
                    <a:pt x="1109" y="1038"/>
                    <a:pt x="1079" y="1051"/>
                  </a:cubicBezTo>
                  <a:cubicBezTo>
                    <a:pt x="911" y="1128"/>
                    <a:pt x="785" y="1266"/>
                    <a:pt x="782" y="1459"/>
                  </a:cubicBezTo>
                  <a:cubicBezTo>
                    <a:pt x="782" y="1472"/>
                    <a:pt x="772" y="1478"/>
                    <a:pt x="762" y="1478"/>
                  </a:cubicBezTo>
                  <a:cubicBezTo>
                    <a:pt x="752" y="1478"/>
                    <a:pt x="742" y="1472"/>
                    <a:pt x="741" y="1459"/>
                  </a:cubicBezTo>
                  <a:cubicBezTo>
                    <a:pt x="724" y="1257"/>
                    <a:pt x="850" y="1040"/>
                    <a:pt x="1057" y="999"/>
                  </a:cubicBezTo>
                  <a:cubicBezTo>
                    <a:pt x="1059" y="998"/>
                    <a:pt x="1061" y="998"/>
                    <a:pt x="1063" y="998"/>
                  </a:cubicBezTo>
                  <a:close/>
                  <a:moveTo>
                    <a:pt x="15374" y="878"/>
                  </a:moveTo>
                  <a:cubicBezTo>
                    <a:pt x="15387" y="878"/>
                    <a:pt x="15400" y="884"/>
                    <a:pt x="15406" y="899"/>
                  </a:cubicBezTo>
                  <a:cubicBezTo>
                    <a:pt x="15503" y="1129"/>
                    <a:pt x="15613" y="1365"/>
                    <a:pt x="15678" y="1606"/>
                  </a:cubicBezTo>
                  <a:cubicBezTo>
                    <a:pt x="15686" y="1634"/>
                    <a:pt x="15659" y="1658"/>
                    <a:pt x="15635" y="1658"/>
                  </a:cubicBezTo>
                  <a:cubicBezTo>
                    <a:pt x="15622" y="1658"/>
                    <a:pt x="15609" y="1651"/>
                    <a:pt x="15602" y="1637"/>
                  </a:cubicBezTo>
                  <a:cubicBezTo>
                    <a:pt x="15494" y="1409"/>
                    <a:pt x="15422" y="1156"/>
                    <a:pt x="15346" y="917"/>
                  </a:cubicBezTo>
                  <a:cubicBezTo>
                    <a:pt x="15337" y="892"/>
                    <a:pt x="15355" y="878"/>
                    <a:pt x="15374" y="878"/>
                  </a:cubicBezTo>
                  <a:close/>
                  <a:moveTo>
                    <a:pt x="3888" y="1236"/>
                  </a:moveTo>
                  <a:cubicBezTo>
                    <a:pt x="3902" y="1236"/>
                    <a:pt x="3918" y="1249"/>
                    <a:pt x="3914" y="1266"/>
                  </a:cubicBezTo>
                  <a:cubicBezTo>
                    <a:pt x="3882" y="1397"/>
                    <a:pt x="3855" y="1521"/>
                    <a:pt x="3858" y="1658"/>
                  </a:cubicBezTo>
                  <a:cubicBezTo>
                    <a:pt x="3858" y="1667"/>
                    <a:pt x="3849" y="1673"/>
                    <a:pt x="3841" y="1673"/>
                  </a:cubicBezTo>
                  <a:cubicBezTo>
                    <a:pt x="3834" y="1673"/>
                    <a:pt x="3828" y="1670"/>
                    <a:pt x="3827" y="1662"/>
                  </a:cubicBezTo>
                  <a:cubicBezTo>
                    <a:pt x="3809" y="1523"/>
                    <a:pt x="3815" y="1378"/>
                    <a:pt x="3870" y="1248"/>
                  </a:cubicBezTo>
                  <a:cubicBezTo>
                    <a:pt x="3874" y="1239"/>
                    <a:pt x="3880" y="1236"/>
                    <a:pt x="3888" y="1236"/>
                  </a:cubicBezTo>
                  <a:close/>
                  <a:moveTo>
                    <a:pt x="16504" y="1426"/>
                  </a:moveTo>
                  <a:cubicBezTo>
                    <a:pt x="16533" y="1426"/>
                    <a:pt x="16549" y="1466"/>
                    <a:pt x="16520" y="1485"/>
                  </a:cubicBezTo>
                  <a:cubicBezTo>
                    <a:pt x="16379" y="1581"/>
                    <a:pt x="16227" y="1659"/>
                    <a:pt x="16077" y="1741"/>
                  </a:cubicBezTo>
                  <a:cubicBezTo>
                    <a:pt x="16072" y="1744"/>
                    <a:pt x="16067" y="1745"/>
                    <a:pt x="16063" y="1745"/>
                  </a:cubicBezTo>
                  <a:cubicBezTo>
                    <a:pt x="16037" y="1745"/>
                    <a:pt x="16022" y="1707"/>
                    <a:pt x="16049" y="1691"/>
                  </a:cubicBezTo>
                  <a:cubicBezTo>
                    <a:pt x="16193" y="1600"/>
                    <a:pt x="16335" y="1506"/>
                    <a:pt x="16488" y="1430"/>
                  </a:cubicBezTo>
                  <a:cubicBezTo>
                    <a:pt x="16493" y="1427"/>
                    <a:pt x="16499" y="1426"/>
                    <a:pt x="16504" y="1426"/>
                  </a:cubicBezTo>
                  <a:close/>
                  <a:moveTo>
                    <a:pt x="2689" y="1355"/>
                  </a:moveTo>
                  <a:cubicBezTo>
                    <a:pt x="2692" y="1355"/>
                    <a:pt x="2694" y="1355"/>
                    <a:pt x="2697" y="1357"/>
                  </a:cubicBezTo>
                  <a:cubicBezTo>
                    <a:pt x="2951" y="1460"/>
                    <a:pt x="3208" y="1615"/>
                    <a:pt x="3372" y="1841"/>
                  </a:cubicBezTo>
                  <a:cubicBezTo>
                    <a:pt x="3388" y="1862"/>
                    <a:pt x="3366" y="1885"/>
                    <a:pt x="3344" y="1885"/>
                  </a:cubicBezTo>
                  <a:cubicBezTo>
                    <a:pt x="3337" y="1885"/>
                    <a:pt x="3330" y="1883"/>
                    <a:pt x="3324" y="1877"/>
                  </a:cubicBezTo>
                  <a:cubicBezTo>
                    <a:pt x="3123" y="1688"/>
                    <a:pt x="2932" y="1517"/>
                    <a:pt x="2679" y="1400"/>
                  </a:cubicBezTo>
                  <a:cubicBezTo>
                    <a:pt x="2657" y="1391"/>
                    <a:pt x="2668" y="1355"/>
                    <a:pt x="2689" y="1355"/>
                  </a:cubicBezTo>
                  <a:close/>
                  <a:moveTo>
                    <a:pt x="18641" y="2029"/>
                  </a:moveTo>
                  <a:cubicBezTo>
                    <a:pt x="18653" y="2029"/>
                    <a:pt x="18666" y="2037"/>
                    <a:pt x="18667" y="2054"/>
                  </a:cubicBezTo>
                  <a:cubicBezTo>
                    <a:pt x="18679" y="2220"/>
                    <a:pt x="18687" y="2385"/>
                    <a:pt x="18675" y="2551"/>
                  </a:cubicBezTo>
                  <a:cubicBezTo>
                    <a:pt x="18674" y="2574"/>
                    <a:pt x="18657" y="2586"/>
                    <a:pt x="18640" y="2586"/>
                  </a:cubicBezTo>
                  <a:cubicBezTo>
                    <a:pt x="18623" y="2586"/>
                    <a:pt x="18606" y="2574"/>
                    <a:pt x="18605" y="2551"/>
                  </a:cubicBezTo>
                  <a:cubicBezTo>
                    <a:pt x="18593" y="2385"/>
                    <a:pt x="18602" y="2220"/>
                    <a:pt x="18613" y="2054"/>
                  </a:cubicBezTo>
                  <a:cubicBezTo>
                    <a:pt x="18615" y="2037"/>
                    <a:pt x="18628" y="2029"/>
                    <a:pt x="18641" y="2029"/>
                  </a:cubicBezTo>
                  <a:close/>
                  <a:moveTo>
                    <a:pt x="761" y="2031"/>
                  </a:moveTo>
                  <a:cubicBezTo>
                    <a:pt x="773" y="2031"/>
                    <a:pt x="786" y="2040"/>
                    <a:pt x="788" y="2054"/>
                  </a:cubicBezTo>
                  <a:cubicBezTo>
                    <a:pt x="797" y="2140"/>
                    <a:pt x="787" y="2225"/>
                    <a:pt x="792" y="2311"/>
                  </a:cubicBezTo>
                  <a:cubicBezTo>
                    <a:pt x="799" y="2407"/>
                    <a:pt x="815" y="2501"/>
                    <a:pt x="838" y="2594"/>
                  </a:cubicBezTo>
                  <a:cubicBezTo>
                    <a:pt x="843" y="2612"/>
                    <a:pt x="828" y="2624"/>
                    <a:pt x="813" y="2624"/>
                  </a:cubicBezTo>
                  <a:cubicBezTo>
                    <a:pt x="804" y="2624"/>
                    <a:pt x="795" y="2619"/>
                    <a:pt x="791" y="2608"/>
                  </a:cubicBezTo>
                  <a:cubicBezTo>
                    <a:pt x="742" y="2438"/>
                    <a:pt x="694" y="2223"/>
                    <a:pt x="740" y="2048"/>
                  </a:cubicBezTo>
                  <a:cubicBezTo>
                    <a:pt x="743" y="2036"/>
                    <a:pt x="752" y="2031"/>
                    <a:pt x="761" y="2031"/>
                  </a:cubicBezTo>
                  <a:close/>
                  <a:moveTo>
                    <a:pt x="18620" y="3063"/>
                  </a:moveTo>
                  <a:cubicBezTo>
                    <a:pt x="18637" y="3063"/>
                    <a:pt x="18653" y="3074"/>
                    <a:pt x="18651" y="3094"/>
                  </a:cubicBezTo>
                  <a:cubicBezTo>
                    <a:pt x="18636" y="3219"/>
                    <a:pt x="18636" y="3340"/>
                    <a:pt x="18663" y="3464"/>
                  </a:cubicBezTo>
                  <a:cubicBezTo>
                    <a:pt x="18687" y="3574"/>
                    <a:pt x="18743" y="3673"/>
                    <a:pt x="18776" y="3781"/>
                  </a:cubicBezTo>
                  <a:cubicBezTo>
                    <a:pt x="18783" y="3803"/>
                    <a:pt x="18764" y="3821"/>
                    <a:pt x="18745" y="3821"/>
                  </a:cubicBezTo>
                  <a:cubicBezTo>
                    <a:pt x="18737" y="3821"/>
                    <a:pt x="18730" y="3818"/>
                    <a:pt x="18723" y="3812"/>
                  </a:cubicBezTo>
                  <a:cubicBezTo>
                    <a:pt x="18549" y="3632"/>
                    <a:pt x="18533" y="3316"/>
                    <a:pt x="18590" y="3085"/>
                  </a:cubicBezTo>
                  <a:cubicBezTo>
                    <a:pt x="18593" y="3070"/>
                    <a:pt x="18607" y="3063"/>
                    <a:pt x="18620" y="3063"/>
                  </a:cubicBezTo>
                  <a:close/>
                  <a:moveTo>
                    <a:pt x="865" y="3273"/>
                  </a:moveTo>
                  <a:cubicBezTo>
                    <a:pt x="877" y="3273"/>
                    <a:pt x="889" y="3283"/>
                    <a:pt x="891" y="3297"/>
                  </a:cubicBezTo>
                  <a:cubicBezTo>
                    <a:pt x="914" y="3502"/>
                    <a:pt x="823" y="3724"/>
                    <a:pt x="730" y="3902"/>
                  </a:cubicBezTo>
                  <a:cubicBezTo>
                    <a:pt x="726" y="3911"/>
                    <a:pt x="719" y="3915"/>
                    <a:pt x="712" y="3915"/>
                  </a:cubicBezTo>
                  <a:cubicBezTo>
                    <a:pt x="696" y="3915"/>
                    <a:pt x="680" y="3897"/>
                    <a:pt x="689" y="3879"/>
                  </a:cubicBezTo>
                  <a:cubicBezTo>
                    <a:pt x="780" y="3684"/>
                    <a:pt x="796" y="3494"/>
                    <a:pt x="845" y="3290"/>
                  </a:cubicBezTo>
                  <a:cubicBezTo>
                    <a:pt x="848" y="3278"/>
                    <a:pt x="856" y="3273"/>
                    <a:pt x="865" y="3273"/>
                  </a:cubicBezTo>
                  <a:close/>
                  <a:moveTo>
                    <a:pt x="609" y="4308"/>
                  </a:moveTo>
                  <a:cubicBezTo>
                    <a:pt x="612" y="4308"/>
                    <a:pt x="615" y="4309"/>
                    <a:pt x="618" y="4309"/>
                  </a:cubicBezTo>
                  <a:cubicBezTo>
                    <a:pt x="703" y="4334"/>
                    <a:pt x="760" y="4412"/>
                    <a:pt x="811" y="4480"/>
                  </a:cubicBezTo>
                  <a:cubicBezTo>
                    <a:pt x="866" y="4556"/>
                    <a:pt x="910" y="4638"/>
                    <a:pt x="940" y="4728"/>
                  </a:cubicBezTo>
                  <a:cubicBezTo>
                    <a:pt x="946" y="4745"/>
                    <a:pt x="931" y="4758"/>
                    <a:pt x="916" y="4758"/>
                  </a:cubicBezTo>
                  <a:cubicBezTo>
                    <a:pt x="908" y="4758"/>
                    <a:pt x="900" y="4754"/>
                    <a:pt x="896" y="4746"/>
                  </a:cubicBezTo>
                  <a:cubicBezTo>
                    <a:pt x="855" y="4667"/>
                    <a:pt x="807" y="4594"/>
                    <a:pt x="745" y="4529"/>
                  </a:cubicBezTo>
                  <a:cubicBezTo>
                    <a:pt x="692" y="4472"/>
                    <a:pt x="619" y="4432"/>
                    <a:pt x="573" y="4367"/>
                  </a:cubicBezTo>
                  <a:cubicBezTo>
                    <a:pt x="556" y="4342"/>
                    <a:pt x="581" y="4308"/>
                    <a:pt x="609" y="4308"/>
                  </a:cubicBezTo>
                  <a:close/>
                  <a:moveTo>
                    <a:pt x="18776" y="4257"/>
                  </a:moveTo>
                  <a:cubicBezTo>
                    <a:pt x="18793" y="4257"/>
                    <a:pt x="18811" y="4276"/>
                    <a:pt x="18801" y="4298"/>
                  </a:cubicBezTo>
                  <a:cubicBezTo>
                    <a:pt x="18728" y="4466"/>
                    <a:pt x="18659" y="4643"/>
                    <a:pt x="18565" y="4801"/>
                  </a:cubicBezTo>
                  <a:cubicBezTo>
                    <a:pt x="18558" y="4813"/>
                    <a:pt x="18545" y="4818"/>
                    <a:pt x="18532" y="4818"/>
                  </a:cubicBezTo>
                  <a:cubicBezTo>
                    <a:pt x="18508" y="4818"/>
                    <a:pt x="18483" y="4798"/>
                    <a:pt x="18494" y="4771"/>
                  </a:cubicBezTo>
                  <a:cubicBezTo>
                    <a:pt x="18563" y="4597"/>
                    <a:pt x="18664" y="4434"/>
                    <a:pt x="18756" y="4271"/>
                  </a:cubicBezTo>
                  <a:cubicBezTo>
                    <a:pt x="18761" y="4261"/>
                    <a:pt x="18768" y="4257"/>
                    <a:pt x="18776" y="4257"/>
                  </a:cubicBezTo>
                  <a:close/>
                  <a:moveTo>
                    <a:pt x="18544" y="5240"/>
                  </a:moveTo>
                  <a:cubicBezTo>
                    <a:pt x="18558" y="5240"/>
                    <a:pt x="18571" y="5246"/>
                    <a:pt x="18578" y="5261"/>
                  </a:cubicBezTo>
                  <a:cubicBezTo>
                    <a:pt x="18618" y="5346"/>
                    <a:pt x="18649" y="5433"/>
                    <a:pt x="18681" y="5520"/>
                  </a:cubicBezTo>
                  <a:cubicBezTo>
                    <a:pt x="18692" y="5549"/>
                    <a:pt x="18663" y="5573"/>
                    <a:pt x="18636" y="5573"/>
                  </a:cubicBezTo>
                  <a:cubicBezTo>
                    <a:pt x="18623" y="5573"/>
                    <a:pt x="18610" y="5567"/>
                    <a:pt x="18604" y="5552"/>
                  </a:cubicBezTo>
                  <a:cubicBezTo>
                    <a:pt x="18568" y="5467"/>
                    <a:pt x="18529" y="5382"/>
                    <a:pt x="18499" y="5294"/>
                  </a:cubicBezTo>
                  <a:cubicBezTo>
                    <a:pt x="18489" y="5264"/>
                    <a:pt x="18518" y="5240"/>
                    <a:pt x="18544" y="5240"/>
                  </a:cubicBezTo>
                  <a:close/>
                  <a:moveTo>
                    <a:pt x="1015" y="5154"/>
                  </a:moveTo>
                  <a:cubicBezTo>
                    <a:pt x="1030" y="5154"/>
                    <a:pt x="1045" y="5166"/>
                    <a:pt x="1047" y="5184"/>
                  </a:cubicBezTo>
                  <a:cubicBezTo>
                    <a:pt x="1062" y="5425"/>
                    <a:pt x="930" y="5670"/>
                    <a:pt x="785" y="5852"/>
                  </a:cubicBezTo>
                  <a:cubicBezTo>
                    <a:pt x="778" y="5861"/>
                    <a:pt x="770" y="5864"/>
                    <a:pt x="761" y="5864"/>
                  </a:cubicBezTo>
                  <a:cubicBezTo>
                    <a:pt x="735" y="5864"/>
                    <a:pt x="707" y="5833"/>
                    <a:pt x="726" y="5807"/>
                  </a:cubicBezTo>
                  <a:cubicBezTo>
                    <a:pt x="876" y="5613"/>
                    <a:pt x="925" y="5407"/>
                    <a:pt x="988" y="5176"/>
                  </a:cubicBezTo>
                  <a:cubicBezTo>
                    <a:pt x="992" y="5161"/>
                    <a:pt x="1003" y="5154"/>
                    <a:pt x="1015" y="5154"/>
                  </a:cubicBezTo>
                  <a:close/>
                  <a:moveTo>
                    <a:pt x="18782" y="5896"/>
                  </a:moveTo>
                  <a:cubicBezTo>
                    <a:pt x="18793" y="5896"/>
                    <a:pt x="18804" y="5901"/>
                    <a:pt x="18810" y="5914"/>
                  </a:cubicBezTo>
                  <a:cubicBezTo>
                    <a:pt x="18901" y="6084"/>
                    <a:pt x="18888" y="6308"/>
                    <a:pt x="18837" y="6489"/>
                  </a:cubicBezTo>
                  <a:cubicBezTo>
                    <a:pt x="18832" y="6505"/>
                    <a:pt x="18820" y="6512"/>
                    <a:pt x="18807" y="6512"/>
                  </a:cubicBezTo>
                  <a:cubicBezTo>
                    <a:pt x="18787" y="6512"/>
                    <a:pt x="18766" y="6495"/>
                    <a:pt x="18772" y="6469"/>
                  </a:cubicBezTo>
                  <a:cubicBezTo>
                    <a:pt x="18813" y="6283"/>
                    <a:pt x="18780" y="6125"/>
                    <a:pt x="18745" y="5942"/>
                  </a:cubicBezTo>
                  <a:cubicBezTo>
                    <a:pt x="18740" y="5916"/>
                    <a:pt x="18762" y="5896"/>
                    <a:pt x="18782" y="5896"/>
                  </a:cubicBezTo>
                  <a:close/>
                  <a:moveTo>
                    <a:pt x="718" y="6544"/>
                  </a:moveTo>
                  <a:cubicBezTo>
                    <a:pt x="737" y="6544"/>
                    <a:pt x="757" y="6562"/>
                    <a:pt x="752" y="6585"/>
                  </a:cubicBezTo>
                  <a:cubicBezTo>
                    <a:pt x="705" y="6766"/>
                    <a:pt x="682" y="6932"/>
                    <a:pt x="733" y="7116"/>
                  </a:cubicBezTo>
                  <a:cubicBezTo>
                    <a:pt x="739" y="7139"/>
                    <a:pt x="721" y="7154"/>
                    <a:pt x="703" y="7154"/>
                  </a:cubicBezTo>
                  <a:cubicBezTo>
                    <a:pt x="690" y="7154"/>
                    <a:pt x="677" y="7147"/>
                    <a:pt x="672" y="7132"/>
                  </a:cubicBezTo>
                  <a:cubicBezTo>
                    <a:pt x="602" y="6949"/>
                    <a:pt x="595" y="6735"/>
                    <a:pt x="691" y="6560"/>
                  </a:cubicBezTo>
                  <a:cubicBezTo>
                    <a:pt x="697" y="6549"/>
                    <a:pt x="707" y="6544"/>
                    <a:pt x="718" y="6544"/>
                  </a:cubicBezTo>
                  <a:close/>
                  <a:moveTo>
                    <a:pt x="18828" y="6935"/>
                  </a:moveTo>
                  <a:cubicBezTo>
                    <a:pt x="18846" y="6935"/>
                    <a:pt x="18864" y="6947"/>
                    <a:pt x="18862" y="6969"/>
                  </a:cubicBezTo>
                  <a:cubicBezTo>
                    <a:pt x="18856" y="7107"/>
                    <a:pt x="18819" y="7246"/>
                    <a:pt x="18790" y="7381"/>
                  </a:cubicBezTo>
                  <a:cubicBezTo>
                    <a:pt x="18786" y="7399"/>
                    <a:pt x="18773" y="7407"/>
                    <a:pt x="18759" y="7407"/>
                  </a:cubicBezTo>
                  <a:cubicBezTo>
                    <a:pt x="18738" y="7407"/>
                    <a:pt x="18715" y="7389"/>
                    <a:pt x="18719" y="7361"/>
                  </a:cubicBezTo>
                  <a:cubicBezTo>
                    <a:pt x="18740" y="7228"/>
                    <a:pt x="18751" y="7088"/>
                    <a:pt x="18793" y="6960"/>
                  </a:cubicBezTo>
                  <a:cubicBezTo>
                    <a:pt x="18798" y="6943"/>
                    <a:pt x="18813" y="6935"/>
                    <a:pt x="18828" y="6935"/>
                  </a:cubicBezTo>
                  <a:close/>
                  <a:moveTo>
                    <a:pt x="16250" y="7097"/>
                  </a:moveTo>
                  <a:cubicBezTo>
                    <a:pt x="16256" y="7097"/>
                    <a:pt x="16262" y="7099"/>
                    <a:pt x="16269" y="7102"/>
                  </a:cubicBezTo>
                  <a:cubicBezTo>
                    <a:pt x="16470" y="7209"/>
                    <a:pt x="16677" y="7313"/>
                    <a:pt x="16873" y="7431"/>
                  </a:cubicBezTo>
                  <a:cubicBezTo>
                    <a:pt x="16906" y="7450"/>
                    <a:pt x="16886" y="7493"/>
                    <a:pt x="16855" y="7493"/>
                  </a:cubicBezTo>
                  <a:cubicBezTo>
                    <a:pt x="16850" y="7493"/>
                    <a:pt x="16845" y="7492"/>
                    <a:pt x="16839" y="7490"/>
                  </a:cubicBezTo>
                  <a:cubicBezTo>
                    <a:pt x="16632" y="7389"/>
                    <a:pt x="16432" y="7276"/>
                    <a:pt x="16231" y="7165"/>
                  </a:cubicBezTo>
                  <a:cubicBezTo>
                    <a:pt x="16196" y="7145"/>
                    <a:pt x="16218" y="7097"/>
                    <a:pt x="16250" y="7097"/>
                  </a:cubicBezTo>
                  <a:close/>
                  <a:moveTo>
                    <a:pt x="3396" y="7233"/>
                  </a:moveTo>
                  <a:cubicBezTo>
                    <a:pt x="3423" y="7233"/>
                    <a:pt x="3438" y="7280"/>
                    <a:pt x="3410" y="7294"/>
                  </a:cubicBezTo>
                  <a:cubicBezTo>
                    <a:pt x="3262" y="7370"/>
                    <a:pt x="3115" y="7451"/>
                    <a:pt x="2959" y="7508"/>
                  </a:cubicBezTo>
                  <a:cubicBezTo>
                    <a:pt x="2955" y="7509"/>
                    <a:pt x="2951" y="7510"/>
                    <a:pt x="2947" y="7510"/>
                  </a:cubicBezTo>
                  <a:cubicBezTo>
                    <a:pt x="2914" y="7510"/>
                    <a:pt x="2897" y="7457"/>
                    <a:pt x="2930" y="7438"/>
                  </a:cubicBezTo>
                  <a:cubicBezTo>
                    <a:pt x="3074" y="7357"/>
                    <a:pt x="3232" y="7298"/>
                    <a:pt x="3385" y="7235"/>
                  </a:cubicBezTo>
                  <a:cubicBezTo>
                    <a:pt x="3389" y="7234"/>
                    <a:pt x="3392" y="7233"/>
                    <a:pt x="3396" y="7233"/>
                  </a:cubicBezTo>
                  <a:close/>
                  <a:moveTo>
                    <a:pt x="15653" y="7278"/>
                  </a:moveTo>
                  <a:cubicBezTo>
                    <a:pt x="15675" y="7278"/>
                    <a:pt x="15700" y="7302"/>
                    <a:pt x="15696" y="7328"/>
                  </a:cubicBezTo>
                  <a:cubicBezTo>
                    <a:pt x="15670" y="7504"/>
                    <a:pt x="15560" y="7669"/>
                    <a:pt x="15447" y="7801"/>
                  </a:cubicBezTo>
                  <a:cubicBezTo>
                    <a:pt x="15438" y="7811"/>
                    <a:pt x="15427" y="7815"/>
                    <a:pt x="15417" y="7815"/>
                  </a:cubicBezTo>
                  <a:cubicBezTo>
                    <a:pt x="15385" y="7815"/>
                    <a:pt x="15356" y="7771"/>
                    <a:pt x="15384" y="7736"/>
                  </a:cubicBezTo>
                  <a:cubicBezTo>
                    <a:pt x="15496" y="7603"/>
                    <a:pt x="15554" y="7455"/>
                    <a:pt x="15624" y="7298"/>
                  </a:cubicBezTo>
                  <a:cubicBezTo>
                    <a:pt x="15631" y="7284"/>
                    <a:pt x="15642" y="7278"/>
                    <a:pt x="15653" y="7278"/>
                  </a:cubicBezTo>
                  <a:close/>
                  <a:moveTo>
                    <a:pt x="2352" y="7632"/>
                  </a:moveTo>
                  <a:cubicBezTo>
                    <a:pt x="2377" y="7632"/>
                    <a:pt x="2396" y="7669"/>
                    <a:pt x="2376" y="7691"/>
                  </a:cubicBezTo>
                  <a:cubicBezTo>
                    <a:pt x="2295" y="7774"/>
                    <a:pt x="2188" y="7824"/>
                    <a:pt x="2077" y="7824"/>
                  </a:cubicBezTo>
                  <a:cubicBezTo>
                    <a:pt x="2030" y="7824"/>
                    <a:pt x="1982" y="7815"/>
                    <a:pt x="1935" y="7795"/>
                  </a:cubicBezTo>
                  <a:cubicBezTo>
                    <a:pt x="1900" y="7781"/>
                    <a:pt x="1917" y="7720"/>
                    <a:pt x="1953" y="7720"/>
                  </a:cubicBezTo>
                  <a:cubicBezTo>
                    <a:pt x="1954" y="7720"/>
                    <a:pt x="1955" y="7720"/>
                    <a:pt x="1956" y="7720"/>
                  </a:cubicBezTo>
                  <a:cubicBezTo>
                    <a:pt x="1985" y="7723"/>
                    <a:pt x="2014" y="7725"/>
                    <a:pt x="2043" y="7725"/>
                  </a:cubicBezTo>
                  <a:cubicBezTo>
                    <a:pt x="2147" y="7725"/>
                    <a:pt x="2246" y="7703"/>
                    <a:pt x="2336" y="7638"/>
                  </a:cubicBezTo>
                  <a:cubicBezTo>
                    <a:pt x="2342" y="7634"/>
                    <a:pt x="2347" y="7632"/>
                    <a:pt x="2352" y="7632"/>
                  </a:cubicBezTo>
                  <a:close/>
                  <a:moveTo>
                    <a:pt x="922" y="7575"/>
                  </a:moveTo>
                  <a:cubicBezTo>
                    <a:pt x="935" y="7575"/>
                    <a:pt x="947" y="7581"/>
                    <a:pt x="955" y="7593"/>
                  </a:cubicBezTo>
                  <a:cubicBezTo>
                    <a:pt x="1019" y="7704"/>
                    <a:pt x="1141" y="7778"/>
                    <a:pt x="1266" y="7778"/>
                  </a:cubicBezTo>
                  <a:cubicBezTo>
                    <a:pt x="1311" y="7778"/>
                    <a:pt x="1355" y="7769"/>
                    <a:pt x="1398" y="7748"/>
                  </a:cubicBezTo>
                  <a:cubicBezTo>
                    <a:pt x="1403" y="7746"/>
                    <a:pt x="1407" y="7745"/>
                    <a:pt x="1411" y="7745"/>
                  </a:cubicBezTo>
                  <a:cubicBezTo>
                    <a:pt x="1436" y="7745"/>
                    <a:pt x="1451" y="7780"/>
                    <a:pt x="1426" y="7795"/>
                  </a:cubicBezTo>
                  <a:cubicBezTo>
                    <a:pt x="1363" y="7832"/>
                    <a:pt x="1294" y="7849"/>
                    <a:pt x="1226" y="7849"/>
                  </a:cubicBezTo>
                  <a:cubicBezTo>
                    <a:pt x="1081" y="7849"/>
                    <a:pt x="941" y="7769"/>
                    <a:pt x="883" y="7623"/>
                  </a:cubicBezTo>
                  <a:cubicBezTo>
                    <a:pt x="872" y="7596"/>
                    <a:pt x="897" y="7575"/>
                    <a:pt x="922" y="7575"/>
                  </a:cubicBezTo>
                  <a:close/>
                  <a:moveTo>
                    <a:pt x="17297" y="7637"/>
                  </a:moveTo>
                  <a:cubicBezTo>
                    <a:pt x="17300" y="7637"/>
                    <a:pt x="17304" y="7638"/>
                    <a:pt x="17307" y="7639"/>
                  </a:cubicBezTo>
                  <a:cubicBezTo>
                    <a:pt x="17546" y="7741"/>
                    <a:pt x="17786" y="7777"/>
                    <a:pt x="18044" y="7785"/>
                  </a:cubicBezTo>
                  <a:cubicBezTo>
                    <a:pt x="18087" y="7786"/>
                    <a:pt x="18085" y="7844"/>
                    <a:pt x="18044" y="7850"/>
                  </a:cubicBezTo>
                  <a:cubicBezTo>
                    <a:pt x="18003" y="7854"/>
                    <a:pt x="17962" y="7856"/>
                    <a:pt x="17922" y="7856"/>
                  </a:cubicBezTo>
                  <a:cubicBezTo>
                    <a:pt x="17700" y="7856"/>
                    <a:pt x="17481" y="7793"/>
                    <a:pt x="17286" y="7692"/>
                  </a:cubicBezTo>
                  <a:cubicBezTo>
                    <a:pt x="17260" y="7678"/>
                    <a:pt x="17273" y="7637"/>
                    <a:pt x="17297" y="7637"/>
                  </a:cubicBezTo>
                  <a:close/>
                  <a:moveTo>
                    <a:pt x="3779" y="7591"/>
                  </a:moveTo>
                  <a:cubicBezTo>
                    <a:pt x="3792" y="7591"/>
                    <a:pt x="3805" y="7597"/>
                    <a:pt x="3811" y="7613"/>
                  </a:cubicBezTo>
                  <a:cubicBezTo>
                    <a:pt x="3870" y="7759"/>
                    <a:pt x="3926" y="7904"/>
                    <a:pt x="3973" y="8055"/>
                  </a:cubicBezTo>
                  <a:cubicBezTo>
                    <a:pt x="3980" y="8080"/>
                    <a:pt x="3962" y="8095"/>
                    <a:pt x="3942" y="8095"/>
                  </a:cubicBezTo>
                  <a:cubicBezTo>
                    <a:pt x="3929" y="8095"/>
                    <a:pt x="3915" y="8088"/>
                    <a:pt x="3909" y="8073"/>
                  </a:cubicBezTo>
                  <a:cubicBezTo>
                    <a:pt x="3848" y="7927"/>
                    <a:pt x="3797" y="7779"/>
                    <a:pt x="3748" y="7630"/>
                  </a:cubicBezTo>
                  <a:cubicBezTo>
                    <a:pt x="3741" y="7605"/>
                    <a:pt x="3759" y="7591"/>
                    <a:pt x="3779" y="7591"/>
                  </a:cubicBezTo>
                  <a:close/>
                  <a:moveTo>
                    <a:pt x="8508" y="7929"/>
                  </a:moveTo>
                  <a:cubicBezTo>
                    <a:pt x="8508" y="7929"/>
                    <a:pt x="8509" y="7929"/>
                    <a:pt x="8510" y="7929"/>
                  </a:cubicBezTo>
                  <a:cubicBezTo>
                    <a:pt x="8736" y="7939"/>
                    <a:pt x="8968" y="7978"/>
                    <a:pt x="9170" y="8089"/>
                  </a:cubicBezTo>
                  <a:cubicBezTo>
                    <a:pt x="9195" y="8103"/>
                    <a:pt x="9182" y="8142"/>
                    <a:pt x="9156" y="8142"/>
                  </a:cubicBezTo>
                  <a:cubicBezTo>
                    <a:pt x="9153" y="8142"/>
                    <a:pt x="9150" y="8141"/>
                    <a:pt x="9147" y="8140"/>
                  </a:cubicBezTo>
                  <a:cubicBezTo>
                    <a:pt x="8936" y="8071"/>
                    <a:pt x="8734" y="8007"/>
                    <a:pt x="8510" y="7992"/>
                  </a:cubicBezTo>
                  <a:cubicBezTo>
                    <a:pt x="8470" y="7990"/>
                    <a:pt x="8468" y="7929"/>
                    <a:pt x="8508" y="7929"/>
                  </a:cubicBezTo>
                  <a:close/>
                  <a:moveTo>
                    <a:pt x="11424" y="8024"/>
                  </a:moveTo>
                  <a:cubicBezTo>
                    <a:pt x="11616" y="8024"/>
                    <a:pt x="11807" y="8042"/>
                    <a:pt x="11994" y="8085"/>
                  </a:cubicBezTo>
                  <a:cubicBezTo>
                    <a:pt x="12030" y="8093"/>
                    <a:pt x="12024" y="8152"/>
                    <a:pt x="11989" y="8152"/>
                  </a:cubicBezTo>
                  <a:cubicBezTo>
                    <a:pt x="11988" y="8152"/>
                    <a:pt x="11987" y="8152"/>
                    <a:pt x="11986" y="8152"/>
                  </a:cubicBezTo>
                  <a:cubicBezTo>
                    <a:pt x="11731" y="8118"/>
                    <a:pt x="11480" y="8095"/>
                    <a:pt x="11225" y="8095"/>
                  </a:cubicBezTo>
                  <a:cubicBezTo>
                    <a:pt x="11214" y="8095"/>
                    <a:pt x="11202" y="8095"/>
                    <a:pt x="11191" y="8095"/>
                  </a:cubicBezTo>
                  <a:cubicBezTo>
                    <a:pt x="11191" y="8095"/>
                    <a:pt x="11190" y="8095"/>
                    <a:pt x="11190" y="8095"/>
                  </a:cubicBezTo>
                  <a:cubicBezTo>
                    <a:pt x="11149" y="8095"/>
                    <a:pt x="11151" y="8034"/>
                    <a:pt x="11191" y="8032"/>
                  </a:cubicBezTo>
                  <a:cubicBezTo>
                    <a:pt x="11268" y="8027"/>
                    <a:pt x="11346" y="8024"/>
                    <a:pt x="11424" y="8024"/>
                  </a:cubicBezTo>
                  <a:close/>
                  <a:moveTo>
                    <a:pt x="7619" y="8132"/>
                  </a:moveTo>
                  <a:cubicBezTo>
                    <a:pt x="7647" y="8132"/>
                    <a:pt x="7646" y="8176"/>
                    <a:pt x="7622" y="8186"/>
                  </a:cubicBezTo>
                  <a:cubicBezTo>
                    <a:pt x="7447" y="8251"/>
                    <a:pt x="7254" y="8279"/>
                    <a:pt x="7072" y="8319"/>
                  </a:cubicBezTo>
                  <a:cubicBezTo>
                    <a:pt x="7070" y="8319"/>
                    <a:pt x="7068" y="8319"/>
                    <a:pt x="7066" y="8319"/>
                  </a:cubicBezTo>
                  <a:cubicBezTo>
                    <a:pt x="7042" y="8319"/>
                    <a:pt x="7034" y="8284"/>
                    <a:pt x="7060" y="8277"/>
                  </a:cubicBezTo>
                  <a:cubicBezTo>
                    <a:pt x="7243" y="8225"/>
                    <a:pt x="7426" y="8157"/>
                    <a:pt x="7614" y="8133"/>
                  </a:cubicBezTo>
                  <a:cubicBezTo>
                    <a:pt x="7616" y="8133"/>
                    <a:pt x="7618" y="8132"/>
                    <a:pt x="7619" y="8132"/>
                  </a:cubicBezTo>
                  <a:close/>
                  <a:moveTo>
                    <a:pt x="10448" y="8172"/>
                  </a:moveTo>
                  <a:cubicBezTo>
                    <a:pt x="10481" y="8172"/>
                    <a:pt x="10493" y="8225"/>
                    <a:pt x="10464" y="8239"/>
                  </a:cubicBezTo>
                  <a:cubicBezTo>
                    <a:pt x="10281" y="8320"/>
                    <a:pt x="10082" y="8368"/>
                    <a:pt x="9895" y="8439"/>
                  </a:cubicBezTo>
                  <a:cubicBezTo>
                    <a:pt x="9852" y="8456"/>
                    <a:pt x="9808" y="8483"/>
                    <a:pt x="9763" y="8483"/>
                  </a:cubicBezTo>
                  <a:cubicBezTo>
                    <a:pt x="9757" y="8483"/>
                    <a:pt x="9751" y="8483"/>
                    <a:pt x="9746" y="8482"/>
                  </a:cubicBezTo>
                  <a:cubicBezTo>
                    <a:pt x="9674" y="8469"/>
                    <a:pt x="9547" y="8335"/>
                    <a:pt x="9487" y="8289"/>
                  </a:cubicBezTo>
                  <a:cubicBezTo>
                    <a:pt x="9462" y="8269"/>
                    <a:pt x="9477" y="8230"/>
                    <a:pt x="9502" y="8230"/>
                  </a:cubicBezTo>
                  <a:cubicBezTo>
                    <a:pt x="9507" y="8230"/>
                    <a:pt x="9512" y="8232"/>
                    <a:pt x="9518" y="8235"/>
                  </a:cubicBezTo>
                  <a:cubicBezTo>
                    <a:pt x="9589" y="8282"/>
                    <a:pt x="9682" y="8377"/>
                    <a:pt x="9766" y="8386"/>
                  </a:cubicBezTo>
                  <a:cubicBezTo>
                    <a:pt x="9770" y="8386"/>
                    <a:pt x="9774" y="8387"/>
                    <a:pt x="9778" y="8387"/>
                  </a:cubicBezTo>
                  <a:cubicBezTo>
                    <a:pt x="9839" y="8387"/>
                    <a:pt x="9908" y="8343"/>
                    <a:pt x="9965" y="8321"/>
                  </a:cubicBezTo>
                  <a:cubicBezTo>
                    <a:pt x="10120" y="8259"/>
                    <a:pt x="10280" y="8195"/>
                    <a:pt x="10444" y="8172"/>
                  </a:cubicBezTo>
                  <a:cubicBezTo>
                    <a:pt x="10446" y="8172"/>
                    <a:pt x="10447" y="8172"/>
                    <a:pt x="10448" y="8172"/>
                  </a:cubicBezTo>
                  <a:close/>
                  <a:moveTo>
                    <a:pt x="12480" y="8228"/>
                  </a:moveTo>
                  <a:cubicBezTo>
                    <a:pt x="12481" y="8228"/>
                    <a:pt x="12482" y="8228"/>
                    <a:pt x="12483" y="8228"/>
                  </a:cubicBezTo>
                  <a:cubicBezTo>
                    <a:pt x="12697" y="8245"/>
                    <a:pt x="12918" y="8306"/>
                    <a:pt x="13093" y="8437"/>
                  </a:cubicBezTo>
                  <a:cubicBezTo>
                    <a:pt x="13117" y="8456"/>
                    <a:pt x="13103" y="8492"/>
                    <a:pt x="13078" y="8492"/>
                  </a:cubicBezTo>
                  <a:cubicBezTo>
                    <a:pt x="13073" y="8492"/>
                    <a:pt x="13068" y="8490"/>
                    <a:pt x="13063" y="8487"/>
                  </a:cubicBezTo>
                  <a:cubicBezTo>
                    <a:pt x="12876" y="8386"/>
                    <a:pt x="12696" y="8308"/>
                    <a:pt x="12483" y="8286"/>
                  </a:cubicBezTo>
                  <a:cubicBezTo>
                    <a:pt x="12446" y="8282"/>
                    <a:pt x="12445" y="8228"/>
                    <a:pt x="12480" y="8228"/>
                  </a:cubicBezTo>
                  <a:close/>
                  <a:moveTo>
                    <a:pt x="15314" y="8275"/>
                  </a:moveTo>
                  <a:cubicBezTo>
                    <a:pt x="15340" y="8275"/>
                    <a:pt x="15366" y="8306"/>
                    <a:pt x="15349" y="8334"/>
                  </a:cubicBezTo>
                  <a:cubicBezTo>
                    <a:pt x="15223" y="8532"/>
                    <a:pt x="15008" y="8659"/>
                    <a:pt x="14778" y="8700"/>
                  </a:cubicBezTo>
                  <a:cubicBezTo>
                    <a:pt x="14776" y="8701"/>
                    <a:pt x="14773" y="8701"/>
                    <a:pt x="14770" y="8701"/>
                  </a:cubicBezTo>
                  <a:cubicBezTo>
                    <a:pt x="14724" y="8701"/>
                    <a:pt x="14706" y="8633"/>
                    <a:pt x="14756" y="8620"/>
                  </a:cubicBezTo>
                  <a:cubicBezTo>
                    <a:pt x="14971" y="8567"/>
                    <a:pt x="15138" y="8447"/>
                    <a:pt x="15288" y="8287"/>
                  </a:cubicBezTo>
                  <a:cubicBezTo>
                    <a:pt x="15295" y="8278"/>
                    <a:pt x="15305" y="8275"/>
                    <a:pt x="15314" y="8275"/>
                  </a:cubicBezTo>
                  <a:close/>
                  <a:moveTo>
                    <a:pt x="6328" y="8554"/>
                  </a:moveTo>
                  <a:cubicBezTo>
                    <a:pt x="6360" y="8554"/>
                    <a:pt x="6372" y="8602"/>
                    <a:pt x="6338" y="8611"/>
                  </a:cubicBezTo>
                  <a:cubicBezTo>
                    <a:pt x="6155" y="8661"/>
                    <a:pt x="5970" y="8697"/>
                    <a:pt x="5786" y="8736"/>
                  </a:cubicBezTo>
                  <a:cubicBezTo>
                    <a:pt x="5783" y="8737"/>
                    <a:pt x="5781" y="8737"/>
                    <a:pt x="5779" y="8737"/>
                  </a:cubicBezTo>
                  <a:cubicBezTo>
                    <a:pt x="5747" y="8737"/>
                    <a:pt x="5736" y="8689"/>
                    <a:pt x="5769" y="8680"/>
                  </a:cubicBezTo>
                  <a:cubicBezTo>
                    <a:pt x="5953" y="8636"/>
                    <a:pt x="6136" y="8589"/>
                    <a:pt x="6322" y="8555"/>
                  </a:cubicBezTo>
                  <a:cubicBezTo>
                    <a:pt x="6324" y="8554"/>
                    <a:pt x="6326" y="8554"/>
                    <a:pt x="6328" y="8554"/>
                  </a:cubicBezTo>
                  <a:close/>
                  <a:moveTo>
                    <a:pt x="13528" y="8561"/>
                  </a:moveTo>
                  <a:cubicBezTo>
                    <a:pt x="13532" y="8561"/>
                    <a:pt x="13535" y="8562"/>
                    <a:pt x="13539" y="8563"/>
                  </a:cubicBezTo>
                  <a:cubicBezTo>
                    <a:pt x="13744" y="8644"/>
                    <a:pt x="13953" y="8673"/>
                    <a:pt x="14170" y="8685"/>
                  </a:cubicBezTo>
                  <a:cubicBezTo>
                    <a:pt x="14216" y="8687"/>
                    <a:pt x="14215" y="8750"/>
                    <a:pt x="14170" y="8755"/>
                  </a:cubicBezTo>
                  <a:cubicBezTo>
                    <a:pt x="14137" y="8758"/>
                    <a:pt x="14104" y="8759"/>
                    <a:pt x="14071" y="8759"/>
                  </a:cubicBezTo>
                  <a:cubicBezTo>
                    <a:pt x="13877" y="8759"/>
                    <a:pt x="13690" y="8708"/>
                    <a:pt x="13511" y="8631"/>
                  </a:cubicBezTo>
                  <a:cubicBezTo>
                    <a:pt x="13478" y="8616"/>
                    <a:pt x="13496" y="8561"/>
                    <a:pt x="13528" y="8561"/>
                  </a:cubicBezTo>
                  <a:close/>
                  <a:moveTo>
                    <a:pt x="4378" y="8441"/>
                  </a:moveTo>
                  <a:cubicBezTo>
                    <a:pt x="4386" y="8441"/>
                    <a:pt x="4394" y="8445"/>
                    <a:pt x="4400" y="8454"/>
                  </a:cubicBezTo>
                  <a:cubicBezTo>
                    <a:pt x="4518" y="8636"/>
                    <a:pt x="4707" y="8716"/>
                    <a:pt x="4917" y="8716"/>
                  </a:cubicBezTo>
                  <a:cubicBezTo>
                    <a:pt x="4922" y="8716"/>
                    <a:pt x="4928" y="8716"/>
                    <a:pt x="4933" y="8716"/>
                  </a:cubicBezTo>
                  <a:cubicBezTo>
                    <a:pt x="4933" y="8716"/>
                    <a:pt x="4934" y="8716"/>
                    <a:pt x="4934" y="8716"/>
                  </a:cubicBezTo>
                  <a:cubicBezTo>
                    <a:pt x="4968" y="8716"/>
                    <a:pt x="4978" y="8774"/>
                    <a:pt x="4942" y="8779"/>
                  </a:cubicBezTo>
                  <a:cubicBezTo>
                    <a:pt x="4916" y="8783"/>
                    <a:pt x="4890" y="8785"/>
                    <a:pt x="4864" y="8785"/>
                  </a:cubicBezTo>
                  <a:cubicBezTo>
                    <a:pt x="4655" y="8785"/>
                    <a:pt x="4460" y="8661"/>
                    <a:pt x="4353" y="8481"/>
                  </a:cubicBezTo>
                  <a:cubicBezTo>
                    <a:pt x="4340" y="8460"/>
                    <a:pt x="4359" y="8441"/>
                    <a:pt x="4378" y="8441"/>
                  </a:cubicBezTo>
                  <a:close/>
                  <a:moveTo>
                    <a:pt x="9688" y="1"/>
                  </a:moveTo>
                  <a:cubicBezTo>
                    <a:pt x="9304" y="568"/>
                    <a:pt x="8654" y="920"/>
                    <a:pt x="7984" y="920"/>
                  </a:cubicBezTo>
                  <a:cubicBezTo>
                    <a:pt x="7768" y="920"/>
                    <a:pt x="7551" y="884"/>
                    <a:pt x="7339" y="806"/>
                  </a:cubicBezTo>
                  <a:cubicBezTo>
                    <a:pt x="6639" y="550"/>
                    <a:pt x="6105" y="112"/>
                    <a:pt x="5328" y="66"/>
                  </a:cubicBezTo>
                  <a:cubicBezTo>
                    <a:pt x="5279" y="63"/>
                    <a:pt x="5228" y="62"/>
                    <a:pt x="5176" y="62"/>
                  </a:cubicBezTo>
                  <a:cubicBezTo>
                    <a:pt x="4417" y="62"/>
                    <a:pt x="3387" y="372"/>
                    <a:pt x="3502" y="1305"/>
                  </a:cubicBezTo>
                  <a:cubicBezTo>
                    <a:pt x="3509" y="1362"/>
                    <a:pt x="3463" y="1389"/>
                    <a:pt x="3416" y="1389"/>
                  </a:cubicBezTo>
                  <a:cubicBezTo>
                    <a:pt x="3392" y="1389"/>
                    <a:pt x="3368" y="1382"/>
                    <a:pt x="3351" y="1368"/>
                  </a:cubicBezTo>
                  <a:cubicBezTo>
                    <a:pt x="2864" y="980"/>
                    <a:pt x="2023" y="582"/>
                    <a:pt x="1337" y="582"/>
                  </a:cubicBezTo>
                  <a:cubicBezTo>
                    <a:pt x="743" y="582"/>
                    <a:pt x="266" y="880"/>
                    <a:pt x="236" y="1740"/>
                  </a:cubicBezTo>
                  <a:cubicBezTo>
                    <a:pt x="213" y="2395"/>
                    <a:pt x="886" y="3891"/>
                    <a:pt x="1" y="4257"/>
                  </a:cubicBezTo>
                  <a:cubicBezTo>
                    <a:pt x="1047" y="4739"/>
                    <a:pt x="207" y="6070"/>
                    <a:pt x="188" y="6835"/>
                  </a:cubicBezTo>
                  <a:cubicBezTo>
                    <a:pt x="167" y="7630"/>
                    <a:pt x="719" y="8210"/>
                    <a:pt x="1508" y="8245"/>
                  </a:cubicBezTo>
                  <a:cubicBezTo>
                    <a:pt x="1535" y="8246"/>
                    <a:pt x="1563" y="8247"/>
                    <a:pt x="1590" y="8247"/>
                  </a:cubicBezTo>
                  <a:cubicBezTo>
                    <a:pt x="2251" y="8247"/>
                    <a:pt x="2825" y="7881"/>
                    <a:pt x="3424" y="7642"/>
                  </a:cubicBezTo>
                  <a:cubicBezTo>
                    <a:pt x="3429" y="7640"/>
                    <a:pt x="3434" y="7639"/>
                    <a:pt x="3438" y="7639"/>
                  </a:cubicBezTo>
                  <a:cubicBezTo>
                    <a:pt x="3463" y="7639"/>
                    <a:pt x="3473" y="7670"/>
                    <a:pt x="3465" y="7694"/>
                  </a:cubicBezTo>
                  <a:cubicBezTo>
                    <a:pt x="3478" y="7705"/>
                    <a:pt x="3487" y="7720"/>
                    <a:pt x="3488" y="7742"/>
                  </a:cubicBezTo>
                  <a:cubicBezTo>
                    <a:pt x="3561" y="8552"/>
                    <a:pt x="4171" y="9152"/>
                    <a:pt x="4989" y="9195"/>
                  </a:cubicBezTo>
                  <a:cubicBezTo>
                    <a:pt x="5029" y="9197"/>
                    <a:pt x="5070" y="9198"/>
                    <a:pt x="5110" y="9198"/>
                  </a:cubicBezTo>
                  <a:cubicBezTo>
                    <a:pt x="5760" y="9198"/>
                    <a:pt x="6376" y="8926"/>
                    <a:pt x="6976" y="8705"/>
                  </a:cubicBezTo>
                  <a:cubicBezTo>
                    <a:pt x="7411" y="8545"/>
                    <a:pt x="7881" y="8396"/>
                    <a:pt x="8351" y="8396"/>
                  </a:cubicBezTo>
                  <a:cubicBezTo>
                    <a:pt x="8493" y="8396"/>
                    <a:pt x="8635" y="8410"/>
                    <a:pt x="8776" y="8440"/>
                  </a:cubicBezTo>
                  <a:cubicBezTo>
                    <a:pt x="9143" y="8521"/>
                    <a:pt x="9573" y="8737"/>
                    <a:pt x="9688" y="9120"/>
                  </a:cubicBezTo>
                  <a:cubicBezTo>
                    <a:pt x="9804" y="8737"/>
                    <a:pt x="10234" y="8521"/>
                    <a:pt x="10601" y="8440"/>
                  </a:cubicBezTo>
                  <a:cubicBezTo>
                    <a:pt x="10742" y="8410"/>
                    <a:pt x="10884" y="8396"/>
                    <a:pt x="11026" y="8396"/>
                  </a:cubicBezTo>
                  <a:cubicBezTo>
                    <a:pt x="11496" y="8396"/>
                    <a:pt x="11965" y="8545"/>
                    <a:pt x="12400" y="8705"/>
                  </a:cubicBezTo>
                  <a:cubicBezTo>
                    <a:pt x="13001" y="8926"/>
                    <a:pt x="13617" y="9198"/>
                    <a:pt x="14267" y="9198"/>
                  </a:cubicBezTo>
                  <a:cubicBezTo>
                    <a:pt x="14307" y="9198"/>
                    <a:pt x="14348" y="9197"/>
                    <a:pt x="14388" y="9195"/>
                  </a:cubicBezTo>
                  <a:cubicBezTo>
                    <a:pt x="15206" y="9152"/>
                    <a:pt x="15815" y="8552"/>
                    <a:pt x="15888" y="7742"/>
                  </a:cubicBezTo>
                  <a:cubicBezTo>
                    <a:pt x="15890" y="7720"/>
                    <a:pt x="15900" y="7705"/>
                    <a:pt x="15911" y="7694"/>
                  </a:cubicBezTo>
                  <a:cubicBezTo>
                    <a:pt x="15903" y="7670"/>
                    <a:pt x="15913" y="7639"/>
                    <a:pt x="15938" y="7639"/>
                  </a:cubicBezTo>
                  <a:cubicBezTo>
                    <a:pt x="15942" y="7639"/>
                    <a:pt x="15947" y="7640"/>
                    <a:pt x="15952" y="7642"/>
                  </a:cubicBezTo>
                  <a:cubicBezTo>
                    <a:pt x="16552" y="7881"/>
                    <a:pt x="17125" y="8247"/>
                    <a:pt x="17787" y="8247"/>
                  </a:cubicBezTo>
                  <a:cubicBezTo>
                    <a:pt x="17814" y="8247"/>
                    <a:pt x="17841" y="8246"/>
                    <a:pt x="17869" y="8245"/>
                  </a:cubicBezTo>
                  <a:cubicBezTo>
                    <a:pt x="18658" y="8210"/>
                    <a:pt x="19210" y="7631"/>
                    <a:pt x="19189" y="6835"/>
                  </a:cubicBezTo>
                  <a:cubicBezTo>
                    <a:pt x="19170" y="6070"/>
                    <a:pt x="18330" y="4739"/>
                    <a:pt x="19376" y="4257"/>
                  </a:cubicBezTo>
                  <a:cubicBezTo>
                    <a:pt x="18491" y="3891"/>
                    <a:pt x="19164" y="2395"/>
                    <a:pt x="19141" y="1740"/>
                  </a:cubicBezTo>
                  <a:cubicBezTo>
                    <a:pt x="19111" y="880"/>
                    <a:pt x="18634" y="582"/>
                    <a:pt x="18040" y="582"/>
                  </a:cubicBezTo>
                  <a:cubicBezTo>
                    <a:pt x="17354" y="582"/>
                    <a:pt x="16513" y="980"/>
                    <a:pt x="16026" y="1368"/>
                  </a:cubicBezTo>
                  <a:cubicBezTo>
                    <a:pt x="16009" y="1382"/>
                    <a:pt x="15985" y="1389"/>
                    <a:pt x="15961" y="1389"/>
                  </a:cubicBezTo>
                  <a:cubicBezTo>
                    <a:pt x="15914" y="1389"/>
                    <a:pt x="15868" y="1362"/>
                    <a:pt x="15875" y="1305"/>
                  </a:cubicBezTo>
                  <a:cubicBezTo>
                    <a:pt x="15990" y="372"/>
                    <a:pt x="14960" y="62"/>
                    <a:pt x="14200" y="62"/>
                  </a:cubicBezTo>
                  <a:cubicBezTo>
                    <a:pt x="14148" y="62"/>
                    <a:pt x="14097" y="63"/>
                    <a:pt x="14048" y="66"/>
                  </a:cubicBezTo>
                  <a:cubicBezTo>
                    <a:pt x="13272" y="112"/>
                    <a:pt x="12738" y="550"/>
                    <a:pt x="12038" y="806"/>
                  </a:cubicBezTo>
                  <a:cubicBezTo>
                    <a:pt x="11826" y="884"/>
                    <a:pt x="11609" y="920"/>
                    <a:pt x="11393" y="920"/>
                  </a:cubicBezTo>
                  <a:cubicBezTo>
                    <a:pt x="10723" y="920"/>
                    <a:pt x="10073" y="568"/>
                    <a:pt x="96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313"/>
            <p:cNvSpPr/>
            <p:nvPr/>
          </p:nvSpPr>
          <p:spPr>
            <a:xfrm>
              <a:off x="7531659" y="1936943"/>
              <a:ext cx="7899" cy="25075"/>
            </a:xfrm>
            <a:custGeom>
              <a:rect b="b" l="l" r="r" t="t"/>
              <a:pathLst>
                <a:path extrusionOk="0" h="473" w="149">
                  <a:moveTo>
                    <a:pt x="113" y="1"/>
                  </a:moveTo>
                  <a:cubicBezTo>
                    <a:pt x="98" y="1"/>
                    <a:pt x="83" y="9"/>
                    <a:pt x="78" y="26"/>
                  </a:cubicBezTo>
                  <a:cubicBezTo>
                    <a:pt x="36" y="154"/>
                    <a:pt x="25" y="294"/>
                    <a:pt x="4" y="427"/>
                  </a:cubicBezTo>
                  <a:cubicBezTo>
                    <a:pt x="0" y="455"/>
                    <a:pt x="23" y="473"/>
                    <a:pt x="44" y="473"/>
                  </a:cubicBezTo>
                  <a:cubicBezTo>
                    <a:pt x="58" y="473"/>
                    <a:pt x="70" y="465"/>
                    <a:pt x="75" y="447"/>
                  </a:cubicBezTo>
                  <a:cubicBezTo>
                    <a:pt x="104" y="312"/>
                    <a:pt x="141" y="173"/>
                    <a:pt x="147" y="35"/>
                  </a:cubicBezTo>
                  <a:cubicBezTo>
                    <a:pt x="149" y="13"/>
                    <a:pt x="131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313"/>
            <p:cNvSpPr/>
            <p:nvPr/>
          </p:nvSpPr>
          <p:spPr>
            <a:xfrm>
              <a:off x="7532931" y="1881864"/>
              <a:ext cx="8588" cy="32709"/>
            </a:xfrm>
            <a:custGeom>
              <a:rect b="b" l="l" r="r" t="t"/>
              <a:pathLst>
                <a:path extrusionOk="0" h="617" w="162">
                  <a:moveTo>
                    <a:pt x="43" y="0"/>
                  </a:moveTo>
                  <a:cubicBezTo>
                    <a:pt x="23" y="0"/>
                    <a:pt x="1" y="21"/>
                    <a:pt x="6" y="46"/>
                  </a:cubicBezTo>
                  <a:cubicBezTo>
                    <a:pt x="41" y="230"/>
                    <a:pt x="74" y="388"/>
                    <a:pt x="33" y="574"/>
                  </a:cubicBezTo>
                  <a:cubicBezTo>
                    <a:pt x="27" y="600"/>
                    <a:pt x="47" y="617"/>
                    <a:pt x="67" y="617"/>
                  </a:cubicBezTo>
                  <a:cubicBezTo>
                    <a:pt x="80" y="617"/>
                    <a:pt x="93" y="610"/>
                    <a:pt x="98" y="593"/>
                  </a:cubicBezTo>
                  <a:cubicBezTo>
                    <a:pt x="149" y="413"/>
                    <a:pt x="162" y="189"/>
                    <a:pt x="71" y="19"/>
                  </a:cubicBezTo>
                  <a:cubicBezTo>
                    <a:pt x="64" y="6"/>
                    <a:pt x="54" y="0"/>
                    <a:pt x="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313"/>
            <p:cNvSpPr/>
            <p:nvPr/>
          </p:nvSpPr>
          <p:spPr>
            <a:xfrm>
              <a:off x="7519307" y="1794978"/>
              <a:ext cx="17441" cy="29846"/>
            </a:xfrm>
            <a:custGeom>
              <a:rect b="b" l="l" r="r" t="t"/>
              <a:pathLst>
                <a:path extrusionOk="0" h="563" w="329">
                  <a:moveTo>
                    <a:pt x="294" y="1"/>
                  </a:moveTo>
                  <a:cubicBezTo>
                    <a:pt x="286" y="1"/>
                    <a:pt x="279" y="5"/>
                    <a:pt x="274" y="15"/>
                  </a:cubicBezTo>
                  <a:cubicBezTo>
                    <a:pt x="182" y="178"/>
                    <a:pt x="81" y="341"/>
                    <a:pt x="12" y="515"/>
                  </a:cubicBezTo>
                  <a:cubicBezTo>
                    <a:pt x="1" y="542"/>
                    <a:pt x="26" y="562"/>
                    <a:pt x="50" y="562"/>
                  </a:cubicBezTo>
                  <a:cubicBezTo>
                    <a:pt x="63" y="562"/>
                    <a:pt x="76" y="557"/>
                    <a:pt x="83" y="545"/>
                  </a:cubicBezTo>
                  <a:cubicBezTo>
                    <a:pt x="177" y="387"/>
                    <a:pt x="246" y="210"/>
                    <a:pt x="319" y="42"/>
                  </a:cubicBezTo>
                  <a:cubicBezTo>
                    <a:pt x="329" y="20"/>
                    <a:pt x="311" y="1"/>
                    <a:pt x="2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313"/>
            <p:cNvSpPr/>
            <p:nvPr/>
          </p:nvSpPr>
          <p:spPr>
            <a:xfrm>
              <a:off x="7522011" y="1731735"/>
              <a:ext cx="13253" cy="40130"/>
            </a:xfrm>
            <a:custGeom>
              <a:rect b="b" l="l" r="r" t="t"/>
              <a:pathLst>
                <a:path extrusionOk="0" h="757" w="250">
                  <a:moveTo>
                    <a:pt x="87" y="0"/>
                  </a:moveTo>
                  <a:cubicBezTo>
                    <a:pt x="74" y="0"/>
                    <a:pt x="60" y="7"/>
                    <a:pt x="57" y="22"/>
                  </a:cubicBezTo>
                  <a:cubicBezTo>
                    <a:pt x="0" y="252"/>
                    <a:pt x="16" y="569"/>
                    <a:pt x="190" y="749"/>
                  </a:cubicBezTo>
                  <a:cubicBezTo>
                    <a:pt x="196" y="754"/>
                    <a:pt x="204" y="757"/>
                    <a:pt x="211" y="757"/>
                  </a:cubicBezTo>
                  <a:cubicBezTo>
                    <a:pt x="230" y="757"/>
                    <a:pt x="250" y="739"/>
                    <a:pt x="243" y="718"/>
                  </a:cubicBezTo>
                  <a:cubicBezTo>
                    <a:pt x="210" y="610"/>
                    <a:pt x="155" y="511"/>
                    <a:pt x="130" y="400"/>
                  </a:cubicBezTo>
                  <a:cubicBezTo>
                    <a:pt x="103" y="277"/>
                    <a:pt x="103" y="156"/>
                    <a:pt x="118" y="31"/>
                  </a:cubicBezTo>
                  <a:cubicBezTo>
                    <a:pt x="120" y="11"/>
                    <a:pt x="104" y="0"/>
                    <a:pt x="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313"/>
            <p:cNvSpPr/>
            <p:nvPr/>
          </p:nvSpPr>
          <p:spPr>
            <a:xfrm>
              <a:off x="7519625" y="1847088"/>
              <a:ext cx="10868" cy="17706"/>
            </a:xfrm>
            <a:custGeom>
              <a:rect b="b" l="l" r="r" t="t"/>
              <a:pathLst>
                <a:path extrusionOk="0" h="334" w="205">
                  <a:moveTo>
                    <a:pt x="56" y="1"/>
                  </a:moveTo>
                  <a:cubicBezTo>
                    <a:pt x="30" y="1"/>
                    <a:pt x="1" y="25"/>
                    <a:pt x="11" y="55"/>
                  </a:cubicBezTo>
                  <a:cubicBezTo>
                    <a:pt x="41" y="143"/>
                    <a:pt x="80" y="228"/>
                    <a:pt x="116" y="313"/>
                  </a:cubicBezTo>
                  <a:cubicBezTo>
                    <a:pt x="122" y="328"/>
                    <a:pt x="135" y="334"/>
                    <a:pt x="148" y="334"/>
                  </a:cubicBezTo>
                  <a:cubicBezTo>
                    <a:pt x="175" y="334"/>
                    <a:pt x="204" y="310"/>
                    <a:pt x="193" y="281"/>
                  </a:cubicBezTo>
                  <a:cubicBezTo>
                    <a:pt x="161" y="194"/>
                    <a:pt x="129" y="107"/>
                    <a:pt x="90" y="22"/>
                  </a:cubicBezTo>
                  <a:cubicBezTo>
                    <a:pt x="83" y="7"/>
                    <a:pt x="70" y="1"/>
                    <a:pt x="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313"/>
            <p:cNvSpPr/>
            <p:nvPr/>
          </p:nvSpPr>
          <p:spPr>
            <a:xfrm>
              <a:off x="7525191" y="1676868"/>
              <a:ext cx="5036" cy="29634"/>
            </a:xfrm>
            <a:custGeom>
              <a:rect b="b" l="l" r="r" t="t"/>
              <a:pathLst>
                <a:path extrusionOk="0" h="559" w="95">
                  <a:moveTo>
                    <a:pt x="48" y="1"/>
                  </a:moveTo>
                  <a:cubicBezTo>
                    <a:pt x="35" y="1"/>
                    <a:pt x="22" y="9"/>
                    <a:pt x="20" y="26"/>
                  </a:cubicBezTo>
                  <a:cubicBezTo>
                    <a:pt x="8" y="192"/>
                    <a:pt x="0" y="358"/>
                    <a:pt x="11" y="523"/>
                  </a:cubicBezTo>
                  <a:cubicBezTo>
                    <a:pt x="13" y="546"/>
                    <a:pt x="30" y="558"/>
                    <a:pt x="47" y="558"/>
                  </a:cubicBezTo>
                  <a:cubicBezTo>
                    <a:pt x="64" y="558"/>
                    <a:pt x="81" y="546"/>
                    <a:pt x="82" y="523"/>
                  </a:cubicBezTo>
                  <a:cubicBezTo>
                    <a:pt x="94" y="357"/>
                    <a:pt x="86" y="192"/>
                    <a:pt x="74" y="26"/>
                  </a:cubicBezTo>
                  <a:cubicBezTo>
                    <a:pt x="73" y="9"/>
                    <a:pt x="60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313"/>
            <p:cNvSpPr/>
            <p:nvPr/>
          </p:nvSpPr>
          <p:spPr>
            <a:xfrm>
              <a:off x="7505047" y="1626507"/>
              <a:ext cx="23909" cy="19509"/>
            </a:xfrm>
            <a:custGeom>
              <a:rect b="b" l="l" r="r" t="t"/>
              <a:pathLst>
                <a:path extrusionOk="0" h="368" w="451">
                  <a:moveTo>
                    <a:pt x="30" y="1"/>
                  </a:moveTo>
                  <a:cubicBezTo>
                    <a:pt x="6" y="1"/>
                    <a:pt x="0" y="40"/>
                    <a:pt x="24" y="45"/>
                  </a:cubicBezTo>
                  <a:cubicBezTo>
                    <a:pt x="192" y="68"/>
                    <a:pt x="321" y="188"/>
                    <a:pt x="379" y="345"/>
                  </a:cubicBezTo>
                  <a:cubicBezTo>
                    <a:pt x="385" y="361"/>
                    <a:pt x="399" y="368"/>
                    <a:pt x="412" y="368"/>
                  </a:cubicBezTo>
                  <a:cubicBezTo>
                    <a:pt x="431" y="368"/>
                    <a:pt x="451" y="352"/>
                    <a:pt x="444" y="327"/>
                  </a:cubicBezTo>
                  <a:cubicBezTo>
                    <a:pt x="399" y="135"/>
                    <a:pt x="223" y="9"/>
                    <a:pt x="31" y="1"/>
                  </a:cubicBezTo>
                  <a:cubicBezTo>
                    <a:pt x="31" y="1"/>
                    <a:pt x="30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313"/>
            <p:cNvSpPr/>
            <p:nvPr/>
          </p:nvSpPr>
          <p:spPr>
            <a:xfrm>
              <a:off x="7454421" y="1974211"/>
              <a:ext cx="43947" cy="11610"/>
            </a:xfrm>
            <a:custGeom>
              <a:rect b="b" l="l" r="r" t="t"/>
              <a:pathLst>
                <a:path extrusionOk="0" h="219" w="829">
                  <a:moveTo>
                    <a:pt x="39" y="0"/>
                  </a:moveTo>
                  <a:cubicBezTo>
                    <a:pt x="15" y="0"/>
                    <a:pt x="1" y="41"/>
                    <a:pt x="27" y="55"/>
                  </a:cubicBezTo>
                  <a:cubicBezTo>
                    <a:pt x="223" y="155"/>
                    <a:pt x="441" y="218"/>
                    <a:pt x="662" y="218"/>
                  </a:cubicBezTo>
                  <a:cubicBezTo>
                    <a:pt x="703" y="218"/>
                    <a:pt x="745" y="216"/>
                    <a:pt x="786" y="212"/>
                  </a:cubicBezTo>
                  <a:cubicBezTo>
                    <a:pt x="827" y="207"/>
                    <a:pt x="829" y="149"/>
                    <a:pt x="786" y="148"/>
                  </a:cubicBezTo>
                  <a:cubicBezTo>
                    <a:pt x="528" y="140"/>
                    <a:pt x="288" y="103"/>
                    <a:pt x="49" y="2"/>
                  </a:cubicBezTo>
                  <a:cubicBezTo>
                    <a:pt x="46" y="1"/>
                    <a:pt x="42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313"/>
            <p:cNvSpPr/>
            <p:nvPr/>
          </p:nvSpPr>
          <p:spPr>
            <a:xfrm>
              <a:off x="7444030" y="1623485"/>
              <a:ext cx="33345" cy="9701"/>
            </a:xfrm>
            <a:custGeom>
              <a:rect b="b" l="l" r="r" t="t"/>
              <a:pathLst>
                <a:path extrusionOk="0" h="183" w="629">
                  <a:moveTo>
                    <a:pt x="493" y="0"/>
                  </a:moveTo>
                  <a:cubicBezTo>
                    <a:pt x="331" y="0"/>
                    <a:pt x="175" y="49"/>
                    <a:pt x="30" y="127"/>
                  </a:cubicBezTo>
                  <a:cubicBezTo>
                    <a:pt x="1" y="143"/>
                    <a:pt x="20" y="183"/>
                    <a:pt x="48" y="183"/>
                  </a:cubicBezTo>
                  <a:cubicBezTo>
                    <a:pt x="52" y="183"/>
                    <a:pt x="57" y="182"/>
                    <a:pt x="61" y="180"/>
                  </a:cubicBezTo>
                  <a:cubicBezTo>
                    <a:pt x="227" y="100"/>
                    <a:pt x="402" y="74"/>
                    <a:pt x="585" y="71"/>
                  </a:cubicBezTo>
                  <a:cubicBezTo>
                    <a:pt x="628" y="71"/>
                    <a:pt x="626" y="10"/>
                    <a:pt x="585" y="6"/>
                  </a:cubicBezTo>
                  <a:cubicBezTo>
                    <a:pt x="554" y="2"/>
                    <a:pt x="524" y="0"/>
                    <a:pt x="4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313"/>
            <p:cNvSpPr/>
            <p:nvPr/>
          </p:nvSpPr>
          <p:spPr>
            <a:xfrm>
              <a:off x="7398069" y="1945584"/>
              <a:ext cx="37745" cy="21046"/>
            </a:xfrm>
            <a:custGeom>
              <a:rect b="b" l="l" r="r" t="t"/>
              <a:pathLst>
                <a:path extrusionOk="0" h="397" w="712">
                  <a:moveTo>
                    <a:pt x="55" y="0"/>
                  </a:moveTo>
                  <a:cubicBezTo>
                    <a:pt x="23" y="0"/>
                    <a:pt x="1" y="48"/>
                    <a:pt x="36" y="68"/>
                  </a:cubicBezTo>
                  <a:cubicBezTo>
                    <a:pt x="237" y="178"/>
                    <a:pt x="437" y="292"/>
                    <a:pt x="644" y="393"/>
                  </a:cubicBezTo>
                  <a:cubicBezTo>
                    <a:pt x="650" y="395"/>
                    <a:pt x="655" y="396"/>
                    <a:pt x="660" y="396"/>
                  </a:cubicBezTo>
                  <a:cubicBezTo>
                    <a:pt x="691" y="396"/>
                    <a:pt x="711" y="353"/>
                    <a:pt x="678" y="334"/>
                  </a:cubicBezTo>
                  <a:cubicBezTo>
                    <a:pt x="482" y="216"/>
                    <a:pt x="275" y="112"/>
                    <a:pt x="74" y="5"/>
                  </a:cubicBezTo>
                  <a:cubicBezTo>
                    <a:pt x="67" y="2"/>
                    <a:pt x="61" y="0"/>
                    <a:pt x="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313"/>
            <p:cNvSpPr/>
            <p:nvPr/>
          </p:nvSpPr>
          <p:spPr>
            <a:xfrm>
              <a:off x="7388898" y="1644955"/>
              <a:ext cx="27991" cy="16911"/>
            </a:xfrm>
            <a:custGeom>
              <a:rect b="b" l="l" r="r" t="t"/>
              <a:pathLst>
                <a:path extrusionOk="0" h="319" w="528">
                  <a:moveTo>
                    <a:pt x="482" y="0"/>
                  </a:moveTo>
                  <a:cubicBezTo>
                    <a:pt x="477" y="0"/>
                    <a:pt x="471" y="1"/>
                    <a:pt x="466" y="4"/>
                  </a:cubicBezTo>
                  <a:cubicBezTo>
                    <a:pt x="313" y="80"/>
                    <a:pt x="171" y="174"/>
                    <a:pt x="27" y="264"/>
                  </a:cubicBezTo>
                  <a:cubicBezTo>
                    <a:pt x="0" y="281"/>
                    <a:pt x="16" y="319"/>
                    <a:pt x="41" y="319"/>
                  </a:cubicBezTo>
                  <a:cubicBezTo>
                    <a:pt x="46" y="319"/>
                    <a:pt x="51" y="318"/>
                    <a:pt x="55" y="315"/>
                  </a:cubicBezTo>
                  <a:cubicBezTo>
                    <a:pt x="205" y="233"/>
                    <a:pt x="357" y="155"/>
                    <a:pt x="498" y="59"/>
                  </a:cubicBezTo>
                  <a:cubicBezTo>
                    <a:pt x="527" y="40"/>
                    <a:pt x="511" y="0"/>
                    <a:pt x="4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313"/>
            <p:cNvSpPr/>
            <p:nvPr/>
          </p:nvSpPr>
          <p:spPr>
            <a:xfrm>
              <a:off x="7353592" y="1955126"/>
              <a:ext cx="18236" cy="28574"/>
            </a:xfrm>
            <a:custGeom>
              <a:rect b="b" l="l" r="r" t="t"/>
              <a:pathLst>
                <a:path extrusionOk="0" h="539" w="344">
                  <a:moveTo>
                    <a:pt x="297" y="0"/>
                  </a:moveTo>
                  <a:cubicBezTo>
                    <a:pt x="285" y="0"/>
                    <a:pt x="275" y="7"/>
                    <a:pt x="268" y="21"/>
                  </a:cubicBezTo>
                  <a:cubicBezTo>
                    <a:pt x="198" y="178"/>
                    <a:pt x="140" y="326"/>
                    <a:pt x="28" y="459"/>
                  </a:cubicBezTo>
                  <a:cubicBezTo>
                    <a:pt x="0" y="494"/>
                    <a:pt x="30" y="538"/>
                    <a:pt x="62" y="538"/>
                  </a:cubicBezTo>
                  <a:cubicBezTo>
                    <a:pt x="72" y="538"/>
                    <a:pt x="82" y="534"/>
                    <a:pt x="91" y="524"/>
                  </a:cubicBezTo>
                  <a:cubicBezTo>
                    <a:pt x="204" y="392"/>
                    <a:pt x="314" y="227"/>
                    <a:pt x="340" y="51"/>
                  </a:cubicBezTo>
                  <a:cubicBezTo>
                    <a:pt x="344" y="25"/>
                    <a:pt x="319" y="0"/>
                    <a:pt x="2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313"/>
            <p:cNvSpPr/>
            <p:nvPr/>
          </p:nvSpPr>
          <p:spPr>
            <a:xfrm>
              <a:off x="7352532" y="1615851"/>
              <a:ext cx="18554" cy="41403"/>
            </a:xfrm>
            <a:custGeom>
              <a:rect b="b" l="l" r="r" t="t"/>
              <a:pathLst>
                <a:path extrusionOk="0" h="781" w="350">
                  <a:moveTo>
                    <a:pt x="38" y="1"/>
                  </a:moveTo>
                  <a:cubicBezTo>
                    <a:pt x="19" y="1"/>
                    <a:pt x="1" y="15"/>
                    <a:pt x="9" y="40"/>
                  </a:cubicBezTo>
                  <a:cubicBezTo>
                    <a:pt x="86" y="279"/>
                    <a:pt x="158" y="532"/>
                    <a:pt x="266" y="760"/>
                  </a:cubicBezTo>
                  <a:cubicBezTo>
                    <a:pt x="273" y="774"/>
                    <a:pt x="286" y="781"/>
                    <a:pt x="299" y="781"/>
                  </a:cubicBezTo>
                  <a:cubicBezTo>
                    <a:pt x="323" y="781"/>
                    <a:pt x="350" y="757"/>
                    <a:pt x="342" y="729"/>
                  </a:cubicBezTo>
                  <a:cubicBezTo>
                    <a:pt x="277" y="488"/>
                    <a:pt x="167" y="252"/>
                    <a:pt x="70" y="22"/>
                  </a:cubicBezTo>
                  <a:cubicBezTo>
                    <a:pt x="64" y="7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313"/>
            <p:cNvSpPr/>
            <p:nvPr/>
          </p:nvSpPr>
          <p:spPr>
            <a:xfrm>
              <a:off x="7319135" y="2008032"/>
              <a:ext cx="35041" cy="22583"/>
            </a:xfrm>
            <a:custGeom>
              <a:rect b="b" l="l" r="r" t="t"/>
              <a:pathLst>
                <a:path extrusionOk="0" h="426" w="661">
                  <a:moveTo>
                    <a:pt x="607" y="0"/>
                  </a:moveTo>
                  <a:cubicBezTo>
                    <a:pt x="598" y="0"/>
                    <a:pt x="589" y="4"/>
                    <a:pt x="582" y="12"/>
                  </a:cubicBezTo>
                  <a:cubicBezTo>
                    <a:pt x="432" y="173"/>
                    <a:pt x="265" y="292"/>
                    <a:pt x="50" y="345"/>
                  </a:cubicBezTo>
                  <a:cubicBezTo>
                    <a:pt x="0" y="358"/>
                    <a:pt x="18" y="426"/>
                    <a:pt x="64" y="426"/>
                  </a:cubicBezTo>
                  <a:cubicBezTo>
                    <a:pt x="67" y="426"/>
                    <a:pt x="70" y="426"/>
                    <a:pt x="72" y="425"/>
                  </a:cubicBezTo>
                  <a:cubicBezTo>
                    <a:pt x="302" y="384"/>
                    <a:pt x="517" y="257"/>
                    <a:pt x="643" y="59"/>
                  </a:cubicBezTo>
                  <a:cubicBezTo>
                    <a:pt x="660" y="31"/>
                    <a:pt x="634" y="0"/>
                    <a:pt x="6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313"/>
            <p:cNvSpPr/>
            <p:nvPr/>
          </p:nvSpPr>
          <p:spPr>
            <a:xfrm>
              <a:off x="7309646" y="1592208"/>
              <a:ext cx="25128" cy="14154"/>
            </a:xfrm>
            <a:custGeom>
              <a:rect b="b" l="l" r="r" t="t"/>
              <a:pathLst>
                <a:path extrusionOk="0" h="267" w="474">
                  <a:moveTo>
                    <a:pt x="58" y="0"/>
                  </a:moveTo>
                  <a:cubicBezTo>
                    <a:pt x="52" y="0"/>
                    <a:pt x="46" y="0"/>
                    <a:pt x="41" y="0"/>
                  </a:cubicBezTo>
                  <a:cubicBezTo>
                    <a:pt x="0" y="2"/>
                    <a:pt x="0" y="64"/>
                    <a:pt x="41" y="64"/>
                  </a:cubicBezTo>
                  <a:cubicBezTo>
                    <a:pt x="200" y="65"/>
                    <a:pt x="309" y="146"/>
                    <a:pt x="413" y="257"/>
                  </a:cubicBezTo>
                  <a:cubicBezTo>
                    <a:pt x="419" y="264"/>
                    <a:pt x="427" y="267"/>
                    <a:pt x="434" y="267"/>
                  </a:cubicBezTo>
                  <a:cubicBezTo>
                    <a:pt x="455" y="267"/>
                    <a:pt x="474" y="242"/>
                    <a:pt x="463" y="219"/>
                  </a:cubicBezTo>
                  <a:cubicBezTo>
                    <a:pt x="391" y="73"/>
                    <a:pt x="215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313"/>
            <p:cNvSpPr/>
            <p:nvPr/>
          </p:nvSpPr>
          <p:spPr>
            <a:xfrm>
              <a:off x="7253983" y="2023193"/>
              <a:ext cx="39229" cy="10549"/>
            </a:xfrm>
            <a:custGeom>
              <a:rect b="b" l="l" r="r" t="t"/>
              <a:pathLst>
                <a:path extrusionOk="0" h="199" w="740">
                  <a:moveTo>
                    <a:pt x="51" y="0"/>
                  </a:moveTo>
                  <a:cubicBezTo>
                    <a:pt x="19" y="0"/>
                    <a:pt x="1" y="55"/>
                    <a:pt x="34" y="70"/>
                  </a:cubicBezTo>
                  <a:cubicBezTo>
                    <a:pt x="213" y="147"/>
                    <a:pt x="400" y="198"/>
                    <a:pt x="594" y="198"/>
                  </a:cubicBezTo>
                  <a:cubicBezTo>
                    <a:pt x="627" y="198"/>
                    <a:pt x="660" y="197"/>
                    <a:pt x="693" y="194"/>
                  </a:cubicBezTo>
                  <a:cubicBezTo>
                    <a:pt x="738" y="189"/>
                    <a:pt x="739" y="126"/>
                    <a:pt x="693" y="124"/>
                  </a:cubicBezTo>
                  <a:cubicBezTo>
                    <a:pt x="476" y="112"/>
                    <a:pt x="267" y="82"/>
                    <a:pt x="62" y="2"/>
                  </a:cubicBezTo>
                  <a:cubicBezTo>
                    <a:pt x="58" y="1"/>
                    <a:pt x="55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313"/>
            <p:cNvSpPr/>
            <p:nvPr/>
          </p:nvSpPr>
          <p:spPr>
            <a:xfrm>
              <a:off x="7244070" y="1590618"/>
              <a:ext cx="30323" cy="12723"/>
            </a:xfrm>
            <a:custGeom>
              <a:rect b="b" l="l" r="r" t="t"/>
              <a:pathLst>
                <a:path extrusionOk="0" h="240" w="572">
                  <a:moveTo>
                    <a:pt x="540" y="1"/>
                  </a:moveTo>
                  <a:cubicBezTo>
                    <a:pt x="538" y="1"/>
                    <a:pt x="536" y="1"/>
                    <a:pt x="533" y="2"/>
                  </a:cubicBezTo>
                  <a:cubicBezTo>
                    <a:pt x="448" y="28"/>
                    <a:pt x="372" y="81"/>
                    <a:pt x="289" y="115"/>
                  </a:cubicBezTo>
                  <a:cubicBezTo>
                    <a:pt x="205" y="148"/>
                    <a:pt x="119" y="174"/>
                    <a:pt x="31" y="193"/>
                  </a:cubicBezTo>
                  <a:cubicBezTo>
                    <a:pt x="1" y="199"/>
                    <a:pt x="12" y="239"/>
                    <a:pt x="39" y="239"/>
                  </a:cubicBezTo>
                  <a:cubicBezTo>
                    <a:pt x="41" y="239"/>
                    <a:pt x="42" y="239"/>
                    <a:pt x="44" y="239"/>
                  </a:cubicBezTo>
                  <a:cubicBezTo>
                    <a:pt x="210" y="213"/>
                    <a:pt x="433" y="165"/>
                    <a:pt x="556" y="41"/>
                  </a:cubicBezTo>
                  <a:cubicBezTo>
                    <a:pt x="571" y="27"/>
                    <a:pt x="559" y="1"/>
                    <a:pt x="5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313"/>
            <p:cNvSpPr/>
            <p:nvPr/>
          </p:nvSpPr>
          <p:spPr>
            <a:xfrm>
              <a:off x="7199275" y="2005540"/>
              <a:ext cx="35624" cy="13995"/>
            </a:xfrm>
            <a:custGeom>
              <a:rect b="b" l="l" r="r" t="t"/>
              <a:pathLst>
                <a:path extrusionOk="0" h="264" w="672">
                  <a:moveTo>
                    <a:pt x="35" y="1"/>
                  </a:moveTo>
                  <a:cubicBezTo>
                    <a:pt x="0" y="1"/>
                    <a:pt x="1" y="56"/>
                    <a:pt x="38" y="59"/>
                  </a:cubicBezTo>
                  <a:cubicBezTo>
                    <a:pt x="251" y="80"/>
                    <a:pt x="431" y="158"/>
                    <a:pt x="618" y="259"/>
                  </a:cubicBezTo>
                  <a:cubicBezTo>
                    <a:pt x="623" y="262"/>
                    <a:pt x="628" y="264"/>
                    <a:pt x="633" y="264"/>
                  </a:cubicBezTo>
                  <a:cubicBezTo>
                    <a:pt x="658" y="264"/>
                    <a:pt x="672" y="228"/>
                    <a:pt x="648" y="209"/>
                  </a:cubicBezTo>
                  <a:cubicBezTo>
                    <a:pt x="473" y="78"/>
                    <a:pt x="252" y="17"/>
                    <a:pt x="38" y="1"/>
                  </a:cubicBezTo>
                  <a:cubicBezTo>
                    <a:pt x="37" y="1"/>
                    <a:pt x="36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313"/>
            <p:cNvSpPr/>
            <p:nvPr/>
          </p:nvSpPr>
          <p:spPr>
            <a:xfrm>
              <a:off x="7176003" y="1615957"/>
              <a:ext cx="29634" cy="17070"/>
            </a:xfrm>
            <a:custGeom>
              <a:rect b="b" l="l" r="r" t="t"/>
              <a:pathLst>
                <a:path extrusionOk="0" h="322" w="559">
                  <a:moveTo>
                    <a:pt x="522" y="0"/>
                  </a:moveTo>
                  <a:cubicBezTo>
                    <a:pt x="517" y="0"/>
                    <a:pt x="512" y="2"/>
                    <a:pt x="508" y="5"/>
                  </a:cubicBezTo>
                  <a:cubicBezTo>
                    <a:pt x="359" y="119"/>
                    <a:pt x="207" y="217"/>
                    <a:pt x="27" y="275"/>
                  </a:cubicBezTo>
                  <a:cubicBezTo>
                    <a:pt x="0" y="284"/>
                    <a:pt x="8" y="321"/>
                    <a:pt x="33" y="321"/>
                  </a:cubicBezTo>
                  <a:cubicBezTo>
                    <a:pt x="35" y="321"/>
                    <a:pt x="37" y="321"/>
                    <a:pt x="40" y="321"/>
                  </a:cubicBezTo>
                  <a:cubicBezTo>
                    <a:pt x="228" y="276"/>
                    <a:pt x="407" y="191"/>
                    <a:pt x="542" y="49"/>
                  </a:cubicBezTo>
                  <a:cubicBezTo>
                    <a:pt x="558" y="31"/>
                    <a:pt x="543" y="0"/>
                    <a:pt x="5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313"/>
            <p:cNvSpPr/>
            <p:nvPr/>
          </p:nvSpPr>
          <p:spPr>
            <a:xfrm>
              <a:off x="7130572" y="1994673"/>
              <a:ext cx="46704" cy="6839"/>
            </a:xfrm>
            <a:custGeom>
              <a:rect b="b" l="l" r="r" t="t"/>
              <a:pathLst>
                <a:path extrusionOk="0" h="129" w="881">
                  <a:moveTo>
                    <a:pt x="276" y="1"/>
                  </a:moveTo>
                  <a:cubicBezTo>
                    <a:pt x="198" y="1"/>
                    <a:pt x="120" y="4"/>
                    <a:pt x="42" y="9"/>
                  </a:cubicBezTo>
                  <a:cubicBezTo>
                    <a:pt x="2" y="11"/>
                    <a:pt x="0" y="72"/>
                    <a:pt x="41" y="72"/>
                  </a:cubicBezTo>
                  <a:cubicBezTo>
                    <a:pt x="41" y="72"/>
                    <a:pt x="42" y="72"/>
                    <a:pt x="42" y="72"/>
                  </a:cubicBezTo>
                  <a:cubicBezTo>
                    <a:pt x="53" y="72"/>
                    <a:pt x="65" y="72"/>
                    <a:pt x="76" y="72"/>
                  </a:cubicBezTo>
                  <a:cubicBezTo>
                    <a:pt x="331" y="72"/>
                    <a:pt x="582" y="95"/>
                    <a:pt x="837" y="128"/>
                  </a:cubicBezTo>
                  <a:cubicBezTo>
                    <a:pt x="838" y="128"/>
                    <a:pt x="840" y="128"/>
                    <a:pt x="841" y="128"/>
                  </a:cubicBezTo>
                  <a:cubicBezTo>
                    <a:pt x="875" y="128"/>
                    <a:pt x="880" y="70"/>
                    <a:pt x="845" y="61"/>
                  </a:cubicBezTo>
                  <a:cubicBezTo>
                    <a:pt x="658" y="19"/>
                    <a:pt x="467" y="1"/>
                    <a:pt x="2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313"/>
            <p:cNvSpPr/>
            <p:nvPr/>
          </p:nvSpPr>
          <p:spPr>
            <a:xfrm>
              <a:off x="7102158" y="1632391"/>
              <a:ext cx="29634" cy="7793"/>
            </a:xfrm>
            <a:custGeom>
              <a:rect b="b" l="l" r="r" t="t"/>
              <a:pathLst>
                <a:path extrusionOk="0" h="147" w="559">
                  <a:moveTo>
                    <a:pt x="33" y="1"/>
                  </a:moveTo>
                  <a:cubicBezTo>
                    <a:pt x="13" y="1"/>
                    <a:pt x="0" y="29"/>
                    <a:pt x="21" y="38"/>
                  </a:cubicBezTo>
                  <a:cubicBezTo>
                    <a:pt x="171" y="106"/>
                    <a:pt x="330" y="147"/>
                    <a:pt x="493" y="147"/>
                  </a:cubicBezTo>
                  <a:cubicBezTo>
                    <a:pt x="505" y="147"/>
                    <a:pt x="517" y="147"/>
                    <a:pt x="529" y="146"/>
                  </a:cubicBezTo>
                  <a:cubicBezTo>
                    <a:pt x="559" y="145"/>
                    <a:pt x="559" y="100"/>
                    <a:pt x="529" y="99"/>
                  </a:cubicBezTo>
                  <a:cubicBezTo>
                    <a:pt x="359" y="96"/>
                    <a:pt x="199" y="69"/>
                    <a:pt x="43" y="3"/>
                  </a:cubicBezTo>
                  <a:cubicBezTo>
                    <a:pt x="39" y="2"/>
                    <a:pt x="36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313"/>
            <p:cNvSpPr/>
            <p:nvPr/>
          </p:nvSpPr>
          <p:spPr>
            <a:xfrm>
              <a:off x="7041141" y="2002572"/>
              <a:ext cx="54709" cy="16540"/>
            </a:xfrm>
            <a:custGeom>
              <a:rect b="b" l="l" r="r" t="t"/>
              <a:pathLst>
                <a:path extrusionOk="0" h="312" w="1032">
                  <a:moveTo>
                    <a:pt x="986" y="0"/>
                  </a:moveTo>
                  <a:cubicBezTo>
                    <a:pt x="985" y="0"/>
                    <a:pt x="984" y="0"/>
                    <a:pt x="982" y="0"/>
                  </a:cubicBezTo>
                  <a:cubicBezTo>
                    <a:pt x="818" y="23"/>
                    <a:pt x="658" y="87"/>
                    <a:pt x="503" y="149"/>
                  </a:cubicBezTo>
                  <a:cubicBezTo>
                    <a:pt x="446" y="171"/>
                    <a:pt x="377" y="215"/>
                    <a:pt x="316" y="215"/>
                  </a:cubicBezTo>
                  <a:cubicBezTo>
                    <a:pt x="312" y="215"/>
                    <a:pt x="308" y="214"/>
                    <a:pt x="304" y="214"/>
                  </a:cubicBezTo>
                  <a:cubicBezTo>
                    <a:pt x="220" y="205"/>
                    <a:pt x="127" y="111"/>
                    <a:pt x="56" y="63"/>
                  </a:cubicBezTo>
                  <a:cubicBezTo>
                    <a:pt x="50" y="60"/>
                    <a:pt x="45" y="58"/>
                    <a:pt x="40" y="58"/>
                  </a:cubicBezTo>
                  <a:cubicBezTo>
                    <a:pt x="15" y="58"/>
                    <a:pt x="0" y="97"/>
                    <a:pt x="25" y="117"/>
                  </a:cubicBezTo>
                  <a:cubicBezTo>
                    <a:pt x="85" y="163"/>
                    <a:pt x="212" y="298"/>
                    <a:pt x="284" y="310"/>
                  </a:cubicBezTo>
                  <a:cubicBezTo>
                    <a:pt x="289" y="311"/>
                    <a:pt x="295" y="311"/>
                    <a:pt x="301" y="311"/>
                  </a:cubicBezTo>
                  <a:cubicBezTo>
                    <a:pt x="346" y="311"/>
                    <a:pt x="390" y="284"/>
                    <a:pt x="433" y="267"/>
                  </a:cubicBezTo>
                  <a:cubicBezTo>
                    <a:pt x="620" y="196"/>
                    <a:pt x="819" y="148"/>
                    <a:pt x="1002" y="67"/>
                  </a:cubicBezTo>
                  <a:cubicBezTo>
                    <a:pt x="1031" y="53"/>
                    <a:pt x="1019" y="0"/>
                    <a:pt x="9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313"/>
            <p:cNvSpPr/>
            <p:nvPr/>
          </p:nvSpPr>
          <p:spPr>
            <a:xfrm>
              <a:off x="7028578" y="1599365"/>
              <a:ext cx="44902" cy="21470"/>
            </a:xfrm>
            <a:custGeom>
              <a:rect b="b" l="l" r="r" t="t"/>
              <a:pathLst>
                <a:path extrusionOk="0" h="405" w="847">
                  <a:moveTo>
                    <a:pt x="398" y="0"/>
                  </a:moveTo>
                  <a:cubicBezTo>
                    <a:pt x="398" y="0"/>
                    <a:pt x="397" y="0"/>
                    <a:pt x="397" y="0"/>
                  </a:cubicBezTo>
                  <a:cubicBezTo>
                    <a:pt x="349" y="0"/>
                    <a:pt x="320" y="34"/>
                    <a:pt x="289" y="65"/>
                  </a:cubicBezTo>
                  <a:cubicBezTo>
                    <a:pt x="199" y="154"/>
                    <a:pt x="113" y="249"/>
                    <a:pt x="26" y="341"/>
                  </a:cubicBezTo>
                  <a:cubicBezTo>
                    <a:pt x="1" y="367"/>
                    <a:pt x="26" y="404"/>
                    <a:pt x="54" y="404"/>
                  </a:cubicBezTo>
                  <a:cubicBezTo>
                    <a:pt x="62" y="404"/>
                    <a:pt x="71" y="401"/>
                    <a:pt x="78" y="393"/>
                  </a:cubicBezTo>
                  <a:cubicBezTo>
                    <a:pt x="135" y="339"/>
                    <a:pt x="191" y="284"/>
                    <a:pt x="246" y="230"/>
                  </a:cubicBezTo>
                  <a:cubicBezTo>
                    <a:pt x="301" y="174"/>
                    <a:pt x="332" y="114"/>
                    <a:pt x="393" y="114"/>
                  </a:cubicBezTo>
                  <a:cubicBezTo>
                    <a:pt x="412" y="114"/>
                    <a:pt x="434" y="120"/>
                    <a:pt x="461" y="134"/>
                  </a:cubicBezTo>
                  <a:cubicBezTo>
                    <a:pt x="573" y="190"/>
                    <a:pt x="665" y="300"/>
                    <a:pt x="772" y="369"/>
                  </a:cubicBezTo>
                  <a:cubicBezTo>
                    <a:pt x="778" y="373"/>
                    <a:pt x="785" y="375"/>
                    <a:pt x="791" y="375"/>
                  </a:cubicBezTo>
                  <a:cubicBezTo>
                    <a:pt x="822" y="375"/>
                    <a:pt x="846" y="333"/>
                    <a:pt x="820" y="308"/>
                  </a:cubicBezTo>
                  <a:cubicBezTo>
                    <a:pt x="740" y="233"/>
                    <a:pt x="651" y="170"/>
                    <a:pt x="567" y="105"/>
                  </a:cubicBezTo>
                  <a:cubicBezTo>
                    <a:pt x="524" y="71"/>
                    <a:pt x="459" y="0"/>
                    <a:pt x="3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313"/>
            <p:cNvSpPr/>
            <p:nvPr/>
          </p:nvSpPr>
          <p:spPr>
            <a:xfrm>
              <a:off x="6988448" y="1989637"/>
              <a:ext cx="38593" cy="11345"/>
            </a:xfrm>
            <a:custGeom>
              <a:rect b="b" l="l" r="r" t="t"/>
              <a:pathLst>
                <a:path extrusionOk="0" h="214" w="728">
                  <a:moveTo>
                    <a:pt x="40" y="1"/>
                  </a:moveTo>
                  <a:cubicBezTo>
                    <a:pt x="0" y="1"/>
                    <a:pt x="2" y="62"/>
                    <a:pt x="42" y="64"/>
                  </a:cubicBezTo>
                  <a:cubicBezTo>
                    <a:pt x="266" y="79"/>
                    <a:pt x="468" y="143"/>
                    <a:pt x="679" y="212"/>
                  </a:cubicBezTo>
                  <a:cubicBezTo>
                    <a:pt x="682" y="213"/>
                    <a:pt x="685" y="214"/>
                    <a:pt x="688" y="214"/>
                  </a:cubicBezTo>
                  <a:cubicBezTo>
                    <a:pt x="714" y="214"/>
                    <a:pt x="727" y="175"/>
                    <a:pt x="702" y="161"/>
                  </a:cubicBezTo>
                  <a:cubicBezTo>
                    <a:pt x="500" y="50"/>
                    <a:pt x="268" y="11"/>
                    <a:pt x="42" y="1"/>
                  </a:cubicBezTo>
                  <a:cubicBezTo>
                    <a:pt x="41" y="1"/>
                    <a:pt x="40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313"/>
            <p:cNvSpPr/>
            <p:nvPr/>
          </p:nvSpPr>
          <p:spPr>
            <a:xfrm>
              <a:off x="6969947" y="1632073"/>
              <a:ext cx="28415" cy="8959"/>
            </a:xfrm>
            <a:custGeom>
              <a:rect b="b" l="l" r="r" t="t"/>
              <a:pathLst>
                <a:path extrusionOk="0" h="169" w="536">
                  <a:moveTo>
                    <a:pt x="491" y="0"/>
                  </a:moveTo>
                  <a:cubicBezTo>
                    <a:pt x="486" y="0"/>
                    <a:pt x="481" y="1"/>
                    <a:pt x="476" y="4"/>
                  </a:cubicBezTo>
                  <a:cubicBezTo>
                    <a:pt x="365" y="60"/>
                    <a:pt x="261" y="104"/>
                    <a:pt x="142" y="104"/>
                  </a:cubicBezTo>
                  <a:cubicBezTo>
                    <a:pt x="113" y="104"/>
                    <a:pt x="82" y="101"/>
                    <a:pt x="51" y="96"/>
                  </a:cubicBezTo>
                  <a:cubicBezTo>
                    <a:pt x="49" y="95"/>
                    <a:pt x="46" y="95"/>
                    <a:pt x="44" y="95"/>
                  </a:cubicBezTo>
                  <a:cubicBezTo>
                    <a:pt x="13" y="95"/>
                    <a:pt x="1" y="143"/>
                    <a:pt x="36" y="151"/>
                  </a:cubicBezTo>
                  <a:cubicBezTo>
                    <a:pt x="83" y="162"/>
                    <a:pt x="134" y="168"/>
                    <a:pt x="185" y="168"/>
                  </a:cubicBezTo>
                  <a:cubicBezTo>
                    <a:pt x="305" y="168"/>
                    <a:pt x="426" y="134"/>
                    <a:pt x="513" y="52"/>
                  </a:cubicBezTo>
                  <a:cubicBezTo>
                    <a:pt x="535" y="31"/>
                    <a:pt x="516" y="0"/>
                    <a:pt x="4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313"/>
            <p:cNvSpPr/>
            <p:nvPr/>
          </p:nvSpPr>
          <p:spPr>
            <a:xfrm>
              <a:off x="6912429" y="2000451"/>
              <a:ext cx="32603" cy="9966"/>
            </a:xfrm>
            <a:custGeom>
              <a:rect b="b" l="l" r="r" t="t"/>
              <a:pathLst>
                <a:path extrusionOk="0" h="188" w="615">
                  <a:moveTo>
                    <a:pt x="586" y="0"/>
                  </a:moveTo>
                  <a:cubicBezTo>
                    <a:pt x="584" y="0"/>
                    <a:pt x="582" y="1"/>
                    <a:pt x="580" y="1"/>
                  </a:cubicBezTo>
                  <a:cubicBezTo>
                    <a:pt x="392" y="25"/>
                    <a:pt x="209" y="93"/>
                    <a:pt x="26" y="145"/>
                  </a:cubicBezTo>
                  <a:cubicBezTo>
                    <a:pt x="0" y="152"/>
                    <a:pt x="8" y="187"/>
                    <a:pt x="32" y="187"/>
                  </a:cubicBezTo>
                  <a:cubicBezTo>
                    <a:pt x="34" y="187"/>
                    <a:pt x="36" y="187"/>
                    <a:pt x="38" y="187"/>
                  </a:cubicBezTo>
                  <a:cubicBezTo>
                    <a:pt x="220" y="147"/>
                    <a:pt x="413" y="119"/>
                    <a:pt x="588" y="54"/>
                  </a:cubicBezTo>
                  <a:cubicBezTo>
                    <a:pt x="613" y="44"/>
                    <a:pt x="615" y="0"/>
                    <a:pt x="5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313"/>
            <p:cNvSpPr/>
            <p:nvPr/>
          </p:nvSpPr>
          <p:spPr>
            <a:xfrm>
              <a:off x="6898752" y="1624227"/>
              <a:ext cx="38858" cy="13783"/>
            </a:xfrm>
            <a:custGeom>
              <a:rect b="b" l="l" r="r" t="t"/>
              <a:pathLst>
                <a:path extrusionOk="0" h="260" w="733">
                  <a:moveTo>
                    <a:pt x="44" y="0"/>
                  </a:moveTo>
                  <a:cubicBezTo>
                    <a:pt x="18" y="0"/>
                    <a:pt x="0" y="39"/>
                    <a:pt x="29" y="55"/>
                  </a:cubicBezTo>
                  <a:cubicBezTo>
                    <a:pt x="206" y="158"/>
                    <a:pt x="430" y="259"/>
                    <a:pt x="643" y="259"/>
                  </a:cubicBezTo>
                  <a:cubicBezTo>
                    <a:pt x="659" y="259"/>
                    <a:pt x="675" y="259"/>
                    <a:pt x="691" y="258"/>
                  </a:cubicBezTo>
                  <a:cubicBezTo>
                    <a:pt x="722" y="255"/>
                    <a:pt x="733" y="208"/>
                    <a:pt x="698" y="199"/>
                  </a:cubicBezTo>
                  <a:cubicBezTo>
                    <a:pt x="472" y="143"/>
                    <a:pt x="269" y="119"/>
                    <a:pt x="59" y="4"/>
                  </a:cubicBezTo>
                  <a:cubicBezTo>
                    <a:pt x="54" y="2"/>
                    <a:pt x="49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313"/>
            <p:cNvSpPr/>
            <p:nvPr/>
          </p:nvSpPr>
          <p:spPr>
            <a:xfrm>
              <a:off x="6843620" y="2022822"/>
              <a:ext cx="33769" cy="9754"/>
            </a:xfrm>
            <a:custGeom>
              <a:rect b="b" l="l" r="r" t="t"/>
              <a:pathLst>
                <a:path extrusionOk="0" h="184" w="637">
                  <a:moveTo>
                    <a:pt x="592" y="0"/>
                  </a:moveTo>
                  <a:cubicBezTo>
                    <a:pt x="590" y="0"/>
                    <a:pt x="588" y="0"/>
                    <a:pt x="586" y="1"/>
                  </a:cubicBezTo>
                  <a:cubicBezTo>
                    <a:pt x="400" y="35"/>
                    <a:pt x="217" y="82"/>
                    <a:pt x="33" y="126"/>
                  </a:cubicBezTo>
                  <a:cubicBezTo>
                    <a:pt x="0" y="134"/>
                    <a:pt x="12" y="183"/>
                    <a:pt x="43" y="183"/>
                  </a:cubicBezTo>
                  <a:cubicBezTo>
                    <a:pt x="45" y="183"/>
                    <a:pt x="47" y="183"/>
                    <a:pt x="50" y="182"/>
                  </a:cubicBezTo>
                  <a:cubicBezTo>
                    <a:pt x="234" y="143"/>
                    <a:pt x="419" y="105"/>
                    <a:pt x="602" y="57"/>
                  </a:cubicBezTo>
                  <a:cubicBezTo>
                    <a:pt x="636" y="48"/>
                    <a:pt x="624" y="0"/>
                    <a:pt x="5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313"/>
            <p:cNvSpPr/>
            <p:nvPr/>
          </p:nvSpPr>
          <p:spPr>
            <a:xfrm>
              <a:off x="6835509" y="1598092"/>
              <a:ext cx="28892" cy="15374"/>
            </a:xfrm>
            <a:custGeom>
              <a:rect b="b" l="l" r="r" t="t"/>
              <a:pathLst>
                <a:path extrusionOk="0" h="290" w="545">
                  <a:moveTo>
                    <a:pt x="41" y="1"/>
                  </a:moveTo>
                  <a:cubicBezTo>
                    <a:pt x="10" y="1"/>
                    <a:pt x="0" y="51"/>
                    <a:pt x="35" y="64"/>
                  </a:cubicBezTo>
                  <a:cubicBezTo>
                    <a:pt x="193" y="123"/>
                    <a:pt x="338" y="205"/>
                    <a:pt x="487" y="285"/>
                  </a:cubicBezTo>
                  <a:cubicBezTo>
                    <a:pt x="493" y="288"/>
                    <a:pt x="498" y="289"/>
                    <a:pt x="503" y="289"/>
                  </a:cubicBezTo>
                  <a:cubicBezTo>
                    <a:pt x="531" y="289"/>
                    <a:pt x="545" y="250"/>
                    <a:pt x="519" y="229"/>
                  </a:cubicBezTo>
                  <a:cubicBezTo>
                    <a:pt x="381" y="123"/>
                    <a:pt x="215" y="55"/>
                    <a:pt x="52" y="3"/>
                  </a:cubicBezTo>
                  <a:cubicBezTo>
                    <a:pt x="48" y="2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313"/>
            <p:cNvSpPr/>
            <p:nvPr/>
          </p:nvSpPr>
          <p:spPr>
            <a:xfrm>
              <a:off x="6769615" y="2016832"/>
              <a:ext cx="33769" cy="18236"/>
            </a:xfrm>
            <a:custGeom>
              <a:rect b="b" l="l" r="r" t="t"/>
              <a:pathLst>
                <a:path extrusionOk="0" h="344" w="637">
                  <a:moveTo>
                    <a:pt x="38" y="0"/>
                  </a:moveTo>
                  <a:cubicBezTo>
                    <a:pt x="19" y="0"/>
                    <a:pt x="0" y="19"/>
                    <a:pt x="13" y="40"/>
                  </a:cubicBezTo>
                  <a:cubicBezTo>
                    <a:pt x="120" y="220"/>
                    <a:pt x="315" y="344"/>
                    <a:pt x="524" y="344"/>
                  </a:cubicBezTo>
                  <a:cubicBezTo>
                    <a:pt x="550" y="344"/>
                    <a:pt x="576" y="342"/>
                    <a:pt x="602" y="338"/>
                  </a:cubicBezTo>
                  <a:cubicBezTo>
                    <a:pt x="637" y="333"/>
                    <a:pt x="628" y="275"/>
                    <a:pt x="593" y="275"/>
                  </a:cubicBezTo>
                  <a:cubicBezTo>
                    <a:pt x="593" y="275"/>
                    <a:pt x="592" y="275"/>
                    <a:pt x="592" y="275"/>
                  </a:cubicBezTo>
                  <a:cubicBezTo>
                    <a:pt x="587" y="275"/>
                    <a:pt x="581" y="275"/>
                    <a:pt x="576" y="275"/>
                  </a:cubicBezTo>
                  <a:cubicBezTo>
                    <a:pt x="367" y="275"/>
                    <a:pt x="178" y="195"/>
                    <a:pt x="60" y="13"/>
                  </a:cubicBezTo>
                  <a:cubicBezTo>
                    <a:pt x="54" y="4"/>
                    <a:pt x="46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313"/>
            <p:cNvSpPr/>
            <p:nvPr/>
          </p:nvSpPr>
          <p:spPr>
            <a:xfrm>
              <a:off x="6764526" y="1597297"/>
              <a:ext cx="31012" cy="11610"/>
            </a:xfrm>
            <a:custGeom>
              <a:rect b="b" l="l" r="r" t="t"/>
              <a:pathLst>
                <a:path extrusionOk="0" h="219" w="585">
                  <a:moveTo>
                    <a:pt x="473" y="1"/>
                  </a:moveTo>
                  <a:cubicBezTo>
                    <a:pt x="314" y="1"/>
                    <a:pt x="156" y="68"/>
                    <a:pt x="28" y="159"/>
                  </a:cubicBezTo>
                  <a:cubicBezTo>
                    <a:pt x="0" y="178"/>
                    <a:pt x="16" y="218"/>
                    <a:pt x="43" y="218"/>
                  </a:cubicBezTo>
                  <a:cubicBezTo>
                    <a:pt x="48" y="218"/>
                    <a:pt x="54" y="217"/>
                    <a:pt x="60" y="213"/>
                  </a:cubicBezTo>
                  <a:cubicBezTo>
                    <a:pt x="210" y="118"/>
                    <a:pt x="366" y="89"/>
                    <a:pt x="541" y="71"/>
                  </a:cubicBezTo>
                  <a:cubicBezTo>
                    <a:pt x="584" y="66"/>
                    <a:pt x="583" y="9"/>
                    <a:pt x="541" y="5"/>
                  </a:cubicBezTo>
                  <a:cubicBezTo>
                    <a:pt x="518" y="2"/>
                    <a:pt x="496" y="1"/>
                    <a:pt x="4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313"/>
            <p:cNvSpPr/>
            <p:nvPr/>
          </p:nvSpPr>
          <p:spPr>
            <a:xfrm>
              <a:off x="6737861" y="1971719"/>
              <a:ext cx="12723" cy="26771"/>
            </a:xfrm>
            <a:custGeom>
              <a:rect b="b" l="l" r="r" t="t"/>
              <a:pathLst>
                <a:path extrusionOk="0" h="505" w="240">
                  <a:moveTo>
                    <a:pt x="38" y="1"/>
                  </a:moveTo>
                  <a:cubicBezTo>
                    <a:pt x="19" y="1"/>
                    <a:pt x="1" y="15"/>
                    <a:pt x="8" y="40"/>
                  </a:cubicBezTo>
                  <a:cubicBezTo>
                    <a:pt x="56" y="189"/>
                    <a:pt x="107" y="337"/>
                    <a:pt x="168" y="483"/>
                  </a:cubicBezTo>
                  <a:cubicBezTo>
                    <a:pt x="174" y="498"/>
                    <a:pt x="188" y="505"/>
                    <a:pt x="201" y="505"/>
                  </a:cubicBezTo>
                  <a:cubicBezTo>
                    <a:pt x="221" y="505"/>
                    <a:pt x="239" y="490"/>
                    <a:pt x="232" y="465"/>
                  </a:cubicBezTo>
                  <a:cubicBezTo>
                    <a:pt x="185" y="314"/>
                    <a:pt x="129" y="169"/>
                    <a:pt x="70" y="23"/>
                  </a:cubicBezTo>
                  <a:cubicBezTo>
                    <a:pt x="64" y="7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313"/>
            <p:cNvSpPr/>
            <p:nvPr/>
          </p:nvSpPr>
          <p:spPr>
            <a:xfrm>
              <a:off x="6741466" y="1634830"/>
              <a:ext cx="5831" cy="23219"/>
            </a:xfrm>
            <a:custGeom>
              <a:rect b="b" l="l" r="r" t="t"/>
              <a:pathLst>
                <a:path extrusionOk="0" h="438" w="110">
                  <a:moveTo>
                    <a:pt x="79" y="1"/>
                  </a:moveTo>
                  <a:cubicBezTo>
                    <a:pt x="71" y="1"/>
                    <a:pt x="65" y="4"/>
                    <a:pt x="61" y="13"/>
                  </a:cubicBezTo>
                  <a:cubicBezTo>
                    <a:pt x="6" y="143"/>
                    <a:pt x="0" y="288"/>
                    <a:pt x="18" y="426"/>
                  </a:cubicBezTo>
                  <a:cubicBezTo>
                    <a:pt x="19" y="434"/>
                    <a:pt x="26" y="438"/>
                    <a:pt x="32" y="438"/>
                  </a:cubicBezTo>
                  <a:cubicBezTo>
                    <a:pt x="41" y="438"/>
                    <a:pt x="49" y="432"/>
                    <a:pt x="49" y="423"/>
                  </a:cubicBezTo>
                  <a:cubicBezTo>
                    <a:pt x="46" y="286"/>
                    <a:pt x="73" y="162"/>
                    <a:pt x="105" y="31"/>
                  </a:cubicBezTo>
                  <a:cubicBezTo>
                    <a:pt x="109" y="14"/>
                    <a:pt x="93" y="1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313"/>
            <p:cNvSpPr/>
            <p:nvPr/>
          </p:nvSpPr>
          <p:spPr>
            <a:xfrm>
              <a:off x="6693119" y="1952794"/>
              <a:ext cx="28733" cy="14737"/>
            </a:xfrm>
            <a:custGeom>
              <a:rect b="b" l="l" r="r" t="t"/>
              <a:pathLst>
                <a:path extrusionOk="0" h="278" w="542">
                  <a:moveTo>
                    <a:pt x="499" y="0"/>
                  </a:moveTo>
                  <a:cubicBezTo>
                    <a:pt x="495" y="0"/>
                    <a:pt x="492" y="1"/>
                    <a:pt x="488" y="2"/>
                  </a:cubicBezTo>
                  <a:cubicBezTo>
                    <a:pt x="335" y="65"/>
                    <a:pt x="177" y="124"/>
                    <a:pt x="33" y="205"/>
                  </a:cubicBezTo>
                  <a:cubicBezTo>
                    <a:pt x="0" y="224"/>
                    <a:pt x="17" y="277"/>
                    <a:pt x="50" y="277"/>
                  </a:cubicBezTo>
                  <a:cubicBezTo>
                    <a:pt x="54" y="277"/>
                    <a:pt x="58" y="276"/>
                    <a:pt x="62" y="275"/>
                  </a:cubicBezTo>
                  <a:cubicBezTo>
                    <a:pt x="218" y="218"/>
                    <a:pt x="365" y="136"/>
                    <a:pt x="513" y="61"/>
                  </a:cubicBezTo>
                  <a:cubicBezTo>
                    <a:pt x="541" y="47"/>
                    <a:pt x="526" y="0"/>
                    <a:pt x="4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313"/>
            <p:cNvSpPr/>
            <p:nvPr/>
          </p:nvSpPr>
          <p:spPr>
            <a:xfrm>
              <a:off x="6680344" y="1641191"/>
              <a:ext cx="38858" cy="28150"/>
            </a:xfrm>
            <a:custGeom>
              <a:rect b="b" l="l" r="r" t="t"/>
              <a:pathLst>
                <a:path extrusionOk="0" h="531" w="733">
                  <a:moveTo>
                    <a:pt x="34" y="0"/>
                  </a:moveTo>
                  <a:cubicBezTo>
                    <a:pt x="12" y="0"/>
                    <a:pt x="1" y="36"/>
                    <a:pt x="23" y="47"/>
                  </a:cubicBezTo>
                  <a:cubicBezTo>
                    <a:pt x="276" y="162"/>
                    <a:pt x="467" y="333"/>
                    <a:pt x="668" y="522"/>
                  </a:cubicBezTo>
                  <a:cubicBezTo>
                    <a:pt x="674" y="528"/>
                    <a:pt x="681" y="530"/>
                    <a:pt x="688" y="530"/>
                  </a:cubicBezTo>
                  <a:cubicBezTo>
                    <a:pt x="710" y="530"/>
                    <a:pt x="732" y="507"/>
                    <a:pt x="716" y="486"/>
                  </a:cubicBezTo>
                  <a:cubicBezTo>
                    <a:pt x="552" y="260"/>
                    <a:pt x="295" y="105"/>
                    <a:pt x="41" y="2"/>
                  </a:cubicBezTo>
                  <a:cubicBezTo>
                    <a:pt x="39" y="1"/>
                    <a:pt x="36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313"/>
            <p:cNvSpPr/>
            <p:nvPr/>
          </p:nvSpPr>
          <p:spPr>
            <a:xfrm>
              <a:off x="6640214" y="1973945"/>
              <a:ext cx="26347" cy="10231"/>
            </a:xfrm>
            <a:custGeom>
              <a:rect b="b" l="l" r="r" t="t"/>
              <a:pathLst>
                <a:path extrusionOk="0" h="193" w="497">
                  <a:moveTo>
                    <a:pt x="453" y="0"/>
                  </a:moveTo>
                  <a:cubicBezTo>
                    <a:pt x="448" y="0"/>
                    <a:pt x="443" y="2"/>
                    <a:pt x="437" y="6"/>
                  </a:cubicBezTo>
                  <a:cubicBezTo>
                    <a:pt x="347" y="71"/>
                    <a:pt x="248" y="93"/>
                    <a:pt x="144" y="93"/>
                  </a:cubicBezTo>
                  <a:cubicBezTo>
                    <a:pt x="115" y="93"/>
                    <a:pt x="86" y="91"/>
                    <a:pt x="57" y="88"/>
                  </a:cubicBezTo>
                  <a:cubicBezTo>
                    <a:pt x="56" y="88"/>
                    <a:pt x="55" y="88"/>
                    <a:pt x="54" y="88"/>
                  </a:cubicBezTo>
                  <a:cubicBezTo>
                    <a:pt x="18" y="88"/>
                    <a:pt x="1" y="149"/>
                    <a:pt x="36" y="163"/>
                  </a:cubicBezTo>
                  <a:cubicBezTo>
                    <a:pt x="83" y="183"/>
                    <a:pt x="131" y="192"/>
                    <a:pt x="178" y="192"/>
                  </a:cubicBezTo>
                  <a:cubicBezTo>
                    <a:pt x="289" y="192"/>
                    <a:pt x="397" y="142"/>
                    <a:pt x="477" y="59"/>
                  </a:cubicBezTo>
                  <a:cubicBezTo>
                    <a:pt x="497" y="37"/>
                    <a:pt x="478" y="0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313"/>
            <p:cNvSpPr/>
            <p:nvPr/>
          </p:nvSpPr>
          <p:spPr>
            <a:xfrm>
              <a:off x="6628392" y="1619244"/>
              <a:ext cx="27460" cy="13306"/>
            </a:xfrm>
            <a:custGeom>
              <a:rect b="b" l="l" r="r" t="t"/>
              <a:pathLst>
                <a:path extrusionOk="0" h="251" w="518">
                  <a:moveTo>
                    <a:pt x="28" y="1"/>
                  </a:moveTo>
                  <a:cubicBezTo>
                    <a:pt x="11" y="1"/>
                    <a:pt x="0" y="31"/>
                    <a:pt x="19" y="41"/>
                  </a:cubicBezTo>
                  <a:cubicBezTo>
                    <a:pt x="166" y="112"/>
                    <a:pt x="315" y="192"/>
                    <a:pt x="469" y="249"/>
                  </a:cubicBezTo>
                  <a:cubicBezTo>
                    <a:pt x="472" y="250"/>
                    <a:pt x="475" y="251"/>
                    <a:pt x="478" y="251"/>
                  </a:cubicBezTo>
                  <a:cubicBezTo>
                    <a:pt x="503" y="251"/>
                    <a:pt x="517" y="210"/>
                    <a:pt x="491" y="197"/>
                  </a:cubicBezTo>
                  <a:cubicBezTo>
                    <a:pt x="345" y="120"/>
                    <a:pt x="187" y="64"/>
                    <a:pt x="35" y="2"/>
                  </a:cubicBezTo>
                  <a:cubicBezTo>
                    <a:pt x="33" y="1"/>
                    <a:pt x="30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313"/>
            <p:cNvSpPr/>
            <p:nvPr/>
          </p:nvSpPr>
          <p:spPr>
            <a:xfrm>
              <a:off x="6585718" y="1970924"/>
              <a:ext cx="30800" cy="14578"/>
            </a:xfrm>
            <a:custGeom>
              <a:rect b="b" l="l" r="r" t="t"/>
              <a:pathLst>
                <a:path extrusionOk="0" h="275" w="581">
                  <a:moveTo>
                    <a:pt x="51" y="0"/>
                  </a:moveTo>
                  <a:cubicBezTo>
                    <a:pt x="26" y="0"/>
                    <a:pt x="1" y="21"/>
                    <a:pt x="12" y="48"/>
                  </a:cubicBezTo>
                  <a:cubicBezTo>
                    <a:pt x="70" y="194"/>
                    <a:pt x="210" y="274"/>
                    <a:pt x="355" y="274"/>
                  </a:cubicBezTo>
                  <a:cubicBezTo>
                    <a:pt x="423" y="274"/>
                    <a:pt x="492" y="257"/>
                    <a:pt x="555" y="220"/>
                  </a:cubicBezTo>
                  <a:cubicBezTo>
                    <a:pt x="580" y="205"/>
                    <a:pt x="565" y="170"/>
                    <a:pt x="540" y="170"/>
                  </a:cubicBezTo>
                  <a:cubicBezTo>
                    <a:pt x="536" y="170"/>
                    <a:pt x="532" y="171"/>
                    <a:pt x="527" y="173"/>
                  </a:cubicBezTo>
                  <a:cubicBezTo>
                    <a:pt x="484" y="194"/>
                    <a:pt x="440" y="203"/>
                    <a:pt x="395" y="203"/>
                  </a:cubicBezTo>
                  <a:cubicBezTo>
                    <a:pt x="270" y="203"/>
                    <a:pt x="148" y="129"/>
                    <a:pt x="84" y="18"/>
                  </a:cubicBezTo>
                  <a:cubicBezTo>
                    <a:pt x="76" y="6"/>
                    <a:pt x="64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313"/>
            <p:cNvSpPr/>
            <p:nvPr/>
          </p:nvSpPr>
          <p:spPr>
            <a:xfrm>
              <a:off x="6577872" y="1622266"/>
              <a:ext cx="20463" cy="25499"/>
            </a:xfrm>
            <a:custGeom>
              <a:rect b="b" l="l" r="r" t="t"/>
              <a:pathLst>
                <a:path extrusionOk="0" h="481" w="386">
                  <a:moveTo>
                    <a:pt x="340" y="0"/>
                  </a:moveTo>
                  <a:cubicBezTo>
                    <a:pt x="338" y="0"/>
                    <a:pt x="336" y="0"/>
                    <a:pt x="334" y="1"/>
                  </a:cubicBezTo>
                  <a:cubicBezTo>
                    <a:pt x="127" y="42"/>
                    <a:pt x="1" y="259"/>
                    <a:pt x="18" y="461"/>
                  </a:cubicBezTo>
                  <a:cubicBezTo>
                    <a:pt x="19" y="474"/>
                    <a:pt x="29" y="480"/>
                    <a:pt x="39" y="480"/>
                  </a:cubicBezTo>
                  <a:cubicBezTo>
                    <a:pt x="49" y="480"/>
                    <a:pt x="59" y="474"/>
                    <a:pt x="59" y="461"/>
                  </a:cubicBezTo>
                  <a:cubicBezTo>
                    <a:pt x="62" y="268"/>
                    <a:pt x="188" y="129"/>
                    <a:pt x="356" y="53"/>
                  </a:cubicBezTo>
                  <a:cubicBezTo>
                    <a:pt x="386" y="40"/>
                    <a:pt x="367" y="0"/>
                    <a:pt x="3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313"/>
            <p:cNvSpPr/>
            <p:nvPr/>
          </p:nvSpPr>
          <p:spPr>
            <a:xfrm>
              <a:off x="6576971" y="1842582"/>
              <a:ext cx="18872" cy="37692"/>
            </a:xfrm>
            <a:custGeom>
              <a:rect b="b" l="l" r="r" t="t"/>
              <a:pathLst>
                <a:path extrusionOk="0" h="711" w="356">
                  <a:moveTo>
                    <a:pt x="309" y="0"/>
                  </a:moveTo>
                  <a:cubicBezTo>
                    <a:pt x="297" y="0"/>
                    <a:pt x="286" y="7"/>
                    <a:pt x="282" y="22"/>
                  </a:cubicBezTo>
                  <a:cubicBezTo>
                    <a:pt x="219" y="253"/>
                    <a:pt x="170" y="459"/>
                    <a:pt x="20" y="653"/>
                  </a:cubicBezTo>
                  <a:cubicBezTo>
                    <a:pt x="1" y="679"/>
                    <a:pt x="29" y="710"/>
                    <a:pt x="55" y="710"/>
                  </a:cubicBezTo>
                  <a:cubicBezTo>
                    <a:pt x="64" y="710"/>
                    <a:pt x="72" y="707"/>
                    <a:pt x="79" y="698"/>
                  </a:cubicBezTo>
                  <a:cubicBezTo>
                    <a:pt x="224" y="516"/>
                    <a:pt x="356" y="271"/>
                    <a:pt x="341" y="30"/>
                  </a:cubicBezTo>
                  <a:cubicBezTo>
                    <a:pt x="339" y="12"/>
                    <a:pt x="324" y="0"/>
                    <a:pt x="3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313"/>
            <p:cNvSpPr/>
            <p:nvPr/>
          </p:nvSpPr>
          <p:spPr>
            <a:xfrm>
              <a:off x="6568966" y="1797735"/>
              <a:ext cx="20781" cy="23856"/>
            </a:xfrm>
            <a:custGeom>
              <a:rect b="b" l="l" r="r" t="t"/>
              <a:pathLst>
                <a:path extrusionOk="0" h="450" w="392">
                  <a:moveTo>
                    <a:pt x="54" y="0"/>
                  </a:moveTo>
                  <a:cubicBezTo>
                    <a:pt x="26" y="0"/>
                    <a:pt x="1" y="34"/>
                    <a:pt x="18" y="59"/>
                  </a:cubicBezTo>
                  <a:cubicBezTo>
                    <a:pt x="64" y="124"/>
                    <a:pt x="137" y="164"/>
                    <a:pt x="190" y="221"/>
                  </a:cubicBezTo>
                  <a:cubicBezTo>
                    <a:pt x="252" y="286"/>
                    <a:pt x="300" y="359"/>
                    <a:pt x="341" y="438"/>
                  </a:cubicBezTo>
                  <a:cubicBezTo>
                    <a:pt x="345" y="446"/>
                    <a:pt x="353" y="450"/>
                    <a:pt x="361" y="450"/>
                  </a:cubicBezTo>
                  <a:cubicBezTo>
                    <a:pt x="376" y="450"/>
                    <a:pt x="391" y="437"/>
                    <a:pt x="385" y="420"/>
                  </a:cubicBezTo>
                  <a:cubicBezTo>
                    <a:pt x="355" y="330"/>
                    <a:pt x="311" y="248"/>
                    <a:pt x="256" y="172"/>
                  </a:cubicBezTo>
                  <a:cubicBezTo>
                    <a:pt x="205" y="104"/>
                    <a:pt x="148" y="26"/>
                    <a:pt x="63" y="1"/>
                  </a:cubicBezTo>
                  <a:cubicBezTo>
                    <a:pt x="60" y="1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313"/>
            <p:cNvSpPr/>
            <p:nvPr/>
          </p:nvSpPr>
          <p:spPr>
            <a:xfrm>
              <a:off x="6575539" y="1742867"/>
              <a:ext cx="12511" cy="34034"/>
            </a:xfrm>
            <a:custGeom>
              <a:rect b="b" l="l" r="r" t="t"/>
              <a:pathLst>
                <a:path extrusionOk="0" h="642" w="236">
                  <a:moveTo>
                    <a:pt x="186" y="0"/>
                  </a:moveTo>
                  <a:cubicBezTo>
                    <a:pt x="177" y="0"/>
                    <a:pt x="169" y="5"/>
                    <a:pt x="166" y="17"/>
                  </a:cubicBezTo>
                  <a:cubicBezTo>
                    <a:pt x="117" y="221"/>
                    <a:pt x="101" y="411"/>
                    <a:pt x="10" y="606"/>
                  </a:cubicBezTo>
                  <a:cubicBezTo>
                    <a:pt x="1" y="624"/>
                    <a:pt x="17" y="642"/>
                    <a:pt x="33" y="642"/>
                  </a:cubicBezTo>
                  <a:cubicBezTo>
                    <a:pt x="40" y="642"/>
                    <a:pt x="47" y="638"/>
                    <a:pt x="51" y="629"/>
                  </a:cubicBezTo>
                  <a:cubicBezTo>
                    <a:pt x="144" y="451"/>
                    <a:pt x="235" y="229"/>
                    <a:pt x="213" y="24"/>
                  </a:cubicBezTo>
                  <a:cubicBezTo>
                    <a:pt x="211" y="10"/>
                    <a:pt x="198" y="0"/>
                    <a:pt x="1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313"/>
            <p:cNvSpPr/>
            <p:nvPr/>
          </p:nvSpPr>
          <p:spPr>
            <a:xfrm>
              <a:off x="6576335" y="1676974"/>
              <a:ext cx="7899" cy="31542"/>
            </a:xfrm>
            <a:custGeom>
              <a:rect b="b" l="l" r="r" t="t"/>
              <a:pathLst>
                <a:path extrusionOk="0" h="595" w="149">
                  <a:moveTo>
                    <a:pt x="67" y="1"/>
                  </a:moveTo>
                  <a:cubicBezTo>
                    <a:pt x="58" y="1"/>
                    <a:pt x="49" y="6"/>
                    <a:pt x="46" y="18"/>
                  </a:cubicBezTo>
                  <a:cubicBezTo>
                    <a:pt x="0" y="193"/>
                    <a:pt x="48" y="408"/>
                    <a:pt x="97" y="578"/>
                  </a:cubicBezTo>
                  <a:cubicBezTo>
                    <a:pt x="101" y="589"/>
                    <a:pt x="110" y="594"/>
                    <a:pt x="119" y="594"/>
                  </a:cubicBezTo>
                  <a:cubicBezTo>
                    <a:pt x="134" y="594"/>
                    <a:pt x="149" y="582"/>
                    <a:pt x="144" y="564"/>
                  </a:cubicBezTo>
                  <a:cubicBezTo>
                    <a:pt x="121" y="471"/>
                    <a:pt x="105" y="377"/>
                    <a:pt x="98" y="281"/>
                  </a:cubicBezTo>
                  <a:cubicBezTo>
                    <a:pt x="93" y="195"/>
                    <a:pt x="103" y="110"/>
                    <a:pt x="94" y="24"/>
                  </a:cubicBezTo>
                  <a:cubicBezTo>
                    <a:pt x="92" y="10"/>
                    <a:pt x="79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313"/>
            <p:cNvSpPr/>
            <p:nvPr/>
          </p:nvSpPr>
          <p:spPr>
            <a:xfrm>
              <a:off x="6571033" y="1916269"/>
              <a:ext cx="8694" cy="32391"/>
            </a:xfrm>
            <a:custGeom>
              <a:rect b="b" l="l" r="r" t="t"/>
              <a:pathLst>
                <a:path extrusionOk="0" h="611" w="164">
                  <a:moveTo>
                    <a:pt x="124" y="0"/>
                  </a:moveTo>
                  <a:cubicBezTo>
                    <a:pt x="113" y="0"/>
                    <a:pt x="103" y="5"/>
                    <a:pt x="97" y="16"/>
                  </a:cubicBezTo>
                  <a:cubicBezTo>
                    <a:pt x="1" y="191"/>
                    <a:pt x="8" y="405"/>
                    <a:pt x="78" y="588"/>
                  </a:cubicBezTo>
                  <a:cubicBezTo>
                    <a:pt x="83" y="603"/>
                    <a:pt x="96" y="610"/>
                    <a:pt x="109" y="610"/>
                  </a:cubicBezTo>
                  <a:cubicBezTo>
                    <a:pt x="127" y="610"/>
                    <a:pt x="145" y="595"/>
                    <a:pt x="139" y="572"/>
                  </a:cubicBezTo>
                  <a:cubicBezTo>
                    <a:pt x="88" y="388"/>
                    <a:pt x="111" y="222"/>
                    <a:pt x="158" y="41"/>
                  </a:cubicBezTo>
                  <a:cubicBezTo>
                    <a:pt x="163" y="18"/>
                    <a:pt x="143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91" name="Google Shape;6391;p313"/>
          <p:cNvSpPr txBox="1"/>
          <p:nvPr>
            <p:ph type="ctrTitle"/>
          </p:nvPr>
        </p:nvSpPr>
        <p:spPr>
          <a:xfrm>
            <a:off x="2008875" y="1550275"/>
            <a:ext cx="5126700" cy="179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0">
                <a:latin typeface="Luckiest Guy"/>
                <a:ea typeface="Luckiest Guy"/>
                <a:cs typeface="Luckiest Guy"/>
                <a:sym typeface="Luckiest Guy"/>
              </a:rPr>
              <a:t>OG</a:t>
            </a:r>
            <a:endParaRPr sz="6000">
              <a:latin typeface="Luckiest Guy"/>
              <a:ea typeface="Luckiest Guy"/>
              <a:cs typeface="Luckiest Guy"/>
              <a:sym typeface="Luckiest Guy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0">
                <a:latin typeface="Luckiest Guy"/>
                <a:ea typeface="Luckiest Guy"/>
                <a:cs typeface="Luckiest Guy"/>
                <a:sym typeface="Luckiest Guy"/>
              </a:rPr>
              <a:t> Planner</a:t>
            </a:r>
            <a:endParaRPr sz="6000">
              <a:latin typeface="Luckiest Guy"/>
              <a:ea typeface="Luckiest Guy"/>
              <a:cs typeface="Luckiest Guy"/>
              <a:sym typeface="Luckiest Guy"/>
            </a:endParaRPr>
          </a:p>
        </p:txBody>
      </p:sp>
      <p:sp>
        <p:nvSpPr>
          <p:cNvPr id="6392" name="Google Shape;6392;p313"/>
          <p:cNvSpPr txBox="1"/>
          <p:nvPr>
            <p:ph idx="1" type="subTitle"/>
          </p:nvPr>
        </p:nvSpPr>
        <p:spPr>
          <a:xfrm>
            <a:off x="3327311" y="3477972"/>
            <a:ext cx="2489400" cy="670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/>
              <a:t>Enrichment</a:t>
            </a:r>
            <a:endParaRPr sz="19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/>
              <a:t>Term 3 Week XYZ</a:t>
            </a:r>
            <a:endParaRPr sz="1900"/>
          </a:p>
        </p:txBody>
      </p:sp>
      <p:pic>
        <p:nvPicPr>
          <p:cNvPr id="6393" name="Google Shape;6393;p313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277750" y="3229975"/>
            <a:ext cx="2629450" cy="1797350"/>
          </a:xfrm>
          <a:prstGeom prst="rect">
            <a:avLst/>
          </a:prstGeom>
          <a:noFill/>
          <a:ln>
            <a:noFill/>
          </a:ln>
        </p:spPr>
      </p:pic>
      <p:pic>
        <p:nvPicPr>
          <p:cNvPr id="6394" name="Google Shape;6394;p313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2383300" y="-54088"/>
            <a:ext cx="774800" cy="1066318"/>
          </a:xfrm>
          <a:prstGeom prst="rect">
            <a:avLst/>
          </a:prstGeom>
          <a:noFill/>
          <a:ln>
            <a:noFill/>
          </a:ln>
        </p:spPr>
      </p:pic>
      <p:pic>
        <p:nvPicPr>
          <p:cNvPr id="6395" name="Google Shape;6395;p313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3009124" y="-66388"/>
            <a:ext cx="774800" cy="1066347"/>
          </a:xfrm>
          <a:prstGeom prst="rect">
            <a:avLst/>
          </a:prstGeom>
          <a:noFill/>
          <a:ln>
            <a:noFill/>
          </a:ln>
        </p:spPr>
      </p:pic>
      <p:pic>
        <p:nvPicPr>
          <p:cNvPr id="6396" name="Google Shape;6396;p313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3641479" y="-66375"/>
            <a:ext cx="749788" cy="1066333"/>
          </a:xfrm>
          <a:prstGeom prst="rect">
            <a:avLst/>
          </a:prstGeom>
          <a:noFill/>
          <a:ln>
            <a:noFill/>
          </a:ln>
        </p:spPr>
      </p:pic>
      <p:pic>
        <p:nvPicPr>
          <p:cNvPr id="6397" name="Google Shape;6397;p313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4256467" y="-75700"/>
            <a:ext cx="774800" cy="1092855"/>
          </a:xfrm>
          <a:prstGeom prst="rect">
            <a:avLst/>
          </a:prstGeom>
          <a:noFill/>
          <a:ln>
            <a:noFill/>
          </a:ln>
        </p:spPr>
      </p:pic>
      <p:pic>
        <p:nvPicPr>
          <p:cNvPr id="6398" name="Google Shape;6398;p313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4893726" y="-66507"/>
            <a:ext cx="774800" cy="1066473"/>
          </a:xfrm>
          <a:prstGeom prst="rect">
            <a:avLst/>
          </a:prstGeom>
          <a:noFill/>
          <a:ln>
            <a:noFill/>
          </a:ln>
        </p:spPr>
      </p:pic>
      <p:pic>
        <p:nvPicPr>
          <p:cNvPr id="6399" name="Google Shape;6399;p313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5527275" y="-62445"/>
            <a:ext cx="794048" cy="1092848"/>
          </a:xfrm>
          <a:prstGeom prst="rect">
            <a:avLst/>
          </a:prstGeom>
          <a:noFill/>
          <a:ln>
            <a:noFill/>
          </a:ln>
        </p:spPr>
      </p:pic>
      <p:pic>
        <p:nvPicPr>
          <p:cNvPr id="6400" name="Google Shape;6400;p313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6172176" y="-49212"/>
            <a:ext cx="774800" cy="1066370"/>
          </a:xfrm>
          <a:prstGeom prst="rect">
            <a:avLst/>
          </a:prstGeom>
          <a:noFill/>
          <a:ln>
            <a:noFill/>
          </a:ln>
        </p:spPr>
      </p:pic>
      <p:pic>
        <p:nvPicPr>
          <p:cNvPr id="6401" name="Google Shape;6401;p313"/>
          <p:cNvPicPr preferRelativeResize="0"/>
          <p:nvPr/>
        </p:nvPicPr>
        <p:blipFill rotWithShape="1">
          <a:blip r:embed="rId11">
            <a:alphaModFix/>
          </a:blip>
          <a:srcRect b="0" l="0" r="0" t="20013"/>
          <a:stretch/>
        </p:blipFill>
        <p:spPr>
          <a:xfrm>
            <a:off x="3213675" y="4148475"/>
            <a:ext cx="2841375" cy="9478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405" name="Shape 6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406" name="Google Shape;6406;p314"/>
          <p:cNvGraphicFramePr/>
          <p:nvPr/>
        </p:nvGraphicFramePr>
        <p:xfrm>
          <a:off x="390300" y="146216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{6FAB5060-691C-455F-93F7-43A02E71D594}</a:tableStyleId>
              </a:tblPr>
              <a:tblGrid>
                <a:gridCol w="1393900"/>
                <a:gridCol w="1393900"/>
                <a:gridCol w="1393900"/>
                <a:gridCol w="1393900"/>
                <a:gridCol w="1393900"/>
                <a:gridCol w="1393900"/>
              </a:tblGrid>
              <a:tr h="3566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1600"/>
                        </a:spcAft>
                        <a:buNone/>
                      </a:pPr>
                      <a:r>
                        <a:rPr b="1" lang="en" sz="1000"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1</a:t>
                      </a:r>
                      <a:r>
                        <a:rPr b="1" lang="en" sz="1000">
                          <a:solidFill>
                            <a:srgbClr val="000000"/>
                          </a:solidFill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 hour</a:t>
                      </a:r>
                      <a:endParaRPr b="1" sz="1000">
                        <a:solidFill>
                          <a:srgbClr val="000000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T="0" marB="0" marR="91425" marL="91425" anchor="ctr">
                    <a:lnL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1600"/>
                        </a:spcAft>
                        <a:buNone/>
                      </a:pPr>
                      <a:r>
                        <a:rPr b="1" lang="en" sz="1500">
                          <a:solidFill>
                            <a:srgbClr val="000000"/>
                          </a:solidFill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Monday</a:t>
                      </a:r>
                      <a:endParaRPr b="1" sz="1500">
                        <a:solidFill>
                          <a:srgbClr val="000000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T="0" marB="0" marR="91425" marL="91425" anchor="ctr">
                    <a:lnL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1600"/>
                        </a:spcAft>
                        <a:buNone/>
                      </a:pPr>
                      <a:r>
                        <a:rPr b="1" lang="en" sz="1500">
                          <a:solidFill>
                            <a:srgbClr val="000000"/>
                          </a:solidFill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Tuesday</a:t>
                      </a:r>
                      <a:endParaRPr b="1" sz="1500">
                        <a:solidFill>
                          <a:srgbClr val="000000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T="0" marB="0" marR="91425" marL="91425" anchor="ctr">
                    <a:lnL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1600"/>
                        </a:spcAft>
                        <a:buNone/>
                      </a:pPr>
                      <a:r>
                        <a:rPr b="1" lang="en" sz="1500">
                          <a:solidFill>
                            <a:srgbClr val="000000"/>
                          </a:solidFill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Wednesday</a:t>
                      </a:r>
                      <a:endParaRPr b="1" sz="1500">
                        <a:solidFill>
                          <a:srgbClr val="000000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T="0" marB="0" marR="91425" marL="91425" anchor="ctr">
                    <a:lnL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1600"/>
                        </a:spcAft>
                        <a:buNone/>
                      </a:pPr>
                      <a:r>
                        <a:rPr b="1" lang="en" sz="1500">
                          <a:solidFill>
                            <a:srgbClr val="000000"/>
                          </a:solidFill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Thursday</a:t>
                      </a:r>
                      <a:endParaRPr b="1" sz="1500">
                        <a:solidFill>
                          <a:srgbClr val="000000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T="0" marB="0" marR="91425" marL="91425" anchor="ctr">
                    <a:lnL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1600"/>
                        </a:spcAft>
                        <a:buNone/>
                      </a:pPr>
                      <a:r>
                        <a:rPr b="1" lang="en" sz="1500">
                          <a:solidFill>
                            <a:srgbClr val="000000"/>
                          </a:solidFill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Friday</a:t>
                      </a:r>
                      <a:endParaRPr b="1" sz="1500">
                        <a:solidFill>
                          <a:srgbClr val="000000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T="0" marB="0" marR="91425" marL="91425" anchor="ctr">
                    <a:lnL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</a:tr>
              <a:tr h="81387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000000"/>
                          </a:solidFill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Morphology</a:t>
                      </a:r>
                      <a:endParaRPr>
                        <a:solidFill>
                          <a:srgbClr val="000000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T="0" marB="0" marR="91425" marL="91425" anchor="ctr">
                    <a:lnL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New Morphology</a:t>
                      </a:r>
                      <a:endParaRPr/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XYZ</a:t>
                      </a:r>
                      <a:endParaRPr/>
                    </a:p>
                  </a:txBody>
                  <a:tcPr marT="0" marB="0" marR="91425" marL="91425" anchor="ctr">
                    <a:lnL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Review Morphology</a:t>
                      </a:r>
                      <a:endParaRPr/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XYZ</a:t>
                      </a:r>
                      <a:endParaRPr/>
                    </a:p>
                  </a:txBody>
                  <a:tcPr marT="0" marB="0" marR="91425" marL="91425" anchor="ctr">
                    <a:lnL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New Morphology</a:t>
                      </a:r>
                      <a:endParaRPr/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XYZ</a:t>
                      </a:r>
                      <a:endParaRPr/>
                    </a:p>
                  </a:txBody>
                  <a:tcPr marT="0" marB="0" marR="91425" marL="91425" anchor="ctr">
                    <a:lnL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Review Morphology</a:t>
                      </a:r>
                      <a:endParaRPr/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XYZ</a:t>
                      </a:r>
                      <a:endParaRPr/>
                    </a:p>
                  </a:txBody>
                  <a:tcPr marT="0" marB="0" marR="91425" marL="91425" anchor="ctr">
                    <a:lnL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</a:rPr>
                        <a:t>Week </a:t>
                      </a:r>
                      <a:r>
                        <a:rPr lang="en">
                          <a:solidFill>
                            <a:schemeClr val="dk1"/>
                          </a:solidFill>
                        </a:rPr>
                        <a:t>Review</a:t>
                      </a:r>
                      <a:endParaRPr>
                        <a:solidFill>
                          <a:schemeClr val="dk1"/>
                        </a:solidFill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</a:rPr>
                        <a:t>XYZ</a:t>
                      </a:r>
                      <a:endParaRPr>
                        <a:solidFill>
                          <a:schemeClr val="dk1"/>
                        </a:solidFill>
                      </a:endParaRPr>
                    </a:p>
                  </a:txBody>
                  <a:tcPr marT="0" marB="0" marR="91425" marL="91425" anchor="ctr">
                    <a:lnL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81387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1600"/>
                        </a:spcAft>
                        <a:buNone/>
                      </a:pPr>
                      <a:r>
                        <a:rPr lang="en"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Grammar</a:t>
                      </a:r>
                      <a:endParaRPr>
                        <a:solidFill>
                          <a:srgbClr val="000000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T="0" marB="0" marR="91425" marL="91425" anchor="ctr">
                    <a:lnL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</a:rPr>
                        <a:t>XYZ</a:t>
                      </a:r>
                      <a:endParaRPr/>
                    </a:p>
                  </a:txBody>
                  <a:tcPr marT="0" marB="0" marR="91425" marL="91425" anchor="ctr">
                    <a:lnL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</a:rPr>
                        <a:t>XYZ</a:t>
                      </a:r>
                      <a:endParaRPr/>
                    </a:p>
                  </a:txBody>
                  <a:tcPr marT="63500" marB="63500" marR="63500" marL="63500" anchor="ctr">
                    <a:lnL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</a:rPr>
                        <a:t>XYZ</a:t>
                      </a:r>
                      <a:endParaRPr/>
                    </a:p>
                  </a:txBody>
                  <a:tcPr marT="63500" marB="63500" marR="63500" marL="63500" anchor="ctr">
                    <a:lnL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</a:rPr>
                        <a:t>XYZ</a:t>
                      </a:r>
                      <a:endParaRPr/>
                    </a:p>
                  </a:txBody>
                  <a:tcPr marT="63500" marB="63500" marR="63500" marL="63500" anchor="ctr">
                    <a:lnL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</a:rPr>
                        <a:t>Week Review</a:t>
                      </a:r>
                      <a:endParaRPr>
                        <a:solidFill>
                          <a:schemeClr val="dk1"/>
                        </a:solidFill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</a:rPr>
                        <a:t>XYZ</a:t>
                      </a:r>
                      <a:endParaRPr>
                        <a:solidFill>
                          <a:schemeClr val="dk1"/>
                        </a:solidFill>
                      </a:endParaRPr>
                    </a:p>
                  </a:txBody>
                  <a:tcPr marT="63500" marB="63500" marR="63500" marL="63500" anchor="ctr">
                    <a:lnL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81387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1600"/>
                        </a:spcAft>
                        <a:buNone/>
                      </a:pPr>
                      <a:r>
                        <a:rPr lang="en">
                          <a:solidFill>
                            <a:srgbClr val="000000"/>
                          </a:solidFill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Learned Words</a:t>
                      </a:r>
                      <a:endParaRPr>
                        <a:solidFill>
                          <a:srgbClr val="000000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T="0" marB="0" marR="91425" marL="91425" anchor="ctr">
                    <a:lnL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</a:rPr>
                        <a:t>New</a:t>
                      </a:r>
                      <a:r>
                        <a:rPr lang="en"/>
                        <a:t> learned words</a:t>
                      </a:r>
                      <a:endParaRPr/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XYZ</a:t>
                      </a:r>
                      <a:endParaRPr/>
                    </a:p>
                  </a:txBody>
                  <a:tcPr marT="63500" marB="63500" marR="63500" marL="63500" anchor="ctr">
                    <a:lnL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</a:rPr>
                        <a:t>Review </a:t>
                      </a:r>
                      <a:r>
                        <a:rPr lang="en"/>
                        <a:t>learned words </a:t>
                      </a:r>
                      <a:endParaRPr/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</a:rPr>
                        <a:t>XYZ</a:t>
                      </a:r>
                      <a:endParaRPr/>
                    </a:p>
                  </a:txBody>
                  <a:tcPr marT="63500" marB="63500" marR="63500" marL="63500" anchor="ctr">
                    <a:lnL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</a:rPr>
                        <a:t>New</a:t>
                      </a:r>
                      <a:r>
                        <a:rPr lang="en"/>
                        <a:t> learned words</a:t>
                      </a:r>
                      <a:endParaRPr/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</a:rPr>
                        <a:t>XYZ</a:t>
                      </a:r>
                      <a:endParaRPr/>
                    </a:p>
                  </a:txBody>
                  <a:tcPr marT="63500" marB="63500" marR="63500" marL="63500" anchor="ctr">
                    <a:lnL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</a:rPr>
                        <a:t>Review </a:t>
                      </a:r>
                      <a:r>
                        <a:rPr lang="en"/>
                        <a:t>learned words </a:t>
                      </a:r>
                      <a:endParaRPr/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</a:rPr>
                        <a:t>XYZ</a:t>
                      </a:r>
                      <a:endParaRPr/>
                    </a:p>
                  </a:txBody>
                  <a:tcPr marT="63500" marB="63500" marR="63500" marL="63500" anchor="ctr">
                    <a:lnL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</a:rPr>
                        <a:t>Week Review</a:t>
                      </a:r>
                      <a:endParaRPr>
                        <a:solidFill>
                          <a:schemeClr val="dk1"/>
                        </a:solidFill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</a:rPr>
                        <a:t>XYZ</a:t>
                      </a:r>
                      <a:endParaRPr>
                        <a:solidFill>
                          <a:schemeClr val="dk1"/>
                        </a:solidFill>
                      </a:endParaRPr>
                    </a:p>
                  </a:txBody>
                  <a:tcPr marT="63500" marB="63500" marR="63500" marL="63500" anchor="ctr">
                    <a:lnL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6407" name="Google Shape;6407;p314"/>
          <p:cNvGrpSpPr/>
          <p:nvPr/>
        </p:nvGrpSpPr>
        <p:grpSpPr>
          <a:xfrm>
            <a:off x="1326006" y="262581"/>
            <a:ext cx="6219864" cy="751228"/>
            <a:chOff x="7728915" y="2370420"/>
            <a:chExt cx="1034472" cy="222546"/>
          </a:xfrm>
        </p:grpSpPr>
        <p:sp>
          <p:nvSpPr>
            <p:cNvPr id="6408" name="Google Shape;6408;p314"/>
            <p:cNvSpPr/>
            <p:nvPr/>
          </p:nvSpPr>
          <p:spPr>
            <a:xfrm>
              <a:off x="7737238" y="2413890"/>
              <a:ext cx="167201" cy="172874"/>
            </a:xfrm>
            <a:custGeom>
              <a:rect b="b" l="l" r="r" t="t"/>
              <a:pathLst>
                <a:path extrusionOk="0" h="3261" w="3154">
                  <a:moveTo>
                    <a:pt x="2396" y="0"/>
                  </a:moveTo>
                  <a:cubicBezTo>
                    <a:pt x="2396" y="27"/>
                    <a:pt x="2379" y="54"/>
                    <a:pt x="2341" y="55"/>
                  </a:cubicBezTo>
                  <a:cubicBezTo>
                    <a:pt x="2153" y="65"/>
                    <a:pt x="1962" y="69"/>
                    <a:pt x="1769" y="69"/>
                  </a:cubicBezTo>
                  <a:cubicBezTo>
                    <a:pt x="1251" y="69"/>
                    <a:pt x="725" y="38"/>
                    <a:pt x="217" y="3"/>
                  </a:cubicBezTo>
                  <a:lnTo>
                    <a:pt x="217" y="3"/>
                  </a:lnTo>
                  <a:cubicBezTo>
                    <a:pt x="557" y="612"/>
                    <a:pt x="989" y="1160"/>
                    <a:pt x="1436" y="1696"/>
                  </a:cubicBezTo>
                  <a:cubicBezTo>
                    <a:pt x="1452" y="1716"/>
                    <a:pt x="1453" y="1739"/>
                    <a:pt x="1445" y="1759"/>
                  </a:cubicBezTo>
                  <a:cubicBezTo>
                    <a:pt x="1459" y="1781"/>
                    <a:pt x="1461" y="1812"/>
                    <a:pt x="1437" y="1838"/>
                  </a:cubicBezTo>
                  <a:cubicBezTo>
                    <a:pt x="978" y="2326"/>
                    <a:pt x="493" y="2807"/>
                    <a:pt x="1" y="3261"/>
                  </a:cubicBezTo>
                  <a:cubicBezTo>
                    <a:pt x="1049" y="3215"/>
                    <a:pt x="2102" y="3223"/>
                    <a:pt x="3153" y="3218"/>
                  </a:cubicBezTo>
                  <a:cubicBezTo>
                    <a:pt x="2894" y="3063"/>
                    <a:pt x="2646" y="2892"/>
                    <a:pt x="2419" y="2690"/>
                  </a:cubicBezTo>
                  <a:cubicBezTo>
                    <a:pt x="2407" y="2678"/>
                    <a:pt x="2405" y="2665"/>
                    <a:pt x="2407" y="2651"/>
                  </a:cubicBezTo>
                  <a:cubicBezTo>
                    <a:pt x="2397" y="2633"/>
                    <a:pt x="2398" y="2610"/>
                    <a:pt x="2412" y="2594"/>
                  </a:cubicBezTo>
                  <a:cubicBezTo>
                    <a:pt x="2411" y="2589"/>
                    <a:pt x="2409" y="2584"/>
                    <a:pt x="2409" y="2580"/>
                  </a:cubicBezTo>
                  <a:cubicBezTo>
                    <a:pt x="2396" y="2032"/>
                    <a:pt x="2454" y="1483"/>
                    <a:pt x="2449" y="935"/>
                  </a:cubicBezTo>
                  <a:cubicBezTo>
                    <a:pt x="2448" y="622"/>
                    <a:pt x="2435" y="311"/>
                    <a:pt x="24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314"/>
            <p:cNvSpPr/>
            <p:nvPr/>
          </p:nvSpPr>
          <p:spPr>
            <a:xfrm>
              <a:off x="8619035" y="2410179"/>
              <a:ext cx="135129" cy="175312"/>
            </a:xfrm>
            <a:custGeom>
              <a:rect b="b" l="l" r="r" t="t"/>
              <a:pathLst>
                <a:path extrusionOk="0" h="3307" w="2549">
                  <a:moveTo>
                    <a:pt x="2549" y="1"/>
                  </a:moveTo>
                  <a:cubicBezTo>
                    <a:pt x="2390" y="76"/>
                    <a:pt x="2205" y="93"/>
                    <a:pt x="2017" y="93"/>
                  </a:cubicBezTo>
                  <a:cubicBezTo>
                    <a:pt x="1859" y="93"/>
                    <a:pt x="1699" y="81"/>
                    <a:pt x="1549" y="79"/>
                  </a:cubicBezTo>
                  <a:cubicBezTo>
                    <a:pt x="1232" y="75"/>
                    <a:pt x="915" y="70"/>
                    <a:pt x="599" y="49"/>
                  </a:cubicBezTo>
                  <a:lnTo>
                    <a:pt x="599" y="49"/>
                  </a:lnTo>
                  <a:cubicBezTo>
                    <a:pt x="661" y="877"/>
                    <a:pt x="712" y="1715"/>
                    <a:pt x="657" y="2538"/>
                  </a:cubicBezTo>
                  <a:cubicBezTo>
                    <a:pt x="663" y="2551"/>
                    <a:pt x="663" y="2565"/>
                    <a:pt x="652" y="2581"/>
                  </a:cubicBezTo>
                  <a:cubicBezTo>
                    <a:pt x="462" y="2837"/>
                    <a:pt x="234" y="3084"/>
                    <a:pt x="0" y="3306"/>
                  </a:cubicBezTo>
                  <a:cubicBezTo>
                    <a:pt x="511" y="3251"/>
                    <a:pt x="1028" y="3230"/>
                    <a:pt x="1544" y="3230"/>
                  </a:cubicBezTo>
                  <a:cubicBezTo>
                    <a:pt x="1873" y="3230"/>
                    <a:pt x="2202" y="3239"/>
                    <a:pt x="2530" y="3253"/>
                  </a:cubicBezTo>
                  <a:cubicBezTo>
                    <a:pt x="2365" y="3056"/>
                    <a:pt x="2233" y="2834"/>
                    <a:pt x="2080" y="2627"/>
                  </a:cubicBezTo>
                  <a:cubicBezTo>
                    <a:pt x="1864" y="2332"/>
                    <a:pt x="1625" y="2062"/>
                    <a:pt x="1376" y="1795"/>
                  </a:cubicBezTo>
                  <a:cubicBezTo>
                    <a:pt x="1336" y="1752"/>
                    <a:pt x="1365" y="1698"/>
                    <a:pt x="1407" y="1686"/>
                  </a:cubicBezTo>
                  <a:cubicBezTo>
                    <a:pt x="1379" y="1671"/>
                    <a:pt x="1363" y="1632"/>
                    <a:pt x="1391" y="1599"/>
                  </a:cubicBezTo>
                  <a:cubicBezTo>
                    <a:pt x="1796" y="1113"/>
                    <a:pt x="2189" y="627"/>
                    <a:pt x="2534" y="94"/>
                  </a:cubicBezTo>
                  <a:cubicBezTo>
                    <a:pt x="2511" y="65"/>
                    <a:pt x="2507" y="21"/>
                    <a:pt x="25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314"/>
            <p:cNvSpPr/>
            <p:nvPr/>
          </p:nvSpPr>
          <p:spPr>
            <a:xfrm>
              <a:off x="7869820" y="2375244"/>
              <a:ext cx="779814" cy="175100"/>
            </a:xfrm>
            <a:custGeom>
              <a:rect b="b" l="l" r="r" t="t"/>
              <a:pathLst>
                <a:path extrusionOk="0" h="3303" w="14710">
                  <a:moveTo>
                    <a:pt x="1" y="1"/>
                  </a:moveTo>
                  <a:lnTo>
                    <a:pt x="1" y="1"/>
                  </a:lnTo>
                  <a:cubicBezTo>
                    <a:pt x="4" y="7"/>
                    <a:pt x="7" y="14"/>
                    <a:pt x="7" y="21"/>
                  </a:cubicBezTo>
                  <a:cubicBezTo>
                    <a:pt x="129" y="1078"/>
                    <a:pt x="213" y="2253"/>
                    <a:pt x="1" y="3303"/>
                  </a:cubicBezTo>
                  <a:cubicBezTo>
                    <a:pt x="1471" y="3229"/>
                    <a:pt x="2946" y="3217"/>
                    <a:pt x="4421" y="3217"/>
                  </a:cubicBezTo>
                  <a:cubicBezTo>
                    <a:pt x="5090" y="3217"/>
                    <a:pt x="5759" y="3220"/>
                    <a:pt x="6427" y="3220"/>
                  </a:cubicBezTo>
                  <a:cubicBezTo>
                    <a:pt x="6695" y="3220"/>
                    <a:pt x="6964" y="3219"/>
                    <a:pt x="7232" y="3218"/>
                  </a:cubicBezTo>
                  <a:cubicBezTo>
                    <a:pt x="7778" y="3216"/>
                    <a:pt x="8323" y="3215"/>
                    <a:pt x="8869" y="3215"/>
                  </a:cubicBezTo>
                  <a:cubicBezTo>
                    <a:pt x="10559" y="3215"/>
                    <a:pt x="12249" y="3225"/>
                    <a:pt x="13939" y="3242"/>
                  </a:cubicBezTo>
                  <a:cubicBezTo>
                    <a:pt x="13952" y="3228"/>
                    <a:pt x="13972" y="3220"/>
                    <a:pt x="13992" y="3220"/>
                  </a:cubicBezTo>
                  <a:cubicBezTo>
                    <a:pt x="14011" y="3220"/>
                    <a:pt x="14031" y="3228"/>
                    <a:pt x="14042" y="3243"/>
                  </a:cubicBezTo>
                  <a:cubicBezTo>
                    <a:pt x="14185" y="3244"/>
                    <a:pt x="14330" y="3245"/>
                    <a:pt x="14474" y="3247"/>
                  </a:cubicBezTo>
                  <a:cubicBezTo>
                    <a:pt x="14477" y="3228"/>
                    <a:pt x="14492" y="3211"/>
                    <a:pt x="14518" y="3210"/>
                  </a:cubicBezTo>
                  <a:cubicBezTo>
                    <a:pt x="14559" y="3209"/>
                    <a:pt x="14601" y="3207"/>
                    <a:pt x="14642" y="3207"/>
                  </a:cubicBezTo>
                  <a:lnTo>
                    <a:pt x="14670" y="3207"/>
                  </a:lnTo>
                  <a:cubicBezTo>
                    <a:pt x="14682" y="3197"/>
                    <a:pt x="14693" y="3186"/>
                    <a:pt x="14705" y="3177"/>
                  </a:cubicBezTo>
                  <a:lnTo>
                    <a:pt x="14710" y="3175"/>
                  </a:lnTo>
                  <a:cubicBezTo>
                    <a:pt x="14632" y="2149"/>
                    <a:pt x="14635" y="1119"/>
                    <a:pt x="14546" y="93"/>
                  </a:cubicBezTo>
                  <a:lnTo>
                    <a:pt x="14543" y="93"/>
                  </a:lnTo>
                  <a:cubicBezTo>
                    <a:pt x="13973" y="100"/>
                    <a:pt x="13402" y="103"/>
                    <a:pt x="12831" y="103"/>
                  </a:cubicBezTo>
                  <a:cubicBezTo>
                    <a:pt x="10957" y="103"/>
                    <a:pt x="9082" y="71"/>
                    <a:pt x="7210" y="57"/>
                  </a:cubicBezTo>
                  <a:cubicBezTo>
                    <a:pt x="5992" y="49"/>
                    <a:pt x="4772" y="38"/>
                    <a:pt x="3553" y="32"/>
                  </a:cubicBezTo>
                  <a:cubicBezTo>
                    <a:pt x="3436" y="31"/>
                    <a:pt x="3319" y="31"/>
                    <a:pt x="3202" y="31"/>
                  </a:cubicBezTo>
                  <a:cubicBezTo>
                    <a:pt x="2695" y="31"/>
                    <a:pt x="2186" y="36"/>
                    <a:pt x="1677" y="36"/>
                  </a:cubicBezTo>
                  <a:cubicBezTo>
                    <a:pt x="1118" y="36"/>
                    <a:pt x="558" y="29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314"/>
            <p:cNvSpPr/>
            <p:nvPr/>
          </p:nvSpPr>
          <p:spPr>
            <a:xfrm>
              <a:off x="8615165" y="2551455"/>
              <a:ext cx="25234" cy="25022"/>
            </a:xfrm>
            <a:custGeom>
              <a:rect b="b" l="l" r="r" t="t"/>
              <a:pathLst>
                <a:path extrusionOk="0" h="472" w="476">
                  <a:moveTo>
                    <a:pt x="476" y="0"/>
                  </a:moveTo>
                  <a:cubicBezTo>
                    <a:pt x="470" y="3"/>
                    <a:pt x="464" y="5"/>
                    <a:pt x="458" y="5"/>
                  </a:cubicBezTo>
                  <a:cubicBezTo>
                    <a:pt x="305" y="4"/>
                    <a:pt x="152" y="3"/>
                    <a:pt x="0" y="2"/>
                  </a:cubicBezTo>
                  <a:lnTo>
                    <a:pt x="0" y="2"/>
                  </a:lnTo>
                  <a:cubicBezTo>
                    <a:pt x="24" y="156"/>
                    <a:pt x="29" y="315"/>
                    <a:pt x="15" y="471"/>
                  </a:cubicBezTo>
                  <a:cubicBezTo>
                    <a:pt x="159" y="308"/>
                    <a:pt x="313" y="147"/>
                    <a:pt x="4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314"/>
            <p:cNvSpPr/>
            <p:nvPr/>
          </p:nvSpPr>
          <p:spPr>
            <a:xfrm>
              <a:off x="7873107" y="2555696"/>
              <a:ext cx="41085" cy="27513"/>
            </a:xfrm>
            <a:custGeom>
              <a:rect b="b" l="l" r="r" t="t"/>
              <a:pathLst>
                <a:path extrusionOk="0" h="519" w="775">
                  <a:moveTo>
                    <a:pt x="1" y="0"/>
                  </a:moveTo>
                  <a:cubicBezTo>
                    <a:pt x="259" y="173"/>
                    <a:pt x="513" y="351"/>
                    <a:pt x="774" y="518"/>
                  </a:cubicBezTo>
                  <a:cubicBezTo>
                    <a:pt x="754" y="347"/>
                    <a:pt x="748" y="174"/>
                    <a:pt x="762" y="2"/>
                  </a:cubicBezTo>
                  <a:cubicBezTo>
                    <a:pt x="508" y="2"/>
                    <a:pt x="255" y="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314"/>
            <p:cNvSpPr/>
            <p:nvPr/>
          </p:nvSpPr>
          <p:spPr>
            <a:xfrm>
              <a:off x="8691290" y="2406733"/>
              <a:ext cx="72097" cy="92931"/>
            </a:xfrm>
            <a:custGeom>
              <a:rect b="b" l="l" r="r" t="t"/>
              <a:pathLst>
                <a:path extrusionOk="0" h="1753" w="1360">
                  <a:moveTo>
                    <a:pt x="1202" y="1"/>
                  </a:moveTo>
                  <a:lnTo>
                    <a:pt x="1186" y="66"/>
                  </a:lnTo>
                  <a:cubicBezTo>
                    <a:pt x="1144" y="86"/>
                    <a:pt x="1148" y="130"/>
                    <a:pt x="1171" y="159"/>
                  </a:cubicBezTo>
                  <a:cubicBezTo>
                    <a:pt x="826" y="692"/>
                    <a:pt x="433" y="1178"/>
                    <a:pt x="28" y="1664"/>
                  </a:cubicBezTo>
                  <a:cubicBezTo>
                    <a:pt x="0" y="1697"/>
                    <a:pt x="15" y="1736"/>
                    <a:pt x="44" y="1751"/>
                  </a:cubicBezTo>
                  <a:lnTo>
                    <a:pt x="86" y="1753"/>
                  </a:lnTo>
                  <a:cubicBezTo>
                    <a:pt x="92" y="1751"/>
                    <a:pt x="98" y="1746"/>
                    <a:pt x="104" y="1741"/>
                  </a:cubicBezTo>
                  <a:cubicBezTo>
                    <a:pt x="597" y="1303"/>
                    <a:pt x="1003" y="759"/>
                    <a:pt x="1337" y="191"/>
                  </a:cubicBezTo>
                  <a:cubicBezTo>
                    <a:pt x="1359" y="152"/>
                    <a:pt x="1344" y="116"/>
                    <a:pt x="1318" y="96"/>
                  </a:cubicBezTo>
                  <a:cubicBezTo>
                    <a:pt x="1321" y="62"/>
                    <a:pt x="1296" y="30"/>
                    <a:pt x="1264" y="19"/>
                  </a:cubicBezTo>
                  <a:cubicBezTo>
                    <a:pt x="1244" y="11"/>
                    <a:pt x="1223" y="5"/>
                    <a:pt x="1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314"/>
            <p:cNvSpPr/>
            <p:nvPr/>
          </p:nvSpPr>
          <p:spPr>
            <a:xfrm>
              <a:off x="7728915" y="2370420"/>
              <a:ext cx="1031411" cy="222546"/>
            </a:xfrm>
            <a:custGeom>
              <a:rect b="b" l="l" r="r" t="t"/>
              <a:pathLst>
                <a:path extrusionOk="0" h="4198" w="19456">
                  <a:moveTo>
                    <a:pt x="2659" y="92"/>
                  </a:moveTo>
                  <a:lnTo>
                    <a:pt x="2659" y="92"/>
                  </a:lnTo>
                  <a:cubicBezTo>
                    <a:pt x="3216" y="120"/>
                    <a:pt x="3776" y="127"/>
                    <a:pt x="4335" y="127"/>
                  </a:cubicBezTo>
                  <a:cubicBezTo>
                    <a:pt x="4844" y="127"/>
                    <a:pt x="5353" y="122"/>
                    <a:pt x="5860" y="122"/>
                  </a:cubicBezTo>
                  <a:cubicBezTo>
                    <a:pt x="5977" y="122"/>
                    <a:pt x="6094" y="122"/>
                    <a:pt x="6211" y="123"/>
                  </a:cubicBezTo>
                  <a:cubicBezTo>
                    <a:pt x="7430" y="129"/>
                    <a:pt x="8650" y="140"/>
                    <a:pt x="9868" y="148"/>
                  </a:cubicBezTo>
                  <a:cubicBezTo>
                    <a:pt x="11740" y="162"/>
                    <a:pt x="13615" y="194"/>
                    <a:pt x="15489" y="194"/>
                  </a:cubicBezTo>
                  <a:cubicBezTo>
                    <a:pt x="16060" y="194"/>
                    <a:pt x="16631" y="191"/>
                    <a:pt x="17201" y="184"/>
                  </a:cubicBezTo>
                  <a:lnTo>
                    <a:pt x="17204" y="184"/>
                  </a:lnTo>
                  <a:cubicBezTo>
                    <a:pt x="17293" y="1210"/>
                    <a:pt x="17290" y="2239"/>
                    <a:pt x="17368" y="3266"/>
                  </a:cubicBezTo>
                  <a:lnTo>
                    <a:pt x="17363" y="3268"/>
                  </a:lnTo>
                  <a:cubicBezTo>
                    <a:pt x="17351" y="3277"/>
                    <a:pt x="17339" y="3288"/>
                    <a:pt x="17328" y="3298"/>
                  </a:cubicBezTo>
                  <a:lnTo>
                    <a:pt x="17300" y="3298"/>
                  </a:lnTo>
                  <a:cubicBezTo>
                    <a:pt x="17259" y="3298"/>
                    <a:pt x="17217" y="3300"/>
                    <a:pt x="17176" y="3301"/>
                  </a:cubicBezTo>
                  <a:cubicBezTo>
                    <a:pt x="17150" y="3302"/>
                    <a:pt x="17135" y="3319"/>
                    <a:pt x="17132" y="3338"/>
                  </a:cubicBezTo>
                  <a:cubicBezTo>
                    <a:pt x="16988" y="3336"/>
                    <a:pt x="16843" y="3335"/>
                    <a:pt x="16699" y="3334"/>
                  </a:cubicBezTo>
                  <a:cubicBezTo>
                    <a:pt x="16688" y="3319"/>
                    <a:pt x="16669" y="3311"/>
                    <a:pt x="16650" y="3311"/>
                  </a:cubicBezTo>
                  <a:cubicBezTo>
                    <a:pt x="16630" y="3311"/>
                    <a:pt x="16610" y="3319"/>
                    <a:pt x="16597" y="3333"/>
                  </a:cubicBezTo>
                  <a:cubicBezTo>
                    <a:pt x="14907" y="3316"/>
                    <a:pt x="13217" y="3306"/>
                    <a:pt x="11527" y="3306"/>
                  </a:cubicBezTo>
                  <a:cubicBezTo>
                    <a:pt x="10981" y="3306"/>
                    <a:pt x="10436" y="3307"/>
                    <a:pt x="9890" y="3309"/>
                  </a:cubicBezTo>
                  <a:cubicBezTo>
                    <a:pt x="9622" y="3310"/>
                    <a:pt x="9354" y="3311"/>
                    <a:pt x="9085" y="3311"/>
                  </a:cubicBezTo>
                  <a:cubicBezTo>
                    <a:pt x="8417" y="3311"/>
                    <a:pt x="7748" y="3308"/>
                    <a:pt x="7079" y="3308"/>
                  </a:cubicBezTo>
                  <a:cubicBezTo>
                    <a:pt x="5605" y="3308"/>
                    <a:pt x="4130" y="3320"/>
                    <a:pt x="2659" y="3394"/>
                  </a:cubicBezTo>
                  <a:cubicBezTo>
                    <a:pt x="2871" y="2344"/>
                    <a:pt x="2787" y="1169"/>
                    <a:pt x="2665" y="112"/>
                  </a:cubicBezTo>
                  <a:cubicBezTo>
                    <a:pt x="2665" y="105"/>
                    <a:pt x="2662" y="98"/>
                    <a:pt x="2659" y="92"/>
                  </a:cubicBezTo>
                  <a:close/>
                  <a:moveTo>
                    <a:pt x="17194" y="3415"/>
                  </a:moveTo>
                  <a:cubicBezTo>
                    <a:pt x="17031" y="3562"/>
                    <a:pt x="16877" y="3723"/>
                    <a:pt x="16733" y="3886"/>
                  </a:cubicBezTo>
                  <a:cubicBezTo>
                    <a:pt x="16747" y="3730"/>
                    <a:pt x="16742" y="3571"/>
                    <a:pt x="16718" y="3417"/>
                  </a:cubicBezTo>
                  <a:lnTo>
                    <a:pt x="16718" y="3417"/>
                  </a:lnTo>
                  <a:cubicBezTo>
                    <a:pt x="16870" y="3418"/>
                    <a:pt x="17023" y="3419"/>
                    <a:pt x="17176" y="3420"/>
                  </a:cubicBezTo>
                  <a:cubicBezTo>
                    <a:pt x="17182" y="3420"/>
                    <a:pt x="17188" y="3418"/>
                    <a:pt x="17194" y="3415"/>
                  </a:cubicBezTo>
                  <a:close/>
                  <a:moveTo>
                    <a:pt x="2721" y="3495"/>
                  </a:moveTo>
                  <a:lnTo>
                    <a:pt x="2721" y="3495"/>
                  </a:lnTo>
                  <a:cubicBezTo>
                    <a:pt x="2975" y="3497"/>
                    <a:pt x="3228" y="3497"/>
                    <a:pt x="3482" y="3497"/>
                  </a:cubicBezTo>
                  <a:cubicBezTo>
                    <a:pt x="3468" y="3669"/>
                    <a:pt x="3474" y="3842"/>
                    <a:pt x="3494" y="4013"/>
                  </a:cubicBezTo>
                  <a:cubicBezTo>
                    <a:pt x="3233" y="3846"/>
                    <a:pt x="2979" y="3668"/>
                    <a:pt x="2721" y="3495"/>
                  </a:cubicBezTo>
                  <a:close/>
                  <a:moveTo>
                    <a:pt x="3773" y="0"/>
                  </a:moveTo>
                  <a:cubicBezTo>
                    <a:pt x="3374" y="0"/>
                    <a:pt x="2976" y="6"/>
                    <a:pt x="2580" y="24"/>
                  </a:cubicBezTo>
                  <a:cubicBezTo>
                    <a:pt x="2563" y="25"/>
                    <a:pt x="2553" y="36"/>
                    <a:pt x="2550" y="48"/>
                  </a:cubicBezTo>
                  <a:cubicBezTo>
                    <a:pt x="2528" y="59"/>
                    <a:pt x="2513" y="79"/>
                    <a:pt x="2516" y="111"/>
                  </a:cubicBezTo>
                  <a:cubicBezTo>
                    <a:pt x="2537" y="347"/>
                    <a:pt x="2556" y="584"/>
                    <a:pt x="2572" y="819"/>
                  </a:cubicBezTo>
                  <a:cubicBezTo>
                    <a:pt x="2592" y="1131"/>
                    <a:pt x="2605" y="1442"/>
                    <a:pt x="2607" y="1755"/>
                  </a:cubicBezTo>
                  <a:cubicBezTo>
                    <a:pt x="2611" y="2303"/>
                    <a:pt x="2553" y="2852"/>
                    <a:pt x="2566" y="3399"/>
                  </a:cubicBezTo>
                  <a:cubicBezTo>
                    <a:pt x="2566" y="3404"/>
                    <a:pt x="2568" y="3409"/>
                    <a:pt x="2569" y="3413"/>
                  </a:cubicBezTo>
                  <a:cubicBezTo>
                    <a:pt x="2556" y="3429"/>
                    <a:pt x="2554" y="3453"/>
                    <a:pt x="2564" y="3471"/>
                  </a:cubicBezTo>
                  <a:cubicBezTo>
                    <a:pt x="2562" y="3484"/>
                    <a:pt x="2564" y="3498"/>
                    <a:pt x="2576" y="3509"/>
                  </a:cubicBezTo>
                  <a:cubicBezTo>
                    <a:pt x="2803" y="3712"/>
                    <a:pt x="3051" y="3882"/>
                    <a:pt x="3310" y="4037"/>
                  </a:cubicBezTo>
                  <a:cubicBezTo>
                    <a:pt x="2260" y="4043"/>
                    <a:pt x="1207" y="4034"/>
                    <a:pt x="158" y="4081"/>
                  </a:cubicBezTo>
                  <a:cubicBezTo>
                    <a:pt x="650" y="3627"/>
                    <a:pt x="1136" y="3146"/>
                    <a:pt x="1594" y="2658"/>
                  </a:cubicBezTo>
                  <a:cubicBezTo>
                    <a:pt x="1619" y="2631"/>
                    <a:pt x="1616" y="2601"/>
                    <a:pt x="1602" y="2579"/>
                  </a:cubicBezTo>
                  <a:cubicBezTo>
                    <a:pt x="1610" y="2559"/>
                    <a:pt x="1610" y="2536"/>
                    <a:pt x="1593" y="2516"/>
                  </a:cubicBezTo>
                  <a:cubicBezTo>
                    <a:pt x="1146" y="1980"/>
                    <a:pt x="716" y="1432"/>
                    <a:pt x="374" y="822"/>
                  </a:cubicBezTo>
                  <a:lnTo>
                    <a:pt x="374" y="822"/>
                  </a:lnTo>
                  <a:cubicBezTo>
                    <a:pt x="887" y="857"/>
                    <a:pt x="1416" y="889"/>
                    <a:pt x="1937" y="889"/>
                  </a:cubicBezTo>
                  <a:cubicBezTo>
                    <a:pt x="2125" y="889"/>
                    <a:pt x="2313" y="884"/>
                    <a:pt x="2498" y="875"/>
                  </a:cubicBezTo>
                  <a:cubicBezTo>
                    <a:pt x="2536" y="873"/>
                    <a:pt x="2553" y="847"/>
                    <a:pt x="2553" y="820"/>
                  </a:cubicBezTo>
                  <a:cubicBezTo>
                    <a:pt x="2553" y="793"/>
                    <a:pt x="2535" y="766"/>
                    <a:pt x="2498" y="762"/>
                  </a:cubicBezTo>
                  <a:cubicBezTo>
                    <a:pt x="2059" y="717"/>
                    <a:pt x="1605" y="704"/>
                    <a:pt x="1154" y="704"/>
                  </a:cubicBezTo>
                  <a:cubicBezTo>
                    <a:pt x="878" y="704"/>
                    <a:pt x="603" y="709"/>
                    <a:pt x="333" y="715"/>
                  </a:cubicBezTo>
                  <a:cubicBezTo>
                    <a:pt x="320" y="715"/>
                    <a:pt x="311" y="719"/>
                    <a:pt x="301" y="725"/>
                  </a:cubicBezTo>
                  <a:cubicBezTo>
                    <a:pt x="296" y="724"/>
                    <a:pt x="291" y="723"/>
                    <a:pt x="286" y="723"/>
                  </a:cubicBezTo>
                  <a:cubicBezTo>
                    <a:pt x="248" y="723"/>
                    <a:pt x="208" y="764"/>
                    <a:pt x="233" y="810"/>
                  </a:cubicBezTo>
                  <a:cubicBezTo>
                    <a:pt x="582" y="1447"/>
                    <a:pt x="973" y="2057"/>
                    <a:pt x="1487" y="2575"/>
                  </a:cubicBezTo>
                  <a:cubicBezTo>
                    <a:pt x="989" y="3022"/>
                    <a:pt x="505" y="3513"/>
                    <a:pt x="67" y="4018"/>
                  </a:cubicBezTo>
                  <a:cubicBezTo>
                    <a:pt x="47" y="4040"/>
                    <a:pt x="50" y="4066"/>
                    <a:pt x="63" y="4085"/>
                  </a:cubicBezTo>
                  <a:cubicBezTo>
                    <a:pt x="1" y="4091"/>
                    <a:pt x="1" y="4184"/>
                    <a:pt x="66" y="4185"/>
                  </a:cubicBezTo>
                  <a:cubicBezTo>
                    <a:pt x="382" y="4194"/>
                    <a:pt x="697" y="4197"/>
                    <a:pt x="1013" y="4197"/>
                  </a:cubicBezTo>
                  <a:cubicBezTo>
                    <a:pt x="1847" y="4197"/>
                    <a:pt x="2682" y="4174"/>
                    <a:pt x="3514" y="4165"/>
                  </a:cubicBezTo>
                  <a:cubicBezTo>
                    <a:pt x="3556" y="4164"/>
                    <a:pt x="3576" y="4130"/>
                    <a:pt x="3575" y="4098"/>
                  </a:cubicBezTo>
                  <a:cubicBezTo>
                    <a:pt x="3598" y="4092"/>
                    <a:pt x="3616" y="4075"/>
                    <a:pt x="3614" y="4044"/>
                  </a:cubicBezTo>
                  <a:cubicBezTo>
                    <a:pt x="3601" y="3862"/>
                    <a:pt x="3600" y="3680"/>
                    <a:pt x="3601" y="3497"/>
                  </a:cubicBezTo>
                  <a:cubicBezTo>
                    <a:pt x="5697" y="3493"/>
                    <a:pt x="7794" y="3412"/>
                    <a:pt x="9890" y="3401"/>
                  </a:cubicBezTo>
                  <a:cubicBezTo>
                    <a:pt x="10703" y="3397"/>
                    <a:pt x="11516" y="3395"/>
                    <a:pt x="12329" y="3395"/>
                  </a:cubicBezTo>
                  <a:cubicBezTo>
                    <a:pt x="13748" y="3395"/>
                    <a:pt x="15167" y="3402"/>
                    <a:pt x="16586" y="3415"/>
                  </a:cubicBezTo>
                  <a:cubicBezTo>
                    <a:pt x="16600" y="3637"/>
                    <a:pt x="16604" y="3855"/>
                    <a:pt x="16603" y="4079"/>
                  </a:cubicBezTo>
                  <a:cubicBezTo>
                    <a:pt x="16562" y="4092"/>
                    <a:pt x="16561" y="4159"/>
                    <a:pt x="16611" y="4159"/>
                  </a:cubicBezTo>
                  <a:cubicBezTo>
                    <a:pt x="16612" y="4159"/>
                    <a:pt x="16612" y="4159"/>
                    <a:pt x="16613" y="4159"/>
                  </a:cubicBezTo>
                  <a:cubicBezTo>
                    <a:pt x="17326" y="4141"/>
                    <a:pt x="18037" y="4114"/>
                    <a:pt x="18749" y="4114"/>
                  </a:cubicBezTo>
                  <a:cubicBezTo>
                    <a:pt x="18946" y="4114"/>
                    <a:pt x="19143" y="4116"/>
                    <a:pt x="19341" y="4121"/>
                  </a:cubicBezTo>
                  <a:cubicBezTo>
                    <a:pt x="19373" y="4121"/>
                    <a:pt x="19391" y="4100"/>
                    <a:pt x="19396" y="4076"/>
                  </a:cubicBezTo>
                  <a:cubicBezTo>
                    <a:pt x="19397" y="4077"/>
                    <a:pt x="19398" y="4077"/>
                    <a:pt x="19399" y="4077"/>
                  </a:cubicBezTo>
                  <a:cubicBezTo>
                    <a:pt x="19428" y="4077"/>
                    <a:pt x="19456" y="4043"/>
                    <a:pt x="19437" y="4012"/>
                  </a:cubicBezTo>
                  <a:cubicBezTo>
                    <a:pt x="19103" y="3446"/>
                    <a:pt x="18737" y="2909"/>
                    <a:pt x="18260" y="2449"/>
                  </a:cubicBezTo>
                  <a:cubicBezTo>
                    <a:pt x="18254" y="2443"/>
                    <a:pt x="18247" y="2440"/>
                    <a:pt x="18240" y="2437"/>
                  </a:cubicBezTo>
                  <a:lnTo>
                    <a:pt x="18198" y="2434"/>
                  </a:lnTo>
                  <a:cubicBezTo>
                    <a:pt x="18156" y="2447"/>
                    <a:pt x="18129" y="2502"/>
                    <a:pt x="18167" y="2543"/>
                  </a:cubicBezTo>
                  <a:cubicBezTo>
                    <a:pt x="18416" y="2811"/>
                    <a:pt x="18655" y="3081"/>
                    <a:pt x="18872" y="3377"/>
                  </a:cubicBezTo>
                  <a:cubicBezTo>
                    <a:pt x="19024" y="3583"/>
                    <a:pt x="19156" y="3805"/>
                    <a:pt x="19321" y="4002"/>
                  </a:cubicBezTo>
                  <a:cubicBezTo>
                    <a:pt x="18993" y="3988"/>
                    <a:pt x="18664" y="3979"/>
                    <a:pt x="18335" y="3979"/>
                  </a:cubicBezTo>
                  <a:cubicBezTo>
                    <a:pt x="17819" y="3979"/>
                    <a:pt x="17302" y="4000"/>
                    <a:pt x="16791" y="4055"/>
                  </a:cubicBezTo>
                  <a:cubicBezTo>
                    <a:pt x="17025" y="3834"/>
                    <a:pt x="17254" y="3586"/>
                    <a:pt x="17443" y="3330"/>
                  </a:cubicBezTo>
                  <a:cubicBezTo>
                    <a:pt x="17454" y="3315"/>
                    <a:pt x="17454" y="3300"/>
                    <a:pt x="17449" y="3287"/>
                  </a:cubicBezTo>
                  <a:cubicBezTo>
                    <a:pt x="17503" y="2464"/>
                    <a:pt x="17452" y="1627"/>
                    <a:pt x="17390" y="799"/>
                  </a:cubicBezTo>
                  <a:lnTo>
                    <a:pt x="17390" y="799"/>
                  </a:lnTo>
                  <a:cubicBezTo>
                    <a:pt x="17707" y="819"/>
                    <a:pt x="18023" y="825"/>
                    <a:pt x="18340" y="829"/>
                  </a:cubicBezTo>
                  <a:cubicBezTo>
                    <a:pt x="18490" y="830"/>
                    <a:pt x="18651" y="843"/>
                    <a:pt x="18810" y="843"/>
                  </a:cubicBezTo>
                  <a:cubicBezTo>
                    <a:pt x="18997" y="843"/>
                    <a:pt x="19181" y="825"/>
                    <a:pt x="19340" y="751"/>
                  </a:cubicBezTo>
                  <a:lnTo>
                    <a:pt x="19356" y="685"/>
                  </a:lnTo>
                  <a:cubicBezTo>
                    <a:pt x="19265" y="662"/>
                    <a:pt x="19164" y="655"/>
                    <a:pt x="19059" y="655"/>
                  </a:cubicBezTo>
                  <a:cubicBezTo>
                    <a:pt x="18865" y="655"/>
                    <a:pt x="18660" y="680"/>
                    <a:pt x="18495" y="680"/>
                  </a:cubicBezTo>
                  <a:cubicBezTo>
                    <a:pt x="18123" y="680"/>
                    <a:pt x="17753" y="682"/>
                    <a:pt x="17383" y="705"/>
                  </a:cubicBezTo>
                  <a:cubicBezTo>
                    <a:pt x="17369" y="516"/>
                    <a:pt x="17353" y="327"/>
                    <a:pt x="17339" y="139"/>
                  </a:cubicBezTo>
                  <a:cubicBezTo>
                    <a:pt x="17335" y="95"/>
                    <a:pt x="17299" y="72"/>
                    <a:pt x="17265" y="72"/>
                  </a:cubicBezTo>
                  <a:cubicBezTo>
                    <a:pt x="17249" y="72"/>
                    <a:pt x="17233" y="77"/>
                    <a:pt x="17222" y="87"/>
                  </a:cubicBezTo>
                  <a:cubicBezTo>
                    <a:pt x="17215" y="85"/>
                    <a:pt x="17209" y="83"/>
                    <a:pt x="17202" y="83"/>
                  </a:cubicBezTo>
                  <a:cubicBezTo>
                    <a:pt x="14759" y="28"/>
                    <a:pt x="12312" y="49"/>
                    <a:pt x="9868" y="40"/>
                  </a:cubicBezTo>
                  <a:cubicBezTo>
                    <a:pt x="8650" y="37"/>
                    <a:pt x="7431" y="34"/>
                    <a:pt x="6211" y="29"/>
                  </a:cubicBezTo>
                  <a:cubicBezTo>
                    <a:pt x="5402" y="26"/>
                    <a:pt x="4586" y="0"/>
                    <a:pt x="37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15" name="Google Shape;6415;p314"/>
          <p:cNvSpPr txBox="1"/>
          <p:nvPr>
            <p:ph type="title"/>
          </p:nvPr>
        </p:nvSpPr>
        <p:spPr>
          <a:xfrm>
            <a:off x="2336253" y="301832"/>
            <a:ext cx="4321200" cy="46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Luckiest Guy"/>
                <a:ea typeface="Luckiest Guy"/>
                <a:cs typeface="Luckiest Guy"/>
                <a:sym typeface="Luckiest Guy"/>
              </a:rPr>
              <a:t>Weekly Overview</a:t>
            </a:r>
            <a:endParaRPr>
              <a:latin typeface="Luckiest Guy"/>
              <a:ea typeface="Luckiest Guy"/>
              <a:cs typeface="Luckiest Guy"/>
              <a:sym typeface="Luckiest Guy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1"/>
        </a:solidFill>
      </p:bgPr>
    </p:bg>
    <p:spTree>
      <p:nvGrpSpPr>
        <p:cNvPr id="6419" name="Shape 64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20" name="Google Shape;6420;p315"/>
          <p:cNvSpPr txBox="1"/>
          <p:nvPr/>
        </p:nvSpPr>
        <p:spPr>
          <a:xfrm>
            <a:off x="457950" y="1081050"/>
            <a:ext cx="8228100" cy="2981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Arial"/>
              <a:buNone/>
            </a:pPr>
            <a:r>
              <a:rPr b="1" lang="en" sz="3400">
                <a:solidFill>
                  <a:schemeClr val="lt1"/>
                </a:solidFill>
              </a:rPr>
              <a:t>Morphology Review</a:t>
            </a:r>
            <a:endParaRPr b="1" sz="3400">
              <a:solidFill>
                <a:schemeClr val="lt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rial"/>
              <a:buNone/>
            </a:pPr>
            <a:r>
              <a:rPr b="1" lang="en">
                <a:solidFill>
                  <a:schemeClr val="lt1"/>
                </a:solidFill>
              </a:rPr>
              <a:t>2 mins</a:t>
            </a:r>
            <a:endParaRPr b="1" sz="3400">
              <a:solidFill>
                <a:schemeClr val="lt1"/>
              </a:solidFill>
            </a:endParaRPr>
          </a:p>
        </p:txBody>
      </p:sp>
      <p:sp>
        <p:nvSpPr>
          <p:cNvPr id="6421" name="Google Shape;6421;p315"/>
          <p:cNvSpPr txBox="1"/>
          <p:nvPr/>
        </p:nvSpPr>
        <p:spPr>
          <a:xfrm>
            <a:off x="468400" y="4793325"/>
            <a:ext cx="3305400" cy="15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t/>
            </a:r>
            <a:endParaRPr b="0" i="0" sz="800" u="none" cap="none" strike="noStrike">
              <a:solidFill>
                <a:srgbClr val="FFFFFF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6422" name="Google Shape;6422;p315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6423" name="Google Shape;6423;p31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180100" y="152400"/>
            <a:ext cx="895350" cy="7810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2CC"/>
        </a:solidFill>
      </p:bgPr>
    </p:bg>
    <p:spTree>
      <p:nvGrpSpPr>
        <p:cNvPr id="6427" name="Shape 6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28" name="Google Shape;6428;p316"/>
          <p:cNvSpPr txBox="1"/>
          <p:nvPr/>
        </p:nvSpPr>
        <p:spPr>
          <a:xfrm>
            <a:off x="468400" y="4793325"/>
            <a:ext cx="3305400" cy="15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t/>
            </a:r>
            <a:endParaRPr b="0" i="0" sz="800" u="none" cap="none" strike="noStrike">
              <a:solidFill>
                <a:srgbClr val="00A099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6429" name="Google Shape;6429;p316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6430" name="Google Shape;6430;p31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262900" y="232188"/>
            <a:ext cx="741325" cy="734637"/>
          </a:xfrm>
          <a:prstGeom prst="rect">
            <a:avLst/>
          </a:prstGeom>
          <a:noFill/>
          <a:ln>
            <a:noFill/>
          </a:ln>
        </p:spPr>
      </p:pic>
      <p:sp>
        <p:nvSpPr>
          <p:cNvPr id="6431" name="Google Shape;6431;p316"/>
          <p:cNvSpPr txBox="1"/>
          <p:nvPr/>
        </p:nvSpPr>
        <p:spPr>
          <a:xfrm>
            <a:off x="1940850" y="2048400"/>
            <a:ext cx="5262300" cy="104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5600">
                <a:latin typeface="Lexend"/>
                <a:ea typeface="Lexend"/>
                <a:cs typeface="Lexend"/>
                <a:sym typeface="Lexend"/>
              </a:rPr>
              <a:t>XYZ</a:t>
            </a:r>
            <a:endParaRPr sz="5600">
              <a:latin typeface="Lexend"/>
              <a:ea typeface="Lexend"/>
              <a:cs typeface="Lexend"/>
              <a:sym typeface="Lexend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6435" name="Shape 6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36" name="Google Shape;6436;p317"/>
          <p:cNvSpPr txBox="1"/>
          <p:nvPr/>
        </p:nvSpPr>
        <p:spPr>
          <a:xfrm>
            <a:off x="468400" y="4793325"/>
            <a:ext cx="3305400" cy="15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t/>
            </a:r>
            <a:endParaRPr b="0" i="0" sz="800" u="none" cap="none" strike="noStrike">
              <a:solidFill>
                <a:srgbClr val="00A099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6437" name="Google Shape;6437;p317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6438" name="Google Shape;6438;p31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262900" y="232188"/>
            <a:ext cx="741325" cy="734637"/>
          </a:xfrm>
          <a:prstGeom prst="rect">
            <a:avLst/>
          </a:prstGeom>
          <a:noFill/>
          <a:ln>
            <a:noFill/>
          </a:ln>
        </p:spPr>
      </p:pic>
      <p:sp>
        <p:nvSpPr>
          <p:cNvPr id="6439" name="Google Shape;6439;p317"/>
          <p:cNvSpPr txBox="1"/>
          <p:nvPr/>
        </p:nvSpPr>
        <p:spPr>
          <a:xfrm>
            <a:off x="1940850" y="2048400"/>
            <a:ext cx="5262300" cy="104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5600">
                <a:latin typeface="Lexend"/>
                <a:ea typeface="Lexend"/>
                <a:cs typeface="Lexend"/>
                <a:sym typeface="Lexend"/>
              </a:rPr>
              <a:t>XYZ</a:t>
            </a:r>
            <a:endParaRPr sz="5600">
              <a:latin typeface="Lexend"/>
              <a:ea typeface="Lexend"/>
              <a:cs typeface="Lexend"/>
              <a:sym typeface="Lexend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E06666"/>
        </a:solidFill>
      </p:bgPr>
    </p:bg>
    <p:spTree>
      <p:nvGrpSpPr>
        <p:cNvPr id="6443" name="Shape 64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44" name="Google Shape;6444;p318"/>
          <p:cNvSpPr txBox="1"/>
          <p:nvPr/>
        </p:nvSpPr>
        <p:spPr>
          <a:xfrm>
            <a:off x="468400" y="4793325"/>
            <a:ext cx="3305400" cy="15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t/>
            </a:r>
            <a:endParaRPr b="0" i="0" sz="800" u="none" cap="none" strike="noStrike">
              <a:solidFill>
                <a:srgbClr val="00A099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6445" name="Google Shape;6445;p318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6446" name="Google Shape;6446;p31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262900" y="232188"/>
            <a:ext cx="741325" cy="734637"/>
          </a:xfrm>
          <a:prstGeom prst="rect">
            <a:avLst/>
          </a:prstGeom>
          <a:noFill/>
          <a:ln>
            <a:noFill/>
          </a:ln>
        </p:spPr>
      </p:pic>
      <p:sp>
        <p:nvSpPr>
          <p:cNvPr id="6447" name="Google Shape;6447;p318"/>
          <p:cNvSpPr txBox="1"/>
          <p:nvPr/>
        </p:nvSpPr>
        <p:spPr>
          <a:xfrm>
            <a:off x="1940850" y="2048400"/>
            <a:ext cx="5262300" cy="104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5600">
                <a:latin typeface="Lexend"/>
                <a:ea typeface="Lexend"/>
                <a:cs typeface="Lexend"/>
                <a:sym typeface="Lexend"/>
              </a:rPr>
              <a:t>XYZ</a:t>
            </a:r>
            <a:endParaRPr sz="5600">
              <a:latin typeface="Lexend"/>
              <a:ea typeface="Lexend"/>
              <a:cs typeface="Lexend"/>
              <a:sym typeface="Lexend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2"/>
        </a:solidFill>
      </p:bgPr>
    </p:bg>
    <p:spTree>
      <p:nvGrpSpPr>
        <p:cNvPr id="6451" name="Shape 6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2" name="Google Shape;6452;p319"/>
          <p:cNvSpPr txBox="1"/>
          <p:nvPr/>
        </p:nvSpPr>
        <p:spPr>
          <a:xfrm>
            <a:off x="457950" y="1081050"/>
            <a:ext cx="8228100" cy="2981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Arial"/>
              <a:buNone/>
            </a:pPr>
            <a:r>
              <a:rPr b="1" lang="en" sz="3400">
                <a:solidFill>
                  <a:schemeClr val="lt1"/>
                </a:solidFill>
              </a:rPr>
              <a:t>Words to Read Review - </a:t>
            </a:r>
            <a:endParaRPr b="1" sz="3400">
              <a:solidFill>
                <a:schemeClr val="lt1"/>
              </a:solidFill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Arial"/>
              <a:buNone/>
            </a:pPr>
            <a:r>
              <a:rPr b="1" lang="en" sz="2700">
                <a:solidFill>
                  <a:schemeClr val="lt1"/>
                </a:solidFill>
              </a:rPr>
              <a:t>Sounds &amp; Morphology</a:t>
            </a:r>
            <a:br>
              <a:rPr b="1" lang="en" sz="3400">
                <a:solidFill>
                  <a:schemeClr val="lt1"/>
                </a:solidFill>
              </a:rPr>
            </a:br>
            <a:r>
              <a:rPr b="1" lang="en">
                <a:solidFill>
                  <a:schemeClr val="lt1"/>
                </a:solidFill>
              </a:rPr>
              <a:t>3 mins</a:t>
            </a:r>
            <a:endParaRPr b="1" i="0" sz="3400" u="none" cap="none" strike="noStrike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53" name="Google Shape;6453;p319"/>
          <p:cNvSpPr txBox="1"/>
          <p:nvPr/>
        </p:nvSpPr>
        <p:spPr>
          <a:xfrm>
            <a:off x="468400" y="4793325"/>
            <a:ext cx="3305400" cy="15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t/>
            </a:r>
            <a:endParaRPr b="0" i="0" sz="800" u="none" cap="none" strike="noStrike">
              <a:solidFill>
                <a:srgbClr val="FFFFFF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6454" name="Google Shape;6454;p319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6455" name="Google Shape;6455;p31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180100" y="152400"/>
            <a:ext cx="895350" cy="7810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459" name="Shape 6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60" name="Google Shape;6460;p320"/>
          <p:cNvSpPr txBox="1"/>
          <p:nvPr/>
        </p:nvSpPr>
        <p:spPr>
          <a:xfrm>
            <a:off x="468400" y="4793325"/>
            <a:ext cx="3305400" cy="15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t/>
            </a:r>
            <a:endParaRPr b="0" i="0" sz="800" u="none" cap="none" strike="noStrike">
              <a:solidFill>
                <a:srgbClr val="00A099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6461" name="Google Shape;6461;p320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6462" name="Google Shape;6462;p320"/>
          <p:cNvSpPr txBox="1"/>
          <p:nvPr/>
        </p:nvSpPr>
        <p:spPr>
          <a:xfrm>
            <a:off x="660749" y="1242450"/>
            <a:ext cx="7822500" cy="109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Lexend"/>
              <a:ea typeface="Lexend"/>
              <a:cs typeface="Lexend"/>
              <a:sym typeface="Lexen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Lexend"/>
              <a:ea typeface="Lexend"/>
              <a:cs typeface="Lexend"/>
              <a:sym typeface="Lexen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Lexend"/>
              <a:ea typeface="Lexend"/>
              <a:cs typeface="Lexend"/>
              <a:sym typeface="Lexen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4800">
              <a:solidFill>
                <a:schemeClr val="accent4"/>
              </a:solidFill>
              <a:latin typeface="Lexend"/>
              <a:ea typeface="Lexend"/>
              <a:cs typeface="Lexend"/>
              <a:sym typeface="Lexend"/>
            </a:endParaRPr>
          </a:p>
        </p:txBody>
      </p:sp>
      <p:sp>
        <p:nvSpPr>
          <p:cNvPr id="6463" name="Google Shape;6463;p320"/>
          <p:cNvSpPr txBox="1"/>
          <p:nvPr/>
        </p:nvSpPr>
        <p:spPr>
          <a:xfrm>
            <a:off x="458800" y="446100"/>
            <a:ext cx="73002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 sz="2400">
                <a:solidFill>
                  <a:srgbClr val="1F71B7"/>
                </a:solidFill>
              </a:rPr>
              <a:t>Review: </a:t>
            </a:r>
            <a:endParaRPr b="1" sz="2400">
              <a:solidFill>
                <a:srgbClr val="1F71B7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b="1" sz="2400">
              <a:solidFill>
                <a:srgbClr val="1F71B7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2400">
              <a:solidFill>
                <a:srgbClr val="1F71B7"/>
              </a:solidFill>
            </a:endParaRPr>
          </a:p>
        </p:txBody>
      </p:sp>
      <p:pic>
        <p:nvPicPr>
          <p:cNvPr id="6464" name="Google Shape;6464;p32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262900" y="232188"/>
            <a:ext cx="741325" cy="734637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6465" name="Google Shape;6465;p320"/>
          <p:cNvGraphicFramePr/>
          <p:nvPr/>
        </p:nvGraphicFramePr>
        <p:xfrm>
          <a:off x="952500" y="11620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{6FAB5060-691C-455F-93F7-43A02E71D594}</a:tableStyleId>
              </a:tblPr>
              <a:tblGrid>
                <a:gridCol w="2413000"/>
                <a:gridCol w="2413000"/>
                <a:gridCol w="2413000"/>
              </a:tblGrid>
              <a:tr h="6870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latin typeface="Lexend"/>
                          <a:ea typeface="Lexend"/>
                          <a:cs typeface="Lexend"/>
                          <a:sym typeface="Lexend"/>
                        </a:rPr>
                        <a:t>1) </a:t>
                      </a:r>
                      <a:r>
                        <a:rPr lang="en" sz="1800">
                          <a:latin typeface="Lexend"/>
                          <a:ea typeface="Lexend"/>
                          <a:cs typeface="Lexend"/>
                          <a:sym typeface="Lexend"/>
                        </a:rPr>
                        <a:t>XYZ</a:t>
                      </a:r>
                      <a:endParaRPr sz="1800">
                        <a:latin typeface="Lexend"/>
                        <a:ea typeface="Lexend"/>
                        <a:cs typeface="Lexend"/>
                        <a:sym typeface="Lexend"/>
                      </a:endParaRPr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latin typeface="Lexend"/>
                          <a:ea typeface="Lexend"/>
                          <a:cs typeface="Lexend"/>
                          <a:sym typeface="Lexend"/>
                        </a:rPr>
                        <a:t>2</a:t>
                      </a:r>
                      <a:r>
                        <a:rPr b="1" lang="en" sz="1800">
                          <a:solidFill>
                            <a:schemeClr val="dk1"/>
                          </a:solidFill>
                          <a:latin typeface="Lexend"/>
                          <a:ea typeface="Lexend"/>
                          <a:cs typeface="Lexend"/>
                          <a:sym typeface="Lexend"/>
                        </a:rPr>
                        <a:t>)</a:t>
                      </a:r>
                      <a:r>
                        <a:rPr lang="en" sz="1800">
                          <a:latin typeface="Lexend"/>
                          <a:ea typeface="Lexend"/>
                          <a:cs typeface="Lexend"/>
                          <a:sym typeface="Lexend"/>
                        </a:rPr>
                        <a:t> </a:t>
                      </a:r>
                      <a:r>
                        <a:rPr lang="en" sz="1800">
                          <a:solidFill>
                            <a:schemeClr val="dk1"/>
                          </a:solidFill>
                          <a:latin typeface="Lexend"/>
                          <a:ea typeface="Lexend"/>
                          <a:cs typeface="Lexend"/>
                          <a:sym typeface="Lexend"/>
                        </a:rPr>
                        <a:t>XYZ</a:t>
                      </a:r>
                      <a:endParaRPr sz="1800">
                        <a:latin typeface="Lexend"/>
                        <a:ea typeface="Lexend"/>
                        <a:cs typeface="Lexend"/>
                        <a:sym typeface="Lexend"/>
                      </a:endParaRPr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latin typeface="Lexend"/>
                          <a:ea typeface="Lexend"/>
                          <a:cs typeface="Lexend"/>
                          <a:sym typeface="Lexend"/>
                        </a:rPr>
                        <a:t>3</a:t>
                      </a:r>
                      <a:r>
                        <a:rPr b="1" lang="en" sz="1800">
                          <a:solidFill>
                            <a:schemeClr val="dk1"/>
                          </a:solidFill>
                          <a:latin typeface="Lexend"/>
                          <a:ea typeface="Lexend"/>
                          <a:cs typeface="Lexend"/>
                          <a:sym typeface="Lexend"/>
                        </a:rPr>
                        <a:t>)</a:t>
                      </a:r>
                      <a:r>
                        <a:rPr lang="en" sz="1800">
                          <a:latin typeface="Lexend"/>
                          <a:ea typeface="Lexend"/>
                          <a:cs typeface="Lexend"/>
                          <a:sym typeface="Lexend"/>
                        </a:rPr>
                        <a:t> </a:t>
                      </a:r>
                      <a:r>
                        <a:rPr lang="en" sz="1800">
                          <a:solidFill>
                            <a:schemeClr val="dk1"/>
                          </a:solidFill>
                          <a:latin typeface="Lexend"/>
                          <a:ea typeface="Lexend"/>
                          <a:cs typeface="Lexend"/>
                          <a:sym typeface="Lexend"/>
                        </a:rPr>
                        <a:t>XYZ</a:t>
                      </a:r>
                      <a:endParaRPr sz="1800">
                        <a:latin typeface="Lexend"/>
                        <a:ea typeface="Lexend"/>
                        <a:cs typeface="Lexend"/>
                        <a:sym typeface="Lexend"/>
                      </a:endParaRPr>
                    </a:p>
                  </a:txBody>
                  <a:tcPr marT="91425" marB="91425" marR="91425" marL="91425" anchor="ctr"/>
                </a:tc>
              </a:tr>
              <a:tr h="6607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latin typeface="Lexend"/>
                          <a:ea typeface="Lexend"/>
                          <a:cs typeface="Lexend"/>
                          <a:sym typeface="Lexend"/>
                        </a:rPr>
                        <a:t>4</a:t>
                      </a:r>
                      <a:r>
                        <a:rPr b="1" lang="en" sz="1800">
                          <a:solidFill>
                            <a:schemeClr val="dk1"/>
                          </a:solidFill>
                          <a:latin typeface="Lexend"/>
                          <a:ea typeface="Lexend"/>
                          <a:cs typeface="Lexend"/>
                          <a:sym typeface="Lexend"/>
                        </a:rPr>
                        <a:t>)</a:t>
                      </a:r>
                      <a:r>
                        <a:rPr lang="en" sz="1800">
                          <a:latin typeface="Lexend"/>
                          <a:ea typeface="Lexend"/>
                          <a:cs typeface="Lexend"/>
                          <a:sym typeface="Lexend"/>
                        </a:rPr>
                        <a:t> </a:t>
                      </a:r>
                      <a:r>
                        <a:rPr lang="en" sz="1800">
                          <a:solidFill>
                            <a:schemeClr val="dk1"/>
                          </a:solidFill>
                          <a:latin typeface="Lexend"/>
                          <a:ea typeface="Lexend"/>
                          <a:cs typeface="Lexend"/>
                          <a:sym typeface="Lexend"/>
                        </a:rPr>
                        <a:t>XYZ</a:t>
                      </a:r>
                      <a:endParaRPr sz="1800">
                        <a:latin typeface="Lexend"/>
                        <a:ea typeface="Lexend"/>
                        <a:cs typeface="Lexend"/>
                        <a:sym typeface="Lexend"/>
                      </a:endParaRPr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latin typeface="Lexend"/>
                          <a:ea typeface="Lexend"/>
                          <a:cs typeface="Lexend"/>
                          <a:sym typeface="Lexend"/>
                        </a:rPr>
                        <a:t>5</a:t>
                      </a:r>
                      <a:r>
                        <a:rPr b="1" lang="en" sz="1800">
                          <a:solidFill>
                            <a:schemeClr val="dk1"/>
                          </a:solidFill>
                          <a:latin typeface="Lexend"/>
                          <a:ea typeface="Lexend"/>
                          <a:cs typeface="Lexend"/>
                          <a:sym typeface="Lexend"/>
                        </a:rPr>
                        <a:t>)</a:t>
                      </a:r>
                      <a:r>
                        <a:rPr lang="en" sz="1800">
                          <a:latin typeface="Lexend"/>
                          <a:ea typeface="Lexend"/>
                          <a:cs typeface="Lexend"/>
                          <a:sym typeface="Lexend"/>
                        </a:rPr>
                        <a:t> </a:t>
                      </a:r>
                      <a:r>
                        <a:rPr lang="en" sz="1800">
                          <a:solidFill>
                            <a:schemeClr val="dk1"/>
                          </a:solidFill>
                          <a:latin typeface="Lexend"/>
                          <a:ea typeface="Lexend"/>
                          <a:cs typeface="Lexend"/>
                          <a:sym typeface="Lexend"/>
                        </a:rPr>
                        <a:t>XYZ</a:t>
                      </a:r>
                      <a:endParaRPr sz="1800">
                        <a:latin typeface="Lexend"/>
                        <a:ea typeface="Lexend"/>
                        <a:cs typeface="Lexend"/>
                        <a:sym typeface="Lexend"/>
                      </a:endParaRPr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latin typeface="Lexend"/>
                          <a:ea typeface="Lexend"/>
                          <a:cs typeface="Lexend"/>
                          <a:sym typeface="Lexend"/>
                        </a:rPr>
                        <a:t>6</a:t>
                      </a:r>
                      <a:r>
                        <a:rPr b="1" lang="en" sz="1800">
                          <a:solidFill>
                            <a:schemeClr val="dk1"/>
                          </a:solidFill>
                          <a:latin typeface="Lexend"/>
                          <a:ea typeface="Lexend"/>
                          <a:cs typeface="Lexend"/>
                          <a:sym typeface="Lexend"/>
                        </a:rPr>
                        <a:t>)</a:t>
                      </a:r>
                      <a:r>
                        <a:rPr lang="en" sz="1800">
                          <a:latin typeface="Lexend"/>
                          <a:ea typeface="Lexend"/>
                          <a:cs typeface="Lexend"/>
                          <a:sym typeface="Lexend"/>
                        </a:rPr>
                        <a:t> </a:t>
                      </a:r>
                      <a:r>
                        <a:rPr lang="en" sz="1800">
                          <a:solidFill>
                            <a:schemeClr val="dk1"/>
                          </a:solidFill>
                          <a:latin typeface="Lexend"/>
                          <a:ea typeface="Lexend"/>
                          <a:cs typeface="Lexend"/>
                          <a:sym typeface="Lexend"/>
                        </a:rPr>
                        <a:t>XYZ</a:t>
                      </a:r>
                      <a:endParaRPr sz="1800">
                        <a:latin typeface="Lexend"/>
                        <a:ea typeface="Lexend"/>
                        <a:cs typeface="Lexend"/>
                        <a:sym typeface="Lexend"/>
                      </a:endParaRPr>
                    </a:p>
                  </a:txBody>
                  <a:tcPr marT="91425" marB="91425" marR="91425" marL="91425" anchor="ctr"/>
                </a:tc>
              </a:tr>
              <a:tr h="6607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latin typeface="Lexend"/>
                          <a:ea typeface="Lexend"/>
                          <a:cs typeface="Lexend"/>
                          <a:sym typeface="Lexend"/>
                        </a:rPr>
                        <a:t>7</a:t>
                      </a:r>
                      <a:r>
                        <a:rPr b="1" lang="en" sz="1800">
                          <a:solidFill>
                            <a:schemeClr val="dk1"/>
                          </a:solidFill>
                          <a:latin typeface="Lexend"/>
                          <a:ea typeface="Lexend"/>
                          <a:cs typeface="Lexend"/>
                          <a:sym typeface="Lexend"/>
                        </a:rPr>
                        <a:t>)</a:t>
                      </a:r>
                      <a:r>
                        <a:rPr lang="en" sz="1800">
                          <a:latin typeface="Lexend"/>
                          <a:ea typeface="Lexend"/>
                          <a:cs typeface="Lexend"/>
                          <a:sym typeface="Lexend"/>
                        </a:rPr>
                        <a:t> </a:t>
                      </a:r>
                      <a:r>
                        <a:rPr lang="en" sz="1800">
                          <a:solidFill>
                            <a:schemeClr val="dk1"/>
                          </a:solidFill>
                          <a:latin typeface="Lexend"/>
                          <a:ea typeface="Lexend"/>
                          <a:cs typeface="Lexend"/>
                          <a:sym typeface="Lexend"/>
                        </a:rPr>
                        <a:t>XYZ</a:t>
                      </a:r>
                      <a:endParaRPr sz="1800">
                        <a:latin typeface="Lexend"/>
                        <a:ea typeface="Lexend"/>
                        <a:cs typeface="Lexend"/>
                        <a:sym typeface="Lexend"/>
                      </a:endParaRPr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latin typeface="Lexend"/>
                          <a:ea typeface="Lexend"/>
                          <a:cs typeface="Lexend"/>
                          <a:sym typeface="Lexend"/>
                        </a:rPr>
                        <a:t>8</a:t>
                      </a:r>
                      <a:r>
                        <a:rPr b="1" lang="en" sz="1800">
                          <a:solidFill>
                            <a:schemeClr val="dk1"/>
                          </a:solidFill>
                          <a:latin typeface="Lexend"/>
                          <a:ea typeface="Lexend"/>
                          <a:cs typeface="Lexend"/>
                          <a:sym typeface="Lexend"/>
                        </a:rPr>
                        <a:t>)</a:t>
                      </a:r>
                      <a:r>
                        <a:rPr lang="en" sz="1800">
                          <a:latin typeface="Lexend"/>
                          <a:ea typeface="Lexend"/>
                          <a:cs typeface="Lexend"/>
                          <a:sym typeface="Lexend"/>
                        </a:rPr>
                        <a:t> </a:t>
                      </a:r>
                      <a:r>
                        <a:rPr lang="en" sz="1800">
                          <a:solidFill>
                            <a:schemeClr val="dk1"/>
                          </a:solidFill>
                          <a:latin typeface="Lexend"/>
                          <a:ea typeface="Lexend"/>
                          <a:cs typeface="Lexend"/>
                          <a:sym typeface="Lexend"/>
                        </a:rPr>
                        <a:t>XYZ</a:t>
                      </a:r>
                      <a:endParaRPr sz="1800">
                        <a:latin typeface="Lexend"/>
                        <a:ea typeface="Lexend"/>
                        <a:cs typeface="Lexend"/>
                        <a:sym typeface="Lexend"/>
                      </a:endParaRPr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latin typeface="Lexend"/>
                          <a:ea typeface="Lexend"/>
                          <a:cs typeface="Lexend"/>
                          <a:sym typeface="Lexend"/>
                        </a:rPr>
                        <a:t>9</a:t>
                      </a:r>
                      <a:r>
                        <a:rPr b="1" lang="en" sz="1800">
                          <a:solidFill>
                            <a:schemeClr val="dk1"/>
                          </a:solidFill>
                          <a:latin typeface="Lexend"/>
                          <a:ea typeface="Lexend"/>
                          <a:cs typeface="Lexend"/>
                          <a:sym typeface="Lexend"/>
                        </a:rPr>
                        <a:t>)</a:t>
                      </a:r>
                      <a:r>
                        <a:rPr lang="en" sz="1800">
                          <a:latin typeface="Lexend"/>
                          <a:ea typeface="Lexend"/>
                          <a:cs typeface="Lexend"/>
                          <a:sym typeface="Lexend"/>
                        </a:rPr>
                        <a:t> </a:t>
                      </a:r>
                      <a:r>
                        <a:rPr lang="en" sz="1800">
                          <a:solidFill>
                            <a:schemeClr val="dk1"/>
                          </a:solidFill>
                          <a:latin typeface="Lexend"/>
                          <a:ea typeface="Lexend"/>
                          <a:cs typeface="Lexend"/>
                          <a:sym typeface="Lexend"/>
                        </a:rPr>
                        <a:t>XYZ</a:t>
                      </a:r>
                      <a:endParaRPr sz="1800">
                        <a:latin typeface="Lexend"/>
                        <a:ea typeface="Lexend"/>
                        <a:cs typeface="Lexend"/>
                        <a:sym typeface="Lexend"/>
                      </a:endParaRPr>
                    </a:p>
                  </a:txBody>
                  <a:tcPr marT="91425" marB="91425" marR="91425" marL="91425" anchor="ctr"/>
                </a:tc>
              </a:tr>
              <a:tr h="6607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latin typeface="Lexend"/>
                          <a:ea typeface="Lexend"/>
                          <a:cs typeface="Lexend"/>
                          <a:sym typeface="Lexend"/>
                        </a:rPr>
                        <a:t>10</a:t>
                      </a:r>
                      <a:r>
                        <a:rPr b="1" lang="en" sz="1800">
                          <a:solidFill>
                            <a:schemeClr val="dk1"/>
                          </a:solidFill>
                          <a:latin typeface="Lexend"/>
                          <a:ea typeface="Lexend"/>
                          <a:cs typeface="Lexend"/>
                          <a:sym typeface="Lexend"/>
                        </a:rPr>
                        <a:t>)</a:t>
                      </a:r>
                      <a:r>
                        <a:rPr lang="en" sz="1800">
                          <a:latin typeface="Lexend"/>
                          <a:ea typeface="Lexend"/>
                          <a:cs typeface="Lexend"/>
                          <a:sym typeface="Lexend"/>
                        </a:rPr>
                        <a:t> </a:t>
                      </a:r>
                      <a:r>
                        <a:rPr lang="en" sz="1800">
                          <a:solidFill>
                            <a:schemeClr val="dk1"/>
                          </a:solidFill>
                          <a:latin typeface="Lexend"/>
                          <a:ea typeface="Lexend"/>
                          <a:cs typeface="Lexend"/>
                          <a:sym typeface="Lexend"/>
                        </a:rPr>
                        <a:t>XYZ</a:t>
                      </a:r>
                      <a:endParaRPr sz="1800">
                        <a:latin typeface="Lexend"/>
                        <a:ea typeface="Lexend"/>
                        <a:cs typeface="Lexend"/>
                        <a:sym typeface="Lexend"/>
                      </a:endParaRPr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latin typeface="Lexend"/>
                          <a:ea typeface="Lexend"/>
                          <a:cs typeface="Lexend"/>
                          <a:sym typeface="Lexend"/>
                        </a:rPr>
                        <a:t>11</a:t>
                      </a:r>
                      <a:r>
                        <a:rPr b="1" lang="en" sz="1800">
                          <a:solidFill>
                            <a:schemeClr val="dk1"/>
                          </a:solidFill>
                          <a:latin typeface="Lexend"/>
                          <a:ea typeface="Lexend"/>
                          <a:cs typeface="Lexend"/>
                          <a:sym typeface="Lexend"/>
                        </a:rPr>
                        <a:t>)</a:t>
                      </a:r>
                      <a:r>
                        <a:rPr lang="en" sz="1800">
                          <a:latin typeface="Lexend"/>
                          <a:ea typeface="Lexend"/>
                          <a:cs typeface="Lexend"/>
                          <a:sym typeface="Lexend"/>
                        </a:rPr>
                        <a:t> </a:t>
                      </a:r>
                      <a:r>
                        <a:rPr lang="en" sz="1800">
                          <a:solidFill>
                            <a:schemeClr val="dk1"/>
                          </a:solidFill>
                          <a:latin typeface="Lexend"/>
                          <a:ea typeface="Lexend"/>
                          <a:cs typeface="Lexend"/>
                          <a:sym typeface="Lexend"/>
                        </a:rPr>
                        <a:t>XYZ</a:t>
                      </a:r>
                      <a:endParaRPr sz="1800">
                        <a:latin typeface="Lexend"/>
                        <a:ea typeface="Lexend"/>
                        <a:cs typeface="Lexend"/>
                        <a:sym typeface="Lexend"/>
                      </a:endParaRPr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latin typeface="Lexend"/>
                          <a:ea typeface="Lexend"/>
                          <a:cs typeface="Lexend"/>
                          <a:sym typeface="Lexend"/>
                        </a:rPr>
                        <a:t>12</a:t>
                      </a:r>
                      <a:r>
                        <a:rPr b="1" lang="en" sz="1800">
                          <a:solidFill>
                            <a:schemeClr val="dk1"/>
                          </a:solidFill>
                          <a:latin typeface="Lexend"/>
                          <a:ea typeface="Lexend"/>
                          <a:cs typeface="Lexend"/>
                          <a:sym typeface="Lexend"/>
                        </a:rPr>
                        <a:t>)</a:t>
                      </a:r>
                      <a:r>
                        <a:rPr lang="en" sz="1800">
                          <a:latin typeface="Lexend"/>
                          <a:ea typeface="Lexend"/>
                          <a:cs typeface="Lexend"/>
                          <a:sym typeface="Lexend"/>
                        </a:rPr>
                        <a:t> </a:t>
                      </a:r>
                      <a:r>
                        <a:rPr lang="en" sz="1800">
                          <a:solidFill>
                            <a:schemeClr val="dk1"/>
                          </a:solidFill>
                          <a:latin typeface="Lexend"/>
                          <a:ea typeface="Lexend"/>
                          <a:cs typeface="Lexend"/>
                          <a:sym typeface="Lexend"/>
                        </a:rPr>
                        <a:t>XYZ</a:t>
                      </a:r>
                      <a:endParaRPr sz="1800">
                        <a:latin typeface="Lexend"/>
                        <a:ea typeface="Lexend"/>
                        <a:cs typeface="Lexend"/>
                        <a:sym typeface="Lexend"/>
                      </a:endParaRPr>
                    </a:p>
                  </a:txBody>
                  <a:tcPr marT="91425" marB="91425" marR="91425" marL="91425" anchor="ctr"/>
                </a:tc>
              </a:tr>
              <a:tr h="6607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latin typeface="Lexend"/>
                          <a:ea typeface="Lexend"/>
                          <a:cs typeface="Lexend"/>
                          <a:sym typeface="Lexend"/>
                        </a:rPr>
                        <a:t>13</a:t>
                      </a:r>
                      <a:r>
                        <a:rPr b="1" lang="en" sz="1800">
                          <a:solidFill>
                            <a:schemeClr val="dk1"/>
                          </a:solidFill>
                          <a:latin typeface="Lexend"/>
                          <a:ea typeface="Lexend"/>
                          <a:cs typeface="Lexend"/>
                          <a:sym typeface="Lexend"/>
                        </a:rPr>
                        <a:t>)</a:t>
                      </a:r>
                      <a:r>
                        <a:rPr lang="en" sz="1800">
                          <a:latin typeface="Lexend"/>
                          <a:ea typeface="Lexend"/>
                          <a:cs typeface="Lexend"/>
                          <a:sym typeface="Lexend"/>
                        </a:rPr>
                        <a:t> </a:t>
                      </a:r>
                      <a:r>
                        <a:rPr lang="en" sz="1800">
                          <a:solidFill>
                            <a:schemeClr val="dk1"/>
                          </a:solidFill>
                          <a:latin typeface="Lexend"/>
                          <a:ea typeface="Lexend"/>
                          <a:cs typeface="Lexend"/>
                          <a:sym typeface="Lexend"/>
                        </a:rPr>
                        <a:t>XYZ</a:t>
                      </a:r>
                      <a:endParaRPr sz="1800">
                        <a:latin typeface="Lexend"/>
                        <a:ea typeface="Lexend"/>
                        <a:cs typeface="Lexend"/>
                        <a:sym typeface="Lexend"/>
                      </a:endParaRPr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latin typeface="Lexend"/>
                          <a:ea typeface="Lexend"/>
                          <a:cs typeface="Lexend"/>
                          <a:sym typeface="Lexend"/>
                        </a:rPr>
                        <a:t>14</a:t>
                      </a:r>
                      <a:r>
                        <a:rPr b="1" lang="en" sz="1800">
                          <a:solidFill>
                            <a:schemeClr val="dk1"/>
                          </a:solidFill>
                          <a:latin typeface="Lexend"/>
                          <a:ea typeface="Lexend"/>
                          <a:cs typeface="Lexend"/>
                          <a:sym typeface="Lexend"/>
                        </a:rPr>
                        <a:t>)</a:t>
                      </a:r>
                      <a:r>
                        <a:rPr lang="en" sz="1800">
                          <a:latin typeface="Lexend"/>
                          <a:ea typeface="Lexend"/>
                          <a:cs typeface="Lexend"/>
                          <a:sym typeface="Lexend"/>
                        </a:rPr>
                        <a:t> </a:t>
                      </a:r>
                      <a:r>
                        <a:rPr lang="en" sz="1800">
                          <a:solidFill>
                            <a:schemeClr val="dk1"/>
                          </a:solidFill>
                          <a:latin typeface="Lexend"/>
                          <a:ea typeface="Lexend"/>
                          <a:cs typeface="Lexend"/>
                          <a:sym typeface="Lexend"/>
                        </a:rPr>
                        <a:t>XYZ</a:t>
                      </a:r>
                      <a:endParaRPr sz="1800">
                        <a:latin typeface="Lexend"/>
                        <a:ea typeface="Lexend"/>
                        <a:cs typeface="Lexend"/>
                        <a:sym typeface="Lexend"/>
                      </a:endParaRPr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latin typeface="Lexend"/>
                          <a:ea typeface="Lexend"/>
                          <a:cs typeface="Lexend"/>
                          <a:sym typeface="Lexend"/>
                        </a:rPr>
                        <a:t>15</a:t>
                      </a:r>
                      <a:r>
                        <a:rPr b="1" lang="en" sz="1800">
                          <a:solidFill>
                            <a:schemeClr val="dk1"/>
                          </a:solidFill>
                          <a:latin typeface="Lexend"/>
                          <a:ea typeface="Lexend"/>
                          <a:cs typeface="Lexend"/>
                          <a:sym typeface="Lexend"/>
                        </a:rPr>
                        <a:t>)</a:t>
                      </a:r>
                      <a:r>
                        <a:rPr lang="en" sz="1800">
                          <a:latin typeface="Lexend"/>
                          <a:ea typeface="Lexend"/>
                          <a:cs typeface="Lexend"/>
                          <a:sym typeface="Lexend"/>
                        </a:rPr>
                        <a:t> </a:t>
                      </a:r>
                      <a:r>
                        <a:rPr lang="en" sz="1800">
                          <a:solidFill>
                            <a:schemeClr val="dk1"/>
                          </a:solidFill>
                          <a:latin typeface="Lexend"/>
                          <a:ea typeface="Lexend"/>
                          <a:cs typeface="Lexend"/>
                          <a:sym typeface="Lexend"/>
                        </a:rPr>
                        <a:t>XYZ</a:t>
                      </a:r>
                      <a:endParaRPr sz="1800">
                        <a:latin typeface="Lexend"/>
                        <a:ea typeface="Lexend"/>
                        <a:cs typeface="Lexend"/>
                        <a:sym typeface="Lexend"/>
                      </a:endParaRPr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6"/>
        </a:solidFill>
      </p:bgPr>
    </p:bg>
    <p:spTree>
      <p:nvGrpSpPr>
        <p:cNvPr id="6469" name="Shape 64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70" name="Google Shape;6470;p321"/>
          <p:cNvSpPr txBox="1"/>
          <p:nvPr/>
        </p:nvSpPr>
        <p:spPr>
          <a:xfrm>
            <a:off x="457950" y="1081050"/>
            <a:ext cx="8228100" cy="2981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Arial"/>
              <a:buNone/>
            </a:pPr>
            <a:r>
              <a:rPr b="1" lang="en" sz="3400">
                <a:solidFill>
                  <a:schemeClr val="lt1"/>
                </a:solidFill>
              </a:rPr>
              <a:t>Sound Bank</a:t>
            </a:r>
            <a:br>
              <a:rPr b="1" lang="en" sz="3400">
                <a:solidFill>
                  <a:schemeClr val="lt1"/>
                </a:solidFill>
              </a:rPr>
            </a:br>
            <a:r>
              <a:rPr b="1" lang="en">
                <a:solidFill>
                  <a:schemeClr val="lt1"/>
                </a:solidFill>
              </a:rPr>
              <a:t>2 mins</a:t>
            </a:r>
            <a:endParaRPr b="1" i="0" sz="3400" u="none" cap="none" strike="noStrike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71" name="Google Shape;6471;p321"/>
          <p:cNvSpPr txBox="1"/>
          <p:nvPr/>
        </p:nvSpPr>
        <p:spPr>
          <a:xfrm>
            <a:off x="468400" y="4793325"/>
            <a:ext cx="3305400" cy="15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t/>
            </a:r>
            <a:endParaRPr b="0" i="0" sz="800" u="none" cap="none" strike="noStrike">
              <a:solidFill>
                <a:srgbClr val="FFFFFF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6472" name="Google Shape;6472;p321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6473" name="Google Shape;6473;p32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180100" y="152400"/>
            <a:ext cx="895350" cy="7810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477" name="Shape 64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78" name="Google Shape;6478;p322"/>
          <p:cNvSpPr txBox="1"/>
          <p:nvPr/>
        </p:nvSpPr>
        <p:spPr>
          <a:xfrm>
            <a:off x="468400" y="4793325"/>
            <a:ext cx="3305400" cy="15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t/>
            </a:r>
            <a:endParaRPr b="0" i="0" sz="800" u="none" cap="none" strike="noStrike">
              <a:solidFill>
                <a:srgbClr val="00A099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6479" name="Google Shape;6479;p322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6480" name="Google Shape;6480;p322"/>
          <p:cNvSpPr txBox="1"/>
          <p:nvPr>
            <p:ph type="title"/>
          </p:nvPr>
        </p:nvSpPr>
        <p:spPr>
          <a:xfrm>
            <a:off x="463638" y="4788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</a:pPr>
            <a:r>
              <a:rPr lang="en">
                <a:solidFill>
                  <a:schemeClr val="dk1"/>
                </a:solidFill>
              </a:rPr>
              <a:t>Write the sound</a:t>
            </a:r>
            <a:endParaRPr>
              <a:solidFill>
                <a:schemeClr val="dk1"/>
              </a:solidFill>
            </a:endParaRPr>
          </a:p>
        </p:txBody>
      </p:sp>
      <p:pic>
        <p:nvPicPr>
          <p:cNvPr id="6481" name="Google Shape;6481;p32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974116" y="393900"/>
            <a:ext cx="706250" cy="706250"/>
          </a:xfrm>
          <a:prstGeom prst="rect">
            <a:avLst/>
          </a:prstGeom>
          <a:noFill/>
          <a:ln>
            <a:noFill/>
          </a:ln>
        </p:spPr>
      </p:pic>
      <p:sp>
        <p:nvSpPr>
          <p:cNvPr id="6482" name="Google Shape;6482;p322"/>
          <p:cNvSpPr txBox="1"/>
          <p:nvPr/>
        </p:nvSpPr>
        <p:spPr>
          <a:xfrm>
            <a:off x="679775" y="1376915"/>
            <a:ext cx="2130300" cy="951900"/>
          </a:xfrm>
          <a:prstGeom prst="rect">
            <a:avLst/>
          </a:prstGeom>
          <a:solidFill>
            <a:srgbClr val="ABEA90"/>
          </a:solidFill>
          <a:ln cap="flat" cmpd="sng" w="9525">
            <a:solidFill>
              <a:srgbClr val="000000"/>
            </a:solidFill>
            <a:prstDash val="dot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4500">
                <a:solidFill>
                  <a:schemeClr val="dk1"/>
                </a:solidFill>
                <a:latin typeface="Lexend"/>
                <a:ea typeface="Lexend"/>
                <a:cs typeface="Lexend"/>
                <a:sym typeface="Lexend"/>
              </a:rPr>
              <a:t>XYZ</a:t>
            </a:r>
            <a:endParaRPr sz="4500">
              <a:solidFill>
                <a:schemeClr val="dk1"/>
              </a:solidFill>
              <a:latin typeface="Lexend"/>
              <a:ea typeface="Lexend"/>
              <a:cs typeface="Lexend"/>
              <a:sym typeface="Lexend"/>
            </a:endParaRPr>
          </a:p>
        </p:txBody>
      </p:sp>
      <p:sp>
        <p:nvSpPr>
          <p:cNvPr id="6483" name="Google Shape;6483;p322"/>
          <p:cNvSpPr txBox="1"/>
          <p:nvPr/>
        </p:nvSpPr>
        <p:spPr>
          <a:xfrm>
            <a:off x="3506850" y="1376915"/>
            <a:ext cx="2130300" cy="951900"/>
          </a:xfrm>
          <a:prstGeom prst="rect">
            <a:avLst/>
          </a:prstGeom>
          <a:solidFill>
            <a:srgbClr val="ABEA90"/>
          </a:solidFill>
          <a:ln cap="flat" cmpd="sng" w="9525">
            <a:solidFill>
              <a:srgbClr val="000000"/>
            </a:solidFill>
            <a:prstDash val="dot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4500">
                <a:solidFill>
                  <a:schemeClr val="dk1"/>
                </a:solidFill>
                <a:latin typeface="Lexend"/>
                <a:ea typeface="Lexend"/>
                <a:cs typeface="Lexend"/>
                <a:sym typeface="Lexend"/>
              </a:rPr>
              <a:t>XYZ</a:t>
            </a:r>
            <a:endParaRPr sz="5500">
              <a:solidFill>
                <a:schemeClr val="dk1"/>
              </a:solidFill>
              <a:latin typeface="Lexend"/>
              <a:ea typeface="Lexend"/>
              <a:cs typeface="Lexend"/>
              <a:sym typeface="Lexend"/>
            </a:endParaRPr>
          </a:p>
        </p:txBody>
      </p:sp>
      <p:sp>
        <p:nvSpPr>
          <p:cNvPr id="6484" name="Google Shape;6484;p322"/>
          <p:cNvSpPr txBox="1"/>
          <p:nvPr/>
        </p:nvSpPr>
        <p:spPr>
          <a:xfrm>
            <a:off x="6333925" y="1376915"/>
            <a:ext cx="2130300" cy="951900"/>
          </a:xfrm>
          <a:prstGeom prst="rect">
            <a:avLst/>
          </a:prstGeom>
          <a:solidFill>
            <a:srgbClr val="ABEA90"/>
          </a:solidFill>
          <a:ln cap="flat" cmpd="sng" w="9525">
            <a:solidFill>
              <a:srgbClr val="000000"/>
            </a:solidFill>
            <a:prstDash val="dot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4500">
                <a:solidFill>
                  <a:schemeClr val="dk1"/>
                </a:solidFill>
                <a:latin typeface="Lexend"/>
                <a:ea typeface="Lexend"/>
                <a:cs typeface="Lexend"/>
                <a:sym typeface="Lexend"/>
              </a:rPr>
              <a:t>XYZ</a:t>
            </a:r>
            <a:endParaRPr sz="5500">
              <a:solidFill>
                <a:schemeClr val="dk1"/>
              </a:solidFill>
              <a:latin typeface="Lexend"/>
              <a:ea typeface="Lexend"/>
              <a:cs typeface="Lexend"/>
              <a:sym typeface="Lexend"/>
            </a:endParaRPr>
          </a:p>
        </p:txBody>
      </p:sp>
      <p:sp>
        <p:nvSpPr>
          <p:cNvPr id="6485" name="Google Shape;6485;p322"/>
          <p:cNvSpPr txBox="1"/>
          <p:nvPr/>
        </p:nvSpPr>
        <p:spPr>
          <a:xfrm>
            <a:off x="3506850" y="2316790"/>
            <a:ext cx="2130300" cy="951900"/>
          </a:xfrm>
          <a:prstGeom prst="rect">
            <a:avLst/>
          </a:prstGeom>
          <a:solidFill>
            <a:srgbClr val="E06666"/>
          </a:solidFill>
          <a:ln cap="flat" cmpd="sng" w="9525">
            <a:solidFill>
              <a:srgbClr val="000000"/>
            </a:solidFill>
            <a:prstDash val="dot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4500">
                <a:solidFill>
                  <a:schemeClr val="dk1"/>
                </a:solidFill>
                <a:latin typeface="Lexend"/>
                <a:ea typeface="Lexend"/>
                <a:cs typeface="Lexend"/>
                <a:sym typeface="Lexend"/>
              </a:rPr>
              <a:t>XYZ</a:t>
            </a:r>
            <a:endParaRPr sz="5500">
              <a:solidFill>
                <a:schemeClr val="dk1"/>
              </a:solidFill>
              <a:latin typeface="Lexend"/>
              <a:ea typeface="Lexend"/>
              <a:cs typeface="Lexend"/>
              <a:sym typeface="Lexend"/>
            </a:endParaRPr>
          </a:p>
        </p:txBody>
      </p:sp>
      <p:sp>
        <p:nvSpPr>
          <p:cNvPr id="6486" name="Google Shape;6486;p322"/>
          <p:cNvSpPr txBox="1"/>
          <p:nvPr/>
        </p:nvSpPr>
        <p:spPr>
          <a:xfrm>
            <a:off x="679775" y="2328815"/>
            <a:ext cx="2130300" cy="951900"/>
          </a:xfrm>
          <a:prstGeom prst="rect">
            <a:avLst/>
          </a:prstGeom>
          <a:solidFill>
            <a:srgbClr val="E06666"/>
          </a:solidFill>
          <a:ln cap="flat" cmpd="sng" w="9525">
            <a:solidFill>
              <a:srgbClr val="000000"/>
            </a:solidFill>
            <a:prstDash val="dot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4500">
                <a:solidFill>
                  <a:schemeClr val="dk1"/>
                </a:solidFill>
                <a:latin typeface="Lexend"/>
                <a:ea typeface="Lexend"/>
                <a:cs typeface="Lexend"/>
                <a:sym typeface="Lexend"/>
              </a:rPr>
              <a:t>XYZ</a:t>
            </a:r>
            <a:endParaRPr sz="5500">
              <a:solidFill>
                <a:schemeClr val="dk1"/>
              </a:solidFill>
              <a:latin typeface="Lexend"/>
              <a:ea typeface="Lexend"/>
              <a:cs typeface="Lexend"/>
              <a:sym typeface="Lexend"/>
            </a:endParaRPr>
          </a:p>
        </p:txBody>
      </p:sp>
      <p:sp>
        <p:nvSpPr>
          <p:cNvPr id="6487" name="Google Shape;6487;p322"/>
          <p:cNvSpPr txBox="1"/>
          <p:nvPr/>
        </p:nvSpPr>
        <p:spPr>
          <a:xfrm>
            <a:off x="6333925" y="2316790"/>
            <a:ext cx="2130300" cy="951900"/>
          </a:xfrm>
          <a:prstGeom prst="rect">
            <a:avLst/>
          </a:prstGeom>
          <a:solidFill>
            <a:srgbClr val="E06666"/>
          </a:solidFill>
          <a:ln cap="flat" cmpd="sng" w="9525">
            <a:solidFill>
              <a:srgbClr val="000000"/>
            </a:solidFill>
            <a:prstDash val="dot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4500">
                <a:solidFill>
                  <a:schemeClr val="dk1"/>
                </a:solidFill>
                <a:latin typeface="Lexend"/>
                <a:ea typeface="Lexend"/>
                <a:cs typeface="Lexend"/>
                <a:sym typeface="Lexend"/>
              </a:rPr>
              <a:t>XYZ</a:t>
            </a:r>
            <a:endParaRPr sz="5500">
              <a:solidFill>
                <a:schemeClr val="dk1"/>
              </a:solidFill>
              <a:latin typeface="Lexend"/>
              <a:ea typeface="Lexend"/>
              <a:cs typeface="Lexend"/>
              <a:sym typeface="Lexend"/>
            </a:endParaRPr>
          </a:p>
        </p:txBody>
      </p:sp>
      <p:sp>
        <p:nvSpPr>
          <p:cNvPr id="6488" name="Google Shape;6488;p322"/>
          <p:cNvSpPr txBox="1"/>
          <p:nvPr/>
        </p:nvSpPr>
        <p:spPr>
          <a:xfrm>
            <a:off x="679775" y="3280715"/>
            <a:ext cx="2130300" cy="951900"/>
          </a:xfrm>
          <a:prstGeom prst="rect">
            <a:avLst/>
          </a:prstGeom>
          <a:solidFill>
            <a:srgbClr val="FFF2CC"/>
          </a:solidFill>
          <a:ln cap="flat" cmpd="sng" w="9525">
            <a:solidFill>
              <a:srgbClr val="000000"/>
            </a:solidFill>
            <a:prstDash val="dot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4500">
                <a:solidFill>
                  <a:schemeClr val="dk1"/>
                </a:solidFill>
                <a:latin typeface="Lexend"/>
                <a:ea typeface="Lexend"/>
                <a:cs typeface="Lexend"/>
                <a:sym typeface="Lexend"/>
              </a:rPr>
              <a:t>XYZ</a:t>
            </a:r>
            <a:endParaRPr sz="5500">
              <a:solidFill>
                <a:schemeClr val="dk1"/>
              </a:solidFill>
              <a:latin typeface="Lexend"/>
              <a:ea typeface="Lexend"/>
              <a:cs typeface="Lexend"/>
              <a:sym typeface="Lexend"/>
            </a:endParaRPr>
          </a:p>
        </p:txBody>
      </p:sp>
      <p:sp>
        <p:nvSpPr>
          <p:cNvPr id="6489" name="Google Shape;6489;p322"/>
          <p:cNvSpPr txBox="1"/>
          <p:nvPr/>
        </p:nvSpPr>
        <p:spPr>
          <a:xfrm>
            <a:off x="3506850" y="3280715"/>
            <a:ext cx="2130300" cy="951900"/>
          </a:xfrm>
          <a:prstGeom prst="rect">
            <a:avLst/>
          </a:prstGeom>
          <a:solidFill>
            <a:srgbClr val="FFF2CC"/>
          </a:solidFill>
          <a:ln cap="flat" cmpd="sng" w="9525">
            <a:solidFill>
              <a:srgbClr val="000000"/>
            </a:solidFill>
            <a:prstDash val="dot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4500">
                <a:solidFill>
                  <a:schemeClr val="dk1"/>
                </a:solidFill>
                <a:latin typeface="Lexend"/>
                <a:ea typeface="Lexend"/>
                <a:cs typeface="Lexend"/>
                <a:sym typeface="Lexend"/>
              </a:rPr>
              <a:t>XYZ</a:t>
            </a:r>
            <a:endParaRPr sz="5500">
              <a:solidFill>
                <a:schemeClr val="dk1"/>
              </a:solidFill>
              <a:latin typeface="Lexend"/>
              <a:ea typeface="Lexend"/>
              <a:cs typeface="Lexend"/>
              <a:sym typeface="Lexend"/>
            </a:endParaRPr>
          </a:p>
        </p:txBody>
      </p:sp>
      <p:sp>
        <p:nvSpPr>
          <p:cNvPr id="6490" name="Google Shape;6490;p322"/>
          <p:cNvSpPr txBox="1"/>
          <p:nvPr/>
        </p:nvSpPr>
        <p:spPr>
          <a:xfrm>
            <a:off x="6333925" y="3280715"/>
            <a:ext cx="2130300" cy="951900"/>
          </a:xfrm>
          <a:prstGeom prst="rect">
            <a:avLst/>
          </a:prstGeom>
          <a:solidFill>
            <a:srgbClr val="FFF2CC"/>
          </a:solidFill>
          <a:ln cap="flat" cmpd="sng" w="9525">
            <a:solidFill>
              <a:srgbClr val="000000"/>
            </a:solidFill>
            <a:prstDash val="dot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4500">
                <a:solidFill>
                  <a:schemeClr val="dk1"/>
                </a:solidFill>
                <a:latin typeface="Lexend"/>
                <a:ea typeface="Lexend"/>
                <a:cs typeface="Lexend"/>
                <a:sym typeface="Lexend"/>
              </a:rPr>
              <a:t>XYZ</a:t>
            </a:r>
            <a:endParaRPr sz="5500">
              <a:solidFill>
                <a:schemeClr val="dk1"/>
              </a:solidFill>
              <a:latin typeface="Lexend"/>
              <a:ea typeface="Lexend"/>
              <a:cs typeface="Lexend"/>
              <a:sym typeface="Lexend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9900"/>
        </a:solidFill>
      </p:bgPr>
    </p:bg>
    <p:spTree>
      <p:nvGrpSpPr>
        <p:cNvPr id="6494" name="Shape 64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95" name="Google Shape;6495;p323"/>
          <p:cNvSpPr txBox="1"/>
          <p:nvPr/>
        </p:nvSpPr>
        <p:spPr>
          <a:xfrm>
            <a:off x="457950" y="1081050"/>
            <a:ext cx="8228100" cy="2981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rial"/>
              <a:buNone/>
            </a:pPr>
            <a:r>
              <a:rPr b="1" lang="en" sz="3400">
                <a:solidFill>
                  <a:schemeClr val="lt1"/>
                </a:solidFill>
              </a:rPr>
              <a:t>Words to Spell Review - </a:t>
            </a:r>
            <a:endParaRPr b="1" sz="3400">
              <a:solidFill>
                <a:schemeClr val="lt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rial"/>
              <a:buNone/>
            </a:pPr>
            <a:r>
              <a:rPr b="1" lang="en" sz="2700">
                <a:solidFill>
                  <a:schemeClr val="lt1"/>
                </a:solidFill>
              </a:rPr>
              <a:t>Sounds &amp; Morphology</a:t>
            </a:r>
            <a:br>
              <a:rPr b="1" lang="en" sz="3400">
                <a:solidFill>
                  <a:schemeClr val="lt1"/>
                </a:solidFill>
              </a:rPr>
            </a:br>
            <a:r>
              <a:rPr b="1" lang="en">
                <a:solidFill>
                  <a:schemeClr val="lt1"/>
                </a:solidFill>
              </a:rPr>
              <a:t>2 mins</a:t>
            </a:r>
            <a:endParaRPr b="1" sz="3400">
              <a:solidFill>
                <a:schemeClr val="lt1"/>
              </a:solidFill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Arial"/>
              <a:buNone/>
            </a:pPr>
            <a:r>
              <a:t/>
            </a:r>
            <a:endParaRPr b="1" sz="3400">
              <a:solidFill>
                <a:schemeClr val="lt1"/>
              </a:solidFill>
            </a:endParaRPr>
          </a:p>
        </p:txBody>
      </p:sp>
      <p:sp>
        <p:nvSpPr>
          <p:cNvPr id="6496" name="Google Shape;6496;p323"/>
          <p:cNvSpPr txBox="1"/>
          <p:nvPr/>
        </p:nvSpPr>
        <p:spPr>
          <a:xfrm>
            <a:off x="468400" y="4793325"/>
            <a:ext cx="3305400" cy="15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t/>
            </a:r>
            <a:endParaRPr b="0" i="0" sz="800" u="none" cap="none" strike="noStrike">
              <a:solidFill>
                <a:srgbClr val="FFFFFF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6497" name="Google Shape;6497;p323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6498" name="Google Shape;6498;p32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180100" y="152400"/>
            <a:ext cx="895350" cy="7810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502" name="Shape 65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03" name="Google Shape;6503;p324"/>
          <p:cNvSpPr txBox="1"/>
          <p:nvPr/>
        </p:nvSpPr>
        <p:spPr>
          <a:xfrm>
            <a:off x="468400" y="4793325"/>
            <a:ext cx="3305400" cy="15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t/>
            </a:r>
            <a:endParaRPr b="0" i="0" sz="800" u="none" cap="none" strike="noStrike">
              <a:solidFill>
                <a:srgbClr val="00A099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6504" name="Google Shape;6504;p324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6505" name="Google Shape;6505;p324"/>
          <p:cNvSpPr txBox="1"/>
          <p:nvPr/>
        </p:nvSpPr>
        <p:spPr>
          <a:xfrm>
            <a:off x="2303250" y="2017650"/>
            <a:ext cx="4537500" cy="110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0">
                <a:latin typeface="Lexend"/>
                <a:ea typeface="Lexend"/>
                <a:cs typeface="Lexend"/>
                <a:sym typeface="Lexend"/>
              </a:rPr>
              <a:t>XYZ</a:t>
            </a:r>
            <a:endParaRPr sz="6000">
              <a:latin typeface="Lexend"/>
              <a:ea typeface="Lexend"/>
              <a:cs typeface="Lexend"/>
              <a:sym typeface="Lexend"/>
            </a:endParaRPr>
          </a:p>
        </p:txBody>
      </p:sp>
      <p:sp>
        <p:nvSpPr>
          <p:cNvPr id="6506" name="Google Shape;6506;p324"/>
          <p:cNvSpPr txBox="1"/>
          <p:nvPr>
            <p:ph type="title"/>
          </p:nvPr>
        </p:nvSpPr>
        <p:spPr>
          <a:xfrm>
            <a:off x="463638" y="4788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</a:pPr>
            <a:r>
              <a:rPr lang="en"/>
              <a:t>Spell the word</a:t>
            </a:r>
            <a:endParaRPr>
              <a:solidFill>
                <a:schemeClr val="dk1"/>
              </a:solidFill>
            </a:endParaRPr>
          </a:p>
        </p:txBody>
      </p:sp>
      <p:pic>
        <p:nvPicPr>
          <p:cNvPr id="6507" name="Google Shape;6507;p32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974116" y="393900"/>
            <a:ext cx="706250" cy="7062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A64D79"/>
        </a:solidFill>
      </p:bgPr>
    </p:bg>
    <p:spTree>
      <p:nvGrpSpPr>
        <p:cNvPr id="6511" name="Shape 65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12" name="Google Shape;6512;p325"/>
          <p:cNvSpPr txBox="1"/>
          <p:nvPr/>
        </p:nvSpPr>
        <p:spPr>
          <a:xfrm>
            <a:off x="457950" y="1081050"/>
            <a:ext cx="8228100" cy="2981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Arial"/>
              <a:buNone/>
            </a:pPr>
            <a:r>
              <a:rPr b="1" lang="en" sz="3400">
                <a:solidFill>
                  <a:schemeClr val="lt1"/>
                </a:solidFill>
              </a:rPr>
              <a:t>New Morphology</a:t>
            </a:r>
            <a:endParaRPr b="1" sz="3400">
              <a:solidFill>
                <a:schemeClr val="lt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rial"/>
              <a:buNone/>
            </a:pPr>
            <a:r>
              <a:rPr b="1" lang="en">
                <a:solidFill>
                  <a:schemeClr val="lt1"/>
                </a:solidFill>
              </a:rPr>
              <a:t>2 mins</a:t>
            </a:r>
            <a:endParaRPr b="1" sz="3400">
              <a:solidFill>
                <a:schemeClr val="lt1"/>
              </a:solidFill>
            </a:endParaRPr>
          </a:p>
        </p:txBody>
      </p:sp>
      <p:sp>
        <p:nvSpPr>
          <p:cNvPr id="6513" name="Google Shape;6513;p325"/>
          <p:cNvSpPr txBox="1"/>
          <p:nvPr/>
        </p:nvSpPr>
        <p:spPr>
          <a:xfrm>
            <a:off x="468400" y="4793325"/>
            <a:ext cx="3305400" cy="15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t/>
            </a:r>
            <a:endParaRPr b="0" i="0" sz="800" u="none" cap="none" strike="noStrike">
              <a:solidFill>
                <a:srgbClr val="FFFFFF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6514" name="Google Shape;6514;p325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6515" name="Google Shape;6515;p32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262900" y="232188"/>
            <a:ext cx="741325" cy="73463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2CC"/>
        </a:solidFill>
      </p:bgPr>
    </p:bg>
    <p:spTree>
      <p:nvGrpSpPr>
        <p:cNvPr id="6519" name="Shape 6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0" name="Google Shape;6520;p326"/>
          <p:cNvSpPr txBox="1"/>
          <p:nvPr/>
        </p:nvSpPr>
        <p:spPr>
          <a:xfrm>
            <a:off x="468400" y="4793325"/>
            <a:ext cx="3305400" cy="15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t/>
            </a:r>
            <a:endParaRPr b="0" i="0" sz="800" u="none" cap="none" strike="noStrike">
              <a:solidFill>
                <a:srgbClr val="00A099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6521" name="Google Shape;6521;p326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6522" name="Google Shape;6522;p32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262900" y="232188"/>
            <a:ext cx="741325" cy="734637"/>
          </a:xfrm>
          <a:prstGeom prst="rect">
            <a:avLst/>
          </a:prstGeom>
          <a:noFill/>
          <a:ln>
            <a:noFill/>
          </a:ln>
        </p:spPr>
      </p:pic>
      <p:sp>
        <p:nvSpPr>
          <p:cNvPr id="6523" name="Google Shape;6523;p326"/>
          <p:cNvSpPr txBox="1"/>
          <p:nvPr/>
        </p:nvSpPr>
        <p:spPr>
          <a:xfrm>
            <a:off x="1940850" y="2048400"/>
            <a:ext cx="5262300" cy="104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5600">
                <a:latin typeface="Lexend"/>
                <a:ea typeface="Lexend"/>
                <a:cs typeface="Lexend"/>
                <a:sym typeface="Lexend"/>
              </a:rPr>
              <a:t>XYZ</a:t>
            </a:r>
            <a:endParaRPr sz="5600">
              <a:latin typeface="Lexend"/>
              <a:ea typeface="Lexend"/>
              <a:cs typeface="Lexend"/>
              <a:sym typeface="Lexend"/>
            </a:endParaRPr>
          </a:p>
        </p:txBody>
      </p: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6527" name="Shape 6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8" name="Google Shape;6528;p327"/>
          <p:cNvSpPr txBox="1"/>
          <p:nvPr/>
        </p:nvSpPr>
        <p:spPr>
          <a:xfrm>
            <a:off x="468400" y="4793325"/>
            <a:ext cx="3305400" cy="15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t/>
            </a:r>
            <a:endParaRPr b="0" i="0" sz="800" u="none" cap="none" strike="noStrike">
              <a:solidFill>
                <a:srgbClr val="00A099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6529" name="Google Shape;6529;p327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6530" name="Google Shape;6530;p32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262900" y="232188"/>
            <a:ext cx="741325" cy="734637"/>
          </a:xfrm>
          <a:prstGeom prst="rect">
            <a:avLst/>
          </a:prstGeom>
          <a:noFill/>
          <a:ln>
            <a:noFill/>
          </a:ln>
        </p:spPr>
      </p:pic>
      <p:sp>
        <p:nvSpPr>
          <p:cNvPr id="6531" name="Google Shape;6531;p327"/>
          <p:cNvSpPr txBox="1"/>
          <p:nvPr/>
        </p:nvSpPr>
        <p:spPr>
          <a:xfrm>
            <a:off x="1940850" y="2048400"/>
            <a:ext cx="5262300" cy="104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5600">
                <a:latin typeface="Lexend"/>
                <a:ea typeface="Lexend"/>
                <a:cs typeface="Lexend"/>
                <a:sym typeface="Lexend"/>
              </a:rPr>
              <a:t>XYZ</a:t>
            </a:r>
            <a:endParaRPr sz="5600">
              <a:latin typeface="Lexend"/>
              <a:ea typeface="Lexend"/>
              <a:cs typeface="Lexend"/>
              <a:sym typeface="Lexend"/>
            </a:endParaRPr>
          </a:p>
        </p:txBody>
      </p: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E06666"/>
        </a:solidFill>
      </p:bgPr>
    </p:bg>
    <p:spTree>
      <p:nvGrpSpPr>
        <p:cNvPr id="6535" name="Shape 65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36" name="Google Shape;6536;p328"/>
          <p:cNvSpPr txBox="1"/>
          <p:nvPr/>
        </p:nvSpPr>
        <p:spPr>
          <a:xfrm>
            <a:off x="468400" y="4793325"/>
            <a:ext cx="3305400" cy="15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t/>
            </a:r>
            <a:endParaRPr b="0" i="0" sz="800" u="none" cap="none" strike="noStrike">
              <a:solidFill>
                <a:srgbClr val="00A099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6537" name="Google Shape;6537;p328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6538" name="Google Shape;6538;p32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262900" y="232188"/>
            <a:ext cx="741325" cy="734637"/>
          </a:xfrm>
          <a:prstGeom prst="rect">
            <a:avLst/>
          </a:prstGeom>
          <a:noFill/>
          <a:ln>
            <a:noFill/>
          </a:ln>
        </p:spPr>
      </p:pic>
      <p:sp>
        <p:nvSpPr>
          <p:cNvPr id="6539" name="Google Shape;6539;p328"/>
          <p:cNvSpPr txBox="1"/>
          <p:nvPr/>
        </p:nvSpPr>
        <p:spPr>
          <a:xfrm>
            <a:off x="1940850" y="2048400"/>
            <a:ext cx="5262300" cy="104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5600">
                <a:latin typeface="Lexend"/>
                <a:ea typeface="Lexend"/>
                <a:cs typeface="Lexend"/>
                <a:sym typeface="Lexend"/>
              </a:rPr>
              <a:t>XYZ</a:t>
            </a:r>
            <a:endParaRPr sz="5600">
              <a:latin typeface="Lexend"/>
              <a:ea typeface="Lexend"/>
              <a:cs typeface="Lexend"/>
              <a:sym typeface="Lexend"/>
            </a:endParaRPr>
          </a:p>
        </p:txBody>
      </p: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A64D79"/>
        </a:solidFill>
      </p:bgPr>
    </p:bg>
    <p:spTree>
      <p:nvGrpSpPr>
        <p:cNvPr id="6543" name="Shape 65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4" name="Google Shape;6544;p329"/>
          <p:cNvSpPr txBox="1"/>
          <p:nvPr/>
        </p:nvSpPr>
        <p:spPr>
          <a:xfrm>
            <a:off x="457950" y="1081050"/>
            <a:ext cx="8228100" cy="2981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Arial"/>
              <a:buNone/>
            </a:pPr>
            <a:r>
              <a:rPr b="1" lang="en" sz="3400">
                <a:solidFill>
                  <a:schemeClr val="lt1"/>
                </a:solidFill>
              </a:rPr>
              <a:t>Words to Read- New Morphology</a:t>
            </a:r>
            <a:endParaRPr b="1" sz="3400">
              <a:solidFill>
                <a:schemeClr val="lt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rial"/>
              <a:buNone/>
            </a:pPr>
            <a:r>
              <a:rPr b="1" lang="en">
                <a:solidFill>
                  <a:schemeClr val="lt1"/>
                </a:solidFill>
              </a:rPr>
              <a:t>2 mins</a:t>
            </a:r>
            <a:endParaRPr b="1" sz="3400">
              <a:solidFill>
                <a:schemeClr val="lt1"/>
              </a:solidFill>
            </a:endParaRPr>
          </a:p>
        </p:txBody>
      </p:sp>
      <p:sp>
        <p:nvSpPr>
          <p:cNvPr id="6545" name="Google Shape;6545;p329"/>
          <p:cNvSpPr txBox="1"/>
          <p:nvPr/>
        </p:nvSpPr>
        <p:spPr>
          <a:xfrm>
            <a:off x="468400" y="4793325"/>
            <a:ext cx="3305400" cy="15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t/>
            </a:r>
            <a:endParaRPr b="0" i="0" sz="800" u="none" cap="none" strike="noStrike">
              <a:solidFill>
                <a:srgbClr val="FFFFFF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6546" name="Google Shape;6546;p329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550" name="Shape 65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1" name="Google Shape;6551;p330"/>
          <p:cNvSpPr txBox="1"/>
          <p:nvPr/>
        </p:nvSpPr>
        <p:spPr>
          <a:xfrm>
            <a:off x="468400" y="4793325"/>
            <a:ext cx="3305400" cy="15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t/>
            </a:r>
            <a:endParaRPr b="0" i="0" sz="800" u="none" cap="none" strike="noStrike">
              <a:solidFill>
                <a:srgbClr val="00A099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6552" name="Google Shape;6552;p330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6553" name="Google Shape;6553;p33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262900" y="232188"/>
            <a:ext cx="741325" cy="734637"/>
          </a:xfrm>
          <a:prstGeom prst="rect">
            <a:avLst/>
          </a:prstGeom>
          <a:noFill/>
          <a:ln>
            <a:noFill/>
          </a:ln>
        </p:spPr>
      </p:pic>
      <p:sp>
        <p:nvSpPr>
          <p:cNvPr id="6554" name="Google Shape;6554;p330"/>
          <p:cNvSpPr txBox="1"/>
          <p:nvPr/>
        </p:nvSpPr>
        <p:spPr>
          <a:xfrm>
            <a:off x="5943230" y="1202100"/>
            <a:ext cx="2499000" cy="273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5000">
                <a:solidFill>
                  <a:schemeClr val="dk1"/>
                </a:solidFill>
                <a:latin typeface="Lexend"/>
                <a:ea typeface="Lexend"/>
                <a:cs typeface="Lexend"/>
                <a:sym typeface="Lexend"/>
              </a:rPr>
              <a:t>XYZ</a:t>
            </a:r>
            <a:endParaRPr sz="5000">
              <a:solidFill>
                <a:srgbClr val="000000"/>
              </a:solidFill>
              <a:latin typeface="Lexend"/>
              <a:ea typeface="Lexend"/>
              <a:cs typeface="Lexend"/>
              <a:sym typeface="Lexend"/>
            </a:endParaRPr>
          </a:p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5000">
                <a:solidFill>
                  <a:schemeClr val="dk1"/>
                </a:solidFill>
                <a:latin typeface="Lexend"/>
                <a:ea typeface="Lexend"/>
                <a:cs typeface="Lexend"/>
                <a:sym typeface="Lexend"/>
              </a:rPr>
              <a:t>XYZ</a:t>
            </a:r>
            <a:endParaRPr sz="5000">
              <a:solidFill>
                <a:srgbClr val="000000"/>
              </a:solidFill>
              <a:latin typeface="Lexend"/>
              <a:ea typeface="Lexend"/>
              <a:cs typeface="Lexend"/>
              <a:sym typeface="Lexend"/>
            </a:endParaRPr>
          </a:p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5000">
                <a:solidFill>
                  <a:schemeClr val="dk1"/>
                </a:solidFill>
                <a:latin typeface="Lexend"/>
                <a:ea typeface="Lexend"/>
                <a:cs typeface="Lexend"/>
                <a:sym typeface="Lexend"/>
              </a:rPr>
              <a:t>XYZ</a:t>
            </a:r>
            <a:endParaRPr sz="5000">
              <a:solidFill>
                <a:srgbClr val="000000"/>
              </a:solidFill>
              <a:latin typeface="Lexend"/>
              <a:ea typeface="Lexend"/>
              <a:cs typeface="Lexend"/>
              <a:sym typeface="Lexend"/>
            </a:endParaRPr>
          </a:p>
        </p:txBody>
      </p:sp>
      <p:sp>
        <p:nvSpPr>
          <p:cNvPr id="6555" name="Google Shape;6555;p330"/>
          <p:cNvSpPr txBox="1"/>
          <p:nvPr/>
        </p:nvSpPr>
        <p:spPr>
          <a:xfrm>
            <a:off x="3322710" y="1202100"/>
            <a:ext cx="2499000" cy="273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5000">
                <a:solidFill>
                  <a:schemeClr val="dk1"/>
                </a:solidFill>
                <a:latin typeface="Lexend"/>
                <a:ea typeface="Lexend"/>
                <a:cs typeface="Lexend"/>
                <a:sym typeface="Lexend"/>
              </a:rPr>
              <a:t>XYZ</a:t>
            </a:r>
            <a:endParaRPr sz="5000">
              <a:solidFill>
                <a:srgbClr val="000000"/>
              </a:solidFill>
              <a:latin typeface="Lexend"/>
              <a:ea typeface="Lexend"/>
              <a:cs typeface="Lexend"/>
              <a:sym typeface="Lexend"/>
            </a:endParaRPr>
          </a:p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5000">
                <a:solidFill>
                  <a:schemeClr val="dk1"/>
                </a:solidFill>
                <a:latin typeface="Lexend"/>
                <a:ea typeface="Lexend"/>
                <a:cs typeface="Lexend"/>
                <a:sym typeface="Lexend"/>
              </a:rPr>
              <a:t>XYZ</a:t>
            </a:r>
            <a:endParaRPr sz="5000">
              <a:solidFill>
                <a:srgbClr val="000000"/>
              </a:solidFill>
              <a:latin typeface="Lexend"/>
              <a:ea typeface="Lexend"/>
              <a:cs typeface="Lexend"/>
              <a:sym typeface="Lexend"/>
            </a:endParaRPr>
          </a:p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5000">
                <a:solidFill>
                  <a:schemeClr val="dk1"/>
                </a:solidFill>
                <a:latin typeface="Lexend"/>
                <a:ea typeface="Lexend"/>
                <a:cs typeface="Lexend"/>
                <a:sym typeface="Lexend"/>
              </a:rPr>
              <a:t>XYZ</a:t>
            </a:r>
            <a:endParaRPr sz="5000">
              <a:solidFill>
                <a:srgbClr val="000000"/>
              </a:solidFill>
              <a:latin typeface="Lexend"/>
              <a:ea typeface="Lexend"/>
              <a:cs typeface="Lexend"/>
              <a:sym typeface="Lexend"/>
            </a:endParaRPr>
          </a:p>
        </p:txBody>
      </p:sp>
      <p:sp>
        <p:nvSpPr>
          <p:cNvPr id="6556" name="Google Shape;6556;p330"/>
          <p:cNvSpPr txBox="1"/>
          <p:nvPr/>
        </p:nvSpPr>
        <p:spPr>
          <a:xfrm>
            <a:off x="694170" y="1202100"/>
            <a:ext cx="2499000" cy="273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5000">
                <a:solidFill>
                  <a:schemeClr val="dk1"/>
                </a:solidFill>
                <a:latin typeface="Lexend"/>
                <a:ea typeface="Lexend"/>
                <a:cs typeface="Lexend"/>
                <a:sym typeface="Lexend"/>
              </a:rPr>
              <a:t>XYZ</a:t>
            </a:r>
            <a:endParaRPr sz="5000">
              <a:solidFill>
                <a:srgbClr val="000000"/>
              </a:solidFill>
              <a:latin typeface="Lexend"/>
              <a:ea typeface="Lexend"/>
              <a:cs typeface="Lexend"/>
              <a:sym typeface="Lexend"/>
            </a:endParaRPr>
          </a:p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5000">
                <a:solidFill>
                  <a:schemeClr val="dk1"/>
                </a:solidFill>
                <a:latin typeface="Lexend"/>
                <a:ea typeface="Lexend"/>
                <a:cs typeface="Lexend"/>
                <a:sym typeface="Lexend"/>
              </a:rPr>
              <a:t>XYZ</a:t>
            </a:r>
            <a:endParaRPr sz="5000">
              <a:solidFill>
                <a:srgbClr val="000000"/>
              </a:solidFill>
              <a:latin typeface="Lexend"/>
              <a:ea typeface="Lexend"/>
              <a:cs typeface="Lexend"/>
              <a:sym typeface="Lexend"/>
            </a:endParaRPr>
          </a:p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5000">
                <a:solidFill>
                  <a:schemeClr val="dk1"/>
                </a:solidFill>
                <a:latin typeface="Lexend"/>
                <a:ea typeface="Lexend"/>
                <a:cs typeface="Lexend"/>
                <a:sym typeface="Lexend"/>
              </a:rPr>
              <a:t>XYZ</a:t>
            </a:r>
            <a:endParaRPr sz="5000">
              <a:solidFill>
                <a:srgbClr val="000000"/>
              </a:solidFill>
              <a:latin typeface="Lexend"/>
              <a:ea typeface="Lexend"/>
              <a:cs typeface="Lexend"/>
              <a:sym typeface="Lexend"/>
            </a:endParaRPr>
          </a:p>
        </p:txBody>
      </p: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6">
                                            <p:txEl>
                                              <p:pRg end="0" st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6">
                                            <p:txEl>
                                              <p:pRg end="1" st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6">
                                            <p:txEl>
                                              <p:pRg end="2" st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5">
                                            <p:txEl>
                                              <p:pRg end="0" st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5">
                                            <p:txEl>
                                              <p:pRg end="1" st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5">
                                            <p:txEl>
                                              <p:pRg end="2" st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4">
                                            <p:txEl>
                                              <p:pRg end="0" st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4">
                                            <p:txEl>
                                              <p:pRg end="1" st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4">
                                            <p:txEl>
                                              <p:pRg end="2" st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A64D79"/>
        </a:solidFill>
      </p:bgPr>
    </p:bg>
    <p:spTree>
      <p:nvGrpSpPr>
        <p:cNvPr id="6560" name="Shape 6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61" name="Google Shape;6561;p331"/>
          <p:cNvSpPr txBox="1"/>
          <p:nvPr/>
        </p:nvSpPr>
        <p:spPr>
          <a:xfrm>
            <a:off x="457200" y="1438275"/>
            <a:ext cx="8228100" cy="2981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Arial"/>
              <a:buNone/>
            </a:pPr>
            <a:r>
              <a:rPr b="1" lang="en" sz="3400">
                <a:solidFill>
                  <a:schemeClr val="lt1"/>
                </a:solidFill>
              </a:rPr>
              <a:t>Words to Spell- New Morphology</a:t>
            </a:r>
            <a:endParaRPr b="1" sz="3400">
              <a:solidFill>
                <a:schemeClr val="lt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rial"/>
              <a:buNone/>
            </a:pPr>
            <a:r>
              <a:rPr b="1" lang="en">
                <a:solidFill>
                  <a:schemeClr val="lt1"/>
                </a:solidFill>
              </a:rPr>
              <a:t>2 mins</a:t>
            </a:r>
            <a:endParaRPr b="1" sz="3400">
              <a:solidFill>
                <a:schemeClr val="lt1"/>
              </a:solidFill>
            </a:endParaRPr>
          </a:p>
        </p:txBody>
      </p:sp>
      <p:sp>
        <p:nvSpPr>
          <p:cNvPr id="6562" name="Google Shape;6562;p331"/>
          <p:cNvSpPr txBox="1"/>
          <p:nvPr/>
        </p:nvSpPr>
        <p:spPr>
          <a:xfrm>
            <a:off x="468400" y="4793325"/>
            <a:ext cx="3305400" cy="15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t/>
            </a:r>
            <a:endParaRPr b="0" i="0" sz="800" u="none" cap="none" strike="noStrike">
              <a:solidFill>
                <a:srgbClr val="FFFFFF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6563" name="Google Shape;6563;p331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567" name="Shape 65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68" name="Google Shape;6568;p332"/>
          <p:cNvSpPr txBox="1"/>
          <p:nvPr/>
        </p:nvSpPr>
        <p:spPr>
          <a:xfrm>
            <a:off x="468400" y="4793325"/>
            <a:ext cx="3305400" cy="15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t/>
            </a:r>
            <a:endParaRPr b="0" i="0" sz="800" u="none" cap="none" strike="noStrike">
              <a:solidFill>
                <a:srgbClr val="00A099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6569" name="Google Shape;6569;p332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6570" name="Google Shape;6570;p33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262900" y="232188"/>
            <a:ext cx="741325" cy="734637"/>
          </a:xfrm>
          <a:prstGeom prst="rect">
            <a:avLst/>
          </a:prstGeom>
          <a:noFill/>
          <a:ln>
            <a:noFill/>
          </a:ln>
        </p:spPr>
      </p:pic>
      <p:sp>
        <p:nvSpPr>
          <p:cNvPr id="6571" name="Google Shape;6571;p332"/>
          <p:cNvSpPr txBox="1"/>
          <p:nvPr/>
        </p:nvSpPr>
        <p:spPr>
          <a:xfrm>
            <a:off x="179988" y="1505700"/>
            <a:ext cx="4392000" cy="2132100"/>
          </a:xfrm>
          <a:prstGeom prst="rect">
            <a:avLst/>
          </a:prstGeom>
          <a:noFill/>
          <a:ln>
            <a:noFill/>
          </a:ln>
        </p:spPr>
        <p:txBody>
          <a:bodyPr anchorCtr="0" anchor="t" bIns="147000" lIns="147000" spcFirstLastPara="1" rIns="147000" wrap="square" tIns="147000">
            <a:noAutofit/>
          </a:bodyPr>
          <a:lstStyle/>
          <a:p>
            <a:pPr indent="0" lvl="0" marL="0" rtl="0" 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5200">
                <a:latin typeface="Lexend"/>
                <a:ea typeface="Lexend"/>
                <a:cs typeface="Lexend"/>
                <a:sym typeface="Lexend"/>
              </a:rPr>
              <a:t>XYZ</a:t>
            </a:r>
            <a:endParaRPr sz="5200">
              <a:solidFill>
                <a:srgbClr val="000000"/>
              </a:solidFill>
              <a:latin typeface="Lexend"/>
              <a:ea typeface="Lexend"/>
              <a:cs typeface="Lexend"/>
              <a:sym typeface="Lexend"/>
            </a:endParaRPr>
          </a:p>
          <a:p>
            <a:pPr indent="0" lvl="0" marL="0" rtl="0" 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5200">
                <a:solidFill>
                  <a:schemeClr val="dk1"/>
                </a:solidFill>
                <a:latin typeface="Lexend"/>
                <a:ea typeface="Lexend"/>
                <a:cs typeface="Lexend"/>
                <a:sym typeface="Lexend"/>
              </a:rPr>
              <a:t>XYZ</a:t>
            </a:r>
            <a:endParaRPr sz="5200">
              <a:solidFill>
                <a:srgbClr val="000000"/>
              </a:solidFill>
              <a:latin typeface="Lexend"/>
              <a:ea typeface="Lexend"/>
              <a:cs typeface="Lexend"/>
              <a:sym typeface="Lexend"/>
            </a:endParaRPr>
          </a:p>
        </p:txBody>
      </p:sp>
      <p:sp>
        <p:nvSpPr>
          <p:cNvPr id="6572" name="Google Shape;6572;p332"/>
          <p:cNvSpPr txBox="1"/>
          <p:nvPr/>
        </p:nvSpPr>
        <p:spPr>
          <a:xfrm>
            <a:off x="4572013" y="1505700"/>
            <a:ext cx="4392000" cy="2132100"/>
          </a:xfrm>
          <a:prstGeom prst="rect">
            <a:avLst/>
          </a:prstGeom>
          <a:noFill/>
          <a:ln>
            <a:noFill/>
          </a:ln>
        </p:spPr>
        <p:txBody>
          <a:bodyPr anchorCtr="0" anchor="t" bIns="147000" lIns="147000" spcFirstLastPara="1" rIns="147000" wrap="square" tIns="147000">
            <a:noAutofit/>
          </a:bodyPr>
          <a:lstStyle/>
          <a:p>
            <a:pPr indent="0" lvl="0" marL="0" rtl="0" 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5200">
                <a:solidFill>
                  <a:schemeClr val="dk1"/>
                </a:solidFill>
                <a:latin typeface="Lexend"/>
                <a:ea typeface="Lexend"/>
                <a:cs typeface="Lexend"/>
                <a:sym typeface="Lexend"/>
              </a:rPr>
              <a:t>XYZ</a:t>
            </a:r>
            <a:endParaRPr sz="5200">
              <a:solidFill>
                <a:srgbClr val="000000"/>
              </a:solidFill>
              <a:latin typeface="Lexend"/>
              <a:ea typeface="Lexend"/>
              <a:cs typeface="Lexend"/>
              <a:sym typeface="Lexend"/>
            </a:endParaRPr>
          </a:p>
          <a:p>
            <a:pPr indent="0" lvl="0" marL="0" rtl="0" 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5200">
                <a:solidFill>
                  <a:schemeClr val="dk1"/>
                </a:solidFill>
                <a:latin typeface="Lexend"/>
                <a:ea typeface="Lexend"/>
                <a:cs typeface="Lexend"/>
                <a:sym typeface="Lexend"/>
              </a:rPr>
              <a:t>XYZ</a:t>
            </a:r>
            <a:endParaRPr sz="5200">
              <a:solidFill>
                <a:srgbClr val="000000"/>
              </a:solidFill>
              <a:latin typeface="Lexend"/>
              <a:ea typeface="Lexend"/>
              <a:cs typeface="Lexend"/>
              <a:sym typeface="Lexend"/>
            </a:endParaRPr>
          </a:p>
        </p:txBody>
      </p: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71">
                                            <p:txEl>
                                              <p:pRg end="0" st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71">
                                            <p:txEl>
                                              <p:pRg end="1" st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72">
                                            <p:txEl>
                                              <p:pRg end="0" st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72">
                                            <p:txEl>
                                              <p:pRg end="1" st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990000"/>
        </a:solidFill>
      </p:bgPr>
    </p:bg>
    <p:spTree>
      <p:nvGrpSpPr>
        <p:cNvPr id="6576" name="Shape 65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77" name="Google Shape;6577;p333"/>
          <p:cNvSpPr txBox="1"/>
          <p:nvPr/>
        </p:nvSpPr>
        <p:spPr>
          <a:xfrm>
            <a:off x="457950" y="1081050"/>
            <a:ext cx="8228100" cy="2981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Arial"/>
              <a:buNone/>
            </a:pPr>
            <a:r>
              <a:rPr b="1" lang="en" sz="3400">
                <a:solidFill>
                  <a:schemeClr val="lt1"/>
                </a:solidFill>
              </a:rPr>
              <a:t>Review </a:t>
            </a:r>
            <a:r>
              <a:rPr b="1" lang="en" sz="3400">
                <a:solidFill>
                  <a:schemeClr val="lt1"/>
                </a:solidFill>
              </a:rPr>
              <a:t>Learned Words</a:t>
            </a:r>
            <a:endParaRPr b="1" sz="3400">
              <a:solidFill>
                <a:schemeClr val="lt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rial"/>
              <a:buNone/>
            </a:pPr>
            <a:r>
              <a:rPr b="1" lang="en" sz="1500">
                <a:solidFill>
                  <a:schemeClr val="lt1"/>
                </a:solidFill>
                <a:latin typeface="Century Gothic"/>
                <a:ea typeface="Century Gothic"/>
                <a:cs typeface="Century Gothic"/>
                <a:sym typeface="Century Gothic"/>
              </a:rPr>
              <a:t>2 minute</a:t>
            </a:r>
            <a:endParaRPr b="1" sz="3400">
              <a:solidFill>
                <a:schemeClr val="lt1"/>
              </a:solidFill>
            </a:endParaRPr>
          </a:p>
        </p:txBody>
      </p:sp>
      <p:sp>
        <p:nvSpPr>
          <p:cNvPr id="6578" name="Google Shape;6578;p333"/>
          <p:cNvSpPr txBox="1"/>
          <p:nvPr/>
        </p:nvSpPr>
        <p:spPr>
          <a:xfrm>
            <a:off x="468400" y="4793325"/>
            <a:ext cx="3305400" cy="15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t/>
            </a:r>
            <a:endParaRPr b="0" i="0" sz="800" u="none" cap="none" strike="noStrike">
              <a:solidFill>
                <a:srgbClr val="FFFFFF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6579" name="Google Shape;6579;p333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6580" name="Google Shape;6580;p333"/>
          <p:cNvGrpSpPr/>
          <p:nvPr/>
        </p:nvGrpSpPr>
        <p:grpSpPr>
          <a:xfrm>
            <a:off x="8248220" y="273541"/>
            <a:ext cx="745111" cy="536361"/>
            <a:chOff x="4213950" y="516425"/>
            <a:chExt cx="1280700" cy="921900"/>
          </a:xfrm>
        </p:grpSpPr>
        <p:sp>
          <p:nvSpPr>
            <p:cNvPr id="6581" name="Google Shape;6581;p333"/>
            <p:cNvSpPr/>
            <p:nvPr/>
          </p:nvSpPr>
          <p:spPr>
            <a:xfrm>
              <a:off x="4213950" y="516425"/>
              <a:ext cx="1280700" cy="921900"/>
            </a:xfrm>
            <a:prstGeom prst="wedgeRectCallout">
              <a:avLst>
                <a:gd fmla="val -20833" name="adj1"/>
                <a:gd fmla="val 62500" name="adj2"/>
              </a:avLst>
            </a:prstGeom>
            <a:solidFill>
              <a:srgbClr val="FFFFFF"/>
            </a:solidFill>
            <a:ln cap="flat" cmpd="sng" w="3810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582" name="Google Shape;6582;p333"/>
            <p:cNvGrpSpPr/>
            <p:nvPr/>
          </p:nvGrpSpPr>
          <p:grpSpPr>
            <a:xfrm>
              <a:off x="4441173" y="733300"/>
              <a:ext cx="810775" cy="93000"/>
              <a:chOff x="4441173" y="733300"/>
              <a:chExt cx="810775" cy="93000"/>
            </a:xfrm>
          </p:grpSpPr>
          <p:sp>
            <p:nvSpPr>
              <p:cNvPr id="6583" name="Google Shape;6583;p333"/>
              <p:cNvSpPr/>
              <p:nvPr/>
            </p:nvSpPr>
            <p:spPr>
              <a:xfrm>
                <a:off x="4441173" y="733300"/>
                <a:ext cx="103200" cy="93000"/>
              </a:xfrm>
              <a:prstGeom prst="ellipse">
                <a:avLst/>
              </a:prstGeom>
              <a:solidFill>
                <a:srgbClr val="000000"/>
              </a:solidFill>
              <a:ln cap="flat" cmpd="sng" w="9525">
                <a:solidFill>
                  <a:srgbClr val="807F7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6584" name="Google Shape;6584;p333"/>
              <p:cNvCxnSpPr/>
              <p:nvPr/>
            </p:nvCxnSpPr>
            <p:spPr>
              <a:xfrm flipH="1" rot="10800000">
                <a:off x="4601248" y="777250"/>
                <a:ext cx="650700" cy="5100"/>
              </a:xfrm>
              <a:prstGeom prst="straightConnector1">
                <a:avLst/>
              </a:prstGeom>
              <a:noFill/>
              <a:ln cap="flat" cmpd="sng" w="38100">
                <a:solidFill>
                  <a:srgbClr val="000000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6585" name="Google Shape;6585;p333"/>
            <p:cNvGrpSpPr/>
            <p:nvPr/>
          </p:nvGrpSpPr>
          <p:grpSpPr>
            <a:xfrm>
              <a:off x="4441173" y="885700"/>
              <a:ext cx="810775" cy="93000"/>
              <a:chOff x="4441173" y="733300"/>
              <a:chExt cx="810775" cy="93000"/>
            </a:xfrm>
          </p:grpSpPr>
          <p:sp>
            <p:nvSpPr>
              <p:cNvPr id="6586" name="Google Shape;6586;p333"/>
              <p:cNvSpPr/>
              <p:nvPr/>
            </p:nvSpPr>
            <p:spPr>
              <a:xfrm>
                <a:off x="4441173" y="733300"/>
                <a:ext cx="103200" cy="93000"/>
              </a:xfrm>
              <a:prstGeom prst="ellipse">
                <a:avLst/>
              </a:prstGeom>
              <a:solidFill>
                <a:srgbClr val="000000"/>
              </a:solidFill>
              <a:ln cap="flat" cmpd="sng" w="9525">
                <a:solidFill>
                  <a:srgbClr val="807F7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6587" name="Google Shape;6587;p333"/>
              <p:cNvCxnSpPr/>
              <p:nvPr/>
            </p:nvCxnSpPr>
            <p:spPr>
              <a:xfrm flipH="1" rot="10800000">
                <a:off x="4601248" y="777250"/>
                <a:ext cx="650700" cy="5100"/>
              </a:xfrm>
              <a:prstGeom prst="straightConnector1">
                <a:avLst/>
              </a:prstGeom>
              <a:noFill/>
              <a:ln cap="flat" cmpd="sng" w="38100">
                <a:solidFill>
                  <a:srgbClr val="000000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6588" name="Google Shape;6588;p333"/>
            <p:cNvGrpSpPr/>
            <p:nvPr/>
          </p:nvGrpSpPr>
          <p:grpSpPr>
            <a:xfrm>
              <a:off x="4441173" y="1038100"/>
              <a:ext cx="810775" cy="93000"/>
              <a:chOff x="4441173" y="733300"/>
              <a:chExt cx="810775" cy="93000"/>
            </a:xfrm>
          </p:grpSpPr>
          <p:sp>
            <p:nvSpPr>
              <p:cNvPr id="6589" name="Google Shape;6589;p333"/>
              <p:cNvSpPr/>
              <p:nvPr/>
            </p:nvSpPr>
            <p:spPr>
              <a:xfrm>
                <a:off x="4441173" y="733300"/>
                <a:ext cx="103200" cy="93000"/>
              </a:xfrm>
              <a:prstGeom prst="ellipse">
                <a:avLst/>
              </a:prstGeom>
              <a:solidFill>
                <a:srgbClr val="000000"/>
              </a:solidFill>
              <a:ln cap="flat" cmpd="sng" w="9525">
                <a:solidFill>
                  <a:srgbClr val="807F7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6590" name="Google Shape;6590;p333"/>
              <p:cNvCxnSpPr/>
              <p:nvPr/>
            </p:nvCxnSpPr>
            <p:spPr>
              <a:xfrm flipH="1" rot="10800000">
                <a:off x="4601248" y="777250"/>
                <a:ext cx="650700" cy="5100"/>
              </a:xfrm>
              <a:prstGeom prst="straightConnector1">
                <a:avLst/>
              </a:prstGeom>
              <a:noFill/>
              <a:ln cap="flat" cmpd="sng" w="38100">
                <a:solidFill>
                  <a:srgbClr val="000000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990032"/>
        </a:solidFill>
      </p:bgPr>
    </p:bg>
    <p:spTree>
      <p:nvGrpSpPr>
        <p:cNvPr id="6594" name="Shape 65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5" name="Google Shape;6595;p334"/>
          <p:cNvSpPr txBox="1"/>
          <p:nvPr/>
        </p:nvSpPr>
        <p:spPr>
          <a:xfrm>
            <a:off x="468400" y="4793325"/>
            <a:ext cx="3305400" cy="15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t/>
            </a:r>
            <a:endParaRPr b="0" i="0" sz="800" u="none" cap="none" strike="noStrike">
              <a:solidFill>
                <a:srgbClr val="00A099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6596" name="Google Shape;6596;p334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6597" name="Google Shape;6597;p33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262900" y="232188"/>
            <a:ext cx="741325" cy="734637"/>
          </a:xfrm>
          <a:prstGeom prst="rect">
            <a:avLst/>
          </a:prstGeom>
          <a:noFill/>
          <a:ln>
            <a:noFill/>
          </a:ln>
        </p:spPr>
      </p:pic>
      <p:sp>
        <p:nvSpPr>
          <p:cNvPr id="6598" name="Google Shape;6598;p334"/>
          <p:cNvSpPr txBox="1"/>
          <p:nvPr/>
        </p:nvSpPr>
        <p:spPr>
          <a:xfrm>
            <a:off x="1015200" y="1708650"/>
            <a:ext cx="7113600" cy="1726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6700">
                <a:solidFill>
                  <a:srgbClr val="FFFFFF"/>
                </a:solidFill>
                <a:latin typeface="Lexend"/>
                <a:ea typeface="Lexend"/>
                <a:cs typeface="Lexend"/>
                <a:sym typeface="Lexend"/>
              </a:rPr>
              <a:t>XY</a:t>
            </a:r>
            <a:r>
              <a:rPr lang="en" sz="6700">
                <a:solidFill>
                  <a:srgbClr val="FFFF00"/>
                </a:solidFill>
                <a:latin typeface="Lexend"/>
                <a:ea typeface="Lexend"/>
                <a:cs typeface="Lexend"/>
                <a:sym typeface="Lexend"/>
              </a:rPr>
              <a:t>Z</a:t>
            </a:r>
            <a:endParaRPr sz="6700">
              <a:solidFill>
                <a:srgbClr val="FFFF00"/>
              </a:solidFill>
              <a:latin typeface="Lexend"/>
              <a:ea typeface="Lexend"/>
              <a:cs typeface="Lexend"/>
              <a:sym typeface="Lexend"/>
            </a:endParaRPr>
          </a:p>
        </p:txBody>
      </p:sp>
      <p:pic>
        <p:nvPicPr>
          <p:cNvPr descr="Icon&#10;&#10;Description automatically generated" id="6599" name="Google Shape;6599;p334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7370520" y="182174"/>
            <a:ext cx="814914" cy="81491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990032"/>
        </a:solidFill>
      </p:bgPr>
    </p:bg>
    <p:spTree>
      <p:nvGrpSpPr>
        <p:cNvPr id="6603" name="Shape 6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04" name="Google Shape;6604;p335"/>
          <p:cNvSpPr txBox="1"/>
          <p:nvPr/>
        </p:nvSpPr>
        <p:spPr>
          <a:xfrm>
            <a:off x="468400" y="4793325"/>
            <a:ext cx="3305400" cy="15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t/>
            </a:r>
            <a:endParaRPr b="0" i="0" sz="800" u="none" cap="none" strike="noStrike">
              <a:solidFill>
                <a:srgbClr val="00A099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6605" name="Google Shape;6605;p335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6606" name="Google Shape;6606;p33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262900" y="232188"/>
            <a:ext cx="741325" cy="734637"/>
          </a:xfrm>
          <a:prstGeom prst="rect">
            <a:avLst/>
          </a:prstGeom>
          <a:noFill/>
          <a:ln>
            <a:noFill/>
          </a:ln>
        </p:spPr>
      </p:pic>
      <p:sp>
        <p:nvSpPr>
          <p:cNvPr id="6607" name="Google Shape;6607;p335"/>
          <p:cNvSpPr txBox="1"/>
          <p:nvPr/>
        </p:nvSpPr>
        <p:spPr>
          <a:xfrm>
            <a:off x="1015200" y="1708650"/>
            <a:ext cx="7113600" cy="1726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6700">
                <a:solidFill>
                  <a:srgbClr val="FFFFFF"/>
                </a:solidFill>
                <a:latin typeface="Lexend"/>
                <a:ea typeface="Lexend"/>
                <a:cs typeface="Lexend"/>
                <a:sym typeface="Lexend"/>
              </a:rPr>
              <a:t>XY</a:t>
            </a:r>
            <a:r>
              <a:rPr lang="en" sz="6700">
                <a:solidFill>
                  <a:srgbClr val="FFFF00"/>
                </a:solidFill>
                <a:latin typeface="Lexend"/>
                <a:ea typeface="Lexend"/>
                <a:cs typeface="Lexend"/>
                <a:sym typeface="Lexend"/>
              </a:rPr>
              <a:t>Z</a:t>
            </a:r>
            <a:endParaRPr sz="6700">
              <a:solidFill>
                <a:srgbClr val="FFFF00"/>
              </a:solidFill>
              <a:latin typeface="Lexend"/>
              <a:ea typeface="Lexend"/>
              <a:cs typeface="Lexend"/>
              <a:sym typeface="Lexend"/>
            </a:endParaRPr>
          </a:p>
        </p:txBody>
      </p:sp>
      <p:pic>
        <p:nvPicPr>
          <p:cNvPr descr="Icon&#10;&#10;Description automatically generated" id="6608" name="Google Shape;6608;p335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7370520" y="182174"/>
            <a:ext cx="814914" cy="81491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990000"/>
        </a:solidFill>
      </p:bgPr>
    </p:bg>
    <p:spTree>
      <p:nvGrpSpPr>
        <p:cNvPr id="6612" name="Shape 66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13" name="Google Shape;6613;p336"/>
          <p:cNvSpPr txBox="1"/>
          <p:nvPr/>
        </p:nvSpPr>
        <p:spPr>
          <a:xfrm>
            <a:off x="457950" y="1081050"/>
            <a:ext cx="8228100" cy="2981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Arial"/>
              <a:buNone/>
            </a:pPr>
            <a:r>
              <a:rPr b="1" lang="en" sz="3400">
                <a:solidFill>
                  <a:schemeClr val="lt1"/>
                </a:solidFill>
              </a:rPr>
              <a:t>New</a:t>
            </a:r>
            <a:r>
              <a:rPr b="1" lang="en" sz="3400">
                <a:solidFill>
                  <a:schemeClr val="lt1"/>
                </a:solidFill>
              </a:rPr>
              <a:t> Learned Word</a:t>
            </a:r>
            <a:endParaRPr b="1" sz="3400">
              <a:solidFill>
                <a:schemeClr val="lt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rial"/>
              <a:buNone/>
            </a:pPr>
            <a:r>
              <a:rPr b="1" lang="en" sz="1500">
                <a:solidFill>
                  <a:schemeClr val="lt1"/>
                </a:solidFill>
                <a:latin typeface="Century Gothic"/>
                <a:ea typeface="Century Gothic"/>
                <a:cs typeface="Century Gothic"/>
                <a:sym typeface="Century Gothic"/>
              </a:rPr>
              <a:t>2 minute</a:t>
            </a:r>
            <a:endParaRPr b="1" sz="3400">
              <a:solidFill>
                <a:schemeClr val="lt1"/>
              </a:solidFill>
            </a:endParaRPr>
          </a:p>
        </p:txBody>
      </p:sp>
      <p:sp>
        <p:nvSpPr>
          <p:cNvPr id="6614" name="Google Shape;6614;p336"/>
          <p:cNvSpPr txBox="1"/>
          <p:nvPr/>
        </p:nvSpPr>
        <p:spPr>
          <a:xfrm>
            <a:off x="468400" y="4793325"/>
            <a:ext cx="3305400" cy="15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t/>
            </a:r>
            <a:endParaRPr b="0" i="0" sz="800" u="none" cap="none" strike="noStrike">
              <a:solidFill>
                <a:srgbClr val="FFFFFF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6615" name="Google Shape;6615;p336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6616" name="Google Shape;6616;p336"/>
          <p:cNvGrpSpPr/>
          <p:nvPr/>
        </p:nvGrpSpPr>
        <p:grpSpPr>
          <a:xfrm>
            <a:off x="8248220" y="273541"/>
            <a:ext cx="745111" cy="536361"/>
            <a:chOff x="4213950" y="516425"/>
            <a:chExt cx="1280700" cy="921900"/>
          </a:xfrm>
        </p:grpSpPr>
        <p:sp>
          <p:nvSpPr>
            <p:cNvPr id="6617" name="Google Shape;6617;p336"/>
            <p:cNvSpPr/>
            <p:nvPr/>
          </p:nvSpPr>
          <p:spPr>
            <a:xfrm>
              <a:off x="4213950" y="516425"/>
              <a:ext cx="1280700" cy="921900"/>
            </a:xfrm>
            <a:prstGeom prst="wedgeRectCallout">
              <a:avLst>
                <a:gd fmla="val -20833" name="adj1"/>
                <a:gd fmla="val 62500" name="adj2"/>
              </a:avLst>
            </a:prstGeom>
            <a:solidFill>
              <a:srgbClr val="FFFFFF"/>
            </a:solidFill>
            <a:ln cap="flat" cmpd="sng" w="3810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618" name="Google Shape;6618;p336"/>
            <p:cNvGrpSpPr/>
            <p:nvPr/>
          </p:nvGrpSpPr>
          <p:grpSpPr>
            <a:xfrm>
              <a:off x="4441173" y="733300"/>
              <a:ext cx="810775" cy="93000"/>
              <a:chOff x="4441173" y="733300"/>
              <a:chExt cx="810775" cy="93000"/>
            </a:xfrm>
          </p:grpSpPr>
          <p:sp>
            <p:nvSpPr>
              <p:cNvPr id="6619" name="Google Shape;6619;p336"/>
              <p:cNvSpPr/>
              <p:nvPr/>
            </p:nvSpPr>
            <p:spPr>
              <a:xfrm>
                <a:off x="4441173" y="733300"/>
                <a:ext cx="103200" cy="93000"/>
              </a:xfrm>
              <a:prstGeom prst="ellipse">
                <a:avLst/>
              </a:prstGeom>
              <a:solidFill>
                <a:srgbClr val="000000"/>
              </a:solidFill>
              <a:ln cap="flat" cmpd="sng" w="9525">
                <a:solidFill>
                  <a:srgbClr val="807F7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6620" name="Google Shape;6620;p336"/>
              <p:cNvCxnSpPr/>
              <p:nvPr/>
            </p:nvCxnSpPr>
            <p:spPr>
              <a:xfrm flipH="1" rot="10800000">
                <a:off x="4601248" y="777250"/>
                <a:ext cx="650700" cy="5100"/>
              </a:xfrm>
              <a:prstGeom prst="straightConnector1">
                <a:avLst/>
              </a:prstGeom>
              <a:noFill/>
              <a:ln cap="flat" cmpd="sng" w="38100">
                <a:solidFill>
                  <a:srgbClr val="000000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6621" name="Google Shape;6621;p336"/>
            <p:cNvGrpSpPr/>
            <p:nvPr/>
          </p:nvGrpSpPr>
          <p:grpSpPr>
            <a:xfrm>
              <a:off x="4441173" y="885700"/>
              <a:ext cx="810775" cy="93000"/>
              <a:chOff x="4441173" y="733300"/>
              <a:chExt cx="810775" cy="93000"/>
            </a:xfrm>
          </p:grpSpPr>
          <p:sp>
            <p:nvSpPr>
              <p:cNvPr id="6622" name="Google Shape;6622;p336"/>
              <p:cNvSpPr/>
              <p:nvPr/>
            </p:nvSpPr>
            <p:spPr>
              <a:xfrm>
                <a:off x="4441173" y="733300"/>
                <a:ext cx="103200" cy="93000"/>
              </a:xfrm>
              <a:prstGeom prst="ellipse">
                <a:avLst/>
              </a:prstGeom>
              <a:solidFill>
                <a:srgbClr val="000000"/>
              </a:solidFill>
              <a:ln cap="flat" cmpd="sng" w="9525">
                <a:solidFill>
                  <a:srgbClr val="807F7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6623" name="Google Shape;6623;p336"/>
              <p:cNvCxnSpPr/>
              <p:nvPr/>
            </p:nvCxnSpPr>
            <p:spPr>
              <a:xfrm flipH="1" rot="10800000">
                <a:off x="4601248" y="777250"/>
                <a:ext cx="650700" cy="5100"/>
              </a:xfrm>
              <a:prstGeom prst="straightConnector1">
                <a:avLst/>
              </a:prstGeom>
              <a:noFill/>
              <a:ln cap="flat" cmpd="sng" w="38100">
                <a:solidFill>
                  <a:srgbClr val="000000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6624" name="Google Shape;6624;p336"/>
            <p:cNvGrpSpPr/>
            <p:nvPr/>
          </p:nvGrpSpPr>
          <p:grpSpPr>
            <a:xfrm>
              <a:off x="4441173" y="1038100"/>
              <a:ext cx="810775" cy="93000"/>
              <a:chOff x="4441173" y="733300"/>
              <a:chExt cx="810775" cy="93000"/>
            </a:xfrm>
          </p:grpSpPr>
          <p:sp>
            <p:nvSpPr>
              <p:cNvPr id="6625" name="Google Shape;6625;p336"/>
              <p:cNvSpPr/>
              <p:nvPr/>
            </p:nvSpPr>
            <p:spPr>
              <a:xfrm>
                <a:off x="4441173" y="733300"/>
                <a:ext cx="103200" cy="93000"/>
              </a:xfrm>
              <a:prstGeom prst="ellipse">
                <a:avLst/>
              </a:prstGeom>
              <a:solidFill>
                <a:srgbClr val="000000"/>
              </a:solidFill>
              <a:ln cap="flat" cmpd="sng" w="9525">
                <a:solidFill>
                  <a:srgbClr val="807F7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6626" name="Google Shape;6626;p336"/>
              <p:cNvCxnSpPr/>
              <p:nvPr/>
            </p:nvCxnSpPr>
            <p:spPr>
              <a:xfrm flipH="1" rot="10800000">
                <a:off x="4601248" y="777250"/>
                <a:ext cx="650700" cy="5100"/>
              </a:xfrm>
              <a:prstGeom prst="straightConnector1">
                <a:avLst/>
              </a:prstGeom>
              <a:noFill/>
              <a:ln cap="flat" cmpd="sng" w="38100">
                <a:solidFill>
                  <a:srgbClr val="000000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990032"/>
        </a:solidFill>
      </p:bgPr>
    </p:bg>
    <p:spTree>
      <p:nvGrpSpPr>
        <p:cNvPr id="6630" name="Shape 66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31" name="Google Shape;6631;p337"/>
          <p:cNvSpPr txBox="1"/>
          <p:nvPr/>
        </p:nvSpPr>
        <p:spPr>
          <a:xfrm>
            <a:off x="468400" y="4793325"/>
            <a:ext cx="3305400" cy="15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t/>
            </a:r>
            <a:endParaRPr b="0" i="0" sz="800" u="none" cap="none" strike="noStrike">
              <a:solidFill>
                <a:srgbClr val="00A099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6632" name="Google Shape;6632;p337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6633" name="Google Shape;6633;p33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262900" y="232188"/>
            <a:ext cx="741325" cy="734637"/>
          </a:xfrm>
          <a:prstGeom prst="rect">
            <a:avLst/>
          </a:prstGeom>
          <a:noFill/>
          <a:ln>
            <a:noFill/>
          </a:ln>
        </p:spPr>
      </p:pic>
      <p:sp>
        <p:nvSpPr>
          <p:cNvPr id="6634" name="Google Shape;6634;p337"/>
          <p:cNvSpPr txBox="1"/>
          <p:nvPr/>
        </p:nvSpPr>
        <p:spPr>
          <a:xfrm>
            <a:off x="1015200" y="1708650"/>
            <a:ext cx="7113600" cy="1726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6700">
                <a:solidFill>
                  <a:srgbClr val="FFFFFF"/>
                </a:solidFill>
                <a:latin typeface="Lexend"/>
                <a:ea typeface="Lexend"/>
                <a:cs typeface="Lexend"/>
                <a:sym typeface="Lexend"/>
              </a:rPr>
              <a:t>XY</a:t>
            </a:r>
            <a:r>
              <a:rPr lang="en" sz="6700">
                <a:solidFill>
                  <a:srgbClr val="FFFF00"/>
                </a:solidFill>
                <a:latin typeface="Lexend"/>
                <a:ea typeface="Lexend"/>
                <a:cs typeface="Lexend"/>
                <a:sym typeface="Lexend"/>
              </a:rPr>
              <a:t>Z</a:t>
            </a:r>
            <a:endParaRPr sz="6700">
              <a:solidFill>
                <a:srgbClr val="FFFF00"/>
              </a:solidFill>
              <a:latin typeface="Lexend"/>
              <a:ea typeface="Lexend"/>
              <a:cs typeface="Lexend"/>
              <a:sym typeface="Lexend"/>
            </a:endParaRPr>
          </a:p>
        </p:txBody>
      </p:sp>
      <p:pic>
        <p:nvPicPr>
          <p:cNvPr descr="Icon&#10;&#10;Description automatically generated" id="6635" name="Google Shape;6635;p337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7370520" y="182174"/>
            <a:ext cx="814914" cy="81491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6AA84F"/>
        </a:solidFill>
      </p:bgPr>
    </p:bg>
    <p:spTree>
      <p:nvGrpSpPr>
        <p:cNvPr id="6639" name="Shape 6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40" name="Google Shape;6640;p338"/>
          <p:cNvSpPr txBox="1"/>
          <p:nvPr/>
        </p:nvSpPr>
        <p:spPr>
          <a:xfrm>
            <a:off x="457950" y="1081050"/>
            <a:ext cx="8228100" cy="2981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Arial"/>
              <a:buNone/>
            </a:pPr>
            <a:r>
              <a:rPr b="1" lang="en" sz="3400">
                <a:solidFill>
                  <a:schemeClr val="lt1"/>
                </a:solidFill>
              </a:rPr>
              <a:t>Dictation</a:t>
            </a:r>
            <a:endParaRPr b="1" sz="3400">
              <a:solidFill>
                <a:schemeClr val="lt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rial"/>
              <a:buNone/>
            </a:pPr>
            <a:r>
              <a:rPr b="1" lang="en">
                <a:solidFill>
                  <a:schemeClr val="lt1"/>
                </a:solidFill>
              </a:rPr>
              <a:t>5 mins</a:t>
            </a:r>
            <a:endParaRPr b="1" sz="3400">
              <a:solidFill>
                <a:schemeClr val="lt1"/>
              </a:solidFill>
            </a:endParaRPr>
          </a:p>
        </p:txBody>
      </p:sp>
      <p:sp>
        <p:nvSpPr>
          <p:cNvPr id="6641" name="Google Shape;6641;p338"/>
          <p:cNvSpPr txBox="1"/>
          <p:nvPr/>
        </p:nvSpPr>
        <p:spPr>
          <a:xfrm>
            <a:off x="468400" y="4793325"/>
            <a:ext cx="3305400" cy="15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t/>
            </a:r>
            <a:endParaRPr b="0" i="0" sz="800" u="none" cap="none" strike="noStrike">
              <a:solidFill>
                <a:srgbClr val="FFFFFF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6642" name="Google Shape;6642;p338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6643" name="Google Shape;6643;p338"/>
          <p:cNvGrpSpPr/>
          <p:nvPr/>
        </p:nvGrpSpPr>
        <p:grpSpPr>
          <a:xfrm>
            <a:off x="8248220" y="273541"/>
            <a:ext cx="745111" cy="536361"/>
            <a:chOff x="4213950" y="516425"/>
            <a:chExt cx="1280700" cy="921900"/>
          </a:xfrm>
        </p:grpSpPr>
        <p:sp>
          <p:nvSpPr>
            <p:cNvPr id="6644" name="Google Shape;6644;p338"/>
            <p:cNvSpPr/>
            <p:nvPr/>
          </p:nvSpPr>
          <p:spPr>
            <a:xfrm>
              <a:off x="4213950" y="516425"/>
              <a:ext cx="1280700" cy="921900"/>
            </a:xfrm>
            <a:prstGeom prst="wedgeRectCallout">
              <a:avLst>
                <a:gd fmla="val -20833" name="adj1"/>
                <a:gd fmla="val 62500" name="adj2"/>
              </a:avLst>
            </a:prstGeom>
            <a:solidFill>
              <a:srgbClr val="FFFFFF"/>
            </a:solidFill>
            <a:ln cap="flat" cmpd="sng" w="3810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645" name="Google Shape;6645;p338"/>
            <p:cNvGrpSpPr/>
            <p:nvPr/>
          </p:nvGrpSpPr>
          <p:grpSpPr>
            <a:xfrm>
              <a:off x="4441173" y="733300"/>
              <a:ext cx="810775" cy="93000"/>
              <a:chOff x="4441173" y="733300"/>
              <a:chExt cx="810775" cy="93000"/>
            </a:xfrm>
          </p:grpSpPr>
          <p:sp>
            <p:nvSpPr>
              <p:cNvPr id="6646" name="Google Shape;6646;p338"/>
              <p:cNvSpPr/>
              <p:nvPr/>
            </p:nvSpPr>
            <p:spPr>
              <a:xfrm>
                <a:off x="4441173" y="733300"/>
                <a:ext cx="103200" cy="93000"/>
              </a:xfrm>
              <a:prstGeom prst="ellipse">
                <a:avLst/>
              </a:prstGeom>
              <a:solidFill>
                <a:srgbClr val="000000"/>
              </a:solidFill>
              <a:ln cap="flat" cmpd="sng" w="9525">
                <a:solidFill>
                  <a:srgbClr val="807F7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6647" name="Google Shape;6647;p338"/>
              <p:cNvCxnSpPr/>
              <p:nvPr/>
            </p:nvCxnSpPr>
            <p:spPr>
              <a:xfrm flipH="1" rot="10800000">
                <a:off x="4601248" y="777250"/>
                <a:ext cx="650700" cy="5100"/>
              </a:xfrm>
              <a:prstGeom prst="straightConnector1">
                <a:avLst/>
              </a:prstGeom>
              <a:noFill/>
              <a:ln cap="flat" cmpd="sng" w="38100">
                <a:solidFill>
                  <a:srgbClr val="000000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6648" name="Google Shape;6648;p338"/>
            <p:cNvGrpSpPr/>
            <p:nvPr/>
          </p:nvGrpSpPr>
          <p:grpSpPr>
            <a:xfrm>
              <a:off x="4441173" y="885700"/>
              <a:ext cx="810775" cy="93000"/>
              <a:chOff x="4441173" y="733300"/>
              <a:chExt cx="810775" cy="93000"/>
            </a:xfrm>
          </p:grpSpPr>
          <p:sp>
            <p:nvSpPr>
              <p:cNvPr id="6649" name="Google Shape;6649;p338"/>
              <p:cNvSpPr/>
              <p:nvPr/>
            </p:nvSpPr>
            <p:spPr>
              <a:xfrm>
                <a:off x="4441173" y="733300"/>
                <a:ext cx="103200" cy="93000"/>
              </a:xfrm>
              <a:prstGeom prst="ellipse">
                <a:avLst/>
              </a:prstGeom>
              <a:solidFill>
                <a:srgbClr val="000000"/>
              </a:solidFill>
              <a:ln cap="flat" cmpd="sng" w="9525">
                <a:solidFill>
                  <a:srgbClr val="807F7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6650" name="Google Shape;6650;p338"/>
              <p:cNvCxnSpPr/>
              <p:nvPr/>
            </p:nvCxnSpPr>
            <p:spPr>
              <a:xfrm flipH="1" rot="10800000">
                <a:off x="4601248" y="777250"/>
                <a:ext cx="650700" cy="5100"/>
              </a:xfrm>
              <a:prstGeom prst="straightConnector1">
                <a:avLst/>
              </a:prstGeom>
              <a:noFill/>
              <a:ln cap="flat" cmpd="sng" w="38100">
                <a:solidFill>
                  <a:srgbClr val="000000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6651" name="Google Shape;6651;p338"/>
            <p:cNvGrpSpPr/>
            <p:nvPr/>
          </p:nvGrpSpPr>
          <p:grpSpPr>
            <a:xfrm>
              <a:off x="4441173" y="1038100"/>
              <a:ext cx="810775" cy="93000"/>
              <a:chOff x="4441173" y="733300"/>
              <a:chExt cx="810775" cy="93000"/>
            </a:xfrm>
          </p:grpSpPr>
          <p:sp>
            <p:nvSpPr>
              <p:cNvPr id="6652" name="Google Shape;6652;p338"/>
              <p:cNvSpPr/>
              <p:nvPr/>
            </p:nvSpPr>
            <p:spPr>
              <a:xfrm>
                <a:off x="4441173" y="733300"/>
                <a:ext cx="103200" cy="93000"/>
              </a:xfrm>
              <a:prstGeom prst="ellipse">
                <a:avLst/>
              </a:prstGeom>
              <a:solidFill>
                <a:srgbClr val="000000"/>
              </a:solidFill>
              <a:ln cap="flat" cmpd="sng" w="9525">
                <a:solidFill>
                  <a:srgbClr val="807F7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6653" name="Google Shape;6653;p338"/>
              <p:cNvCxnSpPr/>
              <p:nvPr/>
            </p:nvCxnSpPr>
            <p:spPr>
              <a:xfrm flipH="1" rot="10800000">
                <a:off x="4601248" y="777250"/>
                <a:ext cx="650700" cy="5100"/>
              </a:xfrm>
              <a:prstGeom prst="straightConnector1">
                <a:avLst/>
              </a:prstGeom>
              <a:noFill/>
              <a:ln cap="flat" cmpd="sng" w="38100">
                <a:solidFill>
                  <a:srgbClr val="000000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657" name="Shape 6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8" name="Google Shape;6658;p339"/>
          <p:cNvSpPr txBox="1"/>
          <p:nvPr/>
        </p:nvSpPr>
        <p:spPr>
          <a:xfrm>
            <a:off x="468400" y="4793325"/>
            <a:ext cx="3305400" cy="15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t/>
            </a:r>
            <a:endParaRPr b="0" i="0" sz="800" u="none" cap="none" strike="noStrike">
              <a:solidFill>
                <a:srgbClr val="00A099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6659" name="Google Shape;6659;p339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6660" name="Google Shape;6660;p339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</a:pPr>
            <a:r>
              <a:rPr lang="en">
                <a:solidFill>
                  <a:schemeClr val="dk1"/>
                </a:solidFill>
              </a:rPr>
              <a:t>Write this sentence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6661" name="Google Shape;6661;p339"/>
          <p:cNvSpPr txBox="1"/>
          <p:nvPr/>
        </p:nvSpPr>
        <p:spPr>
          <a:xfrm>
            <a:off x="310350" y="1100150"/>
            <a:ext cx="8523300" cy="923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lnSpc>
                <a:spcPct val="142857"/>
              </a:lnSpc>
              <a:spcBef>
                <a:spcPts val="1100"/>
              </a:spcBef>
              <a:spcAft>
                <a:spcPts val="1100"/>
              </a:spcAft>
              <a:buNone/>
            </a:pPr>
            <a:r>
              <a:t/>
            </a:r>
            <a:endParaRPr sz="4800">
              <a:solidFill>
                <a:srgbClr val="424242"/>
              </a:solidFill>
              <a:highlight>
                <a:srgbClr val="FAFAFA"/>
              </a:highlight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6662" name="Google Shape;6662;p339"/>
          <p:cNvSpPr txBox="1"/>
          <p:nvPr/>
        </p:nvSpPr>
        <p:spPr>
          <a:xfrm>
            <a:off x="652050" y="981425"/>
            <a:ext cx="7839900" cy="923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lnSpc>
                <a:spcPct val="142857"/>
              </a:lnSpc>
              <a:spcBef>
                <a:spcPts val="1100"/>
              </a:spcBef>
              <a:spcAft>
                <a:spcPts val="11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4800"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6663" name="Google Shape;6663;p339"/>
          <p:cNvSpPr txBox="1"/>
          <p:nvPr/>
        </p:nvSpPr>
        <p:spPr>
          <a:xfrm>
            <a:off x="458775" y="1290300"/>
            <a:ext cx="8226600" cy="256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4800">
                <a:solidFill>
                  <a:schemeClr val="dk1"/>
                </a:solidFill>
                <a:latin typeface="Lexend"/>
                <a:ea typeface="Lexend"/>
                <a:cs typeface="Lexend"/>
                <a:sym typeface="Lexend"/>
              </a:rPr>
              <a:t>At the ceremony, she held a flag with an indigenous symbol.</a:t>
            </a:r>
            <a:endParaRPr sz="1050">
              <a:solidFill>
                <a:schemeClr val="dk1"/>
              </a:solidFill>
              <a:latin typeface="Lexend"/>
              <a:ea typeface="Lexend"/>
              <a:cs typeface="Lexend"/>
              <a:sym typeface="Lexend"/>
            </a:endParaRPr>
          </a:p>
        </p:txBody>
      </p:sp>
      <p:pic>
        <p:nvPicPr>
          <p:cNvPr id="6664" name="Google Shape;6664;p33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996299" y="349735"/>
            <a:ext cx="964650" cy="49935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668" name="Shape 6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9" name="Google Shape;6669;p340"/>
          <p:cNvSpPr txBox="1"/>
          <p:nvPr/>
        </p:nvSpPr>
        <p:spPr>
          <a:xfrm>
            <a:off x="468400" y="4793325"/>
            <a:ext cx="3305400" cy="15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t/>
            </a:r>
            <a:endParaRPr b="0" i="0" sz="800" u="none" cap="none" strike="noStrike">
              <a:solidFill>
                <a:srgbClr val="00A099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6670" name="Google Shape;6670;p340"/>
          <p:cNvSpPr txBox="1"/>
          <p:nvPr>
            <p:ph idx="12" type="sldNum"/>
          </p:nvPr>
        </p:nvSpPr>
        <p:spPr>
          <a:xfrm>
            <a:off x="458972" y="4793325"/>
            <a:ext cx="220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6671" name="Google Shape;6671;p340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</a:pPr>
            <a:r>
              <a:rPr lang="en">
                <a:solidFill>
                  <a:schemeClr val="dk1"/>
                </a:solidFill>
              </a:rPr>
              <a:t>Write this sentence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6672" name="Google Shape;6672;p340"/>
          <p:cNvSpPr txBox="1"/>
          <p:nvPr/>
        </p:nvSpPr>
        <p:spPr>
          <a:xfrm>
            <a:off x="310350" y="1100150"/>
            <a:ext cx="8523300" cy="923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lnSpc>
                <a:spcPct val="142857"/>
              </a:lnSpc>
              <a:spcBef>
                <a:spcPts val="1100"/>
              </a:spcBef>
              <a:spcAft>
                <a:spcPts val="1100"/>
              </a:spcAft>
              <a:buNone/>
            </a:pPr>
            <a:r>
              <a:t/>
            </a:r>
            <a:endParaRPr sz="4800">
              <a:solidFill>
                <a:srgbClr val="424242"/>
              </a:solidFill>
              <a:highlight>
                <a:srgbClr val="FAFAFA"/>
              </a:highlight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6673" name="Google Shape;6673;p340"/>
          <p:cNvSpPr txBox="1"/>
          <p:nvPr/>
        </p:nvSpPr>
        <p:spPr>
          <a:xfrm>
            <a:off x="652050" y="981425"/>
            <a:ext cx="7839900" cy="923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lnSpc>
                <a:spcPct val="142857"/>
              </a:lnSpc>
              <a:spcBef>
                <a:spcPts val="1100"/>
              </a:spcBef>
              <a:spcAft>
                <a:spcPts val="11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4800"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pic>
        <p:nvPicPr>
          <p:cNvPr id="6674" name="Google Shape;6674;p34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996300" y="346909"/>
            <a:ext cx="964650" cy="505019"/>
          </a:xfrm>
          <a:prstGeom prst="rect">
            <a:avLst/>
          </a:prstGeom>
          <a:noFill/>
          <a:ln>
            <a:noFill/>
          </a:ln>
        </p:spPr>
      </p:pic>
      <p:sp>
        <p:nvSpPr>
          <p:cNvPr id="6675" name="Google Shape;6675;p340"/>
          <p:cNvSpPr txBox="1"/>
          <p:nvPr/>
        </p:nvSpPr>
        <p:spPr>
          <a:xfrm>
            <a:off x="458775" y="1290300"/>
            <a:ext cx="8226600" cy="256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4800">
                <a:solidFill>
                  <a:schemeClr val="dk1"/>
                </a:solidFill>
                <a:latin typeface="Lexend"/>
                <a:ea typeface="Lexend"/>
                <a:cs typeface="Lexend"/>
                <a:sym typeface="Lexend"/>
              </a:rPr>
              <a:t>At the ceremony, she held a flag with an indigenous symbol.</a:t>
            </a:r>
            <a:endParaRPr sz="1050">
              <a:solidFill>
                <a:schemeClr val="dk1"/>
              </a:solidFill>
              <a:latin typeface="Lexend"/>
              <a:ea typeface="Lexend"/>
              <a:cs typeface="Lexend"/>
              <a:sym typeface="Lexend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6679" name="Shape 6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80" name="Google Shape;6680;p341"/>
          <p:cNvSpPr txBox="1"/>
          <p:nvPr/>
        </p:nvSpPr>
        <p:spPr>
          <a:xfrm>
            <a:off x="457950" y="1081050"/>
            <a:ext cx="8228100" cy="2981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Arial"/>
              <a:buNone/>
            </a:pPr>
            <a:r>
              <a:rPr b="1" lang="en" sz="3400">
                <a:solidFill>
                  <a:schemeClr val="lt1"/>
                </a:solidFill>
              </a:rPr>
              <a:t>Grammar</a:t>
            </a:r>
            <a:endParaRPr b="1" sz="3400">
              <a:solidFill>
                <a:schemeClr val="lt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rial"/>
              <a:buNone/>
            </a:pPr>
            <a:r>
              <a:rPr b="1" lang="en">
                <a:solidFill>
                  <a:schemeClr val="lt1"/>
                </a:solidFill>
              </a:rPr>
              <a:t>5</a:t>
            </a:r>
            <a:r>
              <a:rPr b="1" lang="en">
                <a:solidFill>
                  <a:schemeClr val="lt1"/>
                </a:solidFill>
              </a:rPr>
              <a:t> mins</a:t>
            </a:r>
            <a:endParaRPr b="1" sz="3400">
              <a:solidFill>
                <a:schemeClr val="lt1"/>
              </a:solidFill>
            </a:endParaRPr>
          </a:p>
        </p:txBody>
      </p:sp>
      <p:sp>
        <p:nvSpPr>
          <p:cNvPr id="6681" name="Google Shape;6681;p341"/>
          <p:cNvSpPr txBox="1"/>
          <p:nvPr/>
        </p:nvSpPr>
        <p:spPr>
          <a:xfrm>
            <a:off x="468400" y="4793325"/>
            <a:ext cx="3305400" cy="15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t/>
            </a:r>
            <a:endParaRPr b="0" i="0" sz="800" u="none" cap="none" strike="noStrike">
              <a:solidFill>
                <a:srgbClr val="FFFFFF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6682" name="Google Shape;6682;p341"/>
          <p:cNvSpPr txBox="1"/>
          <p:nvPr>
            <p:ph idx="12" type="sldNum"/>
          </p:nvPr>
        </p:nvSpPr>
        <p:spPr>
          <a:xfrm>
            <a:off x="458972" y="4793325"/>
            <a:ext cx="235800" cy="1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686" name="Shape 6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87" name="Google Shape;6687;p342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 do - </a:t>
            </a:r>
            <a:endParaRPr/>
          </a:p>
        </p:txBody>
      </p:sp>
      <p:sp>
        <p:nvSpPr>
          <p:cNvPr id="6688" name="Google Shape;6688;p342"/>
          <p:cNvSpPr txBox="1"/>
          <p:nvPr>
            <p:ph idx="1" type="body"/>
          </p:nvPr>
        </p:nvSpPr>
        <p:spPr>
          <a:xfrm>
            <a:off x="458975" y="1103001"/>
            <a:ext cx="8226000" cy="3520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692" name="Shape 6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93" name="Google Shape;6693;p343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We do - </a:t>
            </a:r>
            <a:endParaRPr/>
          </a:p>
        </p:txBody>
      </p:sp>
      <p:sp>
        <p:nvSpPr>
          <p:cNvPr id="6694" name="Google Shape;6694;p343"/>
          <p:cNvSpPr txBox="1"/>
          <p:nvPr>
            <p:ph idx="1" type="body"/>
          </p:nvPr>
        </p:nvSpPr>
        <p:spPr>
          <a:xfrm>
            <a:off x="458975" y="1103001"/>
            <a:ext cx="8226000" cy="3520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698" name="Shape 66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99" name="Google Shape;6699;p344"/>
          <p:cNvSpPr txBox="1"/>
          <p:nvPr>
            <p:ph type="title"/>
          </p:nvPr>
        </p:nvSpPr>
        <p:spPr>
          <a:xfrm>
            <a:off x="458975" y="445025"/>
            <a:ext cx="6600600" cy="536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do - </a:t>
            </a:r>
            <a:endParaRPr/>
          </a:p>
        </p:txBody>
      </p:sp>
      <p:sp>
        <p:nvSpPr>
          <p:cNvPr id="6700" name="Google Shape;6700;p344"/>
          <p:cNvSpPr txBox="1"/>
          <p:nvPr>
            <p:ph idx="1" type="body"/>
          </p:nvPr>
        </p:nvSpPr>
        <p:spPr>
          <a:xfrm>
            <a:off x="458975" y="1103001"/>
            <a:ext cx="8226000" cy="3520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Team Building Class for Elementary by Slidesgo">
  <a:themeElements>
    <a:clrScheme name="Simple Light">
      <a:dk1>
        <a:srgbClr val="000000"/>
      </a:dk1>
      <a:lt1>
        <a:srgbClr val="FFFFFF"/>
      </a:lt1>
      <a:dk2>
        <a:srgbClr val="AD9CEE"/>
      </a:dk2>
      <a:lt2>
        <a:srgbClr val="ABEB90"/>
      </a:lt2>
      <a:accent1>
        <a:srgbClr val="C1DCFF"/>
      </a:accent1>
      <a:accent2>
        <a:srgbClr val="FFE599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Team Building Class for Elementary by Slidesgo">
  <a:themeElements>
    <a:clrScheme name="Simple Light">
      <a:dk1>
        <a:srgbClr val="000000"/>
      </a:dk1>
      <a:lt1>
        <a:srgbClr val="FFFFFF"/>
      </a:lt1>
      <a:dk2>
        <a:srgbClr val="AD9CEE"/>
      </a:dk2>
      <a:lt2>
        <a:srgbClr val="ABEB90"/>
      </a:lt2>
      <a:accent1>
        <a:srgbClr val="C1DCFF"/>
      </a:accent1>
      <a:accent2>
        <a:srgbClr val="FFE599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4.xml><?xml version="1.0" encoding="utf-8"?>
<a:theme xmlns:a="http://schemas.openxmlformats.org/drawingml/2006/main" xmlns:r="http://schemas.openxmlformats.org/officeDocument/2006/relationships" name="Ochre AERO SLI">
  <a:themeElements>
    <a:clrScheme name="CECG Corporate">
      <a:dk1>
        <a:srgbClr val="000000"/>
      </a:dk1>
      <a:lt1>
        <a:srgbClr val="FFFFFF"/>
      </a:lt1>
      <a:dk2>
        <a:srgbClr val="807F7F"/>
      </a:dk2>
      <a:lt2>
        <a:srgbClr val="FF00FF"/>
      </a:lt2>
      <a:accent1>
        <a:srgbClr val="1F71B7"/>
      </a:accent1>
      <a:accent2>
        <a:srgbClr val="41ACD0"/>
      </a:accent2>
      <a:accent3>
        <a:srgbClr val="D12028"/>
      </a:accent3>
      <a:accent4>
        <a:srgbClr val="E9782C"/>
      </a:accent4>
      <a:accent5>
        <a:srgbClr val="5E58A6"/>
      </a:accent5>
      <a:accent6>
        <a:srgbClr val="00B050"/>
      </a:accent6>
      <a:hlink>
        <a:srgbClr val="0563C1"/>
      </a:hlink>
      <a:folHlink>
        <a:srgbClr val="954F72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5.xml><?xml version="1.0" encoding="utf-8"?>
<a:theme xmlns:a="http://schemas.openxmlformats.org/drawingml/2006/main" xmlns:r="http://schemas.openxmlformats.org/officeDocument/2006/relationships" name="Team Building Class for Elementary by Slidesgo">
  <a:themeElements>
    <a:clrScheme name="Simple Light">
      <a:dk1>
        <a:srgbClr val="000000"/>
      </a:dk1>
      <a:lt1>
        <a:srgbClr val="FFFFFF"/>
      </a:lt1>
      <a:dk2>
        <a:srgbClr val="AD9CEE"/>
      </a:dk2>
      <a:lt2>
        <a:srgbClr val="ABEB90"/>
      </a:lt2>
      <a:accent1>
        <a:srgbClr val="C1DCFF"/>
      </a:accent1>
      <a:accent2>
        <a:srgbClr val="FFE599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6.xml><?xml version="1.0" encoding="utf-8"?>
<a:theme xmlns:a="http://schemas.openxmlformats.org/drawingml/2006/main" xmlns:r="http://schemas.openxmlformats.org/officeDocument/2006/relationships" name="Team Building Class for Elementary by Slidesgo">
  <a:themeElements>
    <a:clrScheme name="Simple Light">
      <a:dk1>
        <a:srgbClr val="000000"/>
      </a:dk1>
      <a:lt1>
        <a:srgbClr val="FFFFFF"/>
      </a:lt1>
      <a:dk2>
        <a:srgbClr val="AD9CEE"/>
      </a:dk2>
      <a:lt2>
        <a:srgbClr val="ABEB90"/>
      </a:lt2>
      <a:accent1>
        <a:srgbClr val="C1DCFF"/>
      </a:accent1>
      <a:accent2>
        <a:srgbClr val="FFE599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